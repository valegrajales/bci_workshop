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4"/>
    <p:sldMasterId id="2147484100" r:id="rId45"/>
    <p:sldMasterId id="2147484132" r:id="rId46"/>
  </p:sldMasterIdLst>
  <p:notesMasterIdLst>
    <p:notesMasterId r:id="rId94"/>
  </p:notesMasterIdLst>
  <p:sldIdLst>
    <p:sldId id="256" r:id="rId47"/>
    <p:sldId id="257" r:id="rId48"/>
    <p:sldId id="2147469891" r:id="rId49"/>
    <p:sldId id="259" r:id="rId50"/>
    <p:sldId id="260" r:id="rId51"/>
    <p:sldId id="2147483640" r:id="rId52"/>
    <p:sldId id="2147483641" r:id="rId53"/>
    <p:sldId id="261" r:id="rId54"/>
    <p:sldId id="2147483591" r:id="rId55"/>
    <p:sldId id="301" r:id="rId56"/>
    <p:sldId id="264" r:id="rId57"/>
    <p:sldId id="265" r:id="rId58"/>
    <p:sldId id="266" r:id="rId59"/>
    <p:sldId id="267" r:id="rId60"/>
    <p:sldId id="268" r:id="rId61"/>
    <p:sldId id="269" r:id="rId62"/>
    <p:sldId id="2147483632" r:id="rId63"/>
    <p:sldId id="271" r:id="rId64"/>
    <p:sldId id="272" r:id="rId65"/>
    <p:sldId id="273" r:id="rId66"/>
    <p:sldId id="274" r:id="rId67"/>
    <p:sldId id="275" r:id="rId68"/>
    <p:sldId id="276" r:id="rId69"/>
    <p:sldId id="277" r:id="rId70"/>
    <p:sldId id="278" r:id="rId71"/>
    <p:sldId id="279" r:id="rId72"/>
    <p:sldId id="280" r:id="rId73"/>
    <p:sldId id="281" r:id="rId74"/>
    <p:sldId id="282" r:id="rId75"/>
    <p:sldId id="283" r:id="rId76"/>
    <p:sldId id="284" r:id="rId77"/>
    <p:sldId id="285" r:id="rId78"/>
    <p:sldId id="286" r:id="rId79"/>
    <p:sldId id="287" r:id="rId80"/>
    <p:sldId id="288" r:id="rId81"/>
    <p:sldId id="2147483633" r:id="rId82"/>
    <p:sldId id="290" r:id="rId83"/>
    <p:sldId id="291" r:id="rId84"/>
    <p:sldId id="292" r:id="rId85"/>
    <p:sldId id="2147483630" r:id="rId86"/>
    <p:sldId id="2147483642" r:id="rId87"/>
    <p:sldId id="2147483643" r:id="rId88"/>
    <p:sldId id="2147483644" r:id="rId89"/>
    <p:sldId id="2147483645" r:id="rId90"/>
    <p:sldId id="2147483646" r:id="rId91"/>
    <p:sldId id="2147483647" r:id="rId92"/>
    <p:sldId id="2147483631" r:id="rId93"/>
  </p:sldIdLst>
  <p:sldSz cx="12192000" cy="6858000"/>
  <p:notesSz cx="6858000" cy="9144000"/>
  <p:custDataLst>
    <p:tags r:id="rId9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EF32DA53-2C03-03EE-2EEA-AE2457C9B68C}" name="Tessa Berkley" initials="TB" userId="S::tessab@audienz.com::29198474-64f9-4b67-b7f5-57f0013c6244" providerId="AD"/>
  <p188:author id="{DA2A6E70-A1C8-B815-B98D-0253A4F2A9D8}" name="Ethan Jones" initials="EJ" userId="S::jonesethan@microsoft.com::e6ff1493-1813-43d3-b3de-17ffaf0b96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D3D3"/>
    <a:srgbClr val="6089B4"/>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3C9724-9B98-4325-A5AC-AFCFA74DB7BD}" v="11" dt="2026-05-27T15:51:40.628"/>
    <p1510:client id="{BE37CA26-E4C5-4D23-99F0-205236F70CE8}" v="83" dt="2026-05-27T12:41:56.415"/>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252" autoAdjust="0"/>
  </p:normalViewPr>
  <p:slideViewPr>
    <p:cSldViewPr snapToGrid="0">
      <p:cViewPr varScale="1">
        <p:scale>
          <a:sx n="71" d="100"/>
          <a:sy n="71" d="100"/>
        </p:scale>
        <p:origin x="6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slide" Target="slides/slide1.xml"/><Relationship Id="rId63" Type="http://schemas.openxmlformats.org/officeDocument/2006/relationships/slide" Target="slides/slide17.xml"/><Relationship Id="rId68" Type="http://schemas.openxmlformats.org/officeDocument/2006/relationships/slide" Target="slides/slide22.xml"/><Relationship Id="rId84" Type="http://schemas.openxmlformats.org/officeDocument/2006/relationships/slide" Target="slides/slide38.xml"/><Relationship Id="rId89" Type="http://schemas.openxmlformats.org/officeDocument/2006/relationships/slide" Target="slides/slide43.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7.xml"/><Relationship Id="rId58" Type="http://schemas.openxmlformats.org/officeDocument/2006/relationships/slide" Target="slides/slide12.xml"/><Relationship Id="rId74" Type="http://schemas.openxmlformats.org/officeDocument/2006/relationships/slide" Target="slides/slide28.xml"/><Relationship Id="rId79" Type="http://schemas.openxmlformats.org/officeDocument/2006/relationships/slide" Target="slides/slide33.xml"/><Relationship Id="rId102" Type="http://schemas.microsoft.com/office/2015/10/relationships/revisionInfo" Target="revisionInfo.xml"/><Relationship Id="rId5" Type="http://schemas.openxmlformats.org/officeDocument/2006/relationships/customXml" Target="../customXml/item5.xml"/><Relationship Id="rId90" Type="http://schemas.openxmlformats.org/officeDocument/2006/relationships/slide" Target="slides/slide44.xml"/><Relationship Id="rId95" Type="http://schemas.openxmlformats.org/officeDocument/2006/relationships/tags" Target="tags/tag1.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slide" Target="slides/slide2.xml"/><Relationship Id="rId64" Type="http://schemas.openxmlformats.org/officeDocument/2006/relationships/slide" Target="slides/slide18.xml"/><Relationship Id="rId69" Type="http://schemas.openxmlformats.org/officeDocument/2006/relationships/slide" Target="slides/slide23.xml"/><Relationship Id="rId80" Type="http://schemas.openxmlformats.org/officeDocument/2006/relationships/slide" Target="slides/slide34.xml"/><Relationship Id="rId85" Type="http://schemas.openxmlformats.org/officeDocument/2006/relationships/slide" Target="slides/slide39.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customXml" Target="../customXml/item38.xml"/><Relationship Id="rId46" Type="http://schemas.openxmlformats.org/officeDocument/2006/relationships/slideMaster" Target="slideMasters/slideMaster3.xml"/><Relationship Id="rId59" Type="http://schemas.openxmlformats.org/officeDocument/2006/relationships/slide" Target="slides/slide13.xml"/><Relationship Id="rId67" Type="http://schemas.openxmlformats.org/officeDocument/2006/relationships/slide" Target="slides/slide21.xml"/><Relationship Id="rId103" Type="http://schemas.microsoft.com/office/2018/10/relationships/authors" Target="authors.xml"/><Relationship Id="rId20" Type="http://schemas.openxmlformats.org/officeDocument/2006/relationships/customXml" Target="../customXml/item20.xml"/><Relationship Id="rId41" Type="http://schemas.openxmlformats.org/officeDocument/2006/relationships/customXml" Target="../customXml/item41.xml"/><Relationship Id="rId54" Type="http://schemas.openxmlformats.org/officeDocument/2006/relationships/slide" Target="slides/slide8.xml"/><Relationship Id="rId62" Type="http://schemas.openxmlformats.org/officeDocument/2006/relationships/slide" Target="slides/slide16.xml"/><Relationship Id="rId70" Type="http://schemas.openxmlformats.org/officeDocument/2006/relationships/slide" Target="slides/slide24.xml"/><Relationship Id="rId75" Type="http://schemas.openxmlformats.org/officeDocument/2006/relationships/slide" Target="slides/slide29.xml"/><Relationship Id="rId83" Type="http://schemas.openxmlformats.org/officeDocument/2006/relationships/slide" Target="slides/slide37.xml"/><Relationship Id="rId88" Type="http://schemas.openxmlformats.org/officeDocument/2006/relationships/slide" Target="slides/slide42.xml"/><Relationship Id="rId91" Type="http://schemas.openxmlformats.org/officeDocument/2006/relationships/slide" Target="slides/slide45.xml"/><Relationship Id="rId96"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3.xml"/><Relationship Id="rId57" Type="http://schemas.openxmlformats.org/officeDocument/2006/relationships/slide" Target="slides/slide11.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Master" Target="slideMasters/slideMaster1.xml"/><Relationship Id="rId52" Type="http://schemas.openxmlformats.org/officeDocument/2006/relationships/slide" Target="slides/slide6.xml"/><Relationship Id="rId60" Type="http://schemas.openxmlformats.org/officeDocument/2006/relationships/slide" Target="slides/slide14.xml"/><Relationship Id="rId65" Type="http://schemas.openxmlformats.org/officeDocument/2006/relationships/slide" Target="slides/slide19.xml"/><Relationship Id="rId73" Type="http://schemas.openxmlformats.org/officeDocument/2006/relationships/slide" Target="slides/slide27.xml"/><Relationship Id="rId78" Type="http://schemas.openxmlformats.org/officeDocument/2006/relationships/slide" Target="slides/slide32.xml"/><Relationship Id="rId81" Type="http://schemas.openxmlformats.org/officeDocument/2006/relationships/slide" Target="slides/slide35.xml"/><Relationship Id="rId86" Type="http://schemas.openxmlformats.org/officeDocument/2006/relationships/slide" Target="slides/slide40.xml"/><Relationship Id="rId94" Type="http://schemas.openxmlformats.org/officeDocument/2006/relationships/notesMaster" Target="notesMasters/notesMaster1.xml"/><Relationship Id="rId99" Type="http://schemas.openxmlformats.org/officeDocument/2006/relationships/theme" Target="theme/theme1.xml"/><Relationship Id="rId10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4.xml"/><Relationship Id="rId55" Type="http://schemas.openxmlformats.org/officeDocument/2006/relationships/slide" Target="slides/slide9.xml"/><Relationship Id="rId76" Type="http://schemas.openxmlformats.org/officeDocument/2006/relationships/slide" Target="slides/slide30.xml"/><Relationship Id="rId97"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slide" Target="slides/slide25.xml"/><Relationship Id="rId92" Type="http://schemas.openxmlformats.org/officeDocument/2006/relationships/slide" Target="slides/slide46.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Master" Target="slideMasters/slideMaster2.xml"/><Relationship Id="rId66" Type="http://schemas.openxmlformats.org/officeDocument/2006/relationships/slide" Target="slides/slide20.xml"/><Relationship Id="rId87" Type="http://schemas.openxmlformats.org/officeDocument/2006/relationships/slide" Target="slides/slide41.xml"/><Relationship Id="rId61" Type="http://schemas.openxmlformats.org/officeDocument/2006/relationships/slide" Target="slides/slide15.xml"/><Relationship Id="rId82" Type="http://schemas.openxmlformats.org/officeDocument/2006/relationships/slide" Target="slides/slide36.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slide" Target="slides/slide10.xml"/><Relationship Id="rId77" Type="http://schemas.openxmlformats.org/officeDocument/2006/relationships/slide" Target="slides/slide31.xml"/><Relationship Id="rId100" Type="http://schemas.openxmlformats.org/officeDocument/2006/relationships/tableStyles" Target="tableStyles.xml"/><Relationship Id="rId8" Type="http://schemas.openxmlformats.org/officeDocument/2006/relationships/customXml" Target="../customXml/item8.xml"/><Relationship Id="rId51" Type="http://schemas.openxmlformats.org/officeDocument/2006/relationships/slide" Target="slides/slide5.xml"/><Relationship Id="rId72" Type="http://schemas.openxmlformats.org/officeDocument/2006/relationships/slide" Target="slides/slide26.xml"/><Relationship Id="rId93" Type="http://schemas.openxmlformats.org/officeDocument/2006/relationships/slide" Target="slides/slide47.xml"/><Relationship Id="rId98" Type="http://schemas.openxmlformats.org/officeDocument/2006/relationships/viewProps" Target="viewProps.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riti Mehta" userId="0c901562-3821-4879-abc2-7521cf2ab412" providerId="ADAL" clId="{144A11F9-5BB9-40A3-A970-33EF68ACAA95}"/>
    <pc:docChg chg="undo redo custSel addSld delSld modSld sldOrd modMainMaster">
      <pc:chgData name="Akriti Mehta" userId="0c901562-3821-4879-abc2-7521cf2ab412" providerId="ADAL" clId="{144A11F9-5BB9-40A3-A970-33EF68ACAA95}" dt="2026-05-27T16:52:35.379" v="721" actId="47"/>
      <pc:docMkLst>
        <pc:docMk/>
      </pc:docMkLst>
      <pc:sldChg chg="modSp">
        <pc:chgData name="Akriti Mehta" userId="0c901562-3821-4879-abc2-7521cf2ab412" providerId="ADAL" clId="{144A11F9-5BB9-40A3-A970-33EF68ACAA95}" dt="2026-05-27T11:31:11.179" v="7"/>
        <pc:sldMkLst>
          <pc:docMk/>
          <pc:sldMk cId="0" sldId="256"/>
        </pc:sldMkLst>
        <pc:spChg chg="mod">
          <ac:chgData name="Akriti Mehta" userId="0c901562-3821-4879-abc2-7521cf2ab412" providerId="ADAL" clId="{144A11F9-5BB9-40A3-A970-33EF68ACAA95}" dt="2026-05-27T11:31:11.179" v="7"/>
          <ac:spMkLst>
            <pc:docMk/>
            <pc:sldMk cId="0" sldId="256"/>
            <ac:spMk id="2" creationId="{00000000-0000-0000-0000-000000000000}"/>
          </ac:spMkLst>
        </pc:spChg>
        <pc:spChg chg="mod">
          <ac:chgData name="Akriti Mehta" userId="0c901562-3821-4879-abc2-7521cf2ab412" providerId="ADAL" clId="{144A11F9-5BB9-40A3-A970-33EF68ACAA95}" dt="2026-05-27T11:31:11.179" v="7"/>
          <ac:spMkLst>
            <pc:docMk/>
            <pc:sldMk cId="0" sldId="256"/>
            <ac:spMk id="3" creationId="{00000000-0000-0000-0000-000000000000}"/>
          </ac:spMkLst>
        </pc:spChg>
      </pc:sldChg>
      <pc:sldChg chg="add modTransition">
        <pc:chgData name="Akriti Mehta" userId="0c901562-3821-4879-abc2-7521cf2ab412" providerId="ADAL" clId="{144A11F9-5BB9-40A3-A970-33EF68ACAA95}" dt="2026-05-27T11:31:49.473" v="8"/>
        <pc:sldMkLst>
          <pc:docMk/>
          <pc:sldMk cId="0" sldId="257"/>
        </pc:sldMkLst>
      </pc:sldChg>
      <pc:sldChg chg="add del modTransition">
        <pc:chgData name="Akriti Mehta" userId="0c901562-3821-4879-abc2-7521cf2ab412" providerId="ADAL" clId="{144A11F9-5BB9-40A3-A970-33EF68ACAA95}" dt="2026-05-27T11:33:33.811" v="13" actId="47"/>
        <pc:sldMkLst>
          <pc:docMk/>
          <pc:sldMk cId="0" sldId="258"/>
        </pc:sldMkLst>
      </pc:sldChg>
      <pc:sldChg chg="add del modTransition setBg">
        <pc:chgData name="Akriti Mehta" userId="0c901562-3821-4879-abc2-7521cf2ab412" providerId="ADAL" clId="{144A11F9-5BB9-40A3-A970-33EF68ACAA95}" dt="2026-05-27T11:34:47.362" v="20"/>
        <pc:sldMkLst>
          <pc:docMk/>
          <pc:sldMk cId="0" sldId="259"/>
        </pc:sldMkLst>
      </pc:sldChg>
      <pc:sldChg chg="addSp delSp modSp add del mod modTransition">
        <pc:chgData name="Akriti Mehta" userId="0c901562-3821-4879-abc2-7521cf2ab412" providerId="ADAL" clId="{144A11F9-5BB9-40A3-A970-33EF68ACAA95}" dt="2026-05-27T11:42:19.193" v="65" actId="122"/>
        <pc:sldMkLst>
          <pc:docMk/>
          <pc:sldMk cId="0" sldId="260"/>
        </pc:sldMkLst>
        <pc:spChg chg="mod">
          <ac:chgData name="Akriti Mehta" userId="0c901562-3821-4879-abc2-7521cf2ab412" providerId="ADAL" clId="{144A11F9-5BB9-40A3-A970-33EF68ACAA95}" dt="2026-05-27T11:42:01.994" v="62" actId="1076"/>
          <ac:spMkLst>
            <pc:docMk/>
            <pc:sldMk cId="0" sldId="260"/>
            <ac:spMk id="4" creationId="{00000000-0000-0000-0000-000000000000}"/>
          </ac:spMkLst>
        </pc:spChg>
        <pc:spChg chg="mod">
          <ac:chgData name="Akriti Mehta" userId="0c901562-3821-4879-abc2-7521cf2ab412" providerId="ADAL" clId="{144A11F9-5BB9-40A3-A970-33EF68ACAA95}" dt="2026-05-27T11:38:36.275" v="41" actId="1076"/>
          <ac:spMkLst>
            <pc:docMk/>
            <pc:sldMk cId="0" sldId="260"/>
            <ac:spMk id="5" creationId="{62B2C420-4962-35BA-76B2-486243C572E5}"/>
          </ac:spMkLst>
        </pc:spChg>
        <pc:spChg chg="mod">
          <ac:chgData name="Akriti Mehta" userId="0c901562-3821-4879-abc2-7521cf2ab412" providerId="ADAL" clId="{144A11F9-5BB9-40A3-A970-33EF68ACAA95}" dt="2026-05-27T11:38:36.275" v="41" actId="1076"/>
          <ac:spMkLst>
            <pc:docMk/>
            <pc:sldMk cId="0" sldId="260"/>
            <ac:spMk id="9" creationId="{5385B9F4-170E-459C-6F3C-929F2E573D00}"/>
          </ac:spMkLst>
        </pc:spChg>
        <pc:spChg chg="add mod">
          <ac:chgData name="Akriti Mehta" userId="0c901562-3821-4879-abc2-7521cf2ab412" providerId="ADAL" clId="{144A11F9-5BB9-40A3-A970-33EF68ACAA95}" dt="2026-05-27T11:38:25.765" v="40"/>
          <ac:spMkLst>
            <pc:docMk/>
            <pc:sldMk cId="0" sldId="260"/>
            <ac:spMk id="10" creationId="{A4E6AA95-24CF-59F7-BB45-332C20A33D46}"/>
          </ac:spMkLst>
        </pc:spChg>
        <pc:spChg chg="add mod">
          <ac:chgData name="Akriti Mehta" userId="0c901562-3821-4879-abc2-7521cf2ab412" providerId="ADAL" clId="{144A11F9-5BB9-40A3-A970-33EF68ACAA95}" dt="2026-05-27T11:38:36.275" v="41" actId="1076"/>
          <ac:spMkLst>
            <pc:docMk/>
            <pc:sldMk cId="0" sldId="260"/>
            <ac:spMk id="12" creationId="{2E814EC0-2CF3-FDEB-1A6F-BD18680E17E6}"/>
          </ac:spMkLst>
        </pc:spChg>
        <pc:spChg chg="add mod">
          <ac:chgData name="Akriti Mehta" userId="0c901562-3821-4879-abc2-7521cf2ab412" providerId="ADAL" clId="{144A11F9-5BB9-40A3-A970-33EF68ACAA95}" dt="2026-05-27T11:41:45.107" v="57" actId="1076"/>
          <ac:spMkLst>
            <pc:docMk/>
            <pc:sldMk cId="0" sldId="260"/>
            <ac:spMk id="13" creationId="{76CBF11E-1DAF-5826-D23A-DDF0325A9429}"/>
          </ac:spMkLst>
        </pc:spChg>
        <pc:spChg chg="mod">
          <ac:chgData name="Akriti Mehta" userId="0c901562-3821-4879-abc2-7521cf2ab412" providerId="ADAL" clId="{144A11F9-5BB9-40A3-A970-33EF68ACAA95}" dt="2026-05-27T11:40:17.720" v="50" actId="207"/>
          <ac:spMkLst>
            <pc:docMk/>
            <pc:sldMk cId="0" sldId="260"/>
            <ac:spMk id="15" creationId="{52FA62CA-3A5B-BD9F-1F1F-7F6B6361C86E}"/>
          </ac:spMkLst>
        </pc:spChg>
        <pc:spChg chg="mod">
          <ac:chgData name="Akriti Mehta" userId="0c901562-3821-4879-abc2-7521cf2ab412" providerId="ADAL" clId="{144A11F9-5BB9-40A3-A970-33EF68ACAA95}" dt="2026-05-27T11:40:05.926" v="49" actId="207"/>
          <ac:spMkLst>
            <pc:docMk/>
            <pc:sldMk cId="0" sldId="260"/>
            <ac:spMk id="16" creationId="{35B6042C-884A-C3F1-56EA-ABE911326DC1}"/>
          </ac:spMkLst>
        </pc:spChg>
        <pc:spChg chg="mod">
          <ac:chgData name="Akriti Mehta" userId="0c901562-3821-4879-abc2-7521cf2ab412" providerId="ADAL" clId="{144A11F9-5BB9-40A3-A970-33EF68ACAA95}" dt="2026-05-27T11:40:48.741" v="52" actId="207"/>
          <ac:spMkLst>
            <pc:docMk/>
            <pc:sldMk cId="0" sldId="260"/>
            <ac:spMk id="18" creationId="{B4974BC7-3F53-BEE4-5787-D204B4A3E527}"/>
          </ac:spMkLst>
        </pc:spChg>
        <pc:spChg chg="mod">
          <ac:chgData name="Akriti Mehta" userId="0c901562-3821-4879-abc2-7521cf2ab412" providerId="ADAL" clId="{144A11F9-5BB9-40A3-A970-33EF68ACAA95}" dt="2026-05-27T11:40:37.507" v="51" actId="207"/>
          <ac:spMkLst>
            <pc:docMk/>
            <pc:sldMk cId="0" sldId="260"/>
            <ac:spMk id="19" creationId="{CCF398EA-5B13-EACF-A6B2-96E594DF4831}"/>
          </ac:spMkLst>
        </pc:spChg>
        <pc:spChg chg="mod">
          <ac:chgData name="Akriti Mehta" userId="0c901562-3821-4879-abc2-7521cf2ab412" providerId="ADAL" clId="{144A11F9-5BB9-40A3-A970-33EF68ACAA95}" dt="2026-05-27T11:41:18.126" v="54" actId="207"/>
          <ac:spMkLst>
            <pc:docMk/>
            <pc:sldMk cId="0" sldId="260"/>
            <ac:spMk id="21" creationId="{D0F94EBA-391B-86ED-E53B-908D8D8C1D3B}"/>
          </ac:spMkLst>
        </pc:spChg>
        <pc:spChg chg="mod">
          <ac:chgData name="Akriti Mehta" userId="0c901562-3821-4879-abc2-7521cf2ab412" providerId="ADAL" clId="{144A11F9-5BB9-40A3-A970-33EF68ACAA95}" dt="2026-05-27T11:38:25.765" v="40"/>
          <ac:spMkLst>
            <pc:docMk/>
            <pc:sldMk cId="0" sldId="260"/>
            <ac:spMk id="22" creationId="{13B99B2B-63CB-1080-9852-5B403BE26A19}"/>
          </ac:spMkLst>
        </pc:spChg>
        <pc:spChg chg="mod">
          <ac:chgData name="Akriti Mehta" userId="0c901562-3821-4879-abc2-7521cf2ab412" providerId="ADAL" clId="{144A11F9-5BB9-40A3-A970-33EF68ACAA95}" dt="2026-05-27T11:41:00.413" v="53" actId="207"/>
          <ac:spMkLst>
            <pc:docMk/>
            <pc:sldMk cId="0" sldId="260"/>
            <ac:spMk id="24" creationId="{48877E3B-66CA-B333-8F34-F8F929EBDDE0}"/>
          </ac:spMkLst>
        </pc:spChg>
        <pc:spChg chg="mod">
          <ac:chgData name="Akriti Mehta" userId="0c901562-3821-4879-abc2-7521cf2ab412" providerId="ADAL" clId="{144A11F9-5BB9-40A3-A970-33EF68ACAA95}" dt="2026-05-27T11:39:37.312" v="45" actId="207"/>
          <ac:spMkLst>
            <pc:docMk/>
            <pc:sldMk cId="0" sldId="260"/>
            <ac:spMk id="25" creationId="{C9274C58-35C4-E6A2-F97D-737BFB96EEA8}"/>
          </ac:spMkLst>
        </pc:spChg>
        <pc:spChg chg="mod">
          <ac:chgData name="Akriti Mehta" userId="0c901562-3821-4879-abc2-7521cf2ab412" providerId="ADAL" clId="{144A11F9-5BB9-40A3-A970-33EF68ACAA95}" dt="2026-05-27T11:41:25.315" v="55" actId="207"/>
          <ac:spMkLst>
            <pc:docMk/>
            <pc:sldMk cId="0" sldId="260"/>
            <ac:spMk id="28" creationId="{3BED198F-50A5-F5CC-F973-30DAF3C83434}"/>
          </ac:spMkLst>
        </pc:spChg>
        <pc:spChg chg="mod">
          <ac:chgData name="Akriti Mehta" userId="0c901562-3821-4879-abc2-7521cf2ab412" providerId="ADAL" clId="{144A11F9-5BB9-40A3-A970-33EF68ACAA95}" dt="2026-05-27T11:38:25.765" v="40"/>
          <ac:spMkLst>
            <pc:docMk/>
            <pc:sldMk cId="0" sldId="260"/>
            <ac:spMk id="29" creationId="{3EAFF8C3-16E8-28DD-C1B3-1D65345BA88C}"/>
          </ac:spMkLst>
        </pc:spChg>
        <pc:spChg chg="mod">
          <ac:chgData name="Akriti Mehta" userId="0c901562-3821-4879-abc2-7521cf2ab412" providerId="ADAL" clId="{144A11F9-5BB9-40A3-A970-33EF68ACAA95}" dt="2026-05-27T11:38:36.275" v="41" actId="1076"/>
          <ac:spMkLst>
            <pc:docMk/>
            <pc:sldMk cId="0" sldId="260"/>
            <ac:spMk id="30" creationId="{73C9665D-5986-F42E-10EA-BE643A404321}"/>
          </ac:spMkLst>
        </pc:spChg>
        <pc:spChg chg="add mod">
          <ac:chgData name="Akriti Mehta" userId="0c901562-3821-4879-abc2-7521cf2ab412" providerId="ADAL" clId="{144A11F9-5BB9-40A3-A970-33EF68ACAA95}" dt="2026-05-27T11:38:36.275" v="41" actId="1076"/>
          <ac:spMkLst>
            <pc:docMk/>
            <pc:sldMk cId="0" sldId="260"/>
            <ac:spMk id="31" creationId="{B8651507-B8F5-B621-E1F4-F981F043F444}"/>
          </ac:spMkLst>
        </pc:spChg>
        <pc:spChg chg="mod">
          <ac:chgData name="Akriti Mehta" userId="0c901562-3821-4879-abc2-7521cf2ab412" providerId="ADAL" clId="{144A11F9-5BB9-40A3-A970-33EF68ACAA95}" dt="2026-05-27T11:38:36.275" v="41" actId="1076"/>
          <ac:spMkLst>
            <pc:docMk/>
            <pc:sldMk cId="0" sldId="260"/>
            <ac:spMk id="32" creationId="{7E59A8D8-7012-0764-5BF6-8D107611962B}"/>
          </ac:spMkLst>
        </pc:spChg>
        <pc:spChg chg="add mod">
          <ac:chgData name="Akriti Mehta" userId="0c901562-3821-4879-abc2-7521cf2ab412" providerId="ADAL" clId="{144A11F9-5BB9-40A3-A970-33EF68ACAA95}" dt="2026-05-27T11:38:36.275" v="41" actId="1076"/>
          <ac:spMkLst>
            <pc:docMk/>
            <pc:sldMk cId="0" sldId="260"/>
            <ac:spMk id="33" creationId="{CD2DE8C3-79A9-E4E5-81A1-430483D512B6}"/>
          </ac:spMkLst>
        </pc:spChg>
        <pc:spChg chg="add mod">
          <ac:chgData name="Akriti Mehta" userId="0c901562-3821-4879-abc2-7521cf2ab412" providerId="ADAL" clId="{144A11F9-5BB9-40A3-A970-33EF68ACAA95}" dt="2026-05-27T11:38:36.275" v="41" actId="1076"/>
          <ac:spMkLst>
            <pc:docMk/>
            <pc:sldMk cId="0" sldId="260"/>
            <ac:spMk id="34" creationId="{75FA05E4-9A58-65A2-1877-2B395B614FC8}"/>
          </ac:spMkLst>
        </pc:spChg>
        <pc:spChg chg="mod">
          <ac:chgData name="Akriti Mehta" userId="0c901562-3821-4879-abc2-7521cf2ab412" providerId="ADAL" clId="{144A11F9-5BB9-40A3-A970-33EF68ACAA95}" dt="2026-05-27T11:38:36.275" v="41" actId="1076"/>
          <ac:spMkLst>
            <pc:docMk/>
            <pc:sldMk cId="0" sldId="260"/>
            <ac:spMk id="35" creationId="{32493932-8101-9593-5663-947AC88EC47C}"/>
          </ac:spMkLst>
        </pc:spChg>
        <pc:spChg chg="add mod">
          <ac:chgData name="Akriti Mehta" userId="0c901562-3821-4879-abc2-7521cf2ab412" providerId="ADAL" clId="{144A11F9-5BB9-40A3-A970-33EF68ACAA95}" dt="2026-05-27T11:42:19.193" v="65" actId="122"/>
          <ac:spMkLst>
            <pc:docMk/>
            <pc:sldMk cId="0" sldId="260"/>
            <ac:spMk id="39" creationId="{8C206EA3-34A5-D550-0E36-6C13C8C6DDF9}"/>
          </ac:spMkLst>
        </pc:spChg>
        <pc:grpChg chg="mod">
          <ac:chgData name="Akriti Mehta" userId="0c901562-3821-4879-abc2-7521cf2ab412" providerId="ADAL" clId="{144A11F9-5BB9-40A3-A970-33EF68ACAA95}" dt="2026-05-27T11:40:05.926" v="49" actId="207"/>
          <ac:grpSpMkLst>
            <pc:docMk/>
            <pc:sldMk cId="0" sldId="260"/>
            <ac:grpSpMk id="14" creationId="{F898E192-DF4C-1829-004D-50B95DDE26AF}"/>
          </ac:grpSpMkLst>
        </pc:grpChg>
        <pc:grpChg chg="mod">
          <ac:chgData name="Akriti Mehta" userId="0c901562-3821-4879-abc2-7521cf2ab412" providerId="ADAL" clId="{144A11F9-5BB9-40A3-A970-33EF68ACAA95}" dt="2026-05-27T11:40:05.485" v="48" actId="207"/>
          <ac:grpSpMkLst>
            <pc:docMk/>
            <pc:sldMk cId="0" sldId="260"/>
            <ac:grpSpMk id="17" creationId="{0702F55F-87E6-5629-ADAD-60AF1691844E}"/>
          </ac:grpSpMkLst>
        </pc:grpChg>
        <pc:grpChg chg="mod">
          <ac:chgData name="Akriti Mehta" userId="0c901562-3821-4879-abc2-7521cf2ab412" providerId="ADAL" clId="{144A11F9-5BB9-40A3-A970-33EF68ACAA95}" dt="2026-05-27T11:39:37.312" v="45" actId="207"/>
          <ac:grpSpMkLst>
            <pc:docMk/>
            <pc:sldMk cId="0" sldId="260"/>
            <ac:grpSpMk id="23" creationId="{FC934E84-864C-8747-405E-AE0FD0F751ED}"/>
          </ac:grpSpMkLst>
        </pc:grpChg>
        <pc:picChg chg="del">
          <ac:chgData name="Akriti Mehta" userId="0c901562-3821-4879-abc2-7521cf2ab412" providerId="ADAL" clId="{144A11F9-5BB9-40A3-A970-33EF68ACAA95}" dt="2026-05-27T11:38:24.903" v="39" actId="478"/>
          <ac:picMkLst>
            <pc:docMk/>
            <pc:sldMk cId="0" sldId="260"/>
            <ac:picMk id="8" creationId="{AA647767-5F35-F0D7-34B6-4FAD49F778E0}"/>
          </ac:picMkLst>
        </pc:picChg>
      </pc:sldChg>
      <pc:sldChg chg="addSp delSp modSp add del mod ord modTransition modAnim">
        <pc:chgData name="Akriti Mehta" userId="0c901562-3821-4879-abc2-7521cf2ab412" providerId="ADAL" clId="{144A11F9-5BB9-40A3-A970-33EF68ACAA95}" dt="2026-05-27T11:36:05.661" v="31"/>
        <pc:sldMkLst>
          <pc:docMk/>
          <pc:sldMk cId="0" sldId="261"/>
        </pc:sldMkLst>
        <pc:spChg chg="del">
          <ac:chgData name="Akriti Mehta" userId="0c901562-3821-4879-abc2-7521cf2ab412" providerId="ADAL" clId="{144A11F9-5BB9-40A3-A970-33EF68ACAA95}" dt="2026-05-27T11:35:58.239" v="28" actId="478"/>
          <ac:spMkLst>
            <pc:docMk/>
            <pc:sldMk cId="0" sldId="261"/>
            <ac:spMk id="5" creationId="{00000000-0000-0000-0000-000000000000}"/>
          </ac:spMkLst>
        </pc:spChg>
        <pc:spChg chg="add mod">
          <ac:chgData name="Akriti Mehta" userId="0c901562-3821-4879-abc2-7521cf2ab412" providerId="ADAL" clId="{144A11F9-5BB9-40A3-A970-33EF68ACAA95}" dt="2026-05-27T11:35:58.792" v="29"/>
          <ac:spMkLst>
            <pc:docMk/>
            <pc:sldMk cId="0" sldId="261"/>
            <ac:spMk id="7" creationId="{B3E0AE08-6AB3-C334-597C-EF70999BDEFE}"/>
          </ac:spMkLst>
        </pc:spChg>
        <pc:spChg chg="add mod">
          <ac:chgData name="Akriti Mehta" userId="0c901562-3821-4879-abc2-7521cf2ab412" providerId="ADAL" clId="{144A11F9-5BB9-40A3-A970-33EF68ACAA95}" dt="2026-05-27T11:35:58.792" v="29"/>
          <ac:spMkLst>
            <pc:docMk/>
            <pc:sldMk cId="0" sldId="261"/>
            <ac:spMk id="8" creationId="{123B7009-5807-9E59-154D-A8E3A4E2B746}"/>
          </ac:spMkLst>
        </pc:spChg>
        <pc:spChg chg="add mod">
          <ac:chgData name="Akriti Mehta" userId="0c901562-3821-4879-abc2-7521cf2ab412" providerId="ADAL" clId="{144A11F9-5BB9-40A3-A970-33EF68ACAA95}" dt="2026-05-27T11:35:58.792" v="29"/>
          <ac:spMkLst>
            <pc:docMk/>
            <pc:sldMk cId="0" sldId="261"/>
            <ac:spMk id="10" creationId="{43F0CCED-1223-C759-9275-67CD10D73397}"/>
          </ac:spMkLst>
        </pc:spChg>
        <pc:spChg chg="add mod">
          <ac:chgData name="Akriti Mehta" userId="0c901562-3821-4879-abc2-7521cf2ab412" providerId="ADAL" clId="{144A11F9-5BB9-40A3-A970-33EF68ACAA95}" dt="2026-05-27T11:35:58.792" v="29"/>
          <ac:spMkLst>
            <pc:docMk/>
            <pc:sldMk cId="0" sldId="261"/>
            <ac:spMk id="11" creationId="{6DE8F578-4B21-0C6B-143B-DD028DA786D8}"/>
          </ac:spMkLst>
        </pc:spChg>
        <pc:spChg chg="add mod">
          <ac:chgData name="Akriti Mehta" userId="0c901562-3821-4879-abc2-7521cf2ab412" providerId="ADAL" clId="{144A11F9-5BB9-40A3-A970-33EF68ACAA95}" dt="2026-05-27T11:35:58.792" v="29"/>
          <ac:spMkLst>
            <pc:docMk/>
            <pc:sldMk cId="0" sldId="261"/>
            <ac:spMk id="12" creationId="{DE53BF27-149B-0162-C407-C67AF1D34893}"/>
          </ac:spMkLst>
        </pc:spChg>
        <pc:spChg chg="add mod">
          <ac:chgData name="Akriti Mehta" userId="0c901562-3821-4879-abc2-7521cf2ab412" providerId="ADAL" clId="{144A11F9-5BB9-40A3-A970-33EF68ACAA95}" dt="2026-05-27T11:35:58.792" v="29"/>
          <ac:spMkLst>
            <pc:docMk/>
            <pc:sldMk cId="0" sldId="261"/>
            <ac:spMk id="17" creationId="{DF3738A9-357D-746D-77DC-5947528B8FB5}"/>
          </ac:spMkLst>
        </pc:spChg>
        <pc:spChg chg="add mod">
          <ac:chgData name="Akriti Mehta" userId="0c901562-3821-4879-abc2-7521cf2ab412" providerId="ADAL" clId="{144A11F9-5BB9-40A3-A970-33EF68ACAA95}" dt="2026-05-27T11:35:58.792" v="29"/>
          <ac:spMkLst>
            <pc:docMk/>
            <pc:sldMk cId="0" sldId="261"/>
            <ac:spMk id="19" creationId="{959B9B07-0B60-AFC8-62EB-BEE63F3D46E5}"/>
          </ac:spMkLst>
        </pc:spChg>
        <pc:spChg chg="add mod">
          <ac:chgData name="Akriti Mehta" userId="0c901562-3821-4879-abc2-7521cf2ab412" providerId="ADAL" clId="{144A11F9-5BB9-40A3-A970-33EF68ACAA95}" dt="2026-05-27T11:35:58.792" v="29"/>
          <ac:spMkLst>
            <pc:docMk/>
            <pc:sldMk cId="0" sldId="261"/>
            <ac:spMk id="21" creationId="{60C58489-BCF3-98FA-E2DA-7CC1FFFE4CE4}"/>
          </ac:spMkLst>
        </pc:spChg>
        <pc:spChg chg="add mod">
          <ac:chgData name="Akriti Mehta" userId="0c901562-3821-4879-abc2-7521cf2ab412" providerId="ADAL" clId="{144A11F9-5BB9-40A3-A970-33EF68ACAA95}" dt="2026-05-27T11:35:58.792" v="29"/>
          <ac:spMkLst>
            <pc:docMk/>
            <pc:sldMk cId="0" sldId="261"/>
            <ac:spMk id="22" creationId="{4989A62E-8EF1-FFBC-BF47-63F1A2FCC89A}"/>
          </ac:spMkLst>
        </pc:spChg>
        <pc:spChg chg="add mod">
          <ac:chgData name="Akriti Mehta" userId="0c901562-3821-4879-abc2-7521cf2ab412" providerId="ADAL" clId="{144A11F9-5BB9-40A3-A970-33EF68ACAA95}" dt="2026-05-27T11:35:58.792" v="29"/>
          <ac:spMkLst>
            <pc:docMk/>
            <pc:sldMk cId="0" sldId="261"/>
            <ac:spMk id="24" creationId="{7DC19AF3-0391-7025-9223-EDF17FA08583}"/>
          </ac:spMkLst>
        </pc:spChg>
      </pc:sldChg>
      <pc:sldChg chg="add del modTransition">
        <pc:chgData name="Akriti Mehta" userId="0c901562-3821-4879-abc2-7521cf2ab412" providerId="ADAL" clId="{144A11F9-5BB9-40A3-A970-33EF68ACAA95}" dt="2026-05-27T11:36:23.930" v="33" actId="47"/>
        <pc:sldMkLst>
          <pc:docMk/>
          <pc:sldMk cId="0" sldId="262"/>
        </pc:sldMkLst>
      </pc:sldChg>
      <pc:sldChg chg="add del modTransition">
        <pc:chgData name="Akriti Mehta" userId="0c901562-3821-4879-abc2-7521cf2ab412" providerId="ADAL" clId="{144A11F9-5BB9-40A3-A970-33EF68ACAA95}" dt="2026-05-27T11:36:57.180" v="37" actId="47"/>
        <pc:sldMkLst>
          <pc:docMk/>
          <pc:sldMk cId="0" sldId="263"/>
        </pc:sldMkLst>
      </pc:sldChg>
      <pc:sldChg chg="add del modTransition setBg">
        <pc:chgData name="Akriti Mehta" userId="0c901562-3821-4879-abc2-7521cf2ab412" providerId="ADAL" clId="{144A11F9-5BB9-40A3-A970-33EF68ACAA95}" dt="2026-05-27T11:34:47.362" v="20"/>
        <pc:sldMkLst>
          <pc:docMk/>
          <pc:sldMk cId="0" sldId="264"/>
        </pc:sldMkLst>
      </pc:sldChg>
      <pc:sldChg chg="addSp delSp modSp add del mod modTransition">
        <pc:chgData name="Akriti Mehta" userId="0c901562-3821-4879-abc2-7521cf2ab412" providerId="ADAL" clId="{144A11F9-5BB9-40A3-A970-33EF68ACAA95}" dt="2026-05-27T11:44:27.359" v="76" actId="1076"/>
        <pc:sldMkLst>
          <pc:docMk/>
          <pc:sldMk cId="0" sldId="265"/>
        </pc:sldMkLst>
        <pc:spChg chg="del">
          <ac:chgData name="Akriti Mehta" userId="0c901562-3821-4879-abc2-7521cf2ab412" providerId="ADAL" clId="{144A11F9-5BB9-40A3-A970-33EF68ACAA95}" dt="2026-05-27T11:42:49.635" v="66" actId="478"/>
          <ac:spMkLst>
            <pc:docMk/>
            <pc:sldMk cId="0" sldId="265"/>
            <ac:spMk id="5" creationId="{00000000-0000-0000-0000-000000000000}"/>
          </ac:spMkLst>
        </pc:spChg>
        <pc:spChg chg="mod">
          <ac:chgData name="Akriti Mehta" userId="0c901562-3821-4879-abc2-7521cf2ab412" providerId="ADAL" clId="{144A11F9-5BB9-40A3-A970-33EF68ACAA95}" dt="2026-05-27T11:44:16.190" v="75"/>
          <ac:spMkLst>
            <pc:docMk/>
            <pc:sldMk cId="0" sldId="265"/>
            <ac:spMk id="8" creationId="{65D1B23A-5770-F5F0-5B77-B7394B23ECB7}"/>
          </ac:spMkLst>
        </pc:spChg>
        <pc:spChg chg="mod">
          <ac:chgData name="Akriti Mehta" userId="0c901562-3821-4879-abc2-7521cf2ab412" providerId="ADAL" clId="{144A11F9-5BB9-40A3-A970-33EF68ACAA95}" dt="2026-05-27T11:44:27.359" v="76" actId="1076"/>
          <ac:spMkLst>
            <pc:docMk/>
            <pc:sldMk cId="0" sldId="265"/>
            <ac:spMk id="10" creationId="{1E5B4344-2BAA-FE83-AC8E-F41E84BAA5FF}"/>
          </ac:spMkLst>
        </pc:spChg>
        <pc:spChg chg="add mod">
          <ac:chgData name="Akriti Mehta" userId="0c901562-3821-4879-abc2-7521cf2ab412" providerId="ADAL" clId="{144A11F9-5BB9-40A3-A970-33EF68ACAA95}" dt="2026-05-27T11:44:27.359" v="76" actId="1076"/>
          <ac:spMkLst>
            <pc:docMk/>
            <pc:sldMk cId="0" sldId="265"/>
            <ac:spMk id="11" creationId="{DA55DEA5-45AC-D4E9-9EED-0F77BDD9A2CD}"/>
          </ac:spMkLst>
        </pc:spChg>
        <pc:spChg chg="add mod">
          <ac:chgData name="Akriti Mehta" userId="0c901562-3821-4879-abc2-7521cf2ab412" providerId="ADAL" clId="{144A11F9-5BB9-40A3-A970-33EF68ACAA95}" dt="2026-05-27T11:44:27.359" v="76" actId="1076"/>
          <ac:spMkLst>
            <pc:docMk/>
            <pc:sldMk cId="0" sldId="265"/>
            <ac:spMk id="13" creationId="{80114D20-72A9-EB27-EC4E-2D6CDD9211DB}"/>
          </ac:spMkLst>
        </pc:spChg>
        <pc:spChg chg="mod">
          <ac:chgData name="Akriti Mehta" userId="0c901562-3821-4879-abc2-7521cf2ab412" providerId="ADAL" clId="{144A11F9-5BB9-40A3-A970-33EF68ACAA95}" dt="2026-05-27T11:44:27.359" v="76" actId="1076"/>
          <ac:spMkLst>
            <pc:docMk/>
            <pc:sldMk cId="0" sldId="265"/>
            <ac:spMk id="14" creationId="{A51309ED-9896-2192-931C-E2CABC177E12}"/>
          </ac:spMkLst>
        </pc:spChg>
        <pc:spChg chg="add mod">
          <ac:chgData name="Akriti Mehta" userId="0c901562-3821-4879-abc2-7521cf2ab412" providerId="ADAL" clId="{144A11F9-5BB9-40A3-A970-33EF68ACAA95}" dt="2026-05-27T11:44:27.359" v="76" actId="1076"/>
          <ac:spMkLst>
            <pc:docMk/>
            <pc:sldMk cId="0" sldId="265"/>
            <ac:spMk id="15" creationId="{8A9193A3-1F51-E3D3-8CDE-D62CFE2C9D70}"/>
          </ac:spMkLst>
        </pc:spChg>
        <pc:spChg chg="add mod">
          <ac:chgData name="Akriti Mehta" userId="0c901562-3821-4879-abc2-7521cf2ab412" providerId="ADAL" clId="{144A11F9-5BB9-40A3-A970-33EF68ACAA95}" dt="2026-05-27T11:44:27.359" v="76" actId="1076"/>
          <ac:spMkLst>
            <pc:docMk/>
            <pc:sldMk cId="0" sldId="265"/>
            <ac:spMk id="18" creationId="{740520D9-67E2-51B3-26A1-1069FA7F4DA5}"/>
          </ac:spMkLst>
        </pc:spChg>
        <pc:spChg chg="mod">
          <ac:chgData name="Akriti Mehta" userId="0c901562-3821-4879-abc2-7521cf2ab412" providerId="ADAL" clId="{144A11F9-5BB9-40A3-A970-33EF68ACAA95}" dt="2026-05-27T11:44:27.359" v="76" actId="1076"/>
          <ac:spMkLst>
            <pc:docMk/>
            <pc:sldMk cId="0" sldId="265"/>
            <ac:spMk id="19" creationId="{3578676D-C5DD-F433-3386-20E2DABE8CDD}"/>
          </ac:spMkLst>
        </pc:spChg>
        <pc:spChg chg="mod">
          <ac:chgData name="Akriti Mehta" userId="0c901562-3821-4879-abc2-7521cf2ab412" providerId="ADAL" clId="{144A11F9-5BB9-40A3-A970-33EF68ACAA95}" dt="2026-05-27T11:44:16.190" v="75"/>
          <ac:spMkLst>
            <pc:docMk/>
            <pc:sldMk cId="0" sldId="265"/>
            <ac:spMk id="73" creationId="{2666145D-D1BC-5661-488B-11FFA2D4C64E}"/>
          </ac:spMkLst>
        </pc:spChg>
        <pc:spChg chg="add mod">
          <ac:chgData name="Akriti Mehta" userId="0c901562-3821-4879-abc2-7521cf2ab412" providerId="ADAL" clId="{144A11F9-5BB9-40A3-A970-33EF68ACAA95}" dt="2026-05-27T11:44:27.359" v="76" actId="1076"/>
          <ac:spMkLst>
            <pc:docMk/>
            <pc:sldMk cId="0" sldId="265"/>
            <ac:spMk id="74" creationId="{C00AD68A-F88F-A6F3-DFB4-F6620C901814}"/>
          </ac:spMkLst>
        </pc:spChg>
        <pc:spChg chg="add mod">
          <ac:chgData name="Akriti Mehta" userId="0c901562-3821-4879-abc2-7521cf2ab412" providerId="ADAL" clId="{144A11F9-5BB9-40A3-A970-33EF68ACAA95}" dt="2026-05-27T11:44:27.359" v="76" actId="1076"/>
          <ac:spMkLst>
            <pc:docMk/>
            <pc:sldMk cId="0" sldId="265"/>
            <ac:spMk id="79" creationId="{5B7FC0CA-7CF2-A4B1-0327-1AFD2F9C9FEE}"/>
          </ac:spMkLst>
        </pc:spChg>
        <pc:spChg chg="mod">
          <ac:chgData name="Akriti Mehta" userId="0c901562-3821-4879-abc2-7521cf2ab412" providerId="ADAL" clId="{144A11F9-5BB9-40A3-A970-33EF68ACAA95}" dt="2026-05-27T11:44:16.190" v="75"/>
          <ac:spMkLst>
            <pc:docMk/>
            <pc:sldMk cId="0" sldId="265"/>
            <ac:spMk id="82" creationId="{01401343-EDD5-65DC-7E74-AC71DDC64943}"/>
          </ac:spMkLst>
        </pc:spChg>
        <pc:spChg chg="add mod">
          <ac:chgData name="Akriti Mehta" userId="0c901562-3821-4879-abc2-7521cf2ab412" providerId="ADAL" clId="{144A11F9-5BB9-40A3-A970-33EF68ACAA95}" dt="2026-05-27T11:44:27.359" v="76" actId="1076"/>
          <ac:spMkLst>
            <pc:docMk/>
            <pc:sldMk cId="0" sldId="265"/>
            <ac:spMk id="83" creationId="{CBC9C481-49EC-3ED9-2999-C54E47F4D546}"/>
          </ac:spMkLst>
        </pc:spChg>
      </pc:sldChg>
      <pc:sldChg chg="addSp delSp modSp add del mod modTransition">
        <pc:chgData name="Akriti Mehta" userId="0c901562-3821-4879-abc2-7521cf2ab412" providerId="ADAL" clId="{144A11F9-5BB9-40A3-A970-33EF68ACAA95}" dt="2026-05-27T11:46:29.701" v="90" actId="207"/>
        <pc:sldMkLst>
          <pc:docMk/>
          <pc:sldMk cId="0" sldId="266"/>
        </pc:sldMkLst>
        <pc:spChg chg="del">
          <ac:chgData name="Akriti Mehta" userId="0c901562-3821-4879-abc2-7521cf2ab412" providerId="ADAL" clId="{144A11F9-5BB9-40A3-A970-33EF68ACAA95}" dt="2026-05-27T11:42:53.673" v="67" actId="478"/>
          <ac:spMkLst>
            <pc:docMk/>
            <pc:sldMk cId="0" sldId="266"/>
            <ac:spMk id="5" creationId="{00000000-0000-0000-0000-000000000000}"/>
          </ac:spMkLst>
        </pc:spChg>
        <pc:spChg chg="add mod">
          <ac:chgData name="Akriti Mehta" userId="0c901562-3821-4879-abc2-7521cf2ab412" providerId="ADAL" clId="{144A11F9-5BB9-40A3-A970-33EF68ACAA95}" dt="2026-05-27T11:44:58.274" v="80" actId="207"/>
          <ac:spMkLst>
            <pc:docMk/>
            <pc:sldMk cId="0" sldId="266"/>
            <ac:spMk id="7" creationId="{A0258B68-25F5-B159-D4D1-C82F2A9582AC}"/>
          </ac:spMkLst>
        </pc:spChg>
        <pc:spChg chg="add mod">
          <ac:chgData name="Akriti Mehta" userId="0c901562-3821-4879-abc2-7521cf2ab412" providerId="ADAL" clId="{144A11F9-5BB9-40A3-A970-33EF68ACAA95}" dt="2026-05-27T11:44:58.274" v="80" actId="207"/>
          <ac:spMkLst>
            <pc:docMk/>
            <pc:sldMk cId="0" sldId="266"/>
            <ac:spMk id="12" creationId="{735BD9E6-9F18-7389-2CF8-A7111D296C46}"/>
          </ac:spMkLst>
        </pc:spChg>
        <pc:spChg chg="add mod">
          <ac:chgData name="Akriti Mehta" userId="0c901562-3821-4879-abc2-7521cf2ab412" providerId="ADAL" clId="{144A11F9-5BB9-40A3-A970-33EF68ACAA95}" dt="2026-05-27T11:44:58.274" v="80" actId="207"/>
          <ac:spMkLst>
            <pc:docMk/>
            <pc:sldMk cId="0" sldId="266"/>
            <ac:spMk id="13" creationId="{C727794A-2C38-C5E0-D6AD-42BC31D4CFE6}"/>
          </ac:spMkLst>
        </pc:spChg>
        <pc:spChg chg="add mod">
          <ac:chgData name="Akriti Mehta" userId="0c901562-3821-4879-abc2-7521cf2ab412" providerId="ADAL" clId="{144A11F9-5BB9-40A3-A970-33EF68ACAA95}" dt="2026-05-27T11:44:58.274" v="80" actId="207"/>
          <ac:spMkLst>
            <pc:docMk/>
            <pc:sldMk cId="0" sldId="266"/>
            <ac:spMk id="17" creationId="{905A69CE-F339-C113-48FE-3C91E96F46D4}"/>
          </ac:spMkLst>
        </pc:spChg>
        <pc:spChg chg="add mod">
          <ac:chgData name="Akriti Mehta" userId="0c901562-3821-4879-abc2-7521cf2ab412" providerId="ADAL" clId="{144A11F9-5BB9-40A3-A970-33EF68ACAA95}" dt="2026-05-27T11:44:58.274" v="80" actId="207"/>
          <ac:spMkLst>
            <pc:docMk/>
            <pc:sldMk cId="0" sldId="266"/>
            <ac:spMk id="20" creationId="{8A58C3DD-6C24-DB81-0647-49054B263091}"/>
          </ac:spMkLst>
        </pc:spChg>
        <pc:spChg chg="add mod">
          <ac:chgData name="Akriti Mehta" userId="0c901562-3821-4879-abc2-7521cf2ab412" providerId="ADAL" clId="{144A11F9-5BB9-40A3-A970-33EF68ACAA95}" dt="2026-05-27T11:44:58.274" v="80" actId="207"/>
          <ac:spMkLst>
            <pc:docMk/>
            <pc:sldMk cId="0" sldId="266"/>
            <ac:spMk id="23" creationId="{147CEEA4-92CE-B46B-576D-667412D901AA}"/>
          </ac:spMkLst>
        </pc:spChg>
        <pc:spChg chg="add mod">
          <ac:chgData name="Akriti Mehta" userId="0c901562-3821-4879-abc2-7521cf2ab412" providerId="ADAL" clId="{144A11F9-5BB9-40A3-A970-33EF68ACAA95}" dt="2026-05-27T11:44:58.274" v="80" actId="207"/>
          <ac:spMkLst>
            <pc:docMk/>
            <pc:sldMk cId="0" sldId="266"/>
            <ac:spMk id="24" creationId="{2E3B6CF6-5964-0C6F-F6AB-3360D52E426A}"/>
          </ac:spMkLst>
        </pc:spChg>
        <pc:spChg chg="add mod">
          <ac:chgData name="Akriti Mehta" userId="0c901562-3821-4879-abc2-7521cf2ab412" providerId="ADAL" clId="{144A11F9-5BB9-40A3-A970-33EF68ACAA95}" dt="2026-05-27T11:44:58.274" v="80" actId="207"/>
          <ac:spMkLst>
            <pc:docMk/>
            <pc:sldMk cId="0" sldId="266"/>
            <ac:spMk id="27" creationId="{928F15EC-F7DA-C899-369D-86D465DC713E}"/>
          </ac:spMkLst>
        </pc:spChg>
        <pc:spChg chg="add mod">
          <ac:chgData name="Akriti Mehta" userId="0c901562-3821-4879-abc2-7521cf2ab412" providerId="ADAL" clId="{144A11F9-5BB9-40A3-A970-33EF68ACAA95}" dt="2026-05-27T11:44:58.274" v="80" actId="207"/>
          <ac:spMkLst>
            <pc:docMk/>
            <pc:sldMk cId="0" sldId="266"/>
            <ac:spMk id="28" creationId="{A6EB01E1-B1E6-37B9-7585-9EB0436CFD36}"/>
          </ac:spMkLst>
        </pc:spChg>
        <pc:spChg chg="add mod">
          <ac:chgData name="Akriti Mehta" userId="0c901562-3821-4879-abc2-7521cf2ab412" providerId="ADAL" clId="{144A11F9-5BB9-40A3-A970-33EF68ACAA95}" dt="2026-05-27T11:44:58.274" v="80" actId="207"/>
          <ac:spMkLst>
            <pc:docMk/>
            <pc:sldMk cId="0" sldId="266"/>
            <ac:spMk id="29" creationId="{B4599773-A554-7CD1-8559-530F66A49F96}"/>
          </ac:spMkLst>
        </pc:spChg>
        <pc:spChg chg="mod">
          <ac:chgData name="Akriti Mehta" userId="0c901562-3821-4879-abc2-7521cf2ab412" providerId="ADAL" clId="{144A11F9-5BB9-40A3-A970-33EF68ACAA95}" dt="2026-05-27T11:46:17.679" v="89" actId="207"/>
          <ac:spMkLst>
            <pc:docMk/>
            <pc:sldMk cId="0" sldId="266"/>
            <ac:spMk id="34" creationId="{97F79623-6260-E8B0-C577-5134EB653EC0}"/>
          </ac:spMkLst>
        </pc:spChg>
        <pc:spChg chg="mod">
          <ac:chgData name="Akriti Mehta" userId="0c901562-3821-4879-abc2-7521cf2ab412" providerId="ADAL" clId="{144A11F9-5BB9-40A3-A970-33EF68ACAA95}" dt="2026-05-27T11:45:08.905" v="82" actId="207"/>
          <ac:spMkLst>
            <pc:docMk/>
            <pc:sldMk cId="0" sldId="266"/>
            <ac:spMk id="35" creationId="{1E598A7B-200F-85FE-025F-4FDCFF815C93}"/>
          </ac:spMkLst>
        </pc:spChg>
        <pc:spChg chg="mod">
          <ac:chgData name="Akriti Mehta" userId="0c901562-3821-4879-abc2-7521cf2ab412" providerId="ADAL" clId="{144A11F9-5BB9-40A3-A970-33EF68ACAA95}" dt="2026-05-27T11:45:15.381" v="83" actId="207"/>
          <ac:spMkLst>
            <pc:docMk/>
            <pc:sldMk cId="0" sldId="266"/>
            <ac:spMk id="38" creationId="{51798CF1-57FB-DC44-E209-DAD7491BAC10}"/>
          </ac:spMkLst>
        </pc:spChg>
        <pc:spChg chg="add mod">
          <ac:chgData name="Akriti Mehta" userId="0c901562-3821-4879-abc2-7521cf2ab412" providerId="ADAL" clId="{144A11F9-5BB9-40A3-A970-33EF68ACAA95}" dt="2026-05-27T11:45:59.298" v="87" actId="207"/>
          <ac:spMkLst>
            <pc:docMk/>
            <pc:sldMk cId="0" sldId="266"/>
            <ac:spMk id="39" creationId="{D5051E2C-9A7C-9163-FA3E-E880AEB52E44}"/>
          </ac:spMkLst>
        </pc:spChg>
        <pc:spChg chg="mod">
          <ac:chgData name="Akriti Mehta" userId="0c901562-3821-4879-abc2-7521cf2ab412" providerId="ADAL" clId="{144A11F9-5BB9-40A3-A970-33EF68ACAA95}" dt="2026-05-27T11:46:29.701" v="90" actId="207"/>
          <ac:spMkLst>
            <pc:docMk/>
            <pc:sldMk cId="0" sldId="266"/>
            <ac:spMk id="40" creationId="{0B90958C-48A8-C640-3AF4-18F35F32D6A1}"/>
          </ac:spMkLst>
        </pc:spChg>
        <pc:spChg chg="mod">
          <ac:chgData name="Akriti Mehta" userId="0c901562-3821-4879-abc2-7521cf2ab412" providerId="ADAL" clId="{144A11F9-5BB9-40A3-A970-33EF68ACAA95}" dt="2026-05-27T11:45:20.223" v="84" actId="207"/>
          <ac:spMkLst>
            <pc:docMk/>
            <pc:sldMk cId="0" sldId="266"/>
            <ac:spMk id="41" creationId="{46059145-42D4-347F-1F46-B04C7EA06B70}"/>
          </ac:spMkLst>
        </pc:spChg>
        <pc:spChg chg="add mod">
          <ac:chgData name="Akriti Mehta" userId="0c901562-3821-4879-abc2-7521cf2ab412" providerId="ADAL" clId="{144A11F9-5BB9-40A3-A970-33EF68ACAA95}" dt="2026-05-27T11:45:45.368" v="86" actId="207"/>
          <ac:spMkLst>
            <pc:docMk/>
            <pc:sldMk cId="0" sldId="266"/>
            <ac:spMk id="42" creationId="{7BCC8463-0958-125C-1948-9848489B995E}"/>
          </ac:spMkLst>
        </pc:spChg>
        <pc:spChg chg="mod">
          <ac:chgData name="Akriti Mehta" userId="0c901562-3821-4879-abc2-7521cf2ab412" providerId="ADAL" clId="{144A11F9-5BB9-40A3-A970-33EF68ACAA95}" dt="2026-05-27T11:45:28.518" v="85" actId="207"/>
          <ac:spMkLst>
            <pc:docMk/>
            <pc:sldMk cId="0" sldId="266"/>
            <ac:spMk id="43" creationId="{9F37EFC6-CBE5-68A3-2AB2-F1EBB15EA30F}"/>
          </ac:spMkLst>
        </pc:spChg>
        <pc:spChg chg="add mod">
          <ac:chgData name="Akriti Mehta" userId="0c901562-3821-4879-abc2-7521cf2ab412" providerId="ADAL" clId="{144A11F9-5BB9-40A3-A970-33EF68ACAA95}" dt="2026-05-27T11:45:00.850" v="81"/>
          <ac:spMkLst>
            <pc:docMk/>
            <pc:sldMk cId="0" sldId="266"/>
            <ac:spMk id="44" creationId="{3A969AF8-0B87-8389-5168-BF133C88A657}"/>
          </ac:spMkLst>
        </pc:spChg>
        <pc:spChg chg="add mod">
          <ac:chgData name="Akriti Mehta" userId="0c901562-3821-4879-abc2-7521cf2ab412" providerId="ADAL" clId="{144A11F9-5BB9-40A3-A970-33EF68ACAA95}" dt="2026-05-27T11:45:00.850" v="81"/>
          <ac:spMkLst>
            <pc:docMk/>
            <pc:sldMk cId="0" sldId="266"/>
            <ac:spMk id="47" creationId="{56DC919D-4048-43D3-234B-FB56127367FC}"/>
          </ac:spMkLst>
        </pc:spChg>
        <pc:spChg chg="add mod">
          <ac:chgData name="Akriti Mehta" userId="0c901562-3821-4879-abc2-7521cf2ab412" providerId="ADAL" clId="{144A11F9-5BB9-40A3-A970-33EF68ACAA95}" dt="2026-05-27T11:45:00.850" v="81"/>
          <ac:spMkLst>
            <pc:docMk/>
            <pc:sldMk cId="0" sldId="266"/>
            <ac:spMk id="48" creationId="{07B40360-C676-652A-36C3-918F1DFE3A58}"/>
          </ac:spMkLst>
        </pc:spChg>
        <pc:spChg chg="add mod">
          <ac:chgData name="Akriti Mehta" userId="0c901562-3821-4879-abc2-7521cf2ab412" providerId="ADAL" clId="{144A11F9-5BB9-40A3-A970-33EF68ACAA95}" dt="2026-05-27T11:45:00.850" v="81"/>
          <ac:spMkLst>
            <pc:docMk/>
            <pc:sldMk cId="0" sldId="266"/>
            <ac:spMk id="51" creationId="{219FC004-20AC-B308-7219-A1EF4D3A81EF}"/>
          </ac:spMkLst>
        </pc:spChg>
        <pc:spChg chg="add mod">
          <ac:chgData name="Akriti Mehta" userId="0c901562-3821-4879-abc2-7521cf2ab412" providerId="ADAL" clId="{144A11F9-5BB9-40A3-A970-33EF68ACAA95}" dt="2026-05-27T11:45:00.850" v="81"/>
          <ac:spMkLst>
            <pc:docMk/>
            <pc:sldMk cId="0" sldId="266"/>
            <ac:spMk id="55" creationId="{96B168DD-9698-C747-999F-5916A82E4B0B}"/>
          </ac:spMkLst>
        </pc:spChg>
        <pc:spChg chg="add mod">
          <ac:chgData name="Akriti Mehta" userId="0c901562-3821-4879-abc2-7521cf2ab412" providerId="ADAL" clId="{144A11F9-5BB9-40A3-A970-33EF68ACAA95}" dt="2026-05-27T11:45:00.850" v="81"/>
          <ac:spMkLst>
            <pc:docMk/>
            <pc:sldMk cId="0" sldId="266"/>
            <ac:spMk id="57" creationId="{886B5E07-1373-17FD-330E-673C413271B2}"/>
          </ac:spMkLst>
        </pc:spChg>
        <pc:spChg chg="add mod">
          <ac:chgData name="Akriti Mehta" userId="0c901562-3821-4879-abc2-7521cf2ab412" providerId="ADAL" clId="{144A11F9-5BB9-40A3-A970-33EF68ACAA95}" dt="2026-05-27T11:45:00.850" v="81"/>
          <ac:spMkLst>
            <pc:docMk/>
            <pc:sldMk cId="0" sldId="266"/>
            <ac:spMk id="58" creationId="{E55DB6FC-20E5-358B-923A-043554D9BA21}"/>
          </ac:spMkLst>
        </pc:spChg>
        <pc:spChg chg="add mod">
          <ac:chgData name="Akriti Mehta" userId="0c901562-3821-4879-abc2-7521cf2ab412" providerId="ADAL" clId="{144A11F9-5BB9-40A3-A970-33EF68ACAA95}" dt="2026-05-27T11:45:00.850" v="81"/>
          <ac:spMkLst>
            <pc:docMk/>
            <pc:sldMk cId="0" sldId="266"/>
            <ac:spMk id="59" creationId="{2C2C2A10-72D0-C742-1701-C23DDE82213E}"/>
          </ac:spMkLst>
        </pc:spChg>
      </pc:sldChg>
      <pc:sldChg chg="addSp delSp modSp add del mod modTransition">
        <pc:chgData name="Akriti Mehta" userId="0c901562-3821-4879-abc2-7521cf2ab412" providerId="ADAL" clId="{144A11F9-5BB9-40A3-A970-33EF68ACAA95}" dt="2026-05-27T11:47:07.960" v="95" actId="207"/>
        <pc:sldMkLst>
          <pc:docMk/>
          <pc:sldMk cId="0" sldId="267"/>
        </pc:sldMkLst>
        <pc:spChg chg="del">
          <ac:chgData name="Akriti Mehta" userId="0c901562-3821-4879-abc2-7521cf2ab412" providerId="ADAL" clId="{144A11F9-5BB9-40A3-A970-33EF68ACAA95}" dt="2026-05-27T11:42:57.580" v="68" actId="478"/>
          <ac:spMkLst>
            <pc:docMk/>
            <pc:sldMk cId="0" sldId="267"/>
            <ac:spMk id="5" creationId="{00000000-0000-0000-0000-000000000000}"/>
          </ac:spMkLst>
        </pc:spChg>
        <pc:spChg chg="add mod">
          <ac:chgData name="Akriti Mehta" userId="0c901562-3821-4879-abc2-7521cf2ab412" providerId="ADAL" clId="{144A11F9-5BB9-40A3-A970-33EF68ACAA95}" dt="2026-05-27T11:46:40.038" v="91"/>
          <ac:spMkLst>
            <pc:docMk/>
            <pc:sldMk cId="0" sldId="267"/>
            <ac:spMk id="7" creationId="{E67D4986-A1EB-27DB-0CED-50A832B78236}"/>
          </ac:spMkLst>
        </pc:spChg>
        <pc:spChg chg="add mod">
          <ac:chgData name="Akriti Mehta" userId="0c901562-3821-4879-abc2-7521cf2ab412" providerId="ADAL" clId="{144A11F9-5BB9-40A3-A970-33EF68ACAA95}" dt="2026-05-27T11:46:40.038" v="91"/>
          <ac:spMkLst>
            <pc:docMk/>
            <pc:sldMk cId="0" sldId="267"/>
            <ac:spMk id="13" creationId="{D078DFA0-27BB-2ABE-7AD8-DC0300D74600}"/>
          </ac:spMkLst>
        </pc:spChg>
        <pc:spChg chg="add mod">
          <ac:chgData name="Akriti Mehta" userId="0c901562-3821-4879-abc2-7521cf2ab412" providerId="ADAL" clId="{144A11F9-5BB9-40A3-A970-33EF68ACAA95}" dt="2026-05-27T11:46:40.038" v="91"/>
          <ac:spMkLst>
            <pc:docMk/>
            <pc:sldMk cId="0" sldId="267"/>
            <ac:spMk id="16" creationId="{6D79527D-1D39-4F98-0832-024CEB06180F}"/>
          </ac:spMkLst>
        </pc:spChg>
        <pc:spChg chg="add mod">
          <ac:chgData name="Akriti Mehta" userId="0c901562-3821-4879-abc2-7521cf2ab412" providerId="ADAL" clId="{144A11F9-5BB9-40A3-A970-33EF68ACAA95}" dt="2026-05-27T11:46:40.038" v="91"/>
          <ac:spMkLst>
            <pc:docMk/>
            <pc:sldMk cId="0" sldId="267"/>
            <ac:spMk id="18" creationId="{0D7A81F9-595E-34C0-C8FA-CE2603A235C6}"/>
          </ac:spMkLst>
        </pc:spChg>
        <pc:spChg chg="add mod">
          <ac:chgData name="Akriti Mehta" userId="0c901562-3821-4879-abc2-7521cf2ab412" providerId="ADAL" clId="{144A11F9-5BB9-40A3-A970-33EF68ACAA95}" dt="2026-05-27T11:46:40.038" v="91"/>
          <ac:spMkLst>
            <pc:docMk/>
            <pc:sldMk cId="0" sldId="267"/>
            <ac:spMk id="23" creationId="{6D77C91B-F9E2-F00A-A87C-5F1E22271E01}"/>
          </ac:spMkLst>
        </pc:spChg>
        <pc:spChg chg="add mod">
          <ac:chgData name="Akriti Mehta" userId="0c901562-3821-4879-abc2-7521cf2ab412" providerId="ADAL" clId="{144A11F9-5BB9-40A3-A970-33EF68ACAA95}" dt="2026-05-27T11:46:40.038" v="91"/>
          <ac:spMkLst>
            <pc:docMk/>
            <pc:sldMk cId="0" sldId="267"/>
            <ac:spMk id="25" creationId="{7E86B626-798F-AC59-74FE-F1BD0DF1DCA9}"/>
          </ac:spMkLst>
        </pc:spChg>
        <pc:spChg chg="add mod">
          <ac:chgData name="Akriti Mehta" userId="0c901562-3821-4879-abc2-7521cf2ab412" providerId="ADAL" clId="{144A11F9-5BB9-40A3-A970-33EF68ACAA95}" dt="2026-05-27T11:46:40.038" v="91"/>
          <ac:spMkLst>
            <pc:docMk/>
            <pc:sldMk cId="0" sldId="267"/>
            <ac:spMk id="26" creationId="{33D2FE49-537F-6155-0B16-BD0206C45210}"/>
          </ac:spMkLst>
        </pc:spChg>
        <pc:spChg chg="add mod">
          <ac:chgData name="Akriti Mehta" userId="0c901562-3821-4879-abc2-7521cf2ab412" providerId="ADAL" clId="{144A11F9-5BB9-40A3-A970-33EF68ACAA95}" dt="2026-05-27T11:46:40.038" v="91"/>
          <ac:spMkLst>
            <pc:docMk/>
            <pc:sldMk cId="0" sldId="267"/>
            <ac:spMk id="27" creationId="{F8B71BCE-5DE9-41DC-CE56-09800AC60610}"/>
          </ac:spMkLst>
        </pc:spChg>
        <pc:spChg chg="add mod">
          <ac:chgData name="Akriti Mehta" userId="0c901562-3821-4879-abc2-7521cf2ab412" providerId="ADAL" clId="{144A11F9-5BB9-40A3-A970-33EF68ACAA95}" dt="2026-05-27T11:46:40.038" v="91"/>
          <ac:spMkLst>
            <pc:docMk/>
            <pc:sldMk cId="0" sldId="267"/>
            <ac:spMk id="30" creationId="{56D597D9-650D-7B1A-AD99-F1801549BBEF}"/>
          </ac:spMkLst>
        </pc:spChg>
        <pc:spChg chg="add mod">
          <ac:chgData name="Akriti Mehta" userId="0c901562-3821-4879-abc2-7521cf2ab412" providerId="ADAL" clId="{144A11F9-5BB9-40A3-A970-33EF68ACAA95}" dt="2026-05-27T11:46:40.038" v="91"/>
          <ac:spMkLst>
            <pc:docMk/>
            <pc:sldMk cId="0" sldId="267"/>
            <ac:spMk id="32" creationId="{5BC645B9-81F8-5738-52E9-339A2D138DF7}"/>
          </ac:spMkLst>
        </pc:spChg>
        <pc:spChg chg="add mod">
          <ac:chgData name="Akriti Mehta" userId="0c901562-3821-4879-abc2-7521cf2ab412" providerId="ADAL" clId="{144A11F9-5BB9-40A3-A970-33EF68ACAA95}" dt="2026-05-27T11:46:43.701" v="92"/>
          <ac:spMkLst>
            <pc:docMk/>
            <pc:sldMk cId="0" sldId="267"/>
            <ac:spMk id="34" creationId="{64B72CD6-D38F-6FED-1FC0-37A03CE94E91}"/>
          </ac:spMkLst>
        </pc:spChg>
        <pc:spChg chg="add mod">
          <ac:chgData name="Akriti Mehta" userId="0c901562-3821-4879-abc2-7521cf2ab412" providerId="ADAL" clId="{144A11F9-5BB9-40A3-A970-33EF68ACAA95}" dt="2026-05-27T11:46:43.701" v="92"/>
          <ac:spMkLst>
            <pc:docMk/>
            <pc:sldMk cId="0" sldId="267"/>
            <ac:spMk id="35" creationId="{DA40F2F6-CD76-8F8C-2478-0092B2F71C63}"/>
          </ac:spMkLst>
        </pc:spChg>
        <pc:spChg chg="add mod">
          <ac:chgData name="Akriti Mehta" userId="0c901562-3821-4879-abc2-7521cf2ab412" providerId="ADAL" clId="{144A11F9-5BB9-40A3-A970-33EF68ACAA95}" dt="2026-05-27T11:47:07.960" v="95" actId="207"/>
          <ac:spMkLst>
            <pc:docMk/>
            <pc:sldMk cId="0" sldId="267"/>
            <ac:spMk id="36" creationId="{EB672678-EF2F-0430-1208-3C5F31FFFFBE}"/>
          </ac:spMkLst>
        </pc:spChg>
        <pc:spChg chg="add mod">
          <ac:chgData name="Akriti Mehta" userId="0c901562-3821-4879-abc2-7521cf2ab412" providerId="ADAL" clId="{144A11F9-5BB9-40A3-A970-33EF68ACAA95}" dt="2026-05-27T11:46:55.248" v="93" actId="207"/>
          <ac:spMkLst>
            <pc:docMk/>
            <pc:sldMk cId="0" sldId="267"/>
            <ac:spMk id="37" creationId="{A8F51E1B-5956-E091-CD8F-7DE422E5A70D}"/>
          </ac:spMkLst>
        </pc:spChg>
        <pc:spChg chg="add mod">
          <ac:chgData name="Akriti Mehta" userId="0c901562-3821-4879-abc2-7521cf2ab412" providerId="ADAL" clId="{144A11F9-5BB9-40A3-A970-33EF68ACAA95}" dt="2026-05-27T11:47:00.739" v="94" actId="207"/>
          <ac:spMkLst>
            <pc:docMk/>
            <pc:sldMk cId="0" sldId="267"/>
            <ac:spMk id="38" creationId="{2E0230A1-0008-4388-D74F-0C65304FB922}"/>
          </ac:spMkLst>
        </pc:spChg>
        <pc:spChg chg="add mod">
          <ac:chgData name="Akriti Mehta" userId="0c901562-3821-4879-abc2-7521cf2ab412" providerId="ADAL" clId="{144A11F9-5BB9-40A3-A970-33EF68ACAA95}" dt="2026-05-27T11:46:43.701" v="92"/>
          <ac:spMkLst>
            <pc:docMk/>
            <pc:sldMk cId="0" sldId="267"/>
            <ac:spMk id="39" creationId="{7ED66011-E67A-4493-CC00-6C304356FBF8}"/>
          </ac:spMkLst>
        </pc:spChg>
        <pc:spChg chg="add mod">
          <ac:chgData name="Akriti Mehta" userId="0c901562-3821-4879-abc2-7521cf2ab412" providerId="ADAL" clId="{144A11F9-5BB9-40A3-A970-33EF68ACAA95}" dt="2026-05-27T11:46:43.701" v="92"/>
          <ac:spMkLst>
            <pc:docMk/>
            <pc:sldMk cId="0" sldId="267"/>
            <ac:spMk id="40" creationId="{479A02CA-9F16-66B0-1D22-8972C9BF9BDB}"/>
          </ac:spMkLst>
        </pc:spChg>
        <pc:spChg chg="add mod">
          <ac:chgData name="Akriti Mehta" userId="0c901562-3821-4879-abc2-7521cf2ab412" providerId="ADAL" clId="{144A11F9-5BB9-40A3-A970-33EF68ACAA95}" dt="2026-05-27T11:46:43.701" v="92"/>
          <ac:spMkLst>
            <pc:docMk/>
            <pc:sldMk cId="0" sldId="267"/>
            <ac:spMk id="42" creationId="{F1A140F2-3606-E714-D8C1-F0BFB60941F0}"/>
          </ac:spMkLst>
        </pc:spChg>
        <pc:spChg chg="add mod">
          <ac:chgData name="Akriti Mehta" userId="0c901562-3821-4879-abc2-7521cf2ab412" providerId="ADAL" clId="{144A11F9-5BB9-40A3-A970-33EF68ACAA95}" dt="2026-05-27T11:46:43.701" v="92"/>
          <ac:spMkLst>
            <pc:docMk/>
            <pc:sldMk cId="0" sldId="267"/>
            <ac:spMk id="43" creationId="{952A5BA5-1E2C-D779-A233-EDCC24395741}"/>
          </ac:spMkLst>
        </pc:spChg>
        <pc:cxnChg chg="add mod">
          <ac:chgData name="Akriti Mehta" userId="0c901562-3821-4879-abc2-7521cf2ab412" providerId="ADAL" clId="{144A11F9-5BB9-40A3-A970-33EF68ACAA95}" dt="2026-05-27T11:46:43.701" v="92"/>
          <ac:cxnSpMkLst>
            <pc:docMk/>
            <pc:sldMk cId="0" sldId="267"/>
            <ac:cxnSpMk id="41" creationId="{9F82CE8C-187E-B53C-9A47-88F8E9F82C76}"/>
          </ac:cxnSpMkLst>
        </pc:cxnChg>
      </pc:sldChg>
      <pc:sldChg chg="addSp delSp modSp add del mod modTransition">
        <pc:chgData name="Akriti Mehta" userId="0c901562-3821-4879-abc2-7521cf2ab412" providerId="ADAL" clId="{144A11F9-5BB9-40A3-A970-33EF68ACAA95}" dt="2026-05-27T11:49:10.870" v="115" actId="207"/>
        <pc:sldMkLst>
          <pc:docMk/>
          <pc:sldMk cId="0" sldId="268"/>
        </pc:sldMkLst>
        <pc:spChg chg="mod">
          <ac:chgData name="Akriti Mehta" userId="0c901562-3821-4879-abc2-7521cf2ab412" providerId="ADAL" clId="{144A11F9-5BB9-40A3-A970-33EF68ACAA95}" dt="2026-05-27T11:47:49.923" v="105" actId="1076"/>
          <ac:spMkLst>
            <pc:docMk/>
            <pc:sldMk cId="0" sldId="268"/>
            <ac:spMk id="3" creationId="{00000000-0000-0000-0000-000000000000}"/>
          </ac:spMkLst>
        </pc:spChg>
        <pc:spChg chg="del">
          <ac:chgData name="Akriti Mehta" userId="0c901562-3821-4879-abc2-7521cf2ab412" providerId="ADAL" clId="{144A11F9-5BB9-40A3-A970-33EF68ACAA95}" dt="2026-05-27T11:43:01.965" v="69" actId="478"/>
          <ac:spMkLst>
            <pc:docMk/>
            <pc:sldMk cId="0" sldId="268"/>
            <ac:spMk id="5" creationId="{00000000-0000-0000-0000-000000000000}"/>
          </ac:spMkLst>
        </pc:spChg>
        <pc:spChg chg="mod">
          <ac:chgData name="Akriti Mehta" userId="0c901562-3821-4879-abc2-7521cf2ab412" providerId="ADAL" clId="{144A11F9-5BB9-40A3-A970-33EF68ACAA95}" dt="2026-05-27T11:47:29.613" v="96"/>
          <ac:spMkLst>
            <pc:docMk/>
            <pc:sldMk cId="0" sldId="268"/>
            <ac:spMk id="12" creationId="{7F8A516D-84F5-F870-7334-94F936C23CE3}"/>
          </ac:spMkLst>
        </pc:spChg>
        <pc:spChg chg="add mod">
          <ac:chgData name="Akriti Mehta" userId="0c901562-3821-4879-abc2-7521cf2ab412" providerId="ADAL" clId="{144A11F9-5BB9-40A3-A970-33EF68ACAA95}" dt="2026-05-27T11:47:29.613" v="96"/>
          <ac:spMkLst>
            <pc:docMk/>
            <pc:sldMk cId="0" sldId="268"/>
            <ac:spMk id="23" creationId="{04264BCF-85A4-855B-9BDF-406679C41AE2}"/>
          </ac:spMkLst>
        </pc:spChg>
        <pc:spChg chg="add mod">
          <ac:chgData name="Akriti Mehta" userId="0c901562-3821-4879-abc2-7521cf2ab412" providerId="ADAL" clId="{144A11F9-5BB9-40A3-A970-33EF68ACAA95}" dt="2026-05-27T11:47:29.613" v="96"/>
          <ac:spMkLst>
            <pc:docMk/>
            <pc:sldMk cId="0" sldId="268"/>
            <ac:spMk id="27" creationId="{34BA4458-C79B-5254-3551-6CD9435E5E63}"/>
          </ac:spMkLst>
        </pc:spChg>
        <pc:spChg chg="add mod">
          <ac:chgData name="Akriti Mehta" userId="0c901562-3821-4879-abc2-7521cf2ab412" providerId="ADAL" clId="{144A11F9-5BB9-40A3-A970-33EF68ACAA95}" dt="2026-05-27T11:47:29.613" v="96"/>
          <ac:spMkLst>
            <pc:docMk/>
            <pc:sldMk cId="0" sldId="268"/>
            <ac:spMk id="28" creationId="{220354B0-E766-51B6-7B37-DF5BECFDA6B9}"/>
          </ac:spMkLst>
        </pc:spChg>
        <pc:spChg chg="add mod">
          <ac:chgData name="Akriti Mehta" userId="0c901562-3821-4879-abc2-7521cf2ab412" providerId="ADAL" clId="{144A11F9-5BB9-40A3-A970-33EF68ACAA95}" dt="2026-05-27T11:47:29.613" v="96"/>
          <ac:spMkLst>
            <pc:docMk/>
            <pc:sldMk cId="0" sldId="268"/>
            <ac:spMk id="29" creationId="{C8F659D8-90CD-733D-6374-7AE4B76EEE21}"/>
          </ac:spMkLst>
        </pc:spChg>
        <pc:spChg chg="add mod">
          <ac:chgData name="Akriti Mehta" userId="0c901562-3821-4879-abc2-7521cf2ab412" providerId="ADAL" clId="{144A11F9-5BB9-40A3-A970-33EF68ACAA95}" dt="2026-05-27T11:47:29.613" v="96"/>
          <ac:spMkLst>
            <pc:docMk/>
            <pc:sldMk cId="0" sldId="268"/>
            <ac:spMk id="31" creationId="{45B189B8-15C4-AEF5-2E6D-1F825B97BEB5}"/>
          </ac:spMkLst>
        </pc:spChg>
        <pc:spChg chg="add mod">
          <ac:chgData name="Akriti Mehta" userId="0c901562-3821-4879-abc2-7521cf2ab412" providerId="ADAL" clId="{144A11F9-5BB9-40A3-A970-33EF68ACAA95}" dt="2026-05-27T11:47:29.613" v="96"/>
          <ac:spMkLst>
            <pc:docMk/>
            <pc:sldMk cId="0" sldId="268"/>
            <ac:spMk id="35" creationId="{42BE3A1E-4549-B56A-8D9D-F8460D2C665C}"/>
          </ac:spMkLst>
        </pc:spChg>
        <pc:spChg chg="add mod">
          <ac:chgData name="Akriti Mehta" userId="0c901562-3821-4879-abc2-7521cf2ab412" providerId="ADAL" clId="{144A11F9-5BB9-40A3-A970-33EF68ACAA95}" dt="2026-05-27T11:47:29.613" v="96"/>
          <ac:spMkLst>
            <pc:docMk/>
            <pc:sldMk cId="0" sldId="268"/>
            <ac:spMk id="36" creationId="{13FF3792-DDBB-EE5A-6A96-407F0056E90B}"/>
          </ac:spMkLst>
        </pc:spChg>
        <pc:spChg chg="add mod">
          <ac:chgData name="Akriti Mehta" userId="0c901562-3821-4879-abc2-7521cf2ab412" providerId="ADAL" clId="{144A11F9-5BB9-40A3-A970-33EF68ACAA95}" dt="2026-05-27T11:47:29.613" v="96"/>
          <ac:spMkLst>
            <pc:docMk/>
            <pc:sldMk cId="0" sldId="268"/>
            <ac:spMk id="37" creationId="{D781EA0E-8813-94B2-7809-FF16B7B947CA}"/>
          </ac:spMkLst>
        </pc:spChg>
        <pc:spChg chg="add mod">
          <ac:chgData name="Akriti Mehta" userId="0c901562-3821-4879-abc2-7521cf2ab412" providerId="ADAL" clId="{144A11F9-5BB9-40A3-A970-33EF68ACAA95}" dt="2026-05-27T11:47:29.613" v="96"/>
          <ac:spMkLst>
            <pc:docMk/>
            <pc:sldMk cId="0" sldId="268"/>
            <ac:spMk id="38" creationId="{ADC26162-BE18-2A6E-5ED7-BFA5EBC25249}"/>
          </ac:spMkLst>
        </pc:spChg>
        <pc:spChg chg="add mod">
          <ac:chgData name="Akriti Mehta" userId="0c901562-3821-4879-abc2-7521cf2ab412" providerId="ADAL" clId="{144A11F9-5BB9-40A3-A970-33EF68ACAA95}" dt="2026-05-27T11:47:45.061" v="101"/>
          <ac:spMkLst>
            <pc:docMk/>
            <pc:sldMk cId="0" sldId="268"/>
            <ac:spMk id="39" creationId="{F8B8CE14-3AC2-A580-5465-F206E82C6B7F}"/>
          </ac:spMkLst>
        </pc:spChg>
        <pc:spChg chg="mod">
          <ac:chgData name="Akriti Mehta" userId="0c901562-3821-4879-abc2-7521cf2ab412" providerId="ADAL" clId="{144A11F9-5BB9-40A3-A970-33EF68ACAA95}" dt="2026-05-27T11:47:45.061" v="101"/>
          <ac:spMkLst>
            <pc:docMk/>
            <pc:sldMk cId="0" sldId="268"/>
            <ac:spMk id="43" creationId="{425B7953-3C08-0479-9412-DF03B8E8184F}"/>
          </ac:spMkLst>
        </pc:spChg>
        <pc:spChg chg="mod">
          <ac:chgData name="Akriti Mehta" userId="0c901562-3821-4879-abc2-7521cf2ab412" providerId="ADAL" clId="{144A11F9-5BB9-40A3-A970-33EF68ACAA95}" dt="2026-05-27T11:47:45.061" v="101"/>
          <ac:spMkLst>
            <pc:docMk/>
            <pc:sldMk cId="0" sldId="268"/>
            <ac:spMk id="49" creationId="{F26F0202-E0AF-1C1B-928B-D254117CDE27}"/>
          </ac:spMkLst>
        </pc:spChg>
        <pc:spChg chg="mod">
          <ac:chgData name="Akriti Mehta" userId="0c901562-3821-4879-abc2-7521cf2ab412" providerId="ADAL" clId="{144A11F9-5BB9-40A3-A970-33EF68ACAA95}" dt="2026-05-27T11:47:45.061" v="101"/>
          <ac:spMkLst>
            <pc:docMk/>
            <pc:sldMk cId="0" sldId="268"/>
            <ac:spMk id="53" creationId="{ACADFA9F-D734-87BF-FA63-0F3F91B0C956}"/>
          </ac:spMkLst>
        </pc:spChg>
        <pc:spChg chg="add mod">
          <ac:chgData name="Akriti Mehta" userId="0c901562-3821-4879-abc2-7521cf2ab412" providerId="ADAL" clId="{144A11F9-5BB9-40A3-A970-33EF68ACAA95}" dt="2026-05-27T11:47:45.061" v="101"/>
          <ac:spMkLst>
            <pc:docMk/>
            <pc:sldMk cId="0" sldId="268"/>
            <ac:spMk id="56" creationId="{81A58AB6-D1A1-63D6-2FE5-627C967F76EA}"/>
          </ac:spMkLst>
        </pc:spChg>
        <pc:spChg chg="add mod">
          <ac:chgData name="Akriti Mehta" userId="0c901562-3821-4879-abc2-7521cf2ab412" providerId="ADAL" clId="{144A11F9-5BB9-40A3-A970-33EF68ACAA95}" dt="2026-05-27T11:47:45.061" v="101"/>
          <ac:spMkLst>
            <pc:docMk/>
            <pc:sldMk cId="0" sldId="268"/>
            <ac:spMk id="60" creationId="{C44A22B9-9A9D-C85D-7AC8-6F08DEE6E45F}"/>
          </ac:spMkLst>
        </pc:spChg>
        <pc:spChg chg="add mod">
          <ac:chgData name="Akriti Mehta" userId="0c901562-3821-4879-abc2-7521cf2ab412" providerId="ADAL" clId="{144A11F9-5BB9-40A3-A970-33EF68ACAA95}" dt="2026-05-27T11:47:45.061" v="101"/>
          <ac:spMkLst>
            <pc:docMk/>
            <pc:sldMk cId="0" sldId="268"/>
            <ac:spMk id="64" creationId="{06A3774F-8431-7143-0BD7-9952ACB22E4C}"/>
          </ac:spMkLst>
        </pc:spChg>
        <pc:spChg chg="add mod">
          <ac:chgData name="Akriti Mehta" userId="0c901562-3821-4879-abc2-7521cf2ab412" providerId="ADAL" clId="{144A11F9-5BB9-40A3-A970-33EF68ACAA95}" dt="2026-05-27T11:47:45.061" v="101"/>
          <ac:spMkLst>
            <pc:docMk/>
            <pc:sldMk cId="0" sldId="268"/>
            <ac:spMk id="66" creationId="{5B47D690-45E3-905F-674B-3AF26AD344BF}"/>
          </ac:spMkLst>
        </pc:spChg>
        <pc:spChg chg="add mod">
          <ac:chgData name="Akriti Mehta" userId="0c901562-3821-4879-abc2-7521cf2ab412" providerId="ADAL" clId="{144A11F9-5BB9-40A3-A970-33EF68ACAA95}" dt="2026-05-27T11:47:45.061" v="101"/>
          <ac:spMkLst>
            <pc:docMk/>
            <pc:sldMk cId="0" sldId="268"/>
            <ac:spMk id="68" creationId="{83CF1E10-F4FF-3917-C17E-3B90C8B8B32A}"/>
          </ac:spMkLst>
        </pc:spChg>
        <pc:spChg chg="add mod">
          <ac:chgData name="Akriti Mehta" userId="0c901562-3821-4879-abc2-7521cf2ab412" providerId="ADAL" clId="{144A11F9-5BB9-40A3-A970-33EF68ACAA95}" dt="2026-05-27T11:47:45.061" v="101"/>
          <ac:spMkLst>
            <pc:docMk/>
            <pc:sldMk cId="0" sldId="268"/>
            <ac:spMk id="70" creationId="{1035AA00-5695-DF24-4371-E51F4C4E2916}"/>
          </ac:spMkLst>
        </pc:spChg>
        <pc:spChg chg="mod">
          <ac:chgData name="Akriti Mehta" userId="0c901562-3821-4879-abc2-7521cf2ab412" providerId="ADAL" clId="{144A11F9-5BB9-40A3-A970-33EF68ACAA95}" dt="2026-05-27T11:48:09.088" v="107" actId="1076"/>
          <ac:spMkLst>
            <pc:docMk/>
            <pc:sldMk cId="0" sldId="268"/>
            <ac:spMk id="71" creationId="{9D22738C-3F6E-11B2-3B0B-EFA1B7A061CB}"/>
          </ac:spMkLst>
        </pc:spChg>
        <pc:spChg chg="mod">
          <ac:chgData name="Akriti Mehta" userId="0c901562-3821-4879-abc2-7521cf2ab412" providerId="ADAL" clId="{144A11F9-5BB9-40A3-A970-33EF68ACAA95}" dt="2026-05-27T11:48:33.813" v="109" actId="207"/>
          <ac:spMkLst>
            <pc:docMk/>
            <pc:sldMk cId="0" sldId="268"/>
            <ac:spMk id="75" creationId="{FDB5547C-3F52-AE43-6EAA-BCE88377CAA9}"/>
          </ac:spMkLst>
        </pc:spChg>
        <pc:spChg chg="mod">
          <ac:chgData name="Akriti Mehta" userId="0c901562-3821-4879-abc2-7521cf2ab412" providerId="ADAL" clId="{144A11F9-5BB9-40A3-A970-33EF68ACAA95}" dt="2026-05-27T11:47:52.914" v="106"/>
          <ac:spMkLst>
            <pc:docMk/>
            <pc:sldMk cId="0" sldId="268"/>
            <ac:spMk id="76" creationId="{A014B450-C994-8A7B-B15C-DFE7860CB8A4}"/>
          </ac:spMkLst>
        </pc:spChg>
        <pc:spChg chg="mod">
          <ac:chgData name="Akriti Mehta" userId="0c901562-3821-4879-abc2-7521cf2ab412" providerId="ADAL" clId="{144A11F9-5BB9-40A3-A970-33EF68ACAA95}" dt="2026-05-27T11:48:39.416" v="110" actId="207"/>
          <ac:spMkLst>
            <pc:docMk/>
            <pc:sldMk cId="0" sldId="268"/>
            <ac:spMk id="78" creationId="{17A59C96-FD12-B96D-FB98-858F7474D010}"/>
          </ac:spMkLst>
        </pc:spChg>
        <pc:spChg chg="mod">
          <ac:chgData name="Akriti Mehta" userId="0c901562-3821-4879-abc2-7521cf2ab412" providerId="ADAL" clId="{144A11F9-5BB9-40A3-A970-33EF68ACAA95}" dt="2026-05-27T11:47:52.914" v="106"/>
          <ac:spMkLst>
            <pc:docMk/>
            <pc:sldMk cId="0" sldId="268"/>
            <ac:spMk id="79" creationId="{F7FB8401-B8FB-68F6-1C87-7D7C14FF6484}"/>
          </ac:spMkLst>
        </pc:spChg>
        <pc:spChg chg="mod">
          <ac:chgData name="Akriti Mehta" userId="0c901562-3821-4879-abc2-7521cf2ab412" providerId="ADAL" clId="{144A11F9-5BB9-40A3-A970-33EF68ACAA95}" dt="2026-05-27T11:48:44.670" v="111" actId="207"/>
          <ac:spMkLst>
            <pc:docMk/>
            <pc:sldMk cId="0" sldId="268"/>
            <ac:spMk id="81" creationId="{2D1C6915-4532-0DE6-C3C0-9C834BFAA9E2}"/>
          </ac:spMkLst>
        </pc:spChg>
        <pc:spChg chg="mod">
          <ac:chgData name="Akriti Mehta" userId="0c901562-3821-4879-abc2-7521cf2ab412" providerId="ADAL" clId="{144A11F9-5BB9-40A3-A970-33EF68ACAA95}" dt="2026-05-27T11:47:52.914" v="106"/>
          <ac:spMkLst>
            <pc:docMk/>
            <pc:sldMk cId="0" sldId="268"/>
            <ac:spMk id="82" creationId="{2BCAD718-502C-AF2D-E00B-3D4B0AB3A79F}"/>
          </ac:spMkLst>
        </pc:spChg>
        <pc:spChg chg="mod">
          <ac:chgData name="Akriti Mehta" userId="0c901562-3821-4879-abc2-7521cf2ab412" providerId="ADAL" clId="{144A11F9-5BB9-40A3-A970-33EF68ACAA95}" dt="2026-05-27T11:48:49.240" v="112" actId="207"/>
          <ac:spMkLst>
            <pc:docMk/>
            <pc:sldMk cId="0" sldId="268"/>
            <ac:spMk id="84" creationId="{FADF2948-1C31-D2ED-20AA-F8773ECFA61D}"/>
          </ac:spMkLst>
        </pc:spChg>
        <pc:spChg chg="mod">
          <ac:chgData name="Akriti Mehta" userId="0c901562-3821-4879-abc2-7521cf2ab412" providerId="ADAL" clId="{144A11F9-5BB9-40A3-A970-33EF68ACAA95}" dt="2026-05-27T11:47:52.914" v="106"/>
          <ac:spMkLst>
            <pc:docMk/>
            <pc:sldMk cId="0" sldId="268"/>
            <ac:spMk id="85" creationId="{5743F97A-27A3-9FD7-F5FA-9560CD855B32}"/>
          </ac:spMkLst>
        </pc:spChg>
        <pc:spChg chg="mod">
          <ac:chgData name="Akriti Mehta" userId="0c901562-3821-4879-abc2-7521cf2ab412" providerId="ADAL" clId="{144A11F9-5BB9-40A3-A970-33EF68ACAA95}" dt="2026-05-27T11:49:10.870" v="115" actId="207"/>
          <ac:spMkLst>
            <pc:docMk/>
            <pc:sldMk cId="0" sldId="268"/>
            <ac:spMk id="86" creationId="{2C76C223-D032-CAAB-42C7-F4716A269685}"/>
          </ac:spMkLst>
        </pc:spChg>
        <pc:spChg chg="mod">
          <ac:chgData name="Akriti Mehta" userId="0c901562-3821-4879-abc2-7521cf2ab412" providerId="ADAL" clId="{144A11F9-5BB9-40A3-A970-33EF68ACAA95}" dt="2026-05-27T11:48:59.732" v="113" actId="207"/>
          <ac:spMkLst>
            <pc:docMk/>
            <pc:sldMk cId="0" sldId="268"/>
            <ac:spMk id="87" creationId="{8FC474FB-46E0-04A6-8581-E5CA2AF9ACE9}"/>
          </ac:spMkLst>
        </pc:spChg>
        <pc:spChg chg="add mod">
          <ac:chgData name="Akriti Mehta" userId="0c901562-3821-4879-abc2-7521cf2ab412" providerId="ADAL" clId="{144A11F9-5BB9-40A3-A970-33EF68ACAA95}" dt="2026-05-27T11:49:04.919" v="114" actId="207"/>
          <ac:spMkLst>
            <pc:docMk/>
            <pc:sldMk cId="0" sldId="268"/>
            <ac:spMk id="88" creationId="{7D61210F-CEBA-6DB0-B963-EF8D9CC228F4}"/>
          </ac:spMkLst>
        </pc:spChg>
        <pc:spChg chg="add mod">
          <ac:chgData name="Akriti Mehta" userId="0c901562-3821-4879-abc2-7521cf2ab412" providerId="ADAL" clId="{144A11F9-5BB9-40A3-A970-33EF68ACAA95}" dt="2026-05-27T11:48:09.088" v="107" actId="1076"/>
          <ac:spMkLst>
            <pc:docMk/>
            <pc:sldMk cId="0" sldId="268"/>
            <ac:spMk id="89" creationId="{9DB01C92-98FA-0C18-A053-CCC10EBD736A}"/>
          </ac:spMkLst>
        </pc:spChg>
        <pc:spChg chg="mod">
          <ac:chgData name="Akriti Mehta" userId="0c901562-3821-4879-abc2-7521cf2ab412" providerId="ADAL" clId="{144A11F9-5BB9-40A3-A970-33EF68ACAA95}" dt="2026-05-27T11:48:09.088" v="107" actId="1076"/>
          <ac:spMkLst>
            <pc:docMk/>
            <pc:sldMk cId="0" sldId="268"/>
            <ac:spMk id="90" creationId="{685E27F8-2773-8C31-5D99-13A82CC1CC65}"/>
          </ac:spMkLst>
        </pc:spChg>
        <pc:spChg chg="add mod">
          <ac:chgData name="Akriti Mehta" userId="0c901562-3821-4879-abc2-7521cf2ab412" providerId="ADAL" clId="{144A11F9-5BB9-40A3-A970-33EF68ACAA95}" dt="2026-05-27T11:48:09.088" v="107" actId="1076"/>
          <ac:spMkLst>
            <pc:docMk/>
            <pc:sldMk cId="0" sldId="268"/>
            <ac:spMk id="91" creationId="{B692166A-38FE-46B5-A67B-69D916181431}"/>
          </ac:spMkLst>
        </pc:spChg>
        <pc:spChg chg="add mod">
          <ac:chgData name="Akriti Mehta" userId="0c901562-3821-4879-abc2-7521cf2ab412" providerId="ADAL" clId="{144A11F9-5BB9-40A3-A970-33EF68ACAA95}" dt="2026-05-27T11:48:20.382" v="108" actId="1076"/>
          <ac:spMkLst>
            <pc:docMk/>
            <pc:sldMk cId="0" sldId="268"/>
            <ac:spMk id="92" creationId="{6D186343-A34F-326A-8304-F0A0705B83CF}"/>
          </ac:spMkLst>
        </pc:spChg>
        <pc:spChg chg="add mod">
          <ac:chgData name="Akriti Mehta" userId="0c901562-3821-4879-abc2-7521cf2ab412" providerId="ADAL" clId="{144A11F9-5BB9-40A3-A970-33EF68ACAA95}" dt="2026-05-27T11:48:09.088" v="107" actId="1076"/>
          <ac:spMkLst>
            <pc:docMk/>
            <pc:sldMk cId="0" sldId="268"/>
            <ac:spMk id="93" creationId="{1DBEF912-6542-3A6A-BD0A-683D7729786D}"/>
          </ac:spMkLst>
        </pc:spChg>
        <pc:spChg chg="mod">
          <ac:chgData name="Akriti Mehta" userId="0c901562-3821-4879-abc2-7521cf2ab412" providerId="ADAL" clId="{144A11F9-5BB9-40A3-A970-33EF68ACAA95}" dt="2026-05-27T11:48:09.088" v="107" actId="1076"/>
          <ac:spMkLst>
            <pc:docMk/>
            <pc:sldMk cId="0" sldId="268"/>
            <ac:spMk id="94" creationId="{00EB16C4-0FE7-19C3-B6D7-9D022DEACC32}"/>
          </ac:spMkLst>
        </pc:spChg>
        <pc:spChg chg="add mod">
          <ac:chgData name="Akriti Mehta" userId="0c901562-3821-4879-abc2-7521cf2ab412" providerId="ADAL" clId="{144A11F9-5BB9-40A3-A970-33EF68ACAA95}" dt="2026-05-27T11:48:09.088" v="107" actId="1076"/>
          <ac:spMkLst>
            <pc:docMk/>
            <pc:sldMk cId="0" sldId="268"/>
            <ac:spMk id="102" creationId="{EF56D0D6-918E-7F11-19E5-6B1468D5CEC0}"/>
          </ac:spMkLst>
        </pc:spChg>
      </pc:sldChg>
      <pc:sldChg chg="addSp modSp add del modTransition setBg">
        <pc:chgData name="Akriti Mehta" userId="0c901562-3821-4879-abc2-7521cf2ab412" providerId="ADAL" clId="{144A11F9-5BB9-40A3-A970-33EF68ACAA95}" dt="2026-05-27T11:49:32.182" v="116"/>
        <pc:sldMkLst>
          <pc:docMk/>
          <pc:sldMk cId="0" sldId="269"/>
        </pc:sldMkLst>
        <pc:spChg chg="add mod">
          <ac:chgData name="Akriti Mehta" userId="0c901562-3821-4879-abc2-7521cf2ab412" providerId="ADAL" clId="{144A11F9-5BB9-40A3-A970-33EF68ACAA95}" dt="2026-05-27T11:49:32.182" v="116"/>
          <ac:spMkLst>
            <pc:docMk/>
            <pc:sldMk cId="0" sldId="269"/>
            <ac:spMk id="6" creationId="{0DD0EE06-ECC3-4F7A-42E7-A81AF680CE2C}"/>
          </ac:spMkLst>
        </pc:spChg>
        <pc:spChg chg="mod">
          <ac:chgData name="Akriti Mehta" userId="0c901562-3821-4879-abc2-7521cf2ab412" providerId="ADAL" clId="{144A11F9-5BB9-40A3-A970-33EF68ACAA95}" dt="2026-05-27T11:49:32.182" v="116"/>
          <ac:spMkLst>
            <pc:docMk/>
            <pc:sldMk cId="0" sldId="269"/>
            <ac:spMk id="10" creationId="{E1788095-7391-0D95-6358-56149C41CF68}"/>
          </ac:spMkLst>
        </pc:spChg>
        <pc:spChg chg="mod">
          <ac:chgData name="Akriti Mehta" userId="0c901562-3821-4879-abc2-7521cf2ab412" providerId="ADAL" clId="{144A11F9-5BB9-40A3-A970-33EF68ACAA95}" dt="2026-05-27T11:49:32.182" v="116"/>
          <ac:spMkLst>
            <pc:docMk/>
            <pc:sldMk cId="0" sldId="269"/>
            <ac:spMk id="13" creationId="{839A25E0-E8EB-9927-1FD5-9430F1573436}"/>
          </ac:spMkLst>
        </pc:spChg>
        <pc:spChg chg="mod">
          <ac:chgData name="Akriti Mehta" userId="0c901562-3821-4879-abc2-7521cf2ab412" providerId="ADAL" clId="{144A11F9-5BB9-40A3-A970-33EF68ACAA95}" dt="2026-05-27T11:49:32.182" v="116"/>
          <ac:spMkLst>
            <pc:docMk/>
            <pc:sldMk cId="0" sldId="269"/>
            <ac:spMk id="16" creationId="{449E1F28-2F3A-1D9A-AE73-12450F636DFD}"/>
          </ac:spMkLst>
        </pc:spChg>
        <pc:spChg chg="mod">
          <ac:chgData name="Akriti Mehta" userId="0c901562-3821-4879-abc2-7521cf2ab412" providerId="ADAL" clId="{144A11F9-5BB9-40A3-A970-33EF68ACAA95}" dt="2026-05-27T11:49:32.182" v="116"/>
          <ac:spMkLst>
            <pc:docMk/>
            <pc:sldMk cId="0" sldId="269"/>
            <ac:spMk id="17" creationId="{381F1F75-4873-09ED-F33B-5883C9F9E532}"/>
          </ac:spMkLst>
        </pc:spChg>
        <pc:spChg chg="mod">
          <ac:chgData name="Akriti Mehta" userId="0c901562-3821-4879-abc2-7521cf2ab412" providerId="ADAL" clId="{144A11F9-5BB9-40A3-A970-33EF68ACAA95}" dt="2026-05-27T11:49:32.182" v="116"/>
          <ac:spMkLst>
            <pc:docMk/>
            <pc:sldMk cId="0" sldId="269"/>
            <ac:spMk id="19" creationId="{19B1CC66-4D99-00E0-70B3-9056E397B79C}"/>
          </ac:spMkLst>
        </pc:spChg>
        <pc:spChg chg="mod">
          <ac:chgData name="Akriti Mehta" userId="0c901562-3821-4879-abc2-7521cf2ab412" providerId="ADAL" clId="{144A11F9-5BB9-40A3-A970-33EF68ACAA95}" dt="2026-05-27T11:49:32.182" v="116"/>
          <ac:spMkLst>
            <pc:docMk/>
            <pc:sldMk cId="0" sldId="269"/>
            <ac:spMk id="20" creationId="{5C537B90-04DA-34CD-6D2A-E2BE3DEC4D3B}"/>
          </ac:spMkLst>
        </pc:spChg>
        <pc:spChg chg="add mod">
          <ac:chgData name="Akriti Mehta" userId="0c901562-3821-4879-abc2-7521cf2ab412" providerId="ADAL" clId="{144A11F9-5BB9-40A3-A970-33EF68ACAA95}" dt="2026-05-27T11:49:32.182" v="116"/>
          <ac:spMkLst>
            <pc:docMk/>
            <pc:sldMk cId="0" sldId="269"/>
            <ac:spMk id="25" creationId="{4F52882A-6177-0605-0814-A5E2AAAE02F5}"/>
          </ac:spMkLst>
        </pc:spChg>
        <pc:spChg chg="add mod">
          <ac:chgData name="Akriti Mehta" userId="0c901562-3821-4879-abc2-7521cf2ab412" providerId="ADAL" clId="{144A11F9-5BB9-40A3-A970-33EF68ACAA95}" dt="2026-05-27T11:49:32.182" v="116"/>
          <ac:spMkLst>
            <pc:docMk/>
            <pc:sldMk cId="0" sldId="269"/>
            <ac:spMk id="35" creationId="{2656F54A-BF3E-E9E3-F84B-39A109301538}"/>
          </ac:spMkLst>
        </pc:spChg>
        <pc:spChg chg="add mod">
          <ac:chgData name="Akriti Mehta" userId="0c901562-3821-4879-abc2-7521cf2ab412" providerId="ADAL" clId="{144A11F9-5BB9-40A3-A970-33EF68ACAA95}" dt="2026-05-27T11:49:32.182" v="116"/>
          <ac:spMkLst>
            <pc:docMk/>
            <pc:sldMk cId="0" sldId="269"/>
            <ac:spMk id="37" creationId="{FF0173F8-D7E7-7FBB-8B5C-26171E955A91}"/>
          </ac:spMkLst>
        </pc:spChg>
      </pc:sldChg>
      <pc:sldChg chg="add del modTransition">
        <pc:chgData name="Akriti Mehta" userId="0c901562-3821-4879-abc2-7521cf2ab412" providerId="ADAL" clId="{144A11F9-5BB9-40A3-A970-33EF68ACAA95}" dt="2026-05-27T11:50:18.570" v="191" actId="47"/>
        <pc:sldMkLst>
          <pc:docMk/>
          <pc:sldMk cId="0" sldId="270"/>
        </pc:sldMkLst>
      </pc:sldChg>
      <pc:sldChg chg="add del modTransition">
        <pc:chgData name="Akriti Mehta" userId="0c901562-3821-4879-abc2-7521cf2ab412" providerId="ADAL" clId="{144A11F9-5BB9-40A3-A970-33EF68ACAA95}" dt="2026-05-27T11:34:47.362" v="20"/>
        <pc:sldMkLst>
          <pc:docMk/>
          <pc:sldMk cId="0" sldId="271"/>
        </pc:sldMkLst>
      </pc:sldChg>
      <pc:sldChg chg="addSp delSp modSp add del mod modTransition">
        <pc:chgData name="Akriti Mehta" userId="0c901562-3821-4879-abc2-7521cf2ab412" providerId="ADAL" clId="{144A11F9-5BB9-40A3-A970-33EF68ACAA95}" dt="2026-05-27T11:53:54.512" v="218" actId="207"/>
        <pc:sldMkLst>
          <pc:docMk/>
          <pc:sldMk cId="0" sldId="272"/>
        </pc:sldMkLst>
        <pc:spChg chg="del mod">
          <ac:chgData name="Akriti Mehta" userId="0c901562-3821-4879-abc2-7521cf2ab412" providerId="ADAL" clId="{144A11F9-5BB9-40A3-A970-33EF68ACAA95}" dt="2026-05-27T11:52:59.174" v="208" actId="478"/>
          <ac:spMkLst>
            <pc:docMk/>
            <pc:sldMk cId="0" sldId="272"/>
            <ac:spMk id="5" creationId="{00000000-0000-0000-0000-000000000000}"/>
          </ac:spMkLst>
        </pc:spChg>
        <pc:spChg chg="mod">
          <ac:chgData name="Akriti Mehta" userId="0c901562-3821-4879-abc2-7521cf2ab412" providerId="ADAL" clId="{144A11F9-5BB9-40A3-A970-33EF68ACAA95}" dt="2026-05-27T11:53:31.830" v="213" actId="207"/>
          <ac:spMkLst>
            <pc:docMk/>
            <pc:sldMk cId="0" sldId="272"/>
            <ac:spMk id="9" creationId="{25B6782A-9852-5C8A-5069-4A9C8939B948}"/>
          </ac:spMkLst>
        </pc:spChg>
        <pc:spChg chg="mod">
          <ac:chgData name="Akriti Mehta" userId="0c901562-3821-4879-abc2-7521cf2ab412" providerId="ADAL" clId="{144A11F9-5BB9-40A3-A970-33EF68ACAA95}" dt="2026-05-27T11:53:37.749" v="214" actId="207"/>
          <ac:spMkLst>
            <pc:docMk/>
            <pc:sldMk cId="0" sldId="272"/>
            <ac:spMk id="10" creationId="{E17B0B9A-9DEA-EB59-3EC4-ADCFFD954CCD}"/>
          </ac:spMkLst>
        </pc:spChg>
        <pc:spChg chg="mod">
          <ac:chgData name="Akriti Mehta" userId="0c901562-3821-4879-abc2-7521cf2ab412" providerId="ADAL" clId="{144A11F9-5BB9-40A3-A970-33EF68ACAA95}" dt="2026-05-27T11:53:41.696" v="215" actId="207"/>
          <ac:spMkLst>
            <pc:docMk/>
            <pc:sldMk cId="0" sldId="272"/>
            <ac:spMk id="11" creationId="{24D639B9-B066-4865-55F0-8712CCFDBB6E}"/>
          </ac:spMkLst>
        </pc:spChg>
        <pc:spChg chg="mod">
          <ac:chgData name="Akriti Mehta" userId="0c901562-3821-4879-abc2-7521cf2ab412" providerId="ADAL" clId="{144A11F9-5BB9-40A3-A970-33EF68ACAA95}" dt="2026-05-27T11:53:45.696" v="216" actId="207"/>
          <ac:spMkLst>
            <pc:docMk/>
            <pc:sldMk cId="0" sldId="272"/>
            <ac:spMk id="12" creationId="{CEC59C35-E837-9A38-88BF-2C20E1B14BD6}"/>
          </ac:spMkLst>
        </pc:spChg>
        <pc:spChg chg="mod">
          <ac:chgData name="Akriti Mehta" userId="0c901562-3821-4879-abc2-7521cf2ab412" providerId="ADAL" clId="{144A11F9-5BB9-40A3-A970-33EF68ACAA95}" dt="2026-05-27T11:53:50.259" v="217" actId="207"/>
          <ac:spMkLst>
            <pc:docMk/>
            <pc:sldMk cId="0" sldId="272"/>
            <ac:spMk id="13" creationId="{D43FF051-B910-B946-3244-355708D13431}"/>
          </ac:spMkLst>
        </pc:spChg>
        <pc:spChg chg="mod">
          <ac:chgData name="Akriti Mehta" userId="0c901562-3821-4879-abc2-7521cf2ab412" providerId="ADAL" clId="{144A11F9-5BB9-40A3-A970-33EF68ACAA95}" dt="2026-05-27T11:53:54.512" v="218" actId="207"/>
          <ac:spMkLst>
            <pc:docMk/>
            <pc:sldMk cId="0" sldId="272"/>
            <ac:spMk id="14" creationId="{64248621-9962-988F-E765-6EAEDE20E84C}"/>
          </ac:spMkLst>
        </pc:spChg>
        <pc:spChg chg="mod">
          <ac:chgData name="Akriti Mehta" userId="0c901562-3821-4879-abc2-7521cf2ab412" providerId="ADAL" clId="{144A11F9-5BB9-40A3-A970-33EF68ACAA95}" dt="2026-05-27T11:53:31.830" v="213" actId="207"/>
          <ac:spMkLst>
            <pc:docMk/>
            <pc:sldMk cId="0" sldId="272"/>
            <ac:spMk id="15" creationId="{CB51FE97-FBBE-A325-D749-0D35F9D82072}"/>
          </ac:spMkLst>
        </pc:spChg>
        <pc:spChg chg="mod">
          <ac:chgData name="Akriti Mehta" userId="0c901562-3821-4879-abc2-7521cf2ab412" providerId="ADAL" clId="{144A11F9-5BB9-40A3-A970-33EF68ACAA95}" dt="2026-05-27T11:53:31.830" v="213" actId="207"/>
          <ac:spMkLst>
            <pc:docMk/>
            <pc:sldMk cId="0" sldId="272"/>
            <ac:spMk id="16" creationId="{5A755FD8-86BC-EF86-F9A9-6B1CB190DE86}"/>
          </ac:spMkLst>
        </pc:spChg>
        <pc:spChg chg="mod">
          <ac:chgData name="Akriti Mehta" userId="0c901562-3821-4879-abc2-7521cf2ab412" providerId="ADAL" clId="{144A11F9-5BB9-40A3-A970-33EF68ACAA95}" dt="2026-05-27T11:53:31.830" v="213" actId="207"/>
          <ac:spMkLst>
            <pc:docMk/>
            <pc:sldMk cId="0" sldId="272"/>
            <ac:spMk id="17" creationId="{B9B662EE-C6E9-BA76-EF71-3412AD4C550B}"/>
          </ac:spMkLst>
        </pc:spChg>
        <pc:spChg chg="mod">
          <ac:chgData name="Akriti Mehta" userId="0c901562-3821-4879-abc2-7521cf2ab412" providerId="ADAL" clId="{144A11F9-5BB9-40A3-A970-33EF68ACAA95}" dt="2026-05-27T11:53:31.830" v="213" actId="207"/>
          <ac:spMkLst>
            <pc:docMk/>
            <pc:sldMk cId="0" sldId="272"/>
            <ac:spMk id="18" creationId="{7604A68F-7215-4864-A142-95B9CC62D9F4}"/>
          </ac:spMkLst>
        </pc:spChg>
        <pc:spChg chg="mod">
          <ac:chgData name="Akriti Mehta" userId="0c901562-3821-4879-abc2-7521cf2ab412" providerId="ADAL" clId="{144A11F9-5BB9-40A3-A970-33EF68ACAA95}" dt="2026-05-27T11:53:31.830" v="213" actId="207"/>
          <ac:spMkLst>
            <pc:docMk/>
            <pc:sldMk cId="0" sldId="272"/>
            <ac:spMk id="19" creationId="{862345F8-ECEA-F909-2E4A-B6E77345456B}"/>
          </ac:spMkLst>
        </pc:spChg>
        <pc:spChg chg="mod">
          <ac:chgData name="Akriti Mehta" userId="0c901562-3821-4879-abc2-7521cf2ab412" providerId="ADAL" clId="{144A11F9-5BB9-40A3-A970-33EF68ACAA95}" dt="2026-05-27T11:53:31.830" v="213" actId="207"/>
          <ac:spMkLst>
            <pc:docMk/>
            <pc:sldMk cId="0" sldId="272"/>
            <ac:spMk id="20" creationId="{C331B1DB-7C2D-9E73-465A-132DB801920C}"/>
          </ac:spMkLst>
        </pc:spChg>
        <pc:spChg chg="add mod">
          <ac:chgData name="Akriti Mehta" userId="0c901562-3821-4879-abc2-7521cf2ab412" providerId="ADAL" clId="{144A11F9-5BB9-40A3-A970-33EF68ACAA95}" dt="2026-05-27T11:53:17.425" v="210" actId="1076"/>
          <ac:spMkLst>
            <pc:docMk/>
            <pc:sldMk cId="0" sldId="272"/>
            <ac:spMk id="21" creationId="{29EDEAC2-CA72-C335-B643-79893FD05A6F}"/>
          </ac:spMkLst>
        </pc:spChg>
        <pc:spChg chg="mod">
          <ac:chgData name="Akriti Mehta" userId="0c901562-3821-4879-abc2-7521cf2ab412" providerId="ADAL" clId="{144A11F9-5BB9-40A3-A970-33EF68ACAA95}" dt="2026-05-27T11:53:17.425" v="210" actId="1076"/>
          <ac:spMkLst>
            <pc:docMk/>
            <pc:sldMk cId="0" sldId="272"/>
            <ac:spMk id="22" creationId="{D4B1ABB2-8B6D-FC2B-43F9-B1FE4A1EC43D}"/>
          </ac:spMkLst>
        </pc:spChg>
        <pc:spChg chg="add mod">
          <ac:chgData name="Akriti Mehta" userId="0c901562-3821-4879-abc2-7521cf2ab412" providerId="ADAL" clId="{144A11F9-5BB9-40A3-A970-33EF68ACAA95}" dt="2026-05-27T11:53:17.425" v="210" actId="1076"/>
          <ac:spMkLst>
            <pc:docMk/>
            <pc:sldMk cId="0" sldId="272"/>
            <ac:spMk id="23" creationId="{4875DE87-EA9E-7F22-4A76-1D40974DD96E}"/>
          </ac:spMkLst>
        </pc:spChg>
        <pc:spChg chg="mod">
          <ac:chgData name="Akriti Mehta" userId="0c901562-3821-4879-abc2-7521cf2ab412" providerId="ADAL" clId="{144A11F9-5BB9-40A3-A970-33EF68ACAA95}" dt="2026-05-27T11:53:17.425" v="210" actId="1076"/>
          <ac:spMkLst>
            <pc:docMk/>
            <pc:sldMk cId="0" sldId="272"/>
            <ac:spMk id="24" creationId="{8A90AB50-0DD8-30F7-9271-223ACFF27B1D}"/>
          </ac:spMkLst>
        </pc:spChg>
        <pc:spChg chg="mod">
          <ac:chgData name="Akriti Mehta" userId="0c901562-3821-4879-abc2-7521cf2ab412" providerId="ADAL" clId="{144A11F9-5BB9-40A3-A970-33EF68ACAA95}" dt="2026-05-27T11:53:17.425" v="210" actId="1076"/>
          <ac:spMkLst>
            <pc:docMk/>
            <pc:sldMk cId="0" sldId="272"/>
            <ac:spMk id="25" creationId="{D856A728-7A35-65F0-16C4-B2EECD2AAC46}"/>
          </ac:spMkLst>
        </pc:spChg>
        <pc:spChg chg="add mod">
          <ac:chgData name="Akriti Mehta" userId="0c901562-3821-4879-abc2-7521cf2ab412" providerId="ADAL" clId="{144A11F9-5BB9-40A3-A970-33EF68ACAA95}" dt="2026-05-27T11:53:17.425" v="210" actId="1076"/>
          <ac:spMkLst>
            <pc:docMk/>
            <pc:sldMk cId="0" sldId="272"/>
            <ac:spMk id="26" creationId="{AAE08766-2FF0-9CB2-EE3F-DA4FC931D290}"/>
          </ac:spMkLst>
        </pc:spChg>
        <pc:grpChg chg="mod">
          <ac:chgData name="Akriti Mehta" userId="0c901562-3821-4879-abc2-7521cf2ab412" providerId="ADAL" clId="{144A11F9-5BB9-40A3-A970-33EF68ACAA95}" dt="2026-05-27T11:53:17.425" v="210" actId="1076"/>
          <ac:grpSpMkLst>
            <pc:docMk/>
            <pc:sldMk cId="0" sldId="272"/>
            <ac:grpSpMk id="7" creationId="{A6BBC4DB-63E1-8416-045D-BC16DDB51F13}"/>
          </ac:grpSpMkLst>
        </pc:grpChg>
      </pc:sldChg>
      <pc:sldChg chg="addSp delSp modSp add del mod modTransition delAnim modAnim">
        <pc:chgData name="Akriti Mehta" userId="0c901562-3821-4879-abc2-7521cf2ab412" providerId="ADAL" clId="{144A11F9-5BB9-40A3-A970-33EF68ACAA95}" dt="2026-05-27T11:55:10.121" v="228" actId="207"/>
        <pc:sldMkLst>
          <pc:docMk/>
          <pc:sldMk cId="0" sldId="273"/>
        </pc:sldMkLst>
        <pc:spChg chg="del mod">
          <ac:chgData name="Akriti Mehta" userId="0c901562-3821-4879-abc2-7521cf2ab412" providerId="ADAL" clId="{144A11F9-5BB9-40A3-A970-33EF68ACAA95}" dt="2026-05-27T11:54:24.302" v="220" actId="478"/>
          <ac:spMkLst>
            <pc:docMk/>
            <pc:sldMk cId="0" sldId="273"/>
            <ac:spMk id="5" creationId="{00000000-0000-0000-0000-000000000000}"/>
          </ac:spMkLst>
        </pc:spChg>
        <pc:spChg chg="mod">
          <ac:chgData name="Akriti Mehta" userId="0c901562-3821-4879-abc2-7521cf2ab412" providerId="ADAL" clId="{144A11F9-5BB9-40A3-A970-33EF68ACAA95}" dt="2026-05-27T11:54:46.114" v="223" actId="1076"/>
          <ac:spMkLst>
            <pc:docMk/>
            <pc:sldMk cId="0" sldId="273"/>
            <ac:spMk id="8" creationId="{6BC52ED8-B017-8C67-C69E-6366BBCB4A05}"/>
          </ac:spMkLst>
        </pc:spChg>
        <pc:spChg chg="add mod">
          <ac:chgData name="Akriti Mehta" userId="0c901562-3821-4879-abc2-7521cf2ab412" providerId="ADAL" clId="{144A11F9-5BB9-40A3-A970-33EF68ACAA95}" dt="2026-05-27T11:54:25.030" v="221"/>
          <ac:spMkLst>
            <pc:docMk/>
            <pc:sldMk cId="0" sldId="273"/>
            <ac:spMk id="10" creationId="{D7BB5266-5A29-5BB1-A85E-6283A5279E5C}"/>
          </ac:spMkLst>
        </pc:spChg>
        <pc:spChg chg="mod">
          <ac:chgData name="Akriti Mehta" userId="0c901562-3821-4879-abc2-7521cf2ab412" providerId="ADAL" clId="{144A11F9-5BB9-40A3-A970-33EF68ACAA95}" dt="2026-05-27T11:54:25.030" v="221"/>
          <ac:spMkLst>
            <pc:docMk/>
            <pc:sldMk cId="0" sldId="273"/>
            <ac:spMk id="15" creationId="{74B9B62B-50BF-9DF9-B87D-F5ED418BDF57}"/>
          </ac:spMkLst>
        </pc:spChg>
        <pc:spChg chg="mod">
          <ac:chgData name="Akriti Mehta" userId="0c901562-3821-4879-abc2-7521cf2ab412" providerId="ADAL" clId="{144A11F9-5BB9-40A3-A970-33EF68ACAA95}" dt="2026-05-27T11:54:25.030" v="221"/>
          <ac:spMkLst>
            <pc:docMk/>
            <pc:sldMk cId="0" sldId="273"/>
            <ac:spMk id="27" creationId="{FEB044FB-9C79-D87D-D275-391CFD901E1C}"/>
          </ac:spMkLst>
        </pc:spChg>
        <pc:spChg chg="mod">
          <ac:chgData name="Akriti Mehta" userId="0c901562-3821-4879-abc2-7521cf2ab412" providerId="ADAL" clId="{144A11F9-5BB9-40A3-A970-33EF68ACAA95}" dt="2026-05-27T11:54:25.030" v="221"/>
          <ac:spMkLst>
            <pc:docMk/>
            <pc:sldMk cId="0" sldId="273"/>
            <ac:spMk id="31" creationId="{DBF9DDF7-140F-3832-9275-5748F6B9EF00}"/>
          </ac:spMkLst>
        </pc:spChg>
        <pc:spChg chg="add del mod">
          <ac:chgData name="Akriti Mehta" userId="0c901562-3821-4879-abc2-7521cf2ab412" providerId="ADAL" clId="{144A11F9-5BB9-40A3-A970-33EF68ACAA95}" dt="2026-05-27T11:54:34.200" v="222" actId="478"/>
          <ac:spMkLst>
            <pc:docMk/>
            <pc:sldMk cId="0" sldId="273"/>
            <ac:spMk id="32" creationId="{DE948A71-C502-8F9E-A290-DBF412066461}"/>
          </ac:spMkLst>
        </pc:spChg>
        <pc:spChg chg="add mod">
          <ac:chgData name="Akriti Mehta" userId="0c901562-3821-4879-abc2-7521cf2ab412" providerId="ADAL" clId="{144A11F9-5BB9-40A3-A970-33EF68ACAA95}" dt="2026-05-27T11:54:53.674" v="224" actId="207"/>
          <ac:spMkLst>
            <pc:docMk/>
            <pc:sldMk cId="0" sldId="273"/>
            <ac:spMk id="33" creationId="{D2894967-DE9B-9841-B409-18BAFA669916}"/>
          </ac:spMkLst>
        </pc:spChg>
        <pc:spChg chg="mod">
          <ac:chgData name="Akriti Mehta" userId="0c901562-3821-4879-abc2-7521cf2ab412" providerId="ADAL" clId="{144A11F9-5BB9-40A3-A970-33EF68ACAA95}" dt="2026-05-27T11:54:46.114" v="223" actId="1076"/>
          <ac:spMkLst>
            <pc:docMk/>
            <pc:sldMk cId="0" sldId="273"/>
            <ac:spMk id="34" creationId="{4B32E120-4A77-B790-3A2E-D78CCBDD6C33}"/>
          </ac:spMkLst>
        </pc:spChg>
        <pc:spChg chg="mod">
          <ac:chgData name="Akriti Mehta" userId="0c901562-3821-4879-abc2-7521cf2ab412" providerId="ADAL" clId="{144A11F9-5BB9-40A3-A970-33EF68ACAA95}" dt="2026-05-27T11:54:57.726" v="225" actId="207"/>
          <ac:spMkLst>
            <pc:docMk/>
            <pc:sldMk cId="0" sldId="273"/>
            <ac:spMk id="35" creationId="{EEC52777-CC87-18FA-9103-15B6EF5591E1}"/>
          </ac:spMkLst>
        </pc:spChg>
        <pc:spChg chg="mod">
          <ac:chgData name="Akriti Mehta" userId="0c901562-3821-4879-abc2-7521cf2ab412" providerId="ADAL" clId="{144A11F9-5BB9-40A3-A970-33EF68ACAA95}" dt="2026-05-27T11:54:46.114" v="223" actId="1076"/>
          <ac:spMkLst>
            <pc:docMk/>
            <pc:sldMk cId="0" sldId="273"/>
            <ac:spMk id="36" creationId="{2FD58D97-B413-252B-BEEA-06C4CDBF7839}"/>
          </ac:spMkLst>
        </pc:spChg>
        <pc:spChg chg="add mod">
          <ac:chgData name="Akriti Mehta" userId="0c901562-3821-4879-abc2-7521cf2ab412" providerId="ADAL" clId="{144A11F9-5BB9-40A3-A970-33EF68ACAA95}" dt="2026-05-27T11:55:02.457" v="226" actId="207"/>
          <ac:spMkLst>
            <pc:docMk/>
            <pc:sldMk cId="0" sldId="273"/>
            <ac:spMk id="37" creationId="{8C56712F-00CB-2274-C83F-11E96FFE4D66}"/>
          </ac:spMkLst>
        </pc:spChg>
        <pc:spChg chg="add mod">
          <ac:chgData name="Akriti Mehta" userId="0c901562-3821-4879-abc2-7521cf2ab412" providerId="ADAL" clId="{144A11F9-5BB9-40A3-A970-33EF68ACAA95}" dt="2026-05-27T11:54:46.114" v="223" actId="1076"/>
          <ac:spMkLst>
            <pc:docMk/>
            <pc:sldMk cId="0" sldId="273"/>
            <ac:spMk id="38" creationId="{76F9D53A-0E84-E8DF-7AF0-EA4F5393489B}"/>
          </ac:spMkLst>
        </pc:spChg>
        <pc:spChg chg="mod">
          <ac:chgData name="Akriti Mehta" userId="0c901562-3821-4879-abc2-7521cf2ab412" providerId="ADAL" clId="{144A11F9-5BB9-40A3-A970-33EF68ACAA95}" dt="2026-05-27T11:55:06.359" v="227" actId="207"/>
          <ac:spMkLst>
            <pc:docMk/>
            <pc:sldMk cId="0" sldId="273"/>
            <ac:spMk id="39" creationId="{255D6E41-4856-99CF-E698-EC466C8C00FA}"/>
          </ac:spMkLst>
        </pc:spChg>
        <pc:spChg chg="add mod">
          <ac:chgData name="Akriti Mehta" userId="0c901562-3821-4879-abc2-7521cf2ab412" providerId="ADAL" clId="{144A11F9-5BB9-40A3-A970-33EF68ACAA95}" dt="2026-05-27T11:54:46.114" v="223" actId="1076"/>
          <ac:spMkLst>
            <pc:docMk/>
            <pc:sldMk cId="0" sldId="273"/>
            <ac:spMk id="40" creationId="{7C20DADE-94F4-0B94-22FC-960796E4B1C2}"/>
          </ac:spMkLst>
        </pc:spChg>
        <pc:spChg chg="mod">
          <ac:chgData name="Akriti Mehta" userId="0c901562-3821-4879-abc2-7521cf2ab412" providerId="ADAL" clId="{144A11F9-5BB9-40A3-A970-33EF68ACAA95}" dt="2026-05-27T11:55:10.121" v="228" actId="207"/>
          <ac:spMkLst>
            <pc:docMk/>
            <pc:sldMk cId="0" sldId="273"/>
            <ac:spMk id="41" creationId="{DB524068-3457-FB28-C1D6-C012EAD41077}"/>
          </ac:spMkLst>
        </pc:spChg>
        <pc:spChg chg="add mod">
          <ac:chgData name="Akriti Mehta" userId="0c901562-3821-4879-abc2-7521cf2ab412" providerId="ADAL" clId="{144A11F9-5BB9-40A3-A970-33EF68ACAA95}" dt="2026-05-27T11:54:46.114" v="223" actId="1076"/>
          <ac:spMkLst>
            <pc:docMk/>
            <pc:sldMk cId="0" sldId="273"/>
            <ac:spMk id="42" creationId="{76E1DB20-3C80-7CFB-A82D-B9CD8C385C69}"/>
          </ac:spMkLst>
        </pc:spChg>
      </pc:sldChg>
      <pc:sldChg chg="addSp delSp modSp add del mod modTransition modAnim">
        <pc:chgData name="Akriti Mehta" userId="0c901562-3821-4879-abc2-7521cf2ab412" providerId="ADAL" clId="{144A11F9-5BB9-40A3-A970-33EF68ACAA95}" dt="2026-05-27T11:57:55.134" v="241" actId="207"/>
        <pc:sldMkLst>
          <pc:docMk/>
          <pc:sldMk cId="0" sldId="274"/>
        </pc:sldMkLst>
        <pc:spChg chg="del">
          <ac:chgData name="Akriti Mehta" userId="0c901562-3821-4879-abc2-7521cf2ab412" providerId="ADAL" clId="{144A11F9-5BB9-40A3-A970-33EF68ACAA95}" dt="2026-05-27T11:56:28.148" v="230" actId="478"/>
          <ac:spMkLst>
            <pc:docMk/>
            <pc:sldMk cId="0" sldId="274"/>
            <ac:spMk id="5" creationId="{00000000-0000-0000-0000-000000000000}"/>
          </ac:spMkLst>
        </pc:spChg>
        <pc:spChg chg="add mod">
          <ac:chgData name="Akriti Mehta" userId="0c901562-3821-4879-abc2-7521cf2ab412" providerId="ADAL" clId="{144A11F9-5BB9-40A3-A970-33EF68ACAA95}" dt="2026-05-27T11:56:28.980" v="231"/>
          <ac:spMkLst>
            <pc:docMk/>
            <pc:sldMk cId="0" sldId="274"/>
            <ac:spMk id="11" creationId="{52B5A4C3-201D-DFE2-D22B-E284FF53627A}"/>
          </ac:spMkLst>
        </pc:spChg>
        <pc:spChg chg="mod">
          <ac:chgData name="Akriti Mehta" userId="0c901562-3821-4879-abc2-7521cf2ab412" providerId="ADAL" clId="{144A11F9-5BB9-40A3-A970-33EF68ACAA95}" dt="2026-05-27T11:56:28.980" v="231"/>
          <ac:spMkLst>
            <pc:docMk/>
            <pc:sldMk cId="0" sldId="274"/>
            <ac:spMk id="15" creationId="{46F21142-F241-4375-1285-92D0EB7E7F01}"/>
          </ac:spMkLst>
        </pc:spChg>
        <pc:spChg chg="mod">
          <ac:chgData name="Akriti Mehta" userId="0c901562-3821-4879-abc2-7521cf2ab412" providerId="ADAL" clId="{144A11F9-5BB9-40A3-A970-33EF68ACAA95}" dt="2026-05-27T11:56:28.980" v="231"/>
          <ac:spMkLst>
            <pc:docMk/>
            <pc:sldMk cId="0" sldId="274"/>
            <ac:spMk id="23" creationId="{38D0BA39-29D2-2868-ECC6-091CBA4619A6}"/>
          </ac:spMkLst>
        </pc:spChg>
        <pc:spChg chg="mod">
          <ac:chgData name="Akriti Mehta" userId="0c901562-3821-4879-abc2-7521cf2ab412" providerId="ADAL" clId="{144A11F9-5BB9-40A3-A970-33EF68ACAA95}" dt="2026-05-27T11:56:28.980" v="231"/>
          <ac:spMkLst>
            <pc:docMk/>
            <pc:sldMk cId="0" sldId="274"/>
            <ac:spMk id="27" creationId="{080A0146-5888-213A-EF1B-51C13F2FC2C9}"/>
          </ac:spMkLst>
        </pc:spChg>
        <pc:spChg chg="mod">
          <ac:chgData name="Akriti Mehta" userId="0c901562-3821-4879-abc2-7521cf2ab412" providerId="ADAL" clId="{144A11F9-5BB9-40A3-A970-33EF68ACAA95}" dt="2026-05-27T11:56:28.980" v="231"/>
          <ac:spMkLst>
            <pc:docMk/>
            <pc:sldMk cId="0" sldId="274"/>
            <ac:spMk id="31" creationId="{208F94A1-58C0-EA7B-9033-633500C01BF5}"/>
          </ac:spMkLst>
        </pc:spChg>
        <pc:spChg chg="mod">
          <ac:chgData name="Akriti Mehta" userId="0c901562-3821-4879-abc2-7521cf2ab412" providerId="ADAL" clId="{144A11F9-5BB9-40A3-A970-33EF68ACAA95}" dt="2026-05-27T11:56:31.772" v="232"/>
          <ac:spMkLst>
            <pc:docMk/>
            <pc:sldMk cId="0" sldId="274"/>
            <ac:spMk id="32" creationId="{B74FC9DE-E21D-DA9F-1FDF-C032DA2DA866}"/>
          </ac:spMkLst>
        </pc:spChg>
        <pc:spChg chg="add mod">
          <ac:chgData name="Akriti Mehta" userId="0c901562-3821-4879-abc2-7521cf2ab412" providerId="ADAL" clId="{144A11F9-5BB9-40A3-A970-33EF68ACAA95}" dt="2026-05-27T11:56:28.980" v="231"/>
          <ac:spMkLst>
            <pc:docMk/>
            <pc:sldMk cId="0" sldId="274"/>
            <ac:spMk id="33" creationId="{C4F4A552-FA11-0C61-FF78-0DFF4136E035}"/>
          </ac:spMkLst>
        </pc:spChg>
        <pc:spChg chg="add mod">
          <ac:chgData name="Akriti Mehta" userId="0c901562-3821-4879-abc2-7521cf2ab412" providerId="ADAL" clId="{144A11F9-5BB9-40A3-A970-33EF68ACAA95}" dt="2026-05-27T11:56:28.980" v="231"/>
          <ac:spMkLst>
            <pc:docMk/>
            <pc:sldMk cId="0" sldId="274"/>
            <ac:spMk id="34" creationId="{DB8434AE-4EA1-D433-D090-2259A4608881}"/>
          </ac:spMkLst>
        </pc:spChg>
        <pc:spChg chg="add mod">
          <ac:chgData name="Akriti Mehta" userId="0c901562-3821-4879-abc2-7521cf2ab412" providerId="ADAL" clId="{144A11F9-5BB9-40A3-A970-33EF68ACAA95}" dt="2026-05-27T11:56:28.980" v="231"/>
          <ac:spMkLst>
            <pc:docMk/>
            <pc:sldMk cId="0" sldId="274"/>
            <ac:spMk id="36" creationId="{C8CB863C-4578-1AEF-50EF-93BB5685108B}"/>
          </ac:spMkLst>
        </pc:spChg>
        <pc:spChg chg="add mod">
          <ac:chgData name="Akriti Mehta" userId="0c901562-3821-4879-abc2-7521cf2ab412" providerId="ADAL" clId="{144A11F9-5BB9-40A3-A970-33EF68ACAA95}" dt="2026-05-27T11:56:28.980" v="231"/>
          <ac:spMkLst>
            <pc:docMk/>
            <pc:sldMk cId="0" sldId="274"/>
            <ac:spMk id="39" creationId="{2FB68712-2355-1CBA-0A7C-150B6EA53C82}"/>
          </ac:spMkLst>
        </pc:spChg>
        <pc:spChg chg="add mod">
          <ac:chgData name="Akriti Mehta" userId="0c901562-3821-4879-abc2-7521cf2ab412" providerId="ADAL" clId="{144A11F9-5BB9-40A3-A970-33EF68ACAA95}" dt="2026-05-27T11:56:28.980" v="231"/>
          <ac:spMkLst>
            <pc:docMk/>
            <pc:sldMk cId="0" sldId="274"/>
            <ac:spMk id="41" creationId="{908322B1-4308-5442-9408-DB8697188944}"/>
          </ac:spMkLst>
        </pc:spChg>
        <pc:spChg chg="add mod">
          <ac:chgData name="Akriti Mehta" userId="0c901562-3821-4879-abc2-7521cf2ab412" providerId="ADAL" clId="{144A11F9-5BB9-40A3-A970-33EF68ACAA95}" dt="2026-05-27T11:56:47.074" v="234" actId="207"/>
          <ac:spMkLst>
            <pc:docMk/>
            <pc:sldMk cId="0" sldId="274"/>
            <ac:spMk id="55" creationId="{4ACAA5EE-98C1-19AA-2CEC-E87E4B191553}"/>
          </ac:spMkLst>
        </pc:spChg>
        <pc:spChg chg="mod">
          <ac:chgData name="Akriti Mehta" userId="0c901562-3821-4879-abc2-7521cf2ab412" providerId="ADAL" clId="{144A11F9-5BB9-40A3-A970-33EF68ACAA95}" dt="2026-05-27T11:56:51.180" v="235" actId="207"/>
          <ac:spMkLst>
            <pc:docMk/>
            <pc:sldMk cId="0" sldId="274"/>
            <ac:spMk id="56" creationId="{6699FDCB-3D1E-47E5-9CE8-1989BAF11D7A}"/>
          </ac:spMkLst>
        </pc:spChg>
        <pc:spChg chg="mod">
          <ac:chgData name="Akriti Mehta" userId="0c901562-3821-4879-abc2-7521cf2ab412" providerId="ADAL" clId="{144A11F9-5BB9-40A3-A970-33EF68ACAA95}" dt="2026-05-27T11:56:55.944" v="236" actId="207"/>
          <ac:spMkLst>
            <pc:docMk/>
            <pc:sldMk cId="0" sldId="274"/>
            <ac:spMk id="57" creationId="{4DFB99B6-AB3B-9040-1432-94982EC81B9F}"/>
          </ac:spMkLst>
        </pc:spChg>
        <pc:spChg chg="mod">
          <ac:chgData name="Akriti Mehta" userId="0c901562-3821-4879-abc2-7521cf2ab412" providerId="ADAL" clId="{144A11F9-5BB9-40A3-A970-33EF68ACAA95}" dt="2026-05-27T11:57:15.660" v="237" actId="207"/>
          <ac:spMkLst>
            <pc:docMk/>
            <pc:sldMk cId="0" sldId="274"/>
            <ac:spMk id="58" creationId="{BD7A840C-C6FD-76D5-6CB0-E92A1AFDC4C5}"/>
          </ac:spMkLst>
        </pc:spChg>
        <pc:spChg chg="mod">
          <ac:chgData name="Akriti Mehta" userId="0c901562-3821-4879-abc2-7521cf2ab412" providerId="ADAL" clId="{144A11F9-5BB9-40A3-A970-33EF68ACAA95}" dt="2026-05-27T11:57:55.134" v="241" actId="207"/>
          <ac:spMkLst>
            <pc:docMk/>
            <pc:sldMk cId="0" sldId="274"/>
            <ac:spMk id="59" creationId="{1F2C904E-F52A-0E0D-41D3-8C003327B679}"/>
          </ac:spMkLst>
        </pc:spChg>
        <pc:spChg chg="mod">
          <ac:chgData name="Akriti Mehta" userId="0c901562-3821-4879-abc2-7521cf2ab412" providerId="ADAL" clId="{144A11F9-5BB9-40A3-A970-33EF68ACAA95}" dt="2026-05-27T11:57:29.762" v="240" actId="207"/>
          <ac:spMkLst>
            <pc:docMk/>
            <pc:sldMk cId="0" sldId="274"/>
            <ac:spMk id="60" creationId="{1989DAD4-2C28-5F96-2563-73119E59A6CE}"/>
          </ac:spMkLst>
        </pc:spChg>
        <pc:spChg chg="mod">
          <ac:chgData name="Akriti Mehta" userId="0c901562-3821-4879-abc2-7521cf2ab412" providerId="ADAL" clId="{144A11F9-5BB9-40A3-A970-33EF68ACAA95}" dt="2026-05-27T11:57:25.552" v="239" actId="207"/>
          <ac:spMkLst>
            <pc:docMk/>
            <pc:sldMk cId="0" sldId="274"/>
            <ac:spMk id="61" creationId="{CB3149D5-EE74-CC4F-A48C-A76254CE7D4F}"/>
          </ac:spMkLst>
        </pc:spChg>
        <pc:spChg chg="mod">
          <ac:chgData name="Akriti Mehta" userId="0c901562-3821-4879-abc2-7521cf2ab412" providerId="ADAL" clId="{144A11F9-5BB9-40A3-A970-33EF68ACAA95}" dt="2026-05-27T11:57:21.257" v="238" actId="207"/>
          <ac:spMkLst>
            <pc:docMk/>
            <pc:sldMk cId="0" sldId="274"/>
            <ac:spMk id="63" creationId="{68B2AD31-7CB8-90F5-65EC-38E5F6EC53F4}"/>
          </ac:spMkLst>
        </pc:spChg>
        <pc:spChg chg="mod">
          <ac:chgData name="Akriti Mehta" userId="0c901562-3821-4879-abc2-7521cf2ab412" providerId="ADAL" clId="{144A11F9-5BB9-40A3-A970-33EF68ACAA95}" dt="2026-05-27T11:57:21.257" v="238" actId="207"/>
          <ac:spMkLst>
            <pc:docMk/>
            <pc:sldMk cId="0" sldId="274"/>
            <ac:spMk id="64" creationId="{8C1E2236-BFD5-6964-2C24-E8E17AC6B2A6}"/>
          </ac:spMkLst>
        </pc:spChg>
        <pc:spChg chg="add mod">
          <ac:chgData name="Akriti Mehta" userId="0c901562-3821-4879-abc2-7521cf2ab412" providerId="ADAL" clId="{144A11F9-5BB9-40A3-A970-33EF68ACAA95}" dt="2026-05-27T11:56:38.256" v="233"/>
          <ac:spMkLst>
            <pc:docMk/>
            <pc:sldMk cId="0" sldId="274"/>
            <ac:spMk id="66" creationId="{9CBF2F1F-8CCE-8EB0-22DA-CC617E131327}"/>
          </ac:spMkLst>
        </pc:spChg>
        <pc:spChg chg="add mod">
          <ac:chgData name="Akriti Mehta" userId="0c901562-3821-4879-abc2-7521cf2ab412" providerId="ADAL" clId="{144A11F9-5BB9-40A3-A970-33EF68ACAA95}" dt="2026-05-27T11:56:38.256" v="233"/>
          <ac:spMkLst>
            <pc:docMk/>
            <pc:sldMk cId="0" sldId="274"/>
            <ac:spMk id="69" creationId="{740A6B63-4FDB-8901-A9DA-91AC40986335}"/>
          </ac:spMkLst>
        </pc:spChg>
        <pc:spChg chg="add mod">
          <ac:chgData name="Akriti Mehta" userId="0c901562-3821-4879-abc2-7521cf2ab412" providerId="ADAL" clId="{144A11F9-5BB9-40A3-A970-33EF68ACAA95}" dt="2026-05-27T11:56:38.256" v="233"/>
          <ac:spMkLst>
            <pc:docMk/>
            <pc:sldMk cId="0" sldId="274"/>
            <ac:spMk id="71" creationId="{A13D176C-B6D7-861C-4446-421BDDEDD8A2}"/>
          </ac:spMkLst>
        </pc:spChg>
        <pc:spChg chg="add mod">
          <ac:chgData name="Akriti Mehta" userId="0c901562-3821-4879-abc2-7521cf2ab412" providerId="ADAL" clId="{144A11F9-5BB9-40A3-A970-33EF68ACAA95}" dt="2026-05-27T11:56:38.256" v="233"/>
          <ac:spMkLst>
            <pc:docMk/>
            <pc:sldMk cId="0" sldId="274"/>
            <ac:spMk id="73" creationId="{090EB2B0-115F-DA18-DAF0-261BCCFB54DD}"/>
          </ac:spMkLst>
        </pc:spChg>
        <pc:spChg chg="add mod">
          <ac:chgData name="Akriti Mehta" userId="0c901562-3821-4879-abc2-7521cf2ab412" providerId="ADAL" clId="{144A11F9-5BB9-40A3-A970-33EF68ACAA95}" dt="2026-05-27T11:56:38.256" v="233"/>
          <ac:spMkLst>
            <pc:docMk/>
            <pc:sldMk cId="0" sldId="274"/>
            <ac:spMk id="75" creationId="{7A6277FE-3645-7E2A-E1CF-A4E6B1804221}"/>
          </ac:spMkLst>
        </pc:spChg>
        <pc:spChg chg="add mod">
          <ac:chgData name="Akriti Mehta" userId="0c901562-3821-4879-abc2-7521cf2ab412" providerId="ADAL" clId="{144A11F9-5BB9-40A3-A970-33EF68ACAA95}" dt="2026-05-27T11:56:38.256" v="233"/>
          <ac:spMkLst>
            <pc:docMk/>
            <pc:sldMk cId="0" sldId="274"/>
            <ac:spMk id="79" creationId="{51C3654C-5DB7-591C-1949-483CBF850A90}"/>
          </ac:spMkLst>
        </pc:spChg>
        <pc:spChg chg="add mod">
          <ac:chgData name="Akriti Mehta" userId="0c901562-3821-4879-abc2-7521cf2ab412" providerId="ADAL" clId="{144A11F9-5BB9-40A3-A970-33EF68ACAA95}" dt="2026-05-27T11:56:38.256" v="233"/>
          <ac:spMkLst>
            <pc:docMk/>
            <pc:sldMk cId="0" sldId="274"/>
            <ac:spMk id="80" creationId="{A1479F77-A7E9-E9DB-1393-D1DB797D9F97}"/>
          </ac:spMkLst>
        </pc:spChg>
        <pc:grpChg chg="mod">
          <ac:chgData name="Akriti Mehta" userId="0c901562-3821-4879-abc2-7521cf2ab412" providerId="ADAL" clId="{144A11F9-5BB9-40A3-A970-33EF68ACAA95}" dt="2026-05-27T11:57:21.257" v="238" actId="207"/>
          <ac:grpSpMkLst>
            <pc:docMk/>
            <pc:sldMk cId="0" sldId="274"/>
            <ac:grpSpMk id="62" creationId="{688488C6-4B55-4EDC-B3F6-2A473718D152}"/>
          </ac:grpSpMkLst>
        </pc:grpChg>
      </pc:sldChg>
      <pc:sldChg chg="addSp modSp add del mod modTransition">
        <pc:chgData name="Akriti Mehta" userId="0c901562-3821-4879-abc2-7521cf2ab412" providerId="ADAL" clId="{144A11F9-5BB9-40A3-A970-33EF68ACAA95}" dt="2026-05-27T12:04:49.481" v="256" actId="207"/>
        <pc:sldMkLst>
          <pc:docMk/>
          <pc:sldMk cId="0" sldId="275"/>
        </pc:sldMkLst>
        <pc:spChg chg="mod">
          <ac:chgData name="Akriti Mehta" userId="0c901562-3821-4879-abc2-7521cf2ab412" providerId="ADAL" clId="{144A11F9-5BB9-40A3-A970-33EF68ACAA95}" dt="2026-05-27T12:03:55.479" v="250" actId="1076"/>
          <ac:spMkLst>
            <pc:docMk/>
            <pc:sldMk cId="0" sldId="275"/>
            <ac:spMk id="5" creationId="{00000000-0000-0000-0000-000000000000}"/>
          </ac:spMkLst>
        </pc:spChg>
        <pc:spChg chg="add mod">
          <ac:chgData name="Akriti Mehta" userId="0c901562-3821-4879-abc2-7521cf2ab412" providerId="ADAL" clId="{144A11F9-5BB9-40A3-A970-33EF68ACAA95}" dt="2026-05-27T12:04:42.199" v="255" actId="207"/>
          <ac:spMkLst>
            <pc:docMk/>
            <pc:sldMk cId="0" sldId="275"/>
            <ac:spMk id="7" creationId="{D70BA64B-5BBF-475C-53D7-638035660067}"/>
          </ac:spMkLst>
        </pc:spChg>
        <pc:spChg chg="add mod">
          <ac:chgData name="Akriti Mehta" userId="0c901562-3821-4879-abc2-7521cf2ab412" providerId="ADAL" clId="{144A11F9-5BB9-40A3-A970-33EF68ACAA95}" dt="2026-05-27T12:04:06.004" v="251" actId="207"/>
          <ac:spMkLst>
            <pc:docMk/>
            <pc:sldMk cId="0" sldId="275"/>
            <ac:spMk id="10" creationId="{B626196A-D9E0-D7C2-3740-D2F570A86458}"/>
          </ac:spMkLst>
        </pc:spChg>
        <pc:spChg chg="add mod">
          <ac:chgData name="Akriti Mehta" userId="0c901562-3821-4879-abc2-7521cf2ab412" providerId="ADAL" clId="{144A11F9-5BB9-40A3-A970-33EF68ACAA95}" dt="2026-05-27T12:04:15.046" v="252" actId="207"/>
          <ac:spMkLst>
            <pc:docMk/>
            <pc:sldMk cId="0" sldId="275"/>
            <ac:spMk id="11" creationId="{27A3CED1-4417-2466-B5A5-B48CF9F565F4}"/>
          </ac:spMkLst>
        </pc:spChg>
        <pc:spChg chg="add mod">
          <ac:chgData name="Akriti Mehta" userId="0c901562-3821-4879-abc2-7521cf2ab412" providerId="ADAL" clId="{144A11F9-5BB9-40A3-A970-33EF68ACAA95}" dt="2026-05-27T12:04:49.481" v="256" actId="207"/>
          <ac:spMkLst>
            <pc:docMk/>
            <pc:sldMk cId="0" sldId="275"/>
            <ac:spMk id="12" creationId="{F7CFAAB1-11A7-802E-DE55-0802A7C3BFD8}"/>
          </ac:spMkLst>
        </pc:spChg>
        <pc:spChg chg="add mod">
          <ac:chgData name="Akriti Mehta" userId="0c901562-3821-4879-abc2-7521cf2ab412" providerId="ADAL" clId="{144A11F9-5BB9-40A3-A970-33EF68ACAA95}" dt="2026-05-27T12:03:29.714" v="244"/>
          <ac:spMkLst>
            <pc:docMk/>
            <pc:sldMk cId="0" sldId="275"/>
            <ac:spMk id="14" creationId="{F6E8DF5C-1DE6-04F1-2897-EF4B3DBA8E43}"/>
          </ac:spMkLst>
        </pc:spChg>
        <pc:spChg chg="add mod">
          <ac:chgData name="Akriti Mehta" userId="0c901562-3821-4879-abc2-7521cf2ab412" providerId="ADAL" clId="{144A11F9-5BB9-40A3-A970-33EF68ACAA95}" dt="2026-05-27T12:03:29.714" v="244"/>
          <ac:spMkLst>
            <pc:docMk/>
            <pc:sldMk cId="0" sldId="275"/>
            <ac:spMk id="18" creationId="{1B36363D-0695-6505-574E-945A94272CC3}"/>
          </ac:spMkLst>
        </pc:spChg>
        <pc:spChg chg="add mod">
          <ac:chgData name="Akriti Mehta" userId="0c901562-3821-4879-abc2-7521cf2ab412" providerId="ADAL" clId="{144A11F9-5BB9-40A3-A970-33EF68ACAA95}" dt="2026-05-27T12:03:29.714" v="244"/>
          <ac:spMkLst>
            <pc:docMk/>
            <pc:sldMk cId="0" sldId="275"/>
            <ac:spMk id="19" creationId="{2F329BEE-B610-AFE1-7CC2-1DF769A62D22}"/>
          </ac:spMkLst>
        </pc:spChg>
        <pc:spChg chg="add mod">
          <ac:chgData name="Akriti Mehta" userId="0c901562-3821-4879-abc2-7521cf2ab412" providerId="ADAL" clId="{144A11F9-5BB9-40A3-A970-33EF68ACAA95}" dt="2026-05-27T12:03:29.714" v="244"/>
          <ac:spMkLst>
            <pc:docMk/>
            <pc:sldMk cId="0" sldId="275"/>
            <ac:spMk id="20" creationId="{E7AFF1F2-4F14-E653-0E28-9F7F7DD54600}"/>
          </ac:spMkLst>
        </pc:spChg>
        <pc:spChg chg="add mod">
          <ac:chgData name="Akriti Mehta" userId="0c901562-3821-4879-abc2-7521cf2ab412" providerId="ADAL" clId="{144A11F9-5BB9-40A3-A970-33EF68ACAA95}" dt="2026-05-27T12:03:29.714" v="244"/>
          <ac:spMkLst>
            <pc:docMk/>
            <pc:sldMk cId="0" sldId="275"/>
            <ac:spMk id="21" creationId="{40D94D49-1190-6A8E-7C6C-502387677C67}"/>
          </ac:spMkLst>
        </pc:spChg>
        <pc:spChg chg="add mod">
          <ac:chgData name="Akriti Mehta" userId="0c901562-3821-4879-abc2-7521cf2ab412" providerId="ADAL" clId="{144A11F9-5BB9-40A3-A970-33EF68ACAA95}" dt="2026-05-27T12:04:25.814" v="253" actId="207"/>
          <ac:spMkLst>
            <pc:docMk/>
            <pc:sldMk cId="0" sldId="275"/>
            <ac:spMk id="23" creationId="{7391D2E0-5795-F36F-F44C-7C1158C50362}"/>
          </ac:spMkLst>
        </pc:spChg>
      </pc:sldChg>
      <pc:sldChg chg="add del modTransition">
        <pc:chgData name="Akriti Mehta" userId="0c901562-3821-4879-abc2-7521cf2ab412" providerId="ADAL" clId="{144A11F9-5BB9-40A3-A970-33EF68ACAA95}" dt="2026-05-27T11:34:47.362" v="20"/>
        <pc:sldMkLst>
          <pc:docMk/>
          <pc:sldMk cId="0" sldId="276"/>
        </pc:sldMkLst>
      </pc:sldChg>
      <pc:sldChg chg="add del modTransition setBg">
        <pc:chgData name="Akriti Mehta" userId="0c901562-3821-4879-abc2-7521cf2ab412" providerId="ADAL" clId="{144A11F9-5BB9-40A3-A970-33EF68ACAA95}" dt="2026-05-27T11:34:47.362" v="20"/>
        <pc:sldMkLst>
          <pc:docMk/>
          <pc:sldMk cId="0" sldId="277"/>
        </pc:sldMkLst>
      </pc:sldChg>
      <pc:sldChg chg="add del modTransition">
        <pc:chgData name="Akriti Mehta" userId="0c901562-3821-4879-abc2-7521cf2ab412" providerId="ADAL" clId="{144A11F9-5BB9-40A3-A970-33EF68ACAA95}" dt="2026-05-27T11:34:47.362" v="20"/>
        <pc:sldMkLst>
          <pc:docMk/>
          <pc:sldMk cId="0" sldId="278"/>
        </pc:sldMkLst>
      </pc:sldChg>
      <pc:sldChg chg="addSp delSp modSp add del mod modTransition">
        <pc:chgData name="Akriti Mehta" userId="0c901562-3821-4879-abc2-7521cf2ab412" providerId="ADAL" clId="{144A11F9-5BB9-40A3-A970-33EF68ACAA95}" dt="2026-05-27T12:06:32.201" v="267" actId="207"/>
        <pc:sldMkLst>
          <pc:docMk/>
          <pc:sldMk cId="0" sldId="279"/>
        </pc:sldMkLst>
        <pc:spChg chg="del">
          <ac:chgData name="Akriti Mehta" userId="0c901562-3821-4879-abc2-7521cf2ab412" providerId="ADAL" clId="{144A11F9-5BB9-40A3-A970-33EF68ACAA95}" dt="2026-05-27T12:05:20.716" v="257" actId="478"/>
          <ac:spMkLst>
            <pc:docMk/>
            <pc:sldMk cId="0" sldId="279"/>
            <ac:spMk id="5" creationId="{00000000-0000-0000-0000-000000000000}"/>
          </ac:spMkLst>
        </pc:spChg>
        <pc:spChg chg="add mod">
          <ac:chgData name="Akriti Mehta" userId="0c901562-3821-4879-abc2-7521cf2ab412" providerId="ADAL" clId="{144A11F9-5BB9-40A3-A970-33EF68ACAA95}" dt="2026-05-27T12:05:21.285" v="258"/>
          <ac:spMkLst>
            <pc:docMk/>
            <pc:sldMk cId="0" sldId="279"/>
            <ac:spMk id="7" creationId="{56F1EDCD-64D9-3B7A-98D0-80F4EF4336FB}"/>
          </ac:spMkLst>
        </pc:spChg>
        <pc:spChg chg="add mod">
          <ac:chgData name="Akriti Mehta" userId="0c901562-3821-4879-abc2-7521cf2ab412" providerId="ADAL" clId="{144A11F9-5BB9-40A3-A970-33EF68ACAA95}" dt="2026-05-27T12:05:21.285" v="258"/>
          <ac:spMkLst>
            <pc:docMk/>
            <pc:sldMk cId="0" sldId="279"/>
            <ac:spMk id="10" creationId="{337B28E5-121C-2A2A-232A-AB55598A0709}"/>
          </ac:spMkLst>
        </pc:spChg>
        <pc:spChg chg="add mod">
          <ac:chgData name="Akriti Mehta" userId="0c901562-3821-4879-abc2-7521cf2ab412" providerId="ADAL" clId="{144A11F9-5BB9-40A3-A970-33EF68ACAA95}" dt="2026-05-27T12:05:21.285" v="258"/>
          <ac:spMkLst>
            <pc:docMk/>
            <pc:sldMk cId="0" sldId="279"/>
            <ac:spMk id="11" creationId="{620E3663-7256-4921-FB4A-44B7D7983FEE}"/>
          </ac:spMkLst>
        </pc:spChg>
        <pc:spChg chg="add mod">
          <ac:chgData name="Akriti Mehta" userId="0c901562-3821-4879-abc2-7521cf2ab412" providerId="ADAL" clId="{144A11F9-5BB9-40A3-A970-33EF68ACAA95}" dt="2026-05-27T12:05:21.285" v="258"/>
          <ac:spMkLst>
            <pc:docMk/>
            <pc:sldMk cId="0" sldId="279"/>
            <ac:spMk id="12" creationId="{258E73D4-4EBE-3D1A-8C49-2647C9457671}"/>
          </ac:spMkLst>
        </pc:spChg>
        <pc:spChg chg="add mod">
          <ac:chgData name="Akriti Mehta" userId="0c901562-3821-4879-abc2-7521cf2ab412" providerId="ADAL" clId="{144A11F9-5BB9-40A3-A970-33EF68ACAA95}" dt="2026-05-27T12:05:21.285" v="258"/>
          <ac:spMkLst>
            <pc:docMk/>
            <pc:sldMk cId="0" sldId="279"/>
            <ac:spMk id="13" creationId="{BC2C3C19-C400-5673-1F9D-A5D11761009C}"/>
          </ac:spMkLst>
        </pc:spChg>
        <pc:spChg chg="add mod">
          <ac:chgData name="Akriti Mehta" userId="0c901562-3821-4879-abc2-7521cf2ab412" providerId="ADAL" clId="{144A11F9-5BB9-40A3-A970-33EF68ACAA95}" dt="2026-05-27T12:05:21.285" v="258"/>
          <ac:spMkLst>
            <pc:docMk/>
            <pc:sldMk cId="0" sldId="279"/>
            <ac:spMk id="14" creationId="{9A629060-9DC7-3373-2237-9ABB1D4099FB}"/>
          </ac:spMkLst>
        </pc:spChg>
        <pc:spChg chg="add mod">
          <ac:chgData name="Akriti Mehta" userId="0c901562-3821-4879-abc2-7521cf2ab412" providerId="ADAL" clId="{144A11F9-5BB9-40A3-A970-33EF68ACAA95}" dt="2026-05-27T12:05:21.285" v="258"/>
          <ac:spMkLst>
            <pc:docMk/>
            <pc:sldMk cId="0" sldId="279"/>
            <ac:spMk id="15" creationId="{A921DC5E-643F-2327-A733-2CEBE5EBB897}"/>
          </ac:spMkLst>
        </pc:spChg>
        <pc:spChg chg="add mod">
          <ac:chgData name="Akriti Mehta" userId="0c901562-3821-4879-abc2-7521cf2ab412" providerId="ADAL" clId="{144A11F9-5BB9-40A3-A970-33EF68ACAA95}" dt="2026-05-27T12:05:21.285" v="258"/>
          <ac:spMkLst>
            <pc:docMk/>
            <pc:sldMk cId="0" sldId="279"/>
            <ac:spMk id="17" creationId="{9FB54787-DDE5-ACA3-5439-A513EEC8DD1C}"/>
          </ac:spMkLst>
        </pc:spChg>
        <pc:spChg chg="add mod">
          <ac:chgData name="Akriti Mehta" userId="0c901562-3821-4879-abc2-7521cf2ab412" providerId="ADAL" clId="{144A11F9-5BB9-40A3-A970-33EF68ACAA95}" dt="2026-05-27T12:05:21.285" v="258"/>
          <ac:spMkLst>
            <pc:docMk/>
            <pc:sldMk cId="0" sldId="279"/>
            <ac:spMk id="19" creationId="{FA5926A8-DB94-1376-44A4-46A60B9BC930}"/>
          </ac:spMkLst>
        </pc:spChg>
        <pc:spChg chg="add mod">
          <ac:chgData name="Akriti Mehta" userId="0c901562-3821-4879-abc2-7521cf2ab412" providerId="ADAL" clId="{144A11F9-5BB9-40A3-A970-33EF68ACAA95}" dt="2026-05-27T12:05:21.285" v="258"/>
          <ac:spMkLst>
            <pc:docMk/>
            <pc:sldMk cId="0" sldId="279"/>
            <ac:spMk id="20" creationId="{7D247F83-483F-9766-BC14-EE4ECDE7F474}"/>
          </ac:spMkLst>
        </pc:spChg>
        <pc:spChg chg="add mod">
          <ac:chgData name="Akriti Mehta" userId="0c901562-3821-4879-abc2-7521cf2ab412" providerId="ADAL" clId="{144A11F9-5BB9-40A3-A970-33EF68ACAA95}" dt="2026-05-27T12:05:46.938" v="259"/>
          <ac:spMkLst>
            <pc:docMk/>
            <pc:sldMk cId="0" sldId="279"/>
            <ac:spMk id="24" creationId="{FE600C08-2E60-65F8-FBBF-7D4DBDCC5E9B}"/>
          </ac:spMkLst>
        </pc:spChg>
        <pc:spChg chg="mod">
          <ac:chgData name="Akriti Mehta" userId="0c901562-3821-4879-abc2-7521cf2ab412" providerId="ADAL" clId="{144A11F9-5BB9-40A3-A970-33EF68ACAA95}" dt="2026-05-27T12:06:11.154" v="263" actId="207"/>
          <ac:spMkLst>
            <pc:docMk/>
            <pc:sldMk cId="0" sldId="279"/>
            <ac:spMk id="31" creationId="{CD2CBA1F-B663-3D69-5A98-5A3227948FE7}"/>
          </ac:spMkLst>
        </pc:spChg>
        <pc:spChg chg="add mod">
          <ac:chgData name="Akriti Mehta" userId="0c901562-3821-4879-abc2-7521cf2ab412" providerId="ADAL" clId="{144A11F9-5BB9-40A3-A970-33EF68ACAA95}" dt="2026-05-27T12:05:46.938" v="259"/>
          <ac:spMkLst>
            <pc:docMk/>
            <pc:sldMk cId="0" sldId="279"/>
            <ac:spMk id="32" creationId="{7DB88BF6-B7FE-D617-4282-2904DD2DD880}"/>
          </ac:spMkLst>
        </pc:spChg>
        <pc:spChg chg="add mod">
          <ac:chgData name="Akriti Mehta" userId="0c901562-3821-4879-abc2-7521cf2ab412" providerId="ADAL" clId="{144A11F9-5BB9-40A3-A970-33EF68ACAA95}" dt="2026-05-27T12:06:15.445" v="264" actId="207"/>
          <ac:spMkLst>
            <pc:docMk/>
            <pc:sldMk cId="0" sldId="279"/>
            <ac:spMk id="33" creationId="{38AC3858-D695-1597-367B-63A60E9AFE77}"/>
          </ac:spMkLst>
        </pc:spChg>
        <pc:spChg chg="add mod">
          <ac:chgData name="Akriti Mehta" userId="0c901562-3821-4879-abc2-7521cf2ab412" providerId="ADAL" clId="{144A11F9-5BB9-40A3-A970-33EF68ACAA95}" dt="2026-05-27T12:05:46.938" v="259"/>
          <ac:spMkLst>
            <pc:docMk/>
            <pc:sldMk cId="0" sldId="279"/>
            <ac:spMk id="34" creationId="{0F9C3DD7-9D79-147C-5F97-0DF53ABF221F}"/>
          </ac:spMkLst>
        </pc:spChg>
        <pc:spChg chg="add mod">
          <ac:chgData name="Akriti Mehta" userId="0c901562-3821-4879-abc2-7521cf2ab412" providerId="ADAL" clId="{144A11F9-5BB9-40A3-A970-33EF68ACAA95}" dt="2026-05-27T12:06:19.319" v="265" actId="207"/>
          <ac:spMkLst>
            <pc:docMk/>
            <pc:sldMk cId="0" sldId="279"/>
            <ac:spMk id="35" creationId="{AF5ACD59-95A3-8413-09CE-EC2B0E2359FE}"/>
          </ac:spMkLst>
        </pc:spChg>
        <pc:spChg chg="add mod">
          <ac:chgData name="Akriti Mehta" userId="0c901562-3821-4879-abc2-7521cf2ab412" providerId="ADAL" clId="{144A11F9-5BB9-40A3-A970-33EF68ACAA95}" dt="2026-05-27T12:05:46.938" v="259"/>
          <ac:spMkLst>
            <pc:docMk/>
            <pc:sldMk cId="0" sldId="279"/>
            <ac:spMk id="36" creationId="{5F85D3FA-A2A6-C095-F058-4EEEB4A8AFF9}"/>
          </ac:spMkLst>
        </pc:spChg>
        <pc:spChg chg="add mod">
          <ac:chgData name="Akriti Mehta" userId="0c901562-3821-4879-abc2-7521cf2ab412" providerId="ADAL" clId="{144A11F9-5BB9-40A3-A970-33EF68ACAA95}" dt="2026-05-27T12:06:25.026" v="266" actId="207"/>
          <ac:spMkLst>
            <pc:docMk/>
            <pc:sldMk cId="0" sldId="279"/>
            <ac:spMk id="37" creationId="{D908683C-AA03-E8D1-6048-C114486BBF9B}"/>
          </ac:spMkLst>
        </pc:spChg>
        <pc:spChg chg="add mod">
          <ac:chgData name="Akriti Mehta" userId="0c901562-3821-4879-abc2-7521cf2ab412" providerId="ADAL" clId="{144A11F9-5BB9-40A3-A970-33EF68ACAA95}" dt="2026-05-27T12:05:46.938" v="259"/>
          <ac:spMkLst>
            <pc:docMk/>
            <pc:sldMk cId="0" sldId="279"/>
            <ac:spMk id="38" creationId="{3BD26646-C858-084B-0E5E-062EB4B68979}"/>
          </ac:spMkLst>
        </pc:spChg>
        <pc:spChg chg="add mod">
          <ac:chgData name="Akriti Mehta" userId="0c901562-3821-4879-abc2-7521cf2ab412" providerId="ADAL" clId="{144A11F9-5BB9-40A3-A970-33EF68ACAA95}" dt="2026-05-27T12:06:32.201" v="267" actId="207"/>
          <ac:spMkLst>
            <pc:docMk/>
            <pc:sldMk cId="0" sldId="279"/>
            <ac:spMk id="39" creationId="{B8864B1D-F4A7-44B1-CF6B-26C5F14A139A}"/>
          </ac:spMkLst>
        </pc:spChg>
        <pc:spChg chg="add mod">
          <ac:chgData name="Akriti Mehta" userId="0c901562-3821-4879-abc2-7521cf2ab412" providerId="ADAL" clId="{144A11F9-5BB9-40A3-A970-33EF68ACAA95}" dt="2026-05-27T12:05:46.938" v="259"/>
          <ac:spMkLst>
            <pc:docMk/>
            <pc:sldMk cId="0" sldId="279"/>
            <ac:spMk id="40" creationId="{2B585659-4330-F737-D9E9-98F0B209002A}"/>
          </ac:spMkLst>
        </pc:spChg>
        <pc:spChg chg="add mod ord">
          <ac:chgData name="Akriti Mehta" userId="0c901562-3821-4879-abc2-7521cf2ab412" providerId="ADAL" clId="{144A11F9-5BB9-40A3-A970-33EF68ACAA95}" dt="2026-05-27T12:06:01.524" v="262" actId="167"/>
          <ac:spMkLst>
            <pc:docMk/>
            <pc:sldMk cId="0" sldId="279"/>
            <ac:spMk id="42" creationId="{75D96220-13FA-AA88-8145-03BC1D992864}"/>
          </ac:spMkLst>
        </pc:spChg>
      </pc:sldChg>
      <pc:sldChg chg="addSp delSp modSp add del mod modTransition">
        <pc:chgData name="Akriti Mehta" userId="0c901562-3821-4879-abc2-7521cf2ab412" providerId="ADAL" clId="{144A11F9-5BB9-40A3-A970-33EF68ACAA95}" dt="2026-05-27T12:10:16.602" v="292" actId="208"/>
        <pc:sldMkLst>
          <pc:docMk/>
          <pc:sldMk cId="0" sldId="280"/>
        </pc:sldMkLst>
        <pc:spChg chg="del">
          <ac:chgData name="Akriti Mehta" userId="0c901562-3821-4879-abc2-7521cf2ab412" providerId="ADAL" clId="{144A11F9-5BB9-40A3-A970-33EF68ACAA95}" dt="2026-05-27T12:06:48.247" v="268" actId="478"/>
          <ac:spMkLst>
            <pc:docMk/>
            <pc:sldMk cId="0" sldId="280"/>
            <ac:spMk id="5" creationId="{00000000-0000-0000-0000-000000000000}"/>
          </ac:spMkLst>
        </pc:spChg>
        <pc:spChg chg="add del">
          <ac:chgData name="Akriti Mehta" userId="0c901562-3821-4879-abc2-7521cf2ab412" providerId="ADAL" clId="{144A11F9-5BB9-40A3-A970-33EF68ACAA95}" dt="2026-05-27T12:06:50.647" v="270" actId="22"/>
          <ac:spMkLst>
            <pc:docMk/>
            <pc:sldMk cId="0" sldId="280"/>
            <ac:spMk id="8" creationId="{44458C3A-1037-3243-6AB4-B69A944DCC70}"/>
          </ac:spMkLst>
        </pc:spChg>
        <pc:spChg chg="add mod">
          <ac:chgData name="Akriti Mehta" userId="0c901562-3821-4879-abc2-7521cf2ab412" providerId="ADAL" clId="{144A11F9-5BB9-40A3-A970-33EF68ACAA95}" dt="2026-05-27T12:07:23.857" v="271"/>
          <ac:spMkLst>
            <pc:docMk/>
            <pc:sldMk cId="0" sldId="280"/>
            <ac:spMk id="10" creationId="{B0AF8882-30CA-6F67-76DE-1941FCB4C1D0}"/>
          </ac:spMkLst>
        </pc:spChg>
        <pc:spChg chg="mod">
          <ac:chgData name="Akriti Mehta" userId="0c901562-3821-4879-abc2-7521cf2ab412" providerId="ADAL" clId="{144A11F9-5BB9-40A3-A970-33EF68ACAA95}" dt="2026-05-27T12:08:03.246" v="277" actId="207"/>
          <ac:spMkLst>
            <pc:docMk/>
            <pc:sldMk cId="0" sldId="280"/>
            <ac:spMk id="13" creationId="{25CEAF08-7692-A191-1F3E-EB575189DB80}"/>
          </ac:spMkLst>
        </pc:spChg>
        <pc:spChg chg="mod">
          <ac:chgData name="Akriti Mehta" userId="0c901562-3821-4879-abc2-7521cf2ab412" providerId="ADAL" clId="{144A11F9-5BB9-40A3-A970-33EF68ACAA95}" dt="2026-05-27T12:08:09.490" v="278" actId="207"/>
          <ac:spMkLst>
            <pc:docMk/>
            <pc:sldMk cId="0" sldId="280"/>
            <ac:spMk id="15" creationId="{6EC41CE5-8D58-BCE8-3BD5-F861E315FD70}"/>
          </ac:spMkLst>
        </pc:spChg>
        <pc:spChg chg="mod">
          <ac:chgData name="Akriti Mehta" userId="0c901562-3821-4879-abc2-7521cf2ab412" providerId="ADAL" clId="{144A11F9-5BB9-40A3-A970-33EF68ACAA95}" dt="2026-05-27T12:08:03.246" v="277" actId="207"/>
          <ac:spMkLst>
            <pc:docMk/>
            <pc:sldMk cId="0" sldId="280"/>
            <ac:spMk id="17" creationId="{85E48EA0-37F9-8039-89AA-CB789D646155}"/>
          </ac:spMkLst>
        </pc:spChg>
        <pc:spChg chg="mod">
          <ac:chgData name="Akriti Mehta" userId="0c901562-3821-4879-abc2-7521cf2ab412" providerId="ADAL" clId="{144A11F9-5BB9-40A3-A970-33EF68ACAA95}" dt="2026-05-27T12:07:40.975" v="272" actId="207"/>
          <ac:spMkLst>
            <pc:docMk/>
            <pc:sldMk cId="0" sldId="280"/>
            <ac:spMk id="19" creationId="{299CCA5F-17BB-5B21-7662-EFB7061A65AE}"/>
          </ac:spMkLst>
        </pc:spChg>
        <pc:spChg chg="mod">
          <ac:chgData name="Akriti Mehta" userId="0c901562-3821-4879-abc2-7521cf2ab412" providerId="ADAL" clId="{144A11F9-5BB9-40A3-A970-33EF68ACAA95}" dt="2026-05-27T12:08:14.754" v="279" actId="207"/>
          <ac:spMkLst>
            <pc:docMk/>
            <pc:sldMk cId="0" sldId="280"/>
            <ac:spMk id="22" creationId="{F29A231D-9FCE-AA2F-2409-05AD0F8F8B51}"/>
          </ac:spMkLst>
        </pc:spChg>
        <pc:spChg chg="mod">
          <ac:chgData name="Akriti Mehta" userId="0c901562-3821-4879-abc2-7521cf2ab412" providerId="ADAL" clId="{144A11F9-5BB9-40A3-A970-33EF68ACAA95}" dt="2026-05-27T12:10:16.602" v="292" actId="208"/>
          <ac:spMkLst>
            <pc:docMk/>
            <pc:sldMk cId="0" sldId="280"/>
            <ac:spMk id="27" creationId="{01D24579-C636-7BB3-C6C1-78E05C3693DD}"/>
          </ac:spMkLst>
        </pc:spChg>
        <pc:spChg chg="mod">
          <ac:chgData name="Akriti Mehta" userId="0c901562-3821-4879-abc2-7521cf2ab412" providerId="ADAL" clId="{144A11F9-5BB9-40A3-A970-33EF68ACAA95}" dt="2026-05-27T12:10:16.602" v="292" actId="208"/>
          <ac:spMkLst>
            <pc:docMk/>
            <pc:sldMk cId="0" sldId="280"/>
            <ac:spMk id="28" creationId="{B895474A-7EA3-52AA-E20B-FC731D1708DD}"/>
          </ac:spMkLst>
        </pc:spChg>
        <pc:spChg chg="mod">
          <ac:chgData name="Akriti Mehta" userId="0c901562-3821-4879-abc2-7521cf2ab412" providerId="ADAL" clId="{144A11F9-5BB9-40A3-A970-33EF68ACAA95}" dt="2026-05-27T12:09:33.257" v="287" actId="208"/>
          <ac:spMkLst>
            <pc:docMk/>
            <pc:sldMk cId="0" sldId="280"/>
            <ac:spMk id="32" creationId="{317E7A4E-06E1-DAEB-AFBD-4788918B1507}"/>
          </ac:spMkLst>
        </pc:spChg>
        <pc:spChg chg="mod">
          <ac:chgData name="Akriti Mehta" userId="0c901562-3821-4879-abc2-7521cf2ab412" providerId="ADAL" clId="{144A11F9-5BB9-40A3-A970-33EF68ACAA95}" dt="2026-05-27T12:09:38.884" v="288" actId="208"/>
          <ac:spMkLst>
            <pc:docMk/>
            <pc:sldMk cId="0" sldId="280"/>
            <ac:spMk id="35" creationId="{C635D49C-4101-C7BF-6759-20CFA72D1ABD}"/>
          </ac:spMkLst>
        </pc:spChg>
        <pc:spChg chg="mod">
          <ac:chgData name="Akriti Mehta" userId="0c901562-3821-4879-abc2-7521cf2ab412" providerId="ADAL" clId="{144A11F9-5BB9-40A3-A970-33EF68ACAA95}" dt="2026-05-27T12:09:53.775" v="291" actId="208"/>
          <ac:spMkLst>
            <pc:docMk/>
            <pc:sldMk cId="0" sldId="280"/>
            <ac:spMk id="44" creationId="{F5E884B2-3524-7D4A-EE9C-807D9EA189A6}"/>
          </ac:spMkLst>
        </pc:spChg>
        <pc:spChg chg="mod">
          <ac:chgData name="Akriti Mehta" userId="0c901562-3821-4879-abc2-7521cf2ab412" providerId="ADAL" clId="{144A11F9-5BB9-40A3-A970-33EF68ACAA95}" dt="2026-05-27T12:09:26.469" v="286" actId="208"/>
          <ac:spMkLst>
            <pc:docMk/>
            <pc:sldMk cId="0" sldId="280"/>
            <ac:spMk id="49" creationId="{23F16623-B584-0784-3845-99A9D1993F9F}"/>
          </ac:spMkLst>
        </pc:spChg>
        <pc:spChg chg="mod">
          <ac:chgData name="Akriti Mehta" userId="0c901562-3821-4879-abc2-7521cf2ab412" providerId="ADAL" clId="{144A11F9-5BB9-40A3-A970-33EF68ACAA95}" dt="2026-05-27T12:09:48.866" v="290" actId="208"/>
          <ac:spMkLst>
            <pc:docMk/>
            <pc:sldMk cId="0" sldId="280"/>
            <ac:spMk id="53" creationId="{8A509C88-D88A-2556-CC09-B5BDCAC932BD}"/>
          </ac:spMkLst>
        </pc:spChg>
        <pc:spChg chg="mod">
          <ac:chgData name="Akriti Mehta" userId="0c901562-3821-4879-abc2-7521cf2ab412" providerId="ADAL" clId="{144A11F9-5BB9-40A3-A970-33EF68ACAA95}" dt="2026-05-27T12:09:43.877" v="289" actId="208"/>
          <ac:spMkLst>
            <pc:docMk/>
            <pc:sldMk cId="0" sldId="280"/>
            <ac:spMk id="61" creationId="{9F9F5C7A-237C-BDE7-8A04-E43E6ACFB421}"/>
          </ac:spMkLst>
        </pc:spChg>
        <pc:spChg chg="add mod">
          <ac:chgData name="Akriti Mehta" userId="0c901562-3821-4879-abc2-7521cf2ab412" providerId="ADAL" clId="{144A11F9-5BB9-40A3-A970-33EF68ACAA95}" dt="2026-05-27T12:07:23.857" v="271"/>
          <ac:spMkLst>
            <pc:docMk/>
            <pc:sldMk cId="0" sldId="280"/>
            <ac:spMk id="63" creationId="{96AB1A4C-71F9-FE08-8903-BFC42D495FAB}"/>
          </ac:spMkLst>
        </pc:spChg>
        <pc:spChg chg="add mod">
          <ac:chgData name="Akriti Mehta" userId="0c901562-3821-4879-abc2-7521cf2ab412" providerId="ADAL" clId="{144A11F9-5BB9-40A3-A970-33EF68ACAA95}" dt="2026-05-27T12:07:23.857" v="271"/>
          <ac:spMkLst>
            <pc:docMk/>
            <pc:sldMk cId="0" sldId="280"/>
            <ac:spMk id="65" creationId="{4368BA8A-B471-9A4A-4067-A65A01E957FD}"/>
          </ac:spMkLst>
        </pc:spChg>
        <pc:spChg chg="mod">
          <ac:chgData name="Akriti Mehta" userId="0c901562-3821-4879-abc2-7521cf2ab412" providerId="ADAL" clId="{144A11F9-5BB9-40A3-A970-33EF68ACAA95}" dt="2026-05-27T12:08:29.468" v="281" actId="207"/>
          <ac:spMkLst>
            <pc:docMk/>
            <pc:sldMk cId="0" sldId="280"/>
            <ac:spMk id="73" creationId="{15929A55-8746-B38F-3C12-D027CC23500F}"/>
          </ac:spMkLst>
        </pc:spChg>
        <pc:spChg chg="add mod">
          <ac:chgData name="Akriti Mehta" userId="0c901562-3821-4879-abc2-7521cf2ab412" providerId="ADAL" clId="{144A11F9-5BB9-40A3-A970-33EF68ACAA95}" dt="2026-05-27T12:08:33.531" v="282" actId="207"/>
          <ac:spMkLst>
            <pc:docMk/>
            <pc:sldMk cId="0" sldId="280"/>
            <ac:spMk id="74" creationId="{BC8749B8-4851-50F9-72C9-275E367A5EFE}"/>
          </ac:spMkLst>
        </pc:spChg>
        <pc:spChg chg="mod">
          <ac:chgData name="Akriti Mehta" userId="0c901562-3821-4879-abc2-7521cf2ab412" providerId="ADAL" clId="{144A11F9-5BB9-40A3-A970-33EF68ACAA95}" dt="2026-05-27T12:08:50.920" v="285" actId="207"/>
          <ac:spMkLst>
            <pc:docMk/>
            <pc:sldMk cId="0" sldId="280"/>
            <ac:spMk id="75" creationId="{6BECFDA5-87D8-4C3C-EDE6-56108240A123}"/>
          </ac:spMkLst>
        </pc:spChg>
        <pc:spChg chg="mod">
          <ac:chgData name="Akriti Mehta" userId="0c901562-3821-4879-abc2-7521cf2ab412" providerId="ADAL" clId="{144A11F9-5BB9-40A3-A970-33EF68ACAA95}" dt="2026-05-27T12:08:45.749" v="284" actId="207"/>
          <ac:spMkLst>
            <pc:docMk/>
            <pc:sldMk cId="0" sldId="280"/>
            <ac:spMk id="76" creationId="{FE0DD854-5A2F-A885-559D-DB8449D1B5CC}"/>
          </ac:spMkLst>
        </pc:spChg>
        <pc:spChg chg="mod">
          <ac:chgData name="Akriti Mehta" userId="0c901562-3821-4879-abc2-7521cf2ab412" providerId="ADAL" clId="{144A11F9-5BB9-40A3-A970-33EF68ACAA95}" dt="2026-05-27T12:08:39.486" v="283" actId="207"/>
          <ac:spMkLst>
            <pc:docMk/>
            <pc:sldMk cId="0" sldId="280"/>
            <ac:spMk id="77" creationId="{51E9F08F-238F-7B2E-BBA7-103C244C91BE}"/>
          </ac:spMkLst>
        </pc:spChg>
        <pc:spChg chg="mod">
          <ac:chgData name="Akriti Mehta" userId="0c901562-3821-4879-abc2-7521cf2ab412" providerId="ADAL" clId="{144A11F9-5BB9-40A3-A970-33EF68ACAA95}" dt="2026-05-27T12:07:23.857" v="271"/>
          <ac:spMkLst>
            <pc:docMk/>
            <pc:sldMk cId="0" sldId="280"/>
            <ac:spMk id="88" creationId="{6287647D-413F-7ECC-0407-51705555523F}"/>
          </ac:spMkLst>
        </pc:spChg>
        <pc:spChg chg="add mod">
          <ac:chgData name="Akriti Mehta" userId="0c901562-3821-4879-abc2-7521cf2ab412" providerId="ADAL" clId="{144A11F9-5BB9-40A3-A970-33EF68ACAA95}" dt="2026-05-27T12:07:23.857" v="271"/>
          <ac:spMkLst>
            <pc:docMk/>
            <pc:sldMk cId="0" sldId="280"/>
            <ac:spMk id="90" creationId="{F139A328-3E3D-1BE3-CEB0-9FD64841D73B}"/>
          </ac:spMkLst>
        </pc:spChg>
        <pc:spChg chg="mod">
          <ac:chgData name="Akriti Mehta" userId="0c901562-3821-4879-abc2-7521cf2ab412" providerId="ADAL" clId="{144A11F9-5BB9-40A3-A970-33EF68ACAA95}" dt="2026-05-27T12:07:49.989" v="274" actId="207"/>
          <ac:spMkLst>
            <pc:docMk/>
            <pc:sldMk cId="0" sldId="280"/>
            <ac:spMk id="93" creationId="{E1495DBA-1444-A242-626A-E33D30D6409D}"/>
          </ac:spMkLst>
        </pc:spChg>
        <pc:spChg chg="mod">
          <ac:chgData name="Akriti Mehta" userId="0c901562-3821-4879-abc2-7521cf2ab412" providerId="ADAL" clId="{144A11F9-5BB9-40A3-A970-33EF68ACAA95}" dt="2026-05-27T12:07:54.630" v="275" actId="207"/>
          <ac:spMkLst>
            <pc:docMk/>
            <pc:sldMk cId="0" sldId="280"/>
            <ac:spMk id="94" creationId="{ACCF60DD-636F-24C8-77CF-1B400C7E17A0}"/>
          </ac:spMkLst>
        </pc:spChg>
        <pc:spChg chg="add mod">
          <ac:chgData name="Akriti Mehta" userId="0c901562-3821-4879-abc2-7521cf2ab412" providerId="ADAL" clId="{144A11F9-5BB9-40A3-A970-33EF68ACAA95}" dt="2026-05-27T12:07:23.857" v="271"/>
          <ac:spMkLst>
            <pc:docMk/>
            <pc:sldMk cId="0" sldId="280"/>
            <ac:spMk id="98" creationId="{71AAA955-BE28-496D-FBB8-A047F38205AE}"/>
          </ac:spMkLst>
        </pc:spChg>
        <pc:spChg chg="add mod">
          <ac:chgData name="Akriti Mehta" userId="0c901562-3821-4879-abc2-7521cf2ab412" providerId="ADAL" clId="{144A11F9-5BB9-40A3-A970-33EF68ACAA95}" dt="2026-05-27T12:07:23.857" v="271"/>
          <ac:spMkLst>
            <pc:docMk/>
            <pc:sldMk cId="0" sldId="280"/>
            <ac:spMk id="100" creationId="{53565A56-51FB-6413-2141-3345C6711909}"/>
          </ac:spMkLst>
        </pc:spChg>
        <pc:grpChg chg="mod">
          <ac:chgData name="Akriti Mehta" userId="0c901562-3821-4879-abc2-7521cf2ab412" providerId="ADAL" clId="{144A11F9-5BB9-40A3-A970-33EF68ACAA95}" dt="2026-05-27T12:08:03.246" v="277" actId="207"/>
          <ac:grpSpMkLst>
            <pc:docMk/>
            <pc:sldMk cId="0" sldId="280"/>
            <ac:grpSpMk id="12" creationId="{3BBBB4C8-45B0-6D84-C772-0E7F8501381A}"/>
          </ac:grpSpMkLst>
        </pc:grpChg>
        <pc:grpChg chg="mod">
          <ac:chgData name="Akriti Mehta" userId="0c901562-3821-4879-abc2-7521cf2ab412" providerId="ADAL" clId="{144A11F9-5BB9-40A3-A970-33EF68ACAA95}" dt="2026-05-27T12:08:03.246" v="277" actId="207"/>
          <ac:grpSpMkLst>
            <pc:docMk/>
            <pc:sldMk cId="0" sldId="280"/>
            <ac:grpSpMk id="14" creationId="{3511001B-C532-FEB7-A150-872BDA8D4136}"/>
          </ac:grpSpMkLst>
        </pc:grpChg>
        <pc:grpChg chg="mod">
          <ac:chgData name="Akriti Mehta" userId="0c901562-3821-4879-abc2-7521cf2ab412" providerId="ADAL" clId="{144A11F9-5BB9-40A3-A970-33EF68ACAA95}" dt="2026-05-27T12:07:40.975" v="272" actId="207"/>
          <ac:grpSpMkLst>
            <pc:docMk/>
            <pc:sldMk cId="0" sldId="280"/>
            <ac:grpSpMk id="18" creationId="{18A8A73B-E8EE-4A3D-E9EE-99DD4E015437}"/>
          </ac:grpSpMkLst>
        </pc:grpChg>
        <pc:grpChg chg="mod">
          <ac:chgData name="Akriti Mehta" userId="0c901562-3821-4879-abc2-7521cf2ab412" providerId="ADAL" clId="{144A11F9-5BB9-40A3-A970-33EF68ACAA95}" dt="2026-05-27T12:07:49.989" v="274" actId="207"/>
          <ac:grpSpMkLst>
            <pc:docMk/>
            <pc:sldMk cId="0" sldId="280"/>
            <ac:grpSpMk id="92" creationId="{AA864806-4A2D-7609-A123-3FD2916424A8}"/>
          </ac:grpSpMkLst>
        </pc:grpChg>
        <pc:picChg chg="mod">
          <ac:chgData name="Akriti Mehta" userId="0c901562-3821-4879-abc2-7521cf2ab412" providerId="ADAL" clId="{144A11F9-5BB9-40A3-A970-33EF68ACAA95}" dt="2026-05-27T12:08:03.246" v="277" actId="207"/>
          <ac:picMkLst>
            <pc:docMk/>
            <pc:sldMk cId="0" sldId="280"/>
            <ac:picMk id="16" creationId="{D6E36E41-EDAB-D6AD-4518-2BE1BEEC5592}"/>
          </ac:picMkLst>
        </pc:picChg>
        <pc:picChg chg="mod">
          <ac:chgData name="Akriti Mehta" userId="0c901562-3821-4879-abc2-7521cf2ab412" providerId="ADAL" clId="{144A11F9-5BB9-40A3-A970-33EF68ACAA95}" dt="2026-05-27T12:07:40.975" v="272" actId="207"/>
          <ac:picMkLst>
            <pc:docMk/>
            <pc:sldMk cId="0" sldId="280"/>
            <ac:picMk id="20" creationId="{7F3A2F59-1FB6-44D5-B2AE-4AD016A9EBD0}"/>
          </ac:picMkLst>
        </pc:picChg>
        <pc:picChg chg="mod">
          <ac:chgData name="Akriti Mehta" userId="0c901562-3821-4879-abc2-7521cf2ab412" providerId="ADAL" clId="{144A11F9-5BB9-40A3-A970-33EF68ACAA95}" dt="2026-05-27T12:10:16.602" v="292" actId="208"/>
          <ac:picMkLst>
            <pc:docMk/>
            <pc:sldMk cId="0" sldId="280"/>
            <ac:picMk id="29" creationId="{D9385987-F181-AEE9-45B4-4F186389BC01}"/>
          </ac:picMkLst>
        </pc:picChg>
        <pc:picChg chg="mod">
          <ac:chgData name="Akriti Mehta" userId="0c901562-3821-4879-abc2-7521cf2ab412" providerId="ADAL" clId="{144A11F9-5BB9-40A3-A970-33EF68ACAA95}" dt="2026-05-27T12:10:16.602" v="292" actId="208"/>
          <ac:picMkLst>
            <pc:docMk/>
            <pc:sldMk cId="0" sldId="280"/>
            <ac:picMk id="30" creationId="{6BD6E6AF-9D6F-996B-3AB0-B21A963012DC}"/>
          </ac:picMkLst>
        </pc:picChg>
      </pc:sldChg>
      <pc:sldChg chg="addSp delSp modSp add del mod modTransition">
        <pc:chgData name="Akriti Mehta" userId="0c901562-3821-4879-abc2-7521cf2ab412" providerId="ADAL" clId="{144A11F9-5BB9-40A3-A970-33EF68ACAA95}" dt="2026-05-27T12:12:17.233" v="300" actId="207"/>
        <pc:sldMkLst>
          <pc:docMk/>
          <pc:sldMk cId="0" sldId="281"/>
        </pc:sldMkLst>
        <pc:spChg chg="del">
          <ac:chgData name="Akriti Mehta" userId="0c901562-3821-4879-abc2-7521cf2ab412" providerId="ADAL" clId="{144A11F9-5BB9-40A3-A970-33EF68ACAA95}" dt="2026-05-27T12:11:19.170" v="293" actId="478"/>
          <ac:spMkLst>
            <pc:docMk/>
            <pc:sldMk cId="0" sldId="281"/>
            <ac:spMk id="5" creationId="{00000000-0000-0000-0000-000000000000}"/>
          </ac:spMkLst>
        </pc:spChg>
        <pc:spChg chg="add mod">
          <ac:chgData name="Akriti Mehta" userId="0c901562-3821-4879-abc2-7521cf2ab412" providerId="ADAL" clId="{144A11F9-5BB9-40A3-A970-33EF68ACAA95}" dt="2026-05-27T12:11:33.424" v="295" actId="207"/>
          <ac:spMkLst>
            <pc:docMk/>
            <pc:sldMk cId="0" sldId="281"/>
            <ac:spMk id="12" creationId="{74216E56-1FFB-6287-58E2-F05153CF976E}"/>
          </ac:spMkLst>
        </pc:spChg>
        <pc:spChg chg="add mod">
          <ac:chgData name="Akriti Mehta" userId="0c901562-3821-4879-abc2-7521cf2ab412" providerId="ADAL" clId="{144A11F9-5BB9-40A3-A970-33EF68ACAA95}" dt="2026-05-27T12:11:40.474" v="296" actId="207"/>
          <ac:spMkLst>
            <pc:docMk/>
            <pc:sldMk cId="0" sldId="281"/>
            <ac:spMk id="15" creationId="{489AFB27-3FC5-CFCD-CA5C-CCDCB2057E0D}"/>
          </ac:spMkLst>
        </pc:spChg>
        <pc:spChg chg="add mod">
          <ac:chgData name="Akriti Mehta" userId="0c901562-3821-4879-abc2-7521cf2ab412" providerId="ADAL" clId="{144A11F9-5BB9-40A3-A970-33EF68ACAA95}" dt="2026-05-27T12:11:19.908" v="294"/>
          <ac:spMkLst>
            <pc:docMk/>
            <pc:sldMk cId="0" sldId="281"/>
            <ac:spMk id="16" creationId="{86699527-E0B7-62E5-CD86-3811BAC8E7BC}"/>
          </ac:spMkLst>
        </pc:spChg>
        <pc:spChg chg="add mod">
          <ac:chgData name="Akriti Mehta" userId="0c901562-3821-4879-abc2-7521cf2ab412" providerId="ADAL" clId="{144A11F9-5BB9-40A3-A970-33EF68ACAA95}" dt="2026-05-27T12:11:44.564" v="297" actId="207"/>
          <ac:spMkLst>
            <pc:docMk/>
            <pc:sldMk cId="0" sldId="281"/>
            <ac:spMk id="17" creationId="{3F6FFFAC-7B03-01BF-1A2B-D9088357E6EB}"/>
          </ac:spMkLst>
        </pc:spChg>
        <pc:spChg chg="add mod">
          <ac:chgData name="Akriti Mehta" userId="0c901562-3821-4879-abc2-7521cf2ab412" providerId="ADAL" clId="{144A11F9-5BB9-40A3-A970-33EF68ACAA95}" dt="2026-05-27T12:11:19.908" v="294"/>
          <ac:spMkLst>
            <pc:docMk/>
            <pc:sldMk cId="0" sldId="281"/>
            <ac:spMk id="18" creationId="{B9C1D4BE-BA4A-B09F-77BA-F56B4EBEDC3A}"/>
          </ac:spMkLst>
        </pc:spChg>
        <pc:spChg chg="add mod">
          <ac:chgData name="Akriti Mehta" userId="0c901562-3821-4879-abc2-7521cf2ab412" providerId="ADAL" clId="{144A11F9-5BB9-40A3-A970-33EF68ACAA95}" dt="2026-05-27T12:11:48.812" v="298" actId="207"/>
          <ac:spMkLst>
            <pc:docMk/>
            <pc:sldMk cId="0" sldId="281"/>
            <ac:spMk id="19" creationId="{B6EE1E6E-0FE5-419D-7299-A02622B12786}"/>
          </ac:spMkLst>
        </pc:spChg>
        <pc:spChg chg="add mod">
          <ac:chgData name="Akriti Mehta" userId="0c901562-3821-4879-abc2-7521cf2ab412" providerId="ADAL" clId="{144A11F9-5BB9-40A3-A970-33EF68ACAA95}" dt="2026-05-27T12:11:19.908" v="294"/>
          <ac:spMkLst>
            <pc:docMk/>
            <pc:sldMk cId="0" sldId="281"/>
            <ac:spMk id="20" creationId="{C51920B8-4EAF-BF2E-54E2-8C5FAA4D6225}"/>
          </ac:spMkLst>
        </pc:spChg>
        <pc:spChg chg="add mod">
          <ac:chgData name="Akriti Mehta" userId="0c901562-3821-4879-abc2-7521cf2ab412" providerId="ADAL" clId="{144A11F9-5BB9-40A3-A970-33EF68ACAA95}" dt="2026-05-27T12:12:11.932" v="299" actId="207"/>
          <ac:spMkLst>
            <pc:docMk/>
            <pc:sldMk cId="0" sldId="281"/>
            <ac:spMk id="21" creationId="{87EED208-BAFF-8A32-31C2-D63C34672594}"/>
          </ac:spMkLst>
        </pc:spChg>
        <pc:spChg chg="add mod">
          <ac:chgData name="Akriti Mehta" userId="0c901562-3821-4879-abc2-7521cf2ab412" providerId="ADAL" clId="{144A11F9-5BB9-40A3-A970-33EF68ACAA95}" dt="2026-05-27T12:11:19.908" v="294"/>
          <ac:spMkLst>
            <pc:docMk/>
            <pc:sldMk cId="0" sldId="281"/>
            <ac:spMk id="22" creationId="{108E454D-CD21-D1FB-BA04-F0365CDFC678}"/>
          </ac:spMkLst>
        </pc:spChg>
        <pc:spChg chg="add mod">
          <ac:chgData name="Akriti Mehta" userId="0c901562-3821-4879-abc2-7521cf2ab412" providerId="ADAL" clId="{144A11F9-5BB9-40A3-A970-33EF68ACAA95}" dt="2026-05-27T12:12:17.233" v="300" actId="207"/>
          <ac:spMkLst>
            <pc:docMk/>
            <pc:sldMk cId="0" sldId="281"/>
            <ac:spMk id="23" creationId="{3BC66DB5-2E34-5D1A-5FD3-DE47585F0BBE}"/>
          </ac:spMkLst>
        </pc:spChg>
      </pc:sldChg>
      <pc:sldChg chg="addSp delSp modSp add del mod modTransition">
        <pc:chgData name="Akriti Mehta" userId="0c901562-3821-4879-abc2-7521cf2ab412" providerId="ADAL" clId="{144A11F9-5BB9-40A3-A970-33EF68ACAA95}" dt="2026-05-27T12:14:38.513" v="323" actId="207"/>
        <pc:sldMkLst>
          <pc:docMk/>
          <pc:sldMk cId="0" sldId="282"/>
        </pc:sldMkLst>
        <pc:spChg chg="del">
          <ac:chgData name="Akriti Mehta" userId="0c901562-3821-4879-abc2-7521cf2ab412" providerId="ADAL" clId="{144A11F9-5BB9-40A3-A970-33EF68ACAA95}" dt="2026-05-27T12:12:30.999" v="301" actId="478"/>
          <ac:spMkLst>
            <pc:docMk/>
            <pc:sldMk cId="0" sldId="282"/>
            <ac:spMk id="5" creationId="{00000000-0000-0000-0000-000000000000}"/>
          </ac:spMkLst>
        </pc:spChg>
        <pc:spChg chg="add mod">
          <ac:chgData name="Akriti Mehta" userId="0c901562-3821-4879-abc2-7521cf2ab412" providerId="ADAL" clId="{144A11F9-5BB9-40A3-A970-33EF68ACAA95}" dt="2026-05-27T12:12:31.759" v="302"/>
          <ac:spMkLst>
            <pc:docMk/>
            <pc:sldMk cId="0" sldId="282"/>
            <ac:spMk id="8" creationId="{85B29495-549C-9F29-BA3A-603BDA91B37B}"/>
          </ac:spMkLst>
        </pc:spChg>
        <pc:spChg chg="add mod">
          <ac:chgData name="Akriti Mehta" userId="0c901562-3821-4879-abc2-7521cf2ab412" providerId="ADAL" clId="{144A11F9-5BB9-40A3-A970-33EF68ACAA95}" dt="2026-05-27T12:12:31.759" v="302"/>
          <ac:spMkLst>
            <pc:docMk/>
            <pc:sldMk cId="0" sldId="282"/>
            <ac:spMk id="9" creationId="{2F19AE5A-0436-3CF5-5141-D1A421352DC4}"/>
          </ac:spMkLst>
        </pc:spChg>
        <pc:spChg chg="mod">
          <ac:chgData name="Akriti Mehta" userId="0c901562-3821-4879-abc2-7521cf2ab412" providerId="ADAL" clId="{144A11F9-5BB9-40A3-A970-33EF68ACAA95}" dt="2026-05-27T12:12:41.407" v="303" actId="207"/>
          <ac:spMkLst>
            <pc:docMk/>
            <pc:sldMk cId="0" sldId="282"/>
            <ac:spMk id="13" creationId="{8DB84477-A7B0-5A16-5E16-715997B5F1DB}"/>
          </ac:spMkLst>
        </pc:spChg>
        <pc:spChg chg="mod">
          <ac:chgData name="Akriti Mehta" userId="0c901562-3821-4879-abc2-7521cf2ab412" providerId="ADAL" clId="{144A11F9-5BB9-40A3-A970-33EF68ACAA95}" dt="2026-05-27T12:12:31.759" v="302"/>
          <ac:spMkLst>
            <pc:docMk/>
            <pc:sldMk cId="0" sldId="282"/>
            <ac:spMk id="15" creationId="{DE9BD30A-A3C3-32D5-431D-FFE432719A7F}"/>
          </ac:spMkLst>
        </pc:spChg>
        <pc:spChg chg="mod">
          <ac:chgData name="Akriti Mehta" userId="0c901562-3821-4879-abc2-7521cf2ab412" providerId="ADAL" clId="{144A11F9-5BB9-40A3-A970-33EF68ACAA95}" dt="2026-05-27T12:13:29.296" v="313" actId="207"/>
          <ac:spMkLst>
            <pc:docMk/>
            <pc:sldMk cId="0" sldId="282"/>
            <ac:spMk id="17" creationId="{7049D353-50AD-18F7-122C-C7B994B1DC81}"/>
          </ac:spMkLst>
        </pc:spChg>
        <pc:spChg chg="mod">
          <ac:chgData name="Akriti Mehta" userId="0c901562-3821-4879-abc2-7521cf2ab412" providerId="ADAL" clId="{144A11F9-5BB9-40A3-A970-33EF68ACAA95}" dt="2026-05-27T12:12:46.364" v="304" actId="207"/>
          <ac:spMkLst>
            <pc:docMk/>
            <pc:sldMk cId="0" sldId="282"/>
            <ac:spMk id="20" creationId="{5F905967-9310-55B5-578F-81A585B7E270}"/>
          </ac:spMkLst>
        </pc:spChg>
        <pc:spChg chg="mod">
          <ac:chgData name="Akriti Mehta" userId="0c901562-3821-4879-abc2-7521cf2ab412" providerId="ADAL" clId="{144A11F9-5BB9-40A3-A970-33EF68ACAA95}" dt="2026-05-27T12:12:31.759" v="302"/>
          <ac:spMkLst>
            <pc:docMk/>
            <pc:sldMk cId="0" sldId="282"/>
            <ac:spMk id="25" creationId="{9FF2211B-8B28-A7DF-C43D-15A1934FEA5F}"/>
          </ac:spMkLst>
        </pc:spChg>
        <pc:spChg chg="mod">
          <ac:chgData name="Akriti Mehta" userId="0c901562-3821-4879-abc2-7521cf2ab412" providerId="ADAL" clId="{144A11F9-5BB9-40A3-A970-33EF68ACAA95}" dt="2026-05-27T12:12:56.496" v="306" actId="207"/>
          <ac:spMkLst>
            <pc:docMk/>
            <pc:sldMk cId="0" sldId="282"/>
            <ac:spMk id="26" creationId="{B60D2FC8-DDBD-29A7-936B-4CF321882AEC}"/>
          </ac:spMkLst>
        </pc:spChg>
        <pc:spChg chg="mod">
          <ac:chgData name="Akriti Mehta" userId="0c901562-3821-4879-abc2-7521cf2ab412" providerId="ADAL" clId="{144A11F9-5BB9-40A3-A970-33EF68ACAA95}" dt="2026-05-27T12:13:46.410" v="315" actId="208"/>
          <ac:spMkLst>
            <pc:docMk/>
            <pc:sldMk cId="0" sldId="282"/>
            <ac:spMk id="30" creationId="{9674966C-CD31-4B7F-A1E1-125D47E1943E}"/>
          </ac:spMkLst>
        </pc:spChg>
        <pc:spChg chg="mod">
          <ac:chgData name="Akriti Mehta" userId="0c901562-3821-4879-abc2-7521cf2ab412" providerId="ADAL" clId="{144A11F9-5BB9-40A3-A970-33EF68ACAA95}" dt="2026-05-27T12:13:52.289" v="316" actId="208"/>
          <ac:spMkLst>
            <pc:docMk/>
            <pc:sldMk cId="0" sldId="282"/>
            <ac:spMk id="33" creationId="{3116CF76-F0B9-A479-C6FB-C48E5E068877}"/>
          </ac:spMkLst>
        </pc:spChg>
        <pc:spChg chg="add mod">
          <ac:chgData name="Akriti Mehta" userId="0c901562-3821-4879-abc2-7521cf2ab412" providerId="ADAL" clId="{144A11F9-5BB9-40A3-A970-33EF68ACAA95}" dt="2026-05-27T12:12:31.759" v="302"/>
          <ac:spMkLst>
            <pc:docMk/>
            <pc:sldMk cId="0" sldId="282"/>
            <ac:spMk id="35" creationId="{200A4153-16E9-0A66-F33E-0FBB49EFC7C1}"/>
          </ac:spMkLst>
        </pc:spChg>
        <pc:spChg chg="mod">
          <ac:chgData name="Akriti Mehta" userId="0c901562-3821-4879-abc2-7521cf2ab412" providerId="ADAL" clId="{144A11F9-5BB9-40A3-A970-33EF68ACAA95}" dt="2026-05-27T12:14:13.900" v="319" actId="208"/>
          <ac:spMkLst>
            <pc:docMk/>
            <pc:sldMk cId="0" sldId="282"/>
            <ac:spMk id="42" creationId="{16AF96AE-E0AB-E3E8-408D-3B92C71EF78D}"/>
          </ac:spMkLst>
        </pc:spChg>
        <pc:spChg chg="add mod">
          <ac:chgData name="Akriti Mehta" userId="0c901562-3821-4879-abc2-7521cf2ab412" providerId="ADAL" clId="{144A11F9-5BB9-40A3-A970-33EF68ACAA95}" dt="2026-05-27T12:12:31.759" v="302"/>
          <ac:spMkLst>
            <pc:docMk/>
            <pc:sldMk cId="0" sldId="282"/>
            <ac:spMk id="44" creationId="{1B085FC5-817D-1C48-9010-E631E79E1E72}"/>
          </ac:spMkLst>
        </pc:spChg>
        <pc:spChg chg="mod">
          <ac:chgData name="Akriti Mehta" userId="0c901562-3821-4879-abc2-7521cf2ab412" providerId="ADAL" clId="{144A11F9-5BB9-40A3-A970-33EF68ACAA95}" dt="2026-05-27T12:13:41.643" v="314" actId="208"/>
          <ac:spMkLst>
            <pc:docMk/>
            <pc:sldMk cId="0" sldId="282"/>
            <ac:spMk id="47" creationId="{FFDCC37C-44EE-AE0E-38A3-66401D14F3BC}"/>
          </ac:spMkLst>
        </pc:spChg>
        <pc:spChg chg="mod">
          <ac:chgData name="Akriti Mehta" userId="0c901562-3821-4879-abc2-7521cf2ab412" providerId="ADAL" clId="{144A11F9-5BB9-40A3-A970-33EF68ACAA95}" dt="2026-05-27T12:14:05.501" v="318" actId="208"/>
          <ac:spMkLst>
            <pc:docMk/>
            <pc:sldMk cId="0" sldId="282"/>
            <ac:spMk id="51" creationId="{3E630DAF-FBA0-5EFA-72A4-B3BC429520F7}"/>
          </ac:spMkLst>
        </pc:spChg>
        <pc:spChg chg="mod">
          <ac:chgData name="Akriti Mehta" userId="0c901562-3821-4879-abc2-7521cf2ab412" providerId="ADAL" clId="{144A11F9-5BB9-40A3-A970-33EF68ACAA95}" dt="2026-05-27T12:12:31.759" v="302"/>
          <ac:spMkLst>
            <pc:docMk/>
            <pc:sldMk cId="0" sldId="282"/>
            <ac:spMk id="55" creationId="{97ADCC93-08F1-1272-5DD3-AB8420183AEF}"/>
          </ac:spMkLst>
        </pc:spChg>
        <pc:spChg chg="mod">
          <ac:chgData name="Akriti Mehta" userId="0c901562-3821-4879-abc2-7521cf2ab412" providerId="ADAL" clId="{144A11F9-5BB9-40A3-A970-33EF68ACAA95}" dt="2026-05-27T12:13:57.316" v="317" actId="208"/>
          <ac:spMkLst>
            <pc:docMk/>
            <pc:sldMk cId="0" sldId="282"/>
            <ac:spMk id="59" creationId="{405ABF9F-FED4-AA4B-27CC-45DD232ED4A7}"/>
          </ac:spMkLst>
        </pc:spChg>
        <pc:spChg chg="add mod">
          <ac:chgData name="Akriti Mehta" userId="0c901562-3821-4879-abc2-7521cf2ab412" providerId="ADAL" clId="{144A11F9-5BB9-40A3-A970-33EF68ACAA95}" dt="2026-05-27T12:12:31.759" v="302"/>
          <ac:spMkLst>
            <pc:docMk/>
            <pc:sldMk cId="0" sldId="282"/>
            <ac:spMk id="61" creationId="{3870BE96-EEC0-C40C-B209-01FB35E36F2A}"/>
          </ac:spMkLst>
        </pc:spChg>
        <pc:spChg chg="mod">
          <ac:chgData name="Akriti Mehta" userId="0c901562-3821-4879-abc2-7521cf2ab412" providerId="ADAL" clId="{144A11F9-5BB9-40A3-A970-33EF68ACAA95}" dt="2026-05-27T12:14:27.943" v="321" actId="207"/>
          <ac:spMkLst>
            <pc:docMk/>
            <pc:sldMk cId="0" sldId="282"/>
            <ac:spMk id="72" creationId="{CC4103C8-6BCD-B143-0A8B-549857212811}"/>
          </ac:spMkLst>
        </pc:spChg>
        <pc:spChg chg="mod">
          <ac:chgData name="Akriti Mehta" userId="0c901562-3821-4879-abc2-7521cf2ab412" providerId="ADAL" clId="{144A11F9-5BB9-40A3-A970-33EF68ACAA95}" dt="2026-05-27T12:14:23.353" v="320" actId="207"/>
          <ac:spMkLst>
            <pc:docMk/>
            <pc:sldMk cId="0" sldId="282"/>
            <ac:spMk id="75" creationId="{F4C2FCD2-C1B2-FF88-E6F2-A6CF01C5DE37}"/>
          </ac:spMkLst>
        </pc:spChg>
        <pc:spChg chg="mod">
          <ac:chgData name="Akriti Mehta" userId="0c901562-3821-4879-abc2-7521cf2ab412" providerId="ADAL" clId="{144A11F9-5BB9-40A3-A970-33EF68ACAA95}" dt="2026-05-27T12:14:32.820" v="322" actId="207"/>
          <ac:spMkLst>
            <pc:docMk/>
            <pc:sldMk cId="0" sldId="282"/>
            <ac:spMk id="78" creationId="{26CABD58-D2B4-C36B-D0CE-2F6C76F27E21}"/>
          </ac:spMkLst>
        </pc:spChg>
        <pc:spChg chg="mod">
          <ac:chgData name="Akriti Mehta" userId="0c901562-3821-4879-abc2-7521cf2ab412" providerId="ADAL" clId="{144A11F9-5BB9-40A3-A970-33EF68ACAA95}" dt="2026-05-27T12:14:38.513" v="323" actId="207"/>
          <ac:spMkLst>
            <pc:docMk/>
            <pc:sldMk cId="0" sldId="282"/>
            <ac:spMk id="81" creationId="{5DD03B4E-184E-A519-5EAD-5014BF695609}"/>
          </ac:spMkLst>
        </pc:spChg>
        <pc:spChg chg="mod">
          <ac:chgData name="Akriti Mehta" userId="0c901562-3821-4879-abc2-7521cf2ab412" providerId="ADAL" clId="{144A11F9-5BB9-40A3-A970-33EF68ACAA95}" dt="2026-05-27T12:12:31.759" v="302"/>
          <ac:spMkLst>
            <pc:docMk/>
            <pc:sldMk cId="0" sldId="282"/>
            <ac:spMk id="87" creationId="{6E2F9643-BC5F-334A-E971-D6A5AA2F88B2}"/>
          </ac:spMkLst>
        </pc:spChg>
        <pc:spChg chg="mod">
          <ac:chgData name="Akriti Mehta" userId="0c901562-3821-4879-abc2-7521cf2ab412" providerId="ADAL" clId="{144A11F9-5BB9-40A3-A970-33EF68ACAA95}" dt="2026-05-27T12:12:51.351" v="305" actId="207"/>
          <ac:spMkLst>
            <pc:docMk/>
            <pc:sldMk cId="0" sldId="282"/>
            <ac:spMk id="93" creationId="{67A80D13-938F-3901-47B4-F6A22D7C34F5}"/>
          </ac:spMkLst>
        </pc:spChg>
        <pc:grpChg chg="mod">
          <ac:chgData name="Akriti Mehta" userId="0c901562-3821-4879-abc2-7521cf2ab412" providerId="ADAL" clId="{144A11F9-5BB9-40A3-A970-33EF68ACAA95}" dt="2026-05-27T12:13:11.221" v="308" actId="1076"/>
          <ac:grpSpMkLst>
            <pc:docMk/>
            <pc:sldMk cId="0" sldId="282"/>
            <ac:grpSpMk id="16" creationId="{FEDC7E13-8774-D572-6416-51023069F9C8}"/>
          </ac:grpSpMkLst>
        </pc:grpChg>
        <pc:grpChg chg="mod">
          <ac:chgData name="Akriti Mehta" userId="0c901562-3821-4879-abc2-7521cf2ab412" providerId="ADAL" clId="{144A11F9-5BB9-40A3-A970-33EF68ACAA95}" dt="2026-05-27T12:13:25.244" v="311" actId="207"/>
          <ac:grpSpMkLst>
            <pc:docMk/>
            <pc:sldMk cId="0" sldId="282"/>
            <ac:grpSpMk id="74" creationId="{C6863F1F-8B0E-5D7D-7F70-BC7B11D2FA0B}"/>
          </ac:grpSpMkLst>
        </pc:grpChg>
        <pc:picChg chg="mod">
          <ac:chgData name="Akriti Mehta" userId="0c901562-3821-4879-abc2-7521cf2ab412" providerId="ADAL" clId="{144A11F9-5BB9-40A3-A970-33EF68ACAA95}" dt="2026-05-27T12:13:25.244" v="311" actId="207"/>
          <ac:picMkLst>
            <pc:docMk/>
            <pc:sldMk cId="0" sldId="282"/>
            <ac:picMk id="76" creationId="{93468ACF-90B7-7E4B-D88B-1D64E6AB50DC}"/>
          </ac:picMkLst>
        </pc:picChg>
      </pc:sldChg>
      <pc:sldChg chg="addSp delSp modSp add del mod modTransition">
        <pc:chgData name="Akriti Mehta" userId="0c901562-3821-4879-abc2-7521cf2ab412" providerId="ADAL" clId="{144A11F9-5BB9-40A3-A970-33EF68ACAA95}" dt="2026-05-27T12:19:11.408" v="332" actId="208"/>
        <pc:sldMkLst>
          <pc:docMk/>
          <pc:sldMk cId="0" sldId="283"/>
        </pc:sldMkLst>
        <pc:spChg chg="del">
          <ac:chgData name="Akriti Mehta" userId="0c901562-3821-4879-abc2-7521cf2ab412" providerId="ADAL" clId="{144A11F9-5BB9-40A3-A970-33EF68ACAA95}" dt="2026-05-27T12:18:13.122" v="324" actId="478"/>
          <ac:spMkLst>
            <pc:docMk/>
            <pc:sldMk cId="0" sldId="283"/>
            <ac:spMk id="5" creationId="{00000000-0000-0000-0000-000000000000}"/>
          </ac:spMkLst>
        </pc:spChg>
        <pc:spChg chg="add mod">
          <ac:chgData name="Akriti Mehta" userId="0c901562-3821-4879-abc2-7521cf2ab412" providerId="ADAL" clId="{144A11F9-5BB9-40A3-A970-33EF68ACAA95}" dt="2026-05-27T12:19:11.408" v="332" actId="208"/>
          <ac:spMkLst>
            <pc:docMk/>
            <pc:sldMk cId="0" sldId="283"/>
            <ac:spMk id="7" creationId="{3E426266-7C5C-3F0A-84C0-CD7693219504}"/>
          </ac:spMkLst>
        </pc:spChg>
        <pc:spChg chg="add mod">
          <ac:chgData name="Akriti Mehta" userId="0c901562-3821-4879-abc2-7521cf2ab412" providerId="ADAL" clId="{144A11F9-5BB9-40A3-A970-33EF68ACAA95}" dt="2026-05-27T12:18:18.852" v="325"/>
          <ac:spMkLst>
            <pc:docMk/>
            <pc:sldMk cId="0" sldId="283"/>
            <ac:spMk id="8" creationId="{371A48CC-6F1F-5C0A-11CD-E4B2B16ECCCF}"/>
          </ac:spMkLst>
        </pc:spChg>
        <pc:spChg chg="add mod">
          <ac:chgData name="Akriti Mehta" userId="0c901562-3821-4879-abc2-7521cf2ab412" providerId="ADAL" clId="{144A11F9-5BB9-40A3-A970-33EF68ACAA95}" dt="2026-05-27T12:18:18.852" v="325"/>
          <ac:spMkLst>
            <pc:docMk/>
            <pc:sldMk cId="0" sldId="283"/>
            <ac:spMk id="10" creationId="{F3652B05-9D2A-A7B8-D9A9-5CDE2B2301AF}"/>
          </ac:spMkLst>
        </pc:spChg>
        <pc:spChg chg="add mod">
          <ac:chgData name="Akriti Mehta" userId="0c901562-3821-4879-abc2-7521cf2ab412" providerId="ADAL" clId="{144A11F9-5BB9-40A3-A970-33EF68ACAA95}" dt="2026-05-27T12:18:38.862" v="326" actId="207"/>
          <ac:spMkLst>
            <pc:docMk/>
            <pc:sldMk cId="0" sldId="283"/>
            <ac:spMk id="11" creationId="{9A8786AE-1A2A-CFC8-4273-F43844A87937}"/>
          </ac:spMkLst>
        </pc:spChg>
        <pc:spChg chg="mod">
          <ac:chgData name="Akriti Mehta" userId="0c901562-3821-4879-abc2-7521cf2ab412" providerId="ADAL" clId="{144A11F9-5BB9-40A3-A970-33EF68ACAA95}" dt="2026-05-27T12:18:18.852" v="325"/>
          <ac:spMkLst>
            <pc:docMk/>
            <pc:sldMk cId="0" sldId="283"/>
            <ac:spMk id="14" creationId="{7A39F8D6-14D2-05DF-6016-C48D47E9BACB}"/>
          </ac:spMkLst>
        </pc:spChg>
        <pc:spChg chg="mod">
          <ac:chgData name="Akriti Mehta" userId="0c901562-3821-4879-abc2-7521cf2ab412" providerId="ADAL" clId="{144A11F9-5BB9-40A3-A970-33EF68ACAA95}" dt="2026-05-27T12:18:18.852" v="325"/>
          <ac:spMkLst>
            <pc:docMk/>
            <pc:sldMk cId="0" sldId="283"/>
            <ac:spMk id="17" creationId="{25018B78-1DA2-8516-CF25-C68C5CBAF9E3}"/>
          </ac:spMkLst>
        </pc:spChg>
        <pc:spChg chg="mod">
          <ac:chgData name="Akriti Mehta" userId="0c901562-3821-4879-abc2-7521cf2ab412" providerId="ADAL" clId="{144A11F9-5BB9-40A3-A970-33EF68ACAA95}" dt="2026-05-27T12:18:50.587" v="329" actId="207"/>
          <ac:spMkLst>
            <pc:docMk/>
            <pc:sldMk cId="0" sldId="283"/>
            <ac:spMk id="22" creationId="{1F425385-CA81-53D0-15C8-A7DD99ADD5D1}"/>
          </ac:spMkLst>
        </pc:spChg>
        <pc:spChg chg="mod">
          <ac:chgData name="Akriti Mehta" userId="0c901562-3821-4879-abc2-7521cf2ab412" providerId="ADAL" clId="{144A11F9-5BB9-40A3-A970-33EF68ACAA95}" dt="2026-05-27T12:18:45.930" v="328" actId="207"/>
          <ac:spMkLst>
            <pc:docMk/>
            <pc:sldMk cId="0" sldId="283"/>
            <ac:spMk id="23" creationId="{9D2F41FA-01D4-F689-E28F-9254E119A8BC}"/>
          </ac:spMkLst>
        </pc:spChg>
        <pc:spChg chg="mod">
          <ac:chgData name="Akriti Mehta" userId="0c901562-3821-4879-abc2-7521cf2ab412" providerId="ADAL" clId="{144A11F9-5BB9-40A3-A970-33EF68ACAA95}" dt="2026-05-27T12:18:55.286" v="330" actId="207"/>
          <ac:spMkLst>
            <pc:docMk/>
            <pc:sldMk cId="0" sldId="283"/>
            <ac:spMk id="25" creationId="{B54AB406-F244-DEDD-36F5-1710E27AC7A8}"/>
          </ac:spMkLst>
        </pc:spChg>
        <pc:spChg chg="mod">
          <ac:chgData name="Akriti Mehta" userId="0c901562-3821-4879-abc2-7521cf2ab412" providerId="ADAL" clId="{144A11F9-5BB9-40A3-A970-33EF68ACAA95}" dt="2026-05-27T12:19:00.080" v="331" actId="207"/>
          <ac:spMkLst>
            <pc:docMk/>
            <pc:sldMk cId="0" sldId="283"/>
            <ac:spMk id="28" creationId="{DD9CDB90-0A2F-C497-34CD-CBAB75C5F7E1}"/>
          </ac:spMkLst>
        </pc:spChg>
        <pc:spChg chg="mod">
          <ac:chgData name="Akriti Mehta" userId="0c901562-3821-4879-abc2-7521cf2ab412" providerId="ADAL" clId="{144A11F9-5BB9-40A3-A970-33EF68ACAA95}" dt="2026-05-27T12:18:18.852" v="325"/>
          <ac:spMkLst>
            <pc:docMk/>
            <pc:sldMk cId="0" sldId="283"/>
            <ac:spMk id="29" creationId="{92BE3C18-7061-B597-00A8-4540DA96C978}"/>
          </ac:spMkLst>
        </pc:spChg>
        <pc:spChg chg="add mod">
          <ac:chgData name="Akriti Mehta" userId="0c901562-3821-4879-abc2-7521cf2ab412" providerId="ADAL" clId="{144A11F9-5BB9-40A3-A970-33EF68ACAA95}" dt="2026-05-27T12:18:18.852" v="325"/>
          <ac:spMkLst>
            <pc:docMk/>
            <pc:sldMk cId="0" sldId="283"/>
            <ac:spMk id="30" creationId="{389D33C2-077E-CEB9-C502-60F96CE8F34C}"/>
          </ac:spMkLst>
        </pc:spChg>
        <pc:spChg chg="add mod">
          <ac:chgData name="Akriti Mehta" userId="0c901562-3821-4879-abc2-7521cf2ab412" providerId="ADAL" clId="{144A11F9-5BB9-40A3-A970-33EF68ACAA95}" dt="2026-05-27T12:18:18.852" v="325"/>
          <ac:spMkLst>
            <pc:docMk/>
            <pc:sldMk cId="0" sldId="283"/>
            <ac:spMk id="31" creationId="{A322AD63-B4F9-0C74-DCBD-768E913CBAEA}"/>
          </ac:spMkLst>
        </pc:spChg>
        <pc:spChg chg="add mod">
          <ac:chgData name="Akriti Mehta" userId="0c901562-3821-4879-abc2-7521cf2ab412" providerId="ADAL" clId="{144A11F9-5BB9-40A3-A970-33EF68ACAA95}" dt="2026-05-27T12:18:18.852" v="325"/>
          <ac:spMkLst>
            <pc:docMk/>
            <pc:sldMk cId="0" sldId="283"/>
            <ac:spMk id="32" creationId="{447D13C1-B963-7438-A347-30119AD65EFC}"/>
          </ac:spMkLst>
        </pc:spChg>
        <pc:grpChg chg="mod">
          <ac:chgData name="Akriti Mehta" userId="0c901562-3821-4879-abc2-7521cf2ab412" providerId="ADAL" clId="{144A11F9-5BB9-40A3-A970-33EF68ACAA95}" dt="2026-05-27T12:18:45.930" v="328" actId="207"/>
          <ac:grpSpMkLst>
            <pc:docMk/>
            <pc:sldMk cId="0" sldId="283"/>
            <ac:grpSpMk id="21" creationId="{725B0AAE-197C-ACE3-70E2-48BF9FEC7C48}"/>
          </ac:grpSpMkLst>
        </pc:grpChg>
      </pc:sldChg>
      <pc:sldChg chg="addSp delSp modSp add del mod modTransition modAnim">
        <pc:chgData name="Akriti Mehta" userId="0c901562-3821-4879-abc2-7521cf2ab412" providerId="ADAL" clId="{144A11F9-5BB9-40A3-A970-33EF68ACAA95}" dt="2026-05-27T12:20:06.942" v="336" actId="207"/>
        <pc:sldMkLst>
          <pc:docMk/>
          <pc:sldMk cId="0" sldId="284"/>
        </pc:sldMkLst>
        <pc:spChg chg="del">
          <ac:chgData name="Akriti Mehta" userId="0c901562-3821-4879-abc2-7521cf2ab412" providerId="ADAL" clId="{144A11F9-5BB9-40A3-A970-33EF68ACAA95}" dt="2026-05-27T12:19:33.562" v="333" actId="478"/>
          <ac:spMkLst>
            <pc:docMk/>
            <pc:sldMk cId="0" sldId="284"/>
            <ac:spMk id="5" creationId="{00000000-0000-0000-0000-000000000000}"/>
          </ac:spMkLst>
        </pc:spChg>
        <pc:spChg chg="mod">
          <ac:chgData name="Akriti Mehta" userId="0c901562-3821-4879-abc2-7521cf2ab412" providerId="ADAL" clId="{144A11F9-5BB9-40A3-A970-33EF68ACAA95}" dt="2026-05-27T12:20:06.942" v="336" actId="207"/>
          <ac:spMkLst>
            <pc:docMk/>
            <pc:sldMk cId="0" sldId="284"/>
            <ac:spMk id="7" creationId="{15A9C0AD-A7D5-81AE-6D8F-0BCF4A23BFB8}"/>
          </ac:spMkLst>
        </pc:spChg>
        <pc:spChg chg="add mod">
          <ac:chgData name="Akriti Mehta" userId="0c901562-3821-4879-abc2-7521cf2ab412" providerId="ADAL" clId="{144A11F9-5BB9-40A3-A970-33EF68ACAA95}" dt="2026-05-27T12:19:34.293" v="334"/>
          <ac:spMkLst>
            <pc:docMk/>
            <pc:sldMk cId="0" sldId="284"/>
            <ac:spMk id="10" creationId="{A1D5C980-A80E-954E-3094-8942403B5E86}"/>
          </ac:spMkLst>
        </pc:spChg>
        <pc:spChg chg="add mod">
          <ac:chgData name="Akriti Mehta" userId="0c901562-3821-4879-abc2-7521cf2ab412" providerId="ADAL" clId="{144A11F9-5BB9-40A3-A970-33EF68ACAA95}" dt="2026-05-27T12:19:34.293" v="334"/>
          <ac:spMkLst>
            <pc:docMk/>
            <pc:sldMk cId="0" sldId="284"/>
            <ac:spMk id="11" creationId="{E53BE088-96D4-00E1-7DE7-7B45E54375A5}"/>
          </ac:spMkLst>
        </pc:spChg>
        <pc:spChg chg="add mod">
          <ac:chgData name="Akriti Mehta" userId="0c901562-3821-4879-abc2-7521cf2ab412" providerId="ADAL" clId="{144A11F9-5BB9-40A3-A970-33EF68ACAA95}" dt="2026-05-27T12:19:34.293" v="334"/>
          <ac:spMkLst>
            <pc:docMk/>
            <pc:sldMk cId="0" sldId="284"/>
            <ac:spMk id="12" creationId="{73AD3F0E-1805-44C3-7622-B52A94FB1C08}"/>
          </ac:spMkLst>
        </pc:spChg>
        <pc:spChg chg="add mod">
          <ac:chgData name="Akriti Mehta" userId="0c901562-3821-4879-abc2-7521cf2ab412" providerId="ADAL" clId="{144A11F9-5BB9-40A3-A970-33EF68ACAA95}" dt="2026-05-27T12:19:34.293" v="334"/>
          <ac:spMkLst>
            <pc:docMk/>
            <pc:sldMk cId="0" sldId="284"/>
            <ac:spMk id="13" creationId="{5EC227C1-57E6-AEF8-3BBA-F61A2BEFE27E}"/>
          </ac:spMkLst>
        </pc:spChg>
        <pc:spChg chg="add mod">
          <ac:chgData name="Akriti Mehta" userId="0c901562-3821-4879-abc2-7521cf2ab412" providerId="ADAL" clId="{144A11F9-5BB9-40A3-A970-33EF68ACAA95}" dt="2026-05-27T12:19:34.293" v="334"/>
          <ac:spMkLst>
            <pc:docMk/>
            <pc:sldMk cId="0" sldId="284"/>
            <ac:spMk id="14" creationId="{1A8E052D-2838-F343-5094-BECAC9EC0A42}"/>
          </ac:spMkLst>
        </pc:spChg>
        <pc:spChg chg="mod">
          <ac:chgData name="Akriti Mehta" userId="0c901562-3821-4879-abc2-7521cf2ab412" providerId="ADAL" clId="{144A11F9-5BB9-40A3-A970-33EF68ACAA95}" dt="2026-05-27T12:19:34.293" v="334"/>
          <ac:spMkLst>
            <pc:docMk/>
            <pc:sldMk cId="0" sldId="284"/>
            <ac:spMk id="19" creationId="{FDB6B614-8467-0C5D-54CA-D4B9248E5F42}"/>
          </ac:spMkLst>
        </pc:spChg>
        <pc:spChg chg="add mod">
          <ac:chgData name="Akriti Mehta" userId="0c901562-3821-4879-abc2-7521cf2ab412" providerId="ADAL" clId="{144A11F9-5BB9-40A3-A970-33EF68ACAA95}" dt="2026-05-27T12:19:34.293" v="334"/>
          <ac:spMkLst>
            <pc:docMk/>
            <pc:sldMk cId="0" sldId="284"/>
            <ac:spMk id="21" creationId="{18B9B53E-6E83-2930-E016-EEF96B94D0B5}"/>
          </ac:spMkLst>
        </pc:spChg>
        <pc:spChg chg="add mod">
          <ac:chgData name="Akriti Mehta" userId="0c901562-3821-4879-abc2-7521cf2ab412" providerId="ADAL" clId="{144A11F9-5BB9-40A3-A970-33EF68ACAA95}" dt="2026-05-27T12:19:34.293" v="334"/>
          <ac:spMkLst>
            <pc:docMk/>
            <pc:sldMk cId="0" sldId="284"/>
            <ac:spMk id="25" creationId="{55C310B0-1C11-7391-F705-AD9FCF1E2305}"/>
          </ac:spMkLst>
        </pc:spChg>
        <pc:spChg chg="add mod">
          <ac:chgData name="Akriti Mehta" userId="0c901562-3821-4879-abc2-7521cf2ab412" providerId="ADAL" clId="{144A11F9-5BB9-40A3-A970-33EF68ACAA95}" dt="2026-05-27T12:19:34.293" v="334"/>
          <ac:spMkLst>
            <pc:docMk/>
            <pc:sldMk cId="0" sldId="284"/>
            <ac:spMk id="26" creationId="{462871D5-4ECB-62D7-0525-1256CA2DE63F}"/>
          </ac:spMkLst>
        </pc:spChg>
        <pc:spChg chg="add mod">
          <ac:chgData name="Akriti Mehta" userId="0c901562-3821-4879-abc2-7521cf2ab412" providerId="ADAL" clId="{144A11F9-5BB9-40A3-A970-33EF68ACAA95}" dt="2026-05-27T12:19:34.293" v="334"/>
          <ac:spMkLst>
            <pc:docMk/>
            <pc:sldMk cId="0" sldId="284"/>
            <ac:spMk id="28" creationId="{AAB6994C-1AB2-EF73-72F4-A252F56E1D4A}"/>
          </ac:spMkLst>
        </pc:spChg>
      </pc:sldChg>
      <pc:sldChg chg="add del modTransition">
        <pc:chgData name="Akriti Mehta" userId="0c901562-3821-4879-abc2-7521cf2ab412" providerId="ADAL" clId="{144A11F9-5BB9-40A3-A970-33EF68ACAA95}" dt="2026-05-27T11:34:47.362" v="20"/>
        <pc:sldMkLst>
          <pc:docMk/>
          <pc:sldMk cId="0" sldId="285"/>
        </pc:sldMkLst>
      </pc:sldChg>
      <pc:sldChg chg="addSp delSp modSp add del mod modTransition">
        <pc:chgData name="Akriti Mehta" userId="0c901562-3821-4879-abc2-7521cf2ab412" providerId="ADAL" clId="{144A11F9-5BB9-40A3-A970-33EF68ACAA95}" dt="2026-05-27T12:21:22.872" v="343" actId="207"/>
        <pc:sldMkLst>
          <pc:docMk/>
          <pc:sldMk cId="0" sldId="286"/>
        </pc:sldMkLst>
        <pc:spChg chg="del">
          <ac:chgData name="Akriti Mehta" userId="0c901562-3821-4879-abc2-7521cf2ab412" providerId="ADAL" clId="{144A11F9-5BB9-40A3-A970-33EF68ACAA95}" dt="2026-05-27T12:20:40.055" v="337" actId="478"/>
          <ac:spMkLst>
            <pc:docMk/>
            <pc:sldMk cId="0" sldId="286"/>
            <ac:spMk id="5" creationId="{00000000-0000-0000-0000-000000000000}"/>
          </ac:spMkLst>
        </pc:spChg>
        <pc:spChg chg="add mod">
          <ac:chgData name="Akriti Mehta" userId="0c901562-3821-4879-abc2-7521cf2ab412" providerId="ADAL" clId="{144A11F9-5BB9-40A3-A970-33EF68ACAA95}" dt="2026-05-27T12:20:59.246" v="339" actId="1076"/>
          <ac:spMkLst>
            <pc:docMk/>
            <pc:sldMk cId="0" sldId="286"/>
            <ac:spMk id="7" creationId="{B6BE8074-C4D2-A8DC-4CF0-4C79A90BF492}"/>
          </ac:spMkLst>
        </pc:spChg>
        <pc:spChg chg="mod">
          <ac:chgData name="Akriti Mehta" userId="0c901562-3821-4879-abc2-7521cf2ab412" providerId="ADAL" clId="{144A11F9-5BB9-40A3-A970-33EF68ACAA95}" dt="2026-05-27T12:20:59.246" v="339" actId="1076"/>
          <ac:spMkLst>
            <pc:docMk/>
            <pc:sldMk cId="0" sldId="286"/>
            <ac:spMk id="8" creationId="{D684B51F-4E42-0AF0-4763-1E0C2194B250}"/>
          </ac:spMkLst>
        </pc:spChg>
        <pc:spChg chg="mod">
          <ac:chgData name="Akriti Mehta" userId="0c901562-3821-4879-abc2-7521cf2ab412" providerId="ADAL" clId="{144A11F9-5BB9-40A3-A970-33EF68ACAA95}" dt="2026-05-27T12:20:59.246" v="339" actId="1076"/>
          <ac:spMkLst>
            <pc:docMk/>
            <pc:sldMk cId="0" sldId="286"/>
            <ac:spMk id="9" creationId="{0B093851-4354-43B1-3CFD-8C4333780100}"/>
          </ac:spMkLst>
        </pc:spChg>
        <pc:spChg chg="add mod">
          <ac:chgData name="Akriti Mehta" userId="0c901562-3821-4879-abc2-7521cf2ab412" providerId="ADAL" clId="{144A11F9-5BB9-40A3-A970-33EF68ACAA95}" dt="2026-05-27T12:20:59.246" v="339" actId="1076"/>
          <ac:spMkLst>
            <pc:docMk/>
            <pc:sldMk cId="0" sldId="286"/>
            <ac:spMk id="10" creationId="{299B3A5B-DD42-5C9B-6AA1-B73E3C388504}"/>
          </ac:spMkLst>
        </pc:spChg>
        <pc:spChg chg="add mod">
          <ac:chgData name="Akriti Mehta" userId="0c901562-3821-4879-abc2-7521cf2ab412" providerId="ADAL" clId="{144A11F9-5BB9-40A3-A970-33EF68ACAA95}" dt="2026-05-27T12:20:59.246" v="339" actId="1076"/>
          <ac:spMkLst>
            <pc:docMk/>
            <pc:sldMk cId="0" sldId="286"/>
            <ac:spMk id="11" creationId="{767A6CCD-F046-CBF1-B4F9-72C453AE8D3D}"/>
          </ac:spMkLst>
        </pc:spChg>
        <pc:spChg chg="add mod">
          <ac:chgData name="Akriti Mehta" userId="0c901562-3821-4879-abc2-7521cf2ab412" providerId="ADAL" clId="{144A11F9-5BB9-40A3-A970-33EF68ACAA95}" dt="2026-05-27T12:20:59.246" v="339" actId="1076"/>
          <ac:spMkLst>
            <pc:docMk/>
            <pc:sldMk cId="0" sldId="286"/>
            <ac:spMk id="12" creationId="{DE0B0F67-1023-4B59-0360-71BDF4876AC7}"/>
          </ac:spMkLst>
        </pc:spChg>
        <pc:spChg chg="add mod">
          <ac:chgData name="Akriti Mehta" userId="0c901562-3821-4879-abc2-7521cf2ab412" providerId="ADAL" clId="{144A11F9-5BB9-40A3-A970-33EF68ACAA95}" dt="2026-05-27T12:20:59.246" v="339" actId="1076"/>
          <ac:spMkLst>
            <pc:docMk/>
            <pc:sldMk cId="0" sldId="286"/>
            <ac:spMk id="13" creationId="{C6E8080F-B0DF-38D5-528D-7DB8003DDE90}"/>
          </ac:spMkLst>
        </pc:spChg>
        <pc:spChg chg="mod">
          <ac:chgData name="Akriti Mehta" userId="0c901562-3821-4879-abc2-7521cf2ab412" providerId="ADAL" clId="{144A11F9-5BB9-40A3-A970-33EF68ACAA95}" dt="2026-05-27T12:21:06.935" v="340" actId="207"/>
          <ac:spMkLst>
            <pc:docMk/>
            <pc:sldMk cId="0" sldId="286"/>
            <ac:spMk id="15" creationId="{AF68897B-F164-D787-522E-F6806A7E7092}"/>
          </ac:spMkLst>
        </pc:spChg>
        <pc:spChg chg="mod">
          <ac:chgData name="Akriti Mehta" userId="0c901562-3821-4879-abc2-7521cf2ab412" providerId="ADAL" clId="{144A11F9-5BB9-40A3-A970-33EF68ACAA95}" dt="2026-05-27T12:20:40.626" v="338"/>
          <ac:spMkLst>
            <pc:docMk/>
            <pc:sldMk cId="0" sldId="286"/>
            <ac:spMk id="16" creationId="{F97432E2-07A8-7791-5FA1-18EBDE598C36}"/>
          </ac:spMkLst>
        </pc:spChg>
        <pc:spChg chg="mod">
          <ac:chgData name="Akriti Mehta" userId="0c901562-3821-4879-abc2-7521cf2ab412" providerId="ADAL" clId="{144A11F9-5BB9-40A3-A970-33EF68ACAA95}" dt="2026-05-27T12:21:17.868" v="342" actId="207"/>
          <ac:spMkLst>
            <pc:docMk/>
            <pc:sldMk cId="0" sldId="286"/>
            <ac:spMk id="18" creationId="{B5E8F900-AD2D-BEB6-0F27-2AD1436E5E76}"/>
          </ac:spMkLst>
        </pc:spChg>
        <pc:spChg chg="mod">
          <ac:chgData name="Akriti Mehta" userId="0c901562-3821-4879-abc2-7521cf2ab412" providerId="ADAL" clId="{144A11F9-5BB9-40A3-A970-33EF68ACAA95}" dt="2026-05-27T12:21:12.309" v="341" actId="207"/>
          <ac:spMkLst>
            <pc:docMk/>
            <pc:sldMk cId="0" sldId="286"/>
            <ac:spMk id="21" creationId="{293B9030-5C5F-0EA5-3191-D5962447C937}"/>
          </ac:spMkLst>
        </pc:spChg>
        <pc:spChg chg="mod">
          <ac:chgData name="Akriti Mehta" userId="0c901562-3821-4879-abc2-7521cf2ab412" providerId="ADAL" clId="{144A11F9-5BB9-40A3-A970-33EF68ACAA95}" dt="2026-05-27T12:20:40.626" v="338"/>
          <ac:spMkLst>
            <pc:docMk/>
            <pc:sldMk cId="0" sldId="286"/>
            <ac:spMk id="22" creationId="{B819FFAC-EC5E-8203-9624-F1AFFB656F2B}"/>
          </ac:spMkLst>
        </pc:spChg>
        <pc:spChg chg="mod">
          <ac:chgData name="Akriti Mehta" userId="0c901562-3821-4879-abc2-7521cf2ab412" providerId="ADAL" clId="{144A11F9-5BB9-40A3-A970-33EF68ACAA95}" dt="2026-05-27T12:21:22.872" v="343" actId="207"/>
          <ac:spMkLst>
            <pc:docMk/>
            <pc:sldMk cId="0" sldId="286"/>
            <ac:spMk id="24" creationId="{843F680B-02D7-D463-FC6B-855855FB9A97}"/>
          </ac:spMkLst>
        </pc:spChg>
        <pc:spChg chg="mod">
          <ac:chgData name="Akriti Mehta" userId="0c901562-3821-4879-abc2-7521cf2ab412" providerId="ADAL" clId="{144A11F9-5BB9-40A3-A970-33EF68ACAA95}" dt="2026-05-27T12:20:40.626" v="338"/>
          <ac:spMkLst>
            <pc:docMk/>
            <pc:sldMk cId="0" sldId="286"/>
            <ac:spMk id="25" creationId="{FA5B5C33-5568-8189-31B9-E8D9E1B72EAD}"/>
          </ac:spMkLst>
        </pc:spChg>
        <pc:spChg chg="mod">
          <ac:chgData name="Akriti Mehta" userId="0c901562-3821-4879-abc2-7521cf2ab412" providerId="ADAL" clId="{144A11F9-5BB9-40A3-A970-33EF68ACAA95}" dt="2026-05-27T12:20:59.246" v="339" actId="1076"/>
          <ac:spMkLst>
            <pc:docMk/>
            <pc:sldMk cId="0" sldId="286"/>
            <ac:spMk id="28" creationId="{880DC306-CACF-4247-0171-3847274D4631}"/>
          </ac:spMkLst>
        </pc:spChg>
        <pc:spChg chg="mod">
          <ac:chgData name="Akriti Mehta" userId="0c901562-3821-4879-abc2-7521cf2ab412" providerId="ADAL" clId="{144A11F9-5BB9-40A3-A970-33EF68ACAA95}" dt="2026-05-27T12:20:59.246" v="339" actId="1076"/>
          <ac:spMkLst>
            <pc:docMk/>
            <pc:sldMk cId="0" sldId="286"/>
            <ac:spMk id="29" creationId="{814FF546-0E39-7C36-8B11-7F47D8B9E232}"/>
          </ac:spMkLst>
        </pc:spChg>
        <pc:spChg chg="mod">
          <ac:chgData name="Akriti Mehta" userId="0c901562-3821-4879-abc2-7521cf2ab412" providerId="ADAL" clId="{144A11F9-5BB9-40A3-A970-33EF68ACAA95}" dt="2026-05-27T12:20:59.246" v="339" actId="1076"/>
          <ac:spMkLst>
            <pc:docMk/>
            <pc:sldMk cId="0" sldId="286"/>
            <ac:spMk id="30" creationId="{C45C9B86-EAEF-9D50-FEFD-D9BBEB274339}"/>
          </ac:spMkLst>
        </pc:spChg>
      </pc:sldChg>
      <pc:sldChg chg="addSp delSp modSp add del mod modTransition">
        <pc:chgData name="Akriti Mehta" userId="0c901562-3821-4879-abc2-7521cf2ab412" providerId="ADAL" clId="{144A11F9-5BB9-40A3-A970-33EF68ACAA95}" dt="2026-05-27T12:22:23.088" v="349" actId="207"/>
        <pc:sldMkLst>
          <pc:docMk/>
          <pc:sldMk cId="0" sldId="287"/>
        </pc:sldMkLst>
        <pc:spChg chg="del">
          <ac:chgData name="Akriti Mehta" userId="0c901562-3821-4879-abc2-7521cf2ab412" providerId="ADAL" clId="{144A11F9-5BB9-40A3-A970-33EF68ACAA95}" dt="2026-05-27T12:21:28.939" v="344" actId="478"/>
          <ac:spMkLst>
            <pc:docMk/>
            <pc:sldMk cId="0" sldId="287"/>
            <ac:spMk id="5" creationId="{00000000-0000-0000-0000-000000000000}"/>
          </ac:spMkLst>
        </pc:spChg>
        <pc:spChg chg="add mod">
          <ac:chgData name="Akriti Mehta" userId="0c901562-3821-4879-abc2-7521cf2ab412" providerId="ADAL" clId="{144A11F9-5BB9-40A3-A970-33EF68ACAA95}" dt="2026-05-27T12:21:38.762" v="345"/>
          <ac:spMkLst>
            <pc:docMk/>
            <pc:sldMk cId="0" sldId="287"/>
            <ac:spMk id="7" creationId="{601BD789-6202-6587-87D9-D4EB2C1A1A5B}"/>
          </ac:spMkLst>
        </pc:spChg>
        <pc:spChg chg="add mod">
          <ac:chgData name="Akriti Mehta" userId="0c901562-3821-4879-abc2-7521cf2ab412" providerId="ADAL" clId="{144A11F9-5BB9-40A3-A970-33EF68ACAA95}" dt="2026-05-27T12:21:38.762" v="345"/>
          <ac:spMkLst>
            <pc:docMk/>
            <pc:sldMk cId="0" sldId="287"/>
            <ac:spMk id="8" creationId="{3A3944EF-22DF-C11F-F397-2D953AA15D75}"/>
          </ac:spMkLst>
        </pc:spChg>
        <pc:spChg chg="mod">
          <ac:chgData name="Akriti Mehta" userId="0c901562-3821-4879-abc2-7521cf2ab412" providerId="ADAL" clId="{144A11F9-5BB9-40A3-A970-33EF68ACAA95}" dt="2026-05-27T12:22:06.931" v="347" actId="208"/>
          <ac:spMkLst>
            <pc:docMk/>
            <pc:sldMk cId="0" sldId="287"/>
            <ac:spMk id="12" creationId="{20300935-18E7-854D-FCBA-2D6C77668082}"/>
          </ac:spMkLst>
        </pc:spChg>
        <pc:spChg chg="mod">
          <ac:chgData name="Akriti Mehta" userId="0c901562-3821-4879-abc2-7521cf2ab412" providerId="ADAL" clId="{144A11F9-5BB9-40A3-A970-33EF68ACAA95}" dt="2026-05-27T12:22:23.088" v="349" actId="207"/>
          <ac:spMkLst>
            <pc:docMk/>
            <pc:sldMk cId="0" sldId="287"/>
            <ac:spMk id="13" creationId="{FCABDF00-7416-5A57-47C8-E9D6A95F1C94}"/>
          </ac:spMkLst>
        </pc:spChg>
        <pc:spChg chg="mod">
          <ac:chgData name="Akriti Mehta" userId="0c901562-3821-4879-abc2-7521cf2ab412" providerId="ADAL" clId="{144A11F9-5BB9-40A3-A970-33EF68ACAA95}" dt="2026-05-27T12:21:38.762" v="345"/>
          <ac:spMkLst>
            <pc:docMk/>
            <pc:sldMk cId="0" sldId="287"/>
            <ac:spMk id="15" creationId="{139C1256-EA23-614D-8446-3D20C8229A01}"/>
          </ac:spMkLst>
        </pc:spChg>
        <pc:spChg chg="mod">
          <ac:chgData name="Akriti Mehta" userId="0c901562-3821-4879-abc2-7521cf2ab412" providerId="ADAL" clId="{144A11F9-5BB9-40A3-A970-33EF68ACAA95}" dt="2026-05-27T12:21:38.762" v="345"/>
          <ac:spMkLst>
            <pc:docMk/>
            <pc:sldMk cId="0" sldId="287"/>
            <ac:spMk id="17" creationId="{F6215078-EC9D-600B-41FE-8FE08829E67C}"/>
          </ac:spMkLst>
        </pc:spChg>
        <pc:spChg chg="mod">
          <ac:chgData name="Akriti Mehta" userId="0c901562-3821-4879-abc2-7521cf2ab412" providerId="ADAL" clId="{144A11F9-5BB9-40A3-A970-33EF68ACAA95}" dt="2026-05-27T12:21:38.762" v="345"/>
          <ac:spMkLst>
            <pc:docMk/>
            <pc:sldMk cId="0" sldId="287"/>
            <ac:spMk id="18" creationId="{024915C9-64E6-087E-5722-801F2F2D292B}"/>
          </ac:spMkLst>
        </pc:spChg>
        <pc:spChg chg="mod">
          <ac:chgData name="Akriti Mehta" userId="0c901562-3821-4879-abc2-7521cf2ab412" providerId="ADAL" clId="{144A11F9-5BB9-40A3-A970-33EF68ACAA95}" dt="2026-05-27T12:21:38.762" v="345"/>
          <ac:spMkLst>
            <pc:docMk/>
            <pc:sldMk cId="0" sldId="287"/>
            <ac:spMk id="34" creationId="{CF93BDFE-B111-F58B-B8E5-DA0C6467005B}"/>
          </ac:spMkLst>
        </pc:spChg>
        <pc:spChg chg="mod">
          <ac:chgData name="Akriti Mehta" userId="0c901562-3821-4879-abc2-7521cf2ab412" providerId="ADAL" clId="{144A11F9-5BB9-40A3-A970-33EF68ACAA95}" dt="2026-05-27T12:21:53.774" v="346" actId="207"/>
          <ac:spMkLst>
            <pc:docMk/>
            <pc:sldMk cId="0" sldId="287"/>
            <ac:spMk id="37" creationId="{95577C09-1285-D7D8-3B96-2F4BC89D8EA2}"/>
          </ac:spMkLst>
        </pc:spChg>
        <pc:spChg chg="add mod">
          <ac:chgData name="Akriti Mehta" userId="0c901562-3821-4879-abc2-7521cf2ab412" providerId="ADAL" clId="{144A11F9-5BB9-40A3-A970-33EF68ACAA95}" dt="2026-05-27T12:21:38.762" v="345"/>
          <ac:spMkLst>
            <pc:docMk/>
            <pc:sldMk cId="0" sldId="287"/>
            <ac:spMk id="40" creationId="{322E928D-DD66-ED59-D0DE-3701AADE1A73}"/>
          </ac:spMkLst>
        </pc:spChg>
      </pc:sldChg>
      <pc:sldChg chg="addSp delSp modSp add del mod modTransition">
        <pc:chgData name="Akriti Mehta" userId="0c901562-3821-4879-abc2-7521cf2ab412" providerId="ADAL" clId="{144A11F9-5BB9-40A3-A970-33EF68ACAA95}" dt="2026-05-27T12:31:20.457" v="423" actId="207"/>
        <pc:sldMkLst>
          <pc:docMk/>
          <pc:sldMk cId="0" sldId="288"/>
        </pc:sldMkLst>
        <pc:spChg chg="mod">
          <ac:chgData name="Akriti Mehta" userId="0c901562-3821-4879-abc2-7521cf2ab412" providerId="ADAL" clId="{144A11F9-5BB9-40A3-A970-33EF68ACAA95}" dt="2026-05-27T12:23:21.241" v="353" actId="1076"/>
          <ac:spMkLst>
            <pc:docMk/>
            <pc:sldMk cId="0" sldId="288"/>
            <ac:spMk id="3" creationId="{00000000-0000-0000-0000-000000000000}"/>
          </ac:spMkLst>
        </pc:spChg>
        <pc:spChg chg="del">
          <ac:chgData name="Akriti Mehta" userId="0c901562-3821-4879-abc2-7521cf2ab412" providerId="ADAL" clId="{144A11F9-5BB9-40A3-A970-33EF68ACAA95}" dt="2026-05-27T12:23:13.594" v="350" actId="478"/>
          <ac:spMkLst>
            <pc:docMk/>
            <pc:sldMk cId="0" sldId="288"/>
            <ac:spMk id="5" creationId="{00000000-0000-0000-0000-000000000000}"/>
          </ac:spMkLst>
        </pc:spChg>
        <pc:spChg chg="add mod">
          <ac:chgData name="Akriti Mehta" userId="0c901562-3821-4879-abc2-7521cf2ab412" providerId="ADAL" clId="{144A11F9-5BB9-40A3-A970-33EF68ACAA95}" dt="2026-05-27T12:23:14.147" v="351"/>
          <ac:spMkLst>
            <pc:docMk/>
            <pc:sldMk cId="0" sldId="288"/>
            <ac:spMk id="7" creationId="{9F81AA5C-365B-D7D7-34C0-0422C5C5D21E}"/>
          </ac:spMkLst>
        </pc:spChg>
        <pc:spChg chg="add mod">
          <ac:chgData name="Akriti Mehta" userId="0c901562-3821-4879-abc2-7521cf2ab412" providerId="ADAL" clId="{144A11F9-5BB9-40A3-A970-33EF68ACAA95}" dt="2026-05-27T12:23:14.147" v="351"/>
          <ac:spMkLst>
            <pc:docMk/>
            <pc:sldMk cId="0" sldId="288"/>
            <ac:spMk id="11" creationId="{0C22CED5-D4C6-0F39-707C-5353E8F7CD10}"/>
          </ac:spMkLst>
        </pc:spChg>
        <pc:spChg chg="add mod">
          <ac:chgData name="Akriti Mehta" userId="0c901562-3821-4879-abc2-7521cf2ab412" providerId="ADAL" clId="{144A11F9-5BB9-40A3-A970-33EF68ACAA95}" dt="2026-05-27T12:23:14.147" v="351"/>
          <ac:spMkLst>
            <pc:docMk/>
            <pc:sldMk cId="0" sldId="288"/>
            <ac:spMk id="12" creationId="{2CF45D2C-EC80-7EAC-DB41-1FC769B33DFE}"/>
          </ac:spMkLst>
        </pc:spChg>
        <pc:spChg chg="add mod">
          <ac:chgData name="Akriti Mehta" userId="0c901562-3821-4879-abc2-7521cf2ab412" providerId="ADAL" clId="{144A11F9-5BB9-40A3-A970-33EF68ACAA95}" dt="2026-05-27T12:23:34.170" v="354"/>
          <ac:spMkLst>
            <pc:docMk/>
            <pc:sldMk cId="0" sldId="288"/>
            <ac:spMk id="14" creationId="{C63A6189-E6BF-0743-33D6-440BCD58E550}"/>
          </ac:spMkLst>
        </pc:spChg>
        <pc:spChg chg="add mod">
          <ac:chgData name="Akriti Mehta" userId="0c901562-3821-4879-abc2-7521cf2ab412" providerId="ADAL" clId="{144A11F9-5BB9-40A3-A970-33EF68ACAA95}" dt="2026-05-27T12:23:14.147" v="351"/>
          <ac:spMkLst>
            <pc:docMk/>
            <pc:sldMk cId="0" sldId="288"/>
            <ac:spMk id="18" creationId="{FF6B525B-0B62-1D3D-87AD-257B7517FBD3}"/>
          </ac:spMkLst>
        </pc:spChg>
        <pc:spChg chg="add mod">
          <ac:chgData name="Akriti Mehta" userId="0c901562-3821-4879-abc2-7521cf2ab412" providerId="ADAL" clId="{144A11F9-5BB9-40A3-A970-33EF68ACAA95}" dt="2026-05-27T12:23:14.147" v="351"/>
          <ac:spMkLst>
            <pc:docMk/>
            <pc:sldMk cId="0" sldId="288"/>
            <ac:spMk id="19" creationId="{774EA68C-B799-DF08-CC80-1E62C5B312A4}"/>
          </ac:spMkLst>
        </pc:spChg>
        <pc:spChg chg="add mod">
          <ac:chgData name="Akriti Mehta" userId="0c901562-3821-4879-abc2-7521cf2ab412" providerId="ADAL" clId="{144A11F9-5BB9-40A3-A970-33EF68ACAA95}" dt="2026-05-27T12:23:14.147" v="351"/>
          <ac:spMkLst>
            <pc:docMk/>
            <pc:sldMk cId="0" sldId="288"/>
            <ac:spMk id="20" creationId="{3141CE1A-BF1A-A2BB-A9A4-A741155A6B10}"/>
          </ac:spMkLst>
        </pc:spChg>
        <pc:spChg chg="add mod">
          <ac:chgData name="Akriti Mehta" userId="0c901562-3821-4879-abc2-7521cf2ab412" providerId="ADAL" clId="{144A11F9-5BB9-40A3-A970-33EF68ACAA95}" dt="2026-05-27T12:23:14.147" v="351"/>
          <ac:spMkLst>
            <pc:docMk/>
            <pc:sldMk cId="0" sldId="288"/>
            <ac:spMk id="21" creationId="{612F61DD-A76C-7DFA-AC87-987A52B38E3F}"/>
          </ac:spMkLst>
        </pc:spChg>
        <pc:spChg chg="add mod">
          <ac:chgData name="Akriti Mehta" userId="0c901562-3821-4879-abc2-7521cf2ab412" providerId="ADAL" clId="{144A11F9-5BB9-40A3-A970-33EF68ACAA95}" dt="2026-05-27T12:23:14.147" v="351"/>
          <ac:spMkLst>
            <pc:docMk/>
            <pc:sldMk cId="0" sldId="288"/>
            <ac:spMk id="23" creationId="{6886F31E-14AC-3040-0DBE-04D43D1BAC61}"/>
          </ac:spMkLst>
        </pc:spChg>
        <pc:spChg chg="add mod">
          <ac:chgData name="Akriti Mehta" userId="0c901562-3821-4879-abc2-7521cf2ab412" providerId="ADAL" clId="{144A11F9-5BB9-40A3-A970-33EF68ACAA95}" dt="2026-05-27T12:23:14.147" v="351"/>
          <ac:spMkLst>
            <pc:docMk/>
            <pc:sldMk cId="0" sldId="288"/>
            <ac:spMk id="24" creationId="{17BD6604-C252-C496-0AEA-148AA15059D1}"/>
          </ac:spMkLst>
        </pc:spChg>
        <pc:spChg chg="del mod">
          <ac:chgData name="Akriti Mehta" userId="0c901562-3821-4879-abc2-7521cf2ab412" providerId="ADAL" clId="{144A11F9-5BB9-40A3-A970-33EF68ACAA95}" dt="2026-05-27T12:30:27.942" v="417" actId="478"/>
          <ac:spMkLst>
            <pc:docMk/>
            <pc:sldMk cId="0" sldId="288"/>
            <ac:spMk id="25" creationId="{99124FF9-3538-5C36-BC59-EDB4EC94065A}"/>
          </ac:spMkLst>
        </pc:spChg>
        <pc:spChg chg="add del mod ord">
          <ac:chgData name="Akriti Mehta" userId="0c901562-3821-4879-abc2-7521cf2ab412" providerId="ADAL" clId="{144A11F9-5BB9-40A3-A970-33EF68ACAA95}" dt="2026-05-27T12:30:19.372" v="414" actId="478"/>
          <ac:spMkLst>
            <pc:docMk/>
            <pc:sldMk cId="0" sldId="288"/>
            <ac:spMk id="29" creationId="{ED90A50A-EB0C-92BD-C323-644C6D873465}"/>
          </ac:spMkLst>
        </pc:spChg>
        <pc:spChg chg="add del mod">
          <ac:chgData name="Akriti Mehta" userId="0c901562-3821-4879-abc2-7521cf2ab412" providerId="ADAL" clId="{144A11F9-5BB9-40A3-A970-33EF68ACAA95}" dt="2026-05-27T12:30:19.372" v="414" actId="478"/>
          <ac:spMkLst>
            <pc:docMk/>
            <pc:sldMk cId="0" sldId="288"/>
            <ac:spMk id="30" creationId="{050823C1-3F4E-DB6E-0BDE-19AC4CC730DF}"/>
          </ac:spMkLst>
        </pc:spChg>
        <pc:spChg chg="del mod ord">
          <ac:chgData name="Akriti Mehta" userId="0c901562-3821-4879-abc2-7521cf2ab412" providerId="ADAL" clId="{144A11F9-5BB9-40A3-A970-33EF68ACAA95}" dt="2026-05-27T12:30:19.372" v="414" actId="478"/>
          <ac:spMkLst>
            <pc:docMk/>
            <pc:sldMk cId="0" sldId="288"/>
            <ac:spMk id="32" creationId="{AEBF13EA-A134-C169-CABD-C4A8E560C9A3}"/>
          </ac:spMkLst>
        </pc:spChg>
        <pc:spChg chg="add del mod">
          <ac:chgData name="Akriti Mehta" userId="0c901562-3821-4879-abc2-7521cf2ab412" providerId="ADAL" clId="{144A11F9-5BB9-40A3-A970-33EF68ACAA95}" dt="2026-05-27T12:30:19.372" v="414" actId="478"/>
          <ac:spMkLst>
            <pc:docMk/>
            <pc:sldMk cId="0" sldId="288"/>
            <ac:spMk id="33" creationId="{996A8868-5B8F-292E-0937-295BA3215371}"/>
          </ac:spMkLst>
        </pc:spChg>
        <pc:spChg chg="add del mod">
          <ac:chgData name="Akriti Mehta" userId="0c901562-3821-4879-abc2-7521cf2ab412" providerId="ADAL" clId="{144A11F9-5BB9-40A3-A970-33EF68ACAA95}" dt="2026-05-27T12:30:26.054" v="416" actId="478"/>
          <ac:spMkLst>
            <pc:docMk/>
            <pc:sldMk cId="0" sldId="288"/>
            <ac:spMk id="34" creationId="{F8269395-9B62-FE8A-D245-39B086214148}"/>
          </ac:spMkLst>
        </pc:spChg>
        <pc:spChg chg="add del mod">
          <ac:chgData name="Akriti Mehta" userId="0c901562-3821-4879-abc2-7521cf2ab412" providerId="ADAL" clId="{144A11F9-5BB9-40A3-A970-33EF68ACAA95}" dt="2026-05-27T12:30:19.372" v="414" actId="478"/>
          <ac:spMkLst>
            <pc:docMk/>
            <pc:sldMk cId="0" sldId="288"/>
            <ac:spMk id="35" creationId="{46D0E107-E784-994B-4A72-CFFE211D71DB}"/>
          </ac:spMkLst>
        </pc:spChg>
        <pc:spChg chg="add del mod">
          <ac:chgData name="Akriti Mehta" userId="0c901562-3821-4879-abc2-7521cf2ab412" providerId="ADAL" clId="{144A11F9-5BB9-40A3-A970-33EF68ACAA95}" dt="2026-05-27T12:30:26.054" v="416" actId="478"/>
          <ac:spMkLst>
            <pc:docMk/>
            <pc:sldMk cId="0" sldId="288"/>
            <ac:spMk id="36" creationId="{9E9E0C86-A381-66F4-B520-3EC94110E21F}"/>
          </ac:spMkLst>
        </pc:spChg>
        <pc:spChg chg="add del mod">
          <ac:chgData name="Akriti Mehta" userId="0c901562-3821-4879-abc2-7521cf2ab412" providerId="ADAL" clId="{144A11F9-5BB9-40A3-A970-33EF68ACAA95}" dt="2026-05-27T12:30:19.372" v="414" actId="478"/>
          <ac:spMkLst>
            <pc:docMk/>
            <pc:sldMk cId="0" sldId="288"/>
            <ac:spMk id="37" creationId="{113BAD30-17B3-1D25-4FE6-E5A3B4CFE0E8}"/>
          </ac:spMkLst>
        </pc:spChg>
        <pc:spChg chg="del">
          <ac:chgData name="Akriti Mehta" userId="0c901562-3821-4879-abc2-7521cf2ab412" providerId="ADAL" clId="{144A11F9-5BB9-40A3-A970-33EF68ACAA95}" dt="2026-05-27T12:30:26.054" v="416" actId="478"/>
          <ac:spMkLst>
            <pc:docMk/>
            <pc:sldMk cId="0" sldId="288"/>
            <ac:spMk id="38" creationId="{71A65FC4-4ABA-22B2-4E35-E9B4944E9C61}"/>
          </ac:spMkLst>
        </pc:spChg>
        <pc:spChg chg="add del mod">
          <ac:chgData name="Akriti Mehta" userId="0c901562-3821-4879-abc2-7521cf2ab412" providerId="ADAL" clId="{144A11F9-5BB9-40A3-A970-33EF68ACAA95}" dt="2026-05-27T12:30:19.372" v="414" actId="478"/>
          <ac:spMkLst>
            <pc:docMk/>
            <pc:sldMk cId="0" sldId="288"/>
            <ac:spMk id="39" creationId="{476936CF-0332-D0F3-3236-DE52F519507B}"/>
          </ac:spMkLst>
        </pc:spChg>
        <pc:spChg chg="del">
          <ac:chgData name="Akriti Mehta" userId="0c901562-3821-4879-abc2-7521cf2ab412" providerId="ADAL" clId="{144A11F9-5BB9-40A3-A970-33EF68ACAA95}" dt="2026-05-27T12:30:26.054" v="416" actId="478"/>
          <ac:spMkLst>
            <pc:docMk/>
            <pc:sldMk cId="0" sldId="288"/>
            <ac:spMk id="40" creationId="{131A6CAE-D73A-0223-3A4D-959B0F41C983}"/>
          </ac:spMkLst>
        </pc:spChg>
        <pc:spChg chg="add del mod">
          <ac:chgData name="Akriti Mehta" userId="0c901562-3821-4879-abc2-7521cf2ab412" providerId="ADAL" clId="{144A11F9-5BB9-40A3-A970-33EF68ACAA95}" dt="2026-05-27T12:30:19.372" v="414" actId="478"/>
          <ac:spMkLst>
            <pc:docMk/>
            <pc:sldMk cId="0" sldId="288"/>
            <ac:spMk id="41" creationId="{628F6329-F01E-40B5-EEC9-ABC2DD0F1DAF}"/>
          </ac:spMkLst>
        </pc:spChg>
        <pc:spChg chg="add del mod">
          <ac:chgData name="Akriti Mehta" userId="0c901562-3821-4879-abc2-7521cf2ab412" providerId="ADAL" clId="{144A11F9-5BB9-40A3-A970-33EF68ACAA95}" dt="2026-05-27T12:30:26.054" v="416" actId="478"/>
          <ac:spMkLst>
            <pc:docMk/>
            <pc:sldMk cId="0" sldId="288"/>
            <ac:spMk id="42" creationId="{07C14FBB-CC10-EAAD-25B3-B82E6B39A67D}"/>
          </ac:spMkLst>
        </pc:spChg>
        <pc:spChg chg="add del">
          <ac:chgData name="Akriti Mehta" userId="0c901562-3821-4879-abc2-7521cf2ab412" providerId="ADAL" clId="{144A11F9-5BB9-40A3-A970-33EF68ACAA95}" dt="2026-05-27T12:30:22.555" v="415" actId="478"/>
          <ac:spMkLst>
            <pc:docMk/>
            <pc:sldMk cId="0" sldId="288"/>
            <ac:spMk id="48" creationId="{CB3EACCD-3677-B2AA-1575-7BA435A395CA}"/>
          </ac:spMkLst>
        </pc:spChg>
        <pc:spChg chg="add mod">
          <ac:chgData name="Akriti Mehta" userId="0c901562-3821-4879-abc2-7521cf2ab412" providerId="ADAL" clId="{144A11F9-5BB9-40A3-A970-33EF68ACAA95}" dt="2026-05-27T12:30:28.696" v="418"/>
          <ac:spMkLst>
            <pc:docMk/>
            <pc:sldMk cId="0" sldId="288"/>
            <ac:spMk id="49" creationId="{511DDB71-10B3-F89B-67EF-449EA24ABA9E}"/>
          </ac:spMkLst>
        </pc:spChg>
        <pc:spChg chg="add mod">
          <ac:chgData name="Akriti Mehta" userId="0c901562-3821-4879-abc2-7521cf2ab412" providerId="ADAL" clId="{144A11F9-5BB9-40A3-A970-33EF68ACAA95}" dt="2026-05-27T12:30:28.696" v="418"/>
          <ac:spMkLst>
            <pc:docMk/>
            <pc:sldMk cId="0" sldId="288"/>
            <ac:spMk id="52" creationId="{60B82390-666E-96D0-9BFF-06A4334E7E8A}"/>
          </ac:spMkLst>
        </pc:spChg>
        <pc:spChg chg="add mod">
          <ac:chgData name="Akriti Mehta" userId="0c901562-3821-4879-abc2-7521cf2ab412" providerId="ADAL" clId="{144A11F9-5BB9-40A3-A970-33EF68ACAA95}" dt="2026-05-27T12:30:28.696" v="418"/>
          <ac:spMkLst>
            <pc:docMk/>
            <pc:sldMk cId="0" sldId="288"/>
            <ac:spMk id="53" creationId="{3BF6FB1E-CAB2-37FA-498F-7B8426C889B2}"/>
          </ac:spMkLst>
        </pc:spChg>
        <pc:spChg chg="add mod">
          <ac:chgData name="Akriti Mehta" userId="0c901562-3821-4879-abc2-7521cf2ab412" providerId="ADAL" clId="{144A11F9-5BB9-40A3-A970-33EF68ACAA95}" dt="2026-05-27T12:30:28.696" v="418"/>
          <ac:spMkLst>
            <pc:docMk/>
            <pc:sldMk cId="0" sldId="288"/>
            <ac:spMk id="56" creationId="{6D9B6278-9AB7-452B-B804-09FB7C270249}"/>
          </ac:spMkLst>
        </pc:spChg>
        <pc:spChg chg="mod">
          <ac:chgData name="Akriti Mehta" userId="0c901562-3821-4879-abc2-7521cf2ab412" providerId="ADAL" clId="{144A11F9-5BB9-40A3-A970-33EF68ACAA95}" dt="2026-05-27T12:30:54.862" v="420" actId="207"/>
          <ac:spMkLst>
            <pc:docMk/>
            <pc:sldMk cId="0" sldId="288"/>
            <ac:spMk id="57" creationId="{DA9A1ACB-A4FC-C105-C5AE-6AD44B2030B0}"/>
          </ac:spMkLst>
        </pc:spChg>
        <pc:spChg chg="add mod">
          <ac:chgData name="Akriti Mehta" userId="0c901562-3821-4879-abc2-7521cf2ab412" providerId="ADAL" clId="{144A11F9-5BB9-40A3-A970-33EF68ACAA95}" dt="2026-05-27T12:30:28.696" v="418"/>
          <ac:spMkLst>
            <pc:docMk/>
            <pc:sldMk cId="0" sldId="288"/>
            <ac:spMk id="58" creationId="{0B3BE52D-99E6-867B-503E-C23598BC613C}"/>
          </ac:spMkLst>
        </pc:spChg>
        <pc:spChg chg="mod">
          <ac:chgData name="Akriti Mehta" userId="0c901562-3821-4879-abc2-7521cf2ab412" providerId="ADAL" clId="{144A11F9-5BB9-40A3-A970-33EF68ACAA95}" dt="2026-05-27T12:31:20.457" v="423" actId="207"/>
          <ac:spMkLst>
            <pc:docMk/>
            <pc:sldMk cId="0" sldId="288"/>
            <ac:spMk id="60" creationId="{CE463080-A076-99B7-FECA-EA2B1D883774}"/>
          </ac:spMkLst>
        </pc:spChg>
        <pc:spChg chg="mod">
          <ac:chgData name="Akriti Mehta" userId="0c901562-3821-4879-abc2-7521cf2ab412" providerId="ADAL" clId="{144A11F9-5BB9-40A3-A970-33EF68ACAA95}" dt="2026-05-27T12:31:00.351" v="421" actId="207"/>
          <ac:spMkLst>
            <pc:docMk/>
            <pc:sldMk cId="0" sldId="288"/>
            <ac:spMk id="63" creationId="{22433ACE-F04C-3C24-782B-91EDD85111A2}"/>
          </ac:spMkLst>
        </pc:spChg>
        <pc:spChg chg="mod">
          <ac:chgData name="Akriti Mehta" userId="0c901562-3821-4879-abc2-7521cf2ab412" providerId="ADAL" clId="{144A11F9-5BB9-40A3-A970-33EF68ACAA95}" dt="2026-05-27T12:30:28.696" v="418"/>
          <ac:spMkLst>
            <pc:docMk/>
            <pc:sldMk cId="0" sldId="288"/>
            <ac:spMk id="64" creationId="{6BFC3E05-F86E-CEFC-162D-6906FA15BB3F}"/>
          </ac:spMkLst>
        </pc:spChg>
        <pc:spChg chg="mod">
          <ac:chgData name="Akriti Mehta" userId="0c901562-3821-4879-abc2-7521cf2ab412" providerId="ADAL" clId="{144A11F9-5BB9-40A3-A970-33EF68ACAA95}" dt="2026-05-27T12:31:15.552" v="422" actId="207"/>
          <ac:spMkLst>
            <pc:docMk/>
            <pc:sldMk cId="0" sldId="288"/>
            <ac:spMk id="66" creationId="{6B14A98E-C66B-8F39-BA8F-28EA4B6C0070}"/>
          </ac:spMkLst>
        </pc:spChg>
        <pc:spChg chg="add mod">
          <ac:chgData name="Akriti Mehta" userId="0c901562-3821-4879-abc2-7521cf2ab412" providerId="ADAL" clId="{144A11F9-5BB9-40A3-A970-33EF68ACAA95}" dt="2026-05-27T12:30:28.696" v="418"/>
          <ac:spMkLst>
            <pc:docMk/>
            <pc:sldMk cId="0" sldId="288"/>
            <ac:spMk id="68" creationId="{AE4FFCFF-DA04-BEE6-B21B-B99C5A840FBA}"/>
          </ac:spMkLst>
        </pc:spChg>
        <pc:spChg chg="add mod">
          <ac:chgData name="Akriti Mehta" userId="0c901562-3821-4879-abc2-7521cf2ab412" providerId="ADAL" clId="{144A11F9-5BB9-40A3-A970-33EF68ACAA95}" dt="2026-05-27T12:30:28.696" v="418"/>
          <ac:spMkLst>
            <pc:docMk/>
            <pc:sldMk cId="0" sldId="288"/>
            <ac:spMk id="69" creationId="{E54E1578-968E-5622-98F8-D9A02C85FBC6}"/>
          </ac:spMkLst>
        </pc:spChg>
        <pc:cxnChg chg="del">
          <ac:chgData name="Akriti Mehta" userId="0c901562-3821-4879-abc2-7521cf2ab412" providerId="ADAL" clId="{144A11F9-5BB9-40A3-A970-33EF68ACAA95}" dt="2026-05-27T12:30:26.054" v="416" actId="478"/>
          <ac:cxnSpMkLst>
            <pc:docMk/>
            <pc:sldMk cId="0" sldId="288"/>
            <ac:cxnSpMk id="26" creationId="{ED3C6CD1-7349-281A-6B06-B1685F6486BE}"/>
          </ac:cxnSpMkLst>
        </pc:cxnChg>
        <pc:cxnChg chg="del">
          <ac:chgData name="Akriti Mehta" userId="0c901562-3821-4879-abc2-7521cf2ab412" providerId="ADAL" clId="{144A11F9-5BB9-40A3-A970-33EF68ACAA95}" dt="2026-05-27T12:30:26.054" v="416" actId="478"/>
          <ac:cxnSpMkLst>
            <pc:docMk/>
            <pc:sldMk cId="0" sldId="288"/>
            <ac:cxnSpMk id="27" creationId="{A4BC89BC-D69A-C4DC-A50D-88F0A90EBC3A}"/>
          </ac:cxnSpMkLst>
        </pc:cxnChg>
        <pc:cxnChg chg="del">
          <ac:chgData name="Akriti Mehta" userId="0c901562-3821-4879-abc2-7521cf2ab412" providerId="ADAL" clId="{144A11F9-5BB9-40A3-A970-33EF68ACAA95}" dt="2026-05-27T12:30:26.054" v="416" actId="478"/>
          <ac:cxnSpMkLst>
            <pc:docMk/>
            <pc:sldMk cId="0" sldId="288"/>
            <ac:cxnSpMk id="28" creationId="{C6FF4B1E-DCAA-23E2-201B-CFB938F4B2DD}"/>
          </ac:cxnSpMkLst>
        </pc:cxnChg>
        <pc:cxnChg chg="del">
          <ac:chgData name="Akriti Mehta" userId="0c901562-3821-4879-abc2-7521cf2ab412" providerId="ADAL" clId="{144A11F9-5BB9-40A3-A970-33EF68ACAA95}" dt="2026-05-27T12:30:26.054" v="416" actId="478"/>
          <ac:cxnSpMkLst>
            <pc:docMk/>
            <pc:sldMk cId="0" sldId="288"/>
            <ac:cxnSpMk id="31" creationId="{23782F05-29A8-2D1E-4F38-540D6CBAF88A}"/>
          </ac:cxnSpMkLst>
        </pc:cxnChg>
      </pc:sldChg>
      <pc:sldChg chg="add del modTransition">
        <pc:chgData name="Akriti Mehta" userId="0c901562-3821-4879-abc2-7521cf2ab412" providerId="ADAL" clId="{144A11F9-5BB9-40A3-A970-33EF68ACAA95}" dt="2026-05-27T12:32:16.968" v="429" actId="47"/>
        <pc:sldMkLst>
          <pc:docMk/>
          <pc:sldMk cId="0" sldId="289"/>
        </pc:sldMkLst>
      </pc:sldChg>
      <pc:sldChg chg="addSp delSp modSp add del mod modTransition">
        <pc:chgData name="Akriti Mehta" userId="0c901562-3821-4879-abc2-7521cf2ab412" providerId="ADAL" clId="{144A11F9-5BB9-40A3-A970-33EF68ACAA95}" dt="2026-05-27T12:34:23.572" v="442" actId="208"/>
        <pc:sldMkLst>
          <pc:docMk/>
          <pc:sldMk cId="0" sldId="290"/>
        </pc:sldMkLst>
        <pc:spChg chg="del">
          <ac:chgData name="Akriti Mehta" userId="0c901562-3821-4879-abc2-7521cf2ab412" providerId="ADAL" clId="{144A11F9-5BB9-40A3-A970-33EF68ACAA95}" dt="2026-05-27T12:32:48.646" v="430" actId="478"/>
          <ac:spMkLst>
            <pc:docMk/>
            <pc:sldMk cId="0" sldId="290"/>
            <ac:spMk id="5" creationId="{00000000-0000-0000-0000-000000000000}"/>
          </ac:spMkLst>
        </pc:spChg>
        <pc:spChg chg="add mod">
          <ac:chgData name="Akriti Mehta" userId="0c901562-3821-4879-abc2-7521cf2ab412" providerId="ADAL" clId="{144A11F9-5BB9-40A3-A970-33EF68ACAA95}" dt="2026-05-27T12:34:23.572" v="442" actId="208"/>
          <ac:spMkLst>
            <pc:docMk/>
            <pc:sldMk cId="0" sldId="290"/>
            <ac:spMk id="7" creationId="{BE4AC56E-6C1D-EB3F-0E47-61C8618E65C4}"/>
          </ac:spMkLst>
        </pc:spChg>
        <pc:spChg chg="add mod">
          <ac:chgData name="Akriti Mehta" userId="0c901562-3821-4879-abc2-7521cf2ab412" providerId="ADAL" clId="{144A11F9-5BB9-40A3-A970-33EF68ACAA95}" dt="2026-05-27T12:33:48.654" v="437" actId="207"/>
          <ac:spMkLst>
            <pc:docMk/>
            <pc:sldMk cId="0" sldId="290"/>
            <ac:spMk id="8" creationId="{66FC486A-2DC1-D083-4BC2-292D32080075}"/>
          </ac:spMkLst>
        </pc:spChg>
        <pc:spChg chg="add mod">
          <ac:chgData name="Akriti Mehta" userId="0c901562-3821-4879-abc2-7521cf2ab412" providerId="ADAL" clId="{144A11F9-5BB9-40A3-A970-33EF68ACAA95}" dt="2026-05-27T12:33:52.557" v="438" actId="207"/>
          <ac:spMkLst>
            <pc:docMk/>
            <pc:sldMk cId="0" sldId="290"/>
            <ac:spMk id="9" creationId="{936E199F-5761-9708-8161-88ADCBA9140A}"/>
          </ac:spMkLst>
        </pc:spChg>
        <pc:spChg chg="mod">
          <ac:chgData name="Akriti Mehta" userId="0c901562-3821-4879-abc2-7521cf2ab412" providerId="ADAL" clId="{144A11F9-5BB9-40A3-A970-33EF68ACAA95}" dt="2026-05-27T12:34:08.262" v="441" actId="207"/>
          <ac:spMkLst>
            <pc:docMk/>
            <pc:sldMk cId="0" sldId="290"/>
            <ac:spMk id="10" creationId="{97B54BC1-D7F4-F50D-9AB4-C968A2A82A6E}"/>
          </ac:spMkLst>
        </pc:spChg>
        <pc:spChg chg="mod">
          <ac:chgData name="Akriti Mehta" userId="0c901562-3821-4879-abc2-7521cf2ab412" providerId="ADAL" clId="{144A11F9-5BB9-40A3-A970-33EF68ACAA95}" dt="2026-05-27T12:34:03.193" v="440" actId="207"/>
          <ac:spMkLst>
            <pc:docMk/>
            <pc:sldMk cId="0" sldId="290"/>
            <ac:spMk id="11" creationId="{17CED95B-FF1B-EAB4-1941-6A23F4979AB4}"/>
          </ac:spMkLst>
        </pc:spChg>
        <pc:spChg chg="mod">
          <ac:chgData name="Akriti Mehta" userId="0c901562-3821-4879-abc2-7521cf2ab412" providerId="ADAL" clId="{144A11F9-5BB9-40A3-A970-33EF68ACAA95}" dt="2026-05-27T12:33:56.959" v="439" actId="207"/>
          <ac:spMkLst>
            <pc:docMk/>
            <pc:sldMk cId="0" sldId="290"/>
            <ac:spMk id="12" creationId="{A2902BEE-5281-89C7-D17F-96070A1447F2}"/>
          </ac:spMkLst>
        </pc:spChg>
        <pc:spChg chg="add mod">
          <ac:chgData name="Akriti Mehta" userId="0c901562-3821-4879-abc2-7521cf2ab412" providerId="ADAL" clId="{144A11F9-5BB9-40A3-A970-33EF68ACAA95}" dt="2026-05-27T12:32:49.474" v="431"/>
          <ac:spMkLst>
            <pc:docMk/>
            <pc:sldMk cId="0" sldId="290"/>
            <ac:spMk id="22" creationId="{CBD2381F-8E3B-4CB3-70A0-F25C0D221FB5}"/>
          </ac:spMkLst>
        </pc:spChg>
        <pc:spChg chg="mod">
          <ac:chgData name="Akriti Mehta" userId="0c901562-3821-4879-abc2-7521cf2ab412" providerId="ADAL" clId="{144A11F9-5BB9-40A3-A970-33EF68ACAA95}" dt="2026-05-27T12:33:07.514" v="432" actId="207"/>
          <ac:spMkLst>
            <pc:docMk/>
            <pc:sldMk cId="0" sldId="290"/>
            <ac:spMk id="27" creationId="{1EC10790-67DF-6382-FAB7-52E0160F312E}"/>
          </ac:spMkLst>
        </pc:spChg>
        <pc:spChg chg="mod">
          <ac:chgData name="Akriti Mehta" userId="0c901562-3821-4879-abc2-7521cf2ab412" providerId="ADAL" clId="{144A11F9-5BB9-40A3-A970-33EF68ACAA95}" dt="2026-05-27T12:32:49.474" v="431"/>
          <ac:spMkLst>
            <pc:docMk/>
            <pc:sldMk cId="0" sldId="290"/>
            <ac:spMk id="29" creationId="{77C7E63C-4293-CFAF-7BE2-2B5B85D836DF}"/>
          </ac:spMkLst>
        </pc:spChg>
        <pc:spChg chg="mod">
          <ac:chgData name="Akriti Mehta" userId="0c901562-3821-4879-abc2-7521cf2ab412" providerId="ADAL" clId="{144A11F9-5BB9-40A3-A970-33EF68ACAA95}" dt="2026-05-27T12:33:37.451" v="436" actId="207"/>
          <ac:spMkLst>
            <pc:docMk/>
            <pc:sldMk cId="0" sldId="290"/>
            <ac:spMk id="31" creationId="{F61654AF-D98F-DD3B-9565-3250D2BDCAE3}"/>
          </ac:spMkLst>
        </pc:spChg>
        <pc:spChg chg="mod">
          <ac:chgData name="Akriti Mehta" userId="0c901562-3821-4879-abc2-7521cf2ab412" providerId="ADAL" clId="{144A11F9-5BB9-40A3-A970-33EF68ACAA95}" dt="2026-05-27T12:33:18.895" v="433" actId="207"/>
          <ac:spMkLst>
            <pc:docMk/>
            <pc:sldMk cId="0" sldId="290"/>
            <ac:spMk id="34" creationId="{E4B4A527-F004-D1E7-3871-D325945C6D0B}"/>
          </ac:spMkLst>
        </pc:spChg>
        <pc:spChg chg="mod">
          <ac:chgData name="Akriti Mehta" userId="0c901562-3821-4879-abc2-7521cf2ab412" providerId="ADAL" clId="{144A11F9-5BB9-40A3-A970-33EF68ACAA95}" dt="2026-05-27T12:33:24.574" v="434" actId="207"/>
          <ac:spMkLst>
            <pc:docMk/>
            <pc:sldMk cId="0" sldId="290"/>
            <ac:spMk id="40" creationId="{B3A7E8A8-43BC-73C2-8C7D-B01A77CD2043}"/>
          </ac:spMkLst>
        </pc:spChg>
        <pc:spChg chg="mod">
          <ac:chgData name="Akriti Mehta" userId="0c901562-3821-4879-abc2-7521cf2ab412" providerId="ADAL" clId="{144A11F9-5BB9-40A3-A970-33EF68ACAA95}" dt="2026-05-27T12:32:49.474" v="431"/>
          <ac:spMkLst>
            <pc:docMk/>
            <pc:sldMk cId="0" sldId="290"/>
            <ac:spMk id="47" creationId="{2A77924D-DEB8-7348-31C5-F0C58FB298E2}"/>
          </ac:spMkLst>
        </pc:spChg>
        <pc:spChg chg="mod">
          <ac:chgData name="Akriti Mehta" userId="0c901562-3821-4879-abc2-7521cf2ab412" providerId="ADAL" clId="{144A11F9-5BB9-40A3-A970-33EF68ACAA95}" dt="2026-05-27T12:32:49.474" v="431"/>
          <ac:spMkLst>
            <pc:docMk/>
            <pc:sldMk cId="0" sldId="290"/>
            <ac:spMk id="61" creationId="{CF0F2078-24E0-4FDA-7A8B-29E55FACEE70}"/>
          </ac:spMkLst>
        </pc:spChg>
        <pc:spChg chg="mod">
          <ac:chgData name="Akriti Mehta" userId="0c901562-3821-4879-abc2-7521cf2ab412" providerId="ADAL" clId="{144A11F9-5BB9-40A3-A970-33EF68ACAA95}" dt="2026-05-27T12:32:49.474" v="431"/>
          <ac:spMkLst>
            <pc:docMk/>
            <pc:sldMk cId="0" sldId="290"/>
            <ac:spMk id="91" creationId="{68EDB4B8-B5CD-5183-C482-CD39D48A8544}"/>
          </ac:spMkLst>
        </pc:spChg>
        <pc:spChg chg="mod">
          <ac:chgData name="Akriti Mehta" userId="0c901562-3821-4879-abc2-7521cf2ab412" providerId="ADAL" clId="{144A11F9-5BB9-40A3-A970-33EF68ACAA95}" dt="2026-05-27T12:33:29.394" v="435" actId="207"/>
          <ac:spMkLst>
            <pc:docMk/>
            <pc:sldMk cId="0" sldId="290"/>
            <ac:spMk id="92" creationId="{A8D7865C-0011-8285-0F1F-C2EEE6A6AA6F}"/>
          </ac:spMkLst>
        </pc:spChg>
        <pc:spChg chg="add mod">
          <ac:chgData name="Akriti Mehta" userId="0c901562-3821-4879-abc2-7521cf2ab412" providerId="ADAL" clId="{144A11F9-5BB9-40A3-A970-33EF68ACAA95}" dt="2026-05-27T12:32:49.474" v="431"/>
          <ac:spMkLst>
            <pc:docMk/>
            <pc:sldMk cId="0" sldId="290"/>
            <ac:spMk id="93" creationId="{F81FC2B5-4B29-E64F-0E7C-8E15D8384FB2}"/>
          </ac:spMkLst>
        </pc:spChg>
        <pc:spChg chg="add mod">
          <ac:chgData name="Akriti Mehta" userId="0c901562-3821-4879-abc2-7521cf2ab412" providerId="ADAL" clId="{144A11F9-5BB9-40A3-A970-33EF68ACAA95}" dt="2026-05-27T12:32:49.474" v="431"/>
          <ac:spMkLst>
            <pc:docMk/>
            <pc:sldMk cId="0" sldId="290"/>
            <ac:spMk id="94" creationId="{366F4D09-E431-9599-CCB8-38FE759E406F}"/>
          </ac:spMkLst>
        </pc:spChg>
      </pc:sldChg>
      <pc:sldChg chg="addSp delSp modSp add del mod modTransition">
        <pc:chgData name="Akriti Mehta" userId="0c901562-3821-4879-abc2-7521cf2ab412" providerId="ADAL" clId="{144A11F9-5BB9-40A3-A970-33EF68ACAA95}" dt="2026-05-27T12:38:30.244" v="472" actId="167"/>
        <pc:sldMkLst>
          <pc:docMk/>
          <pc:sldMk cId="0" sldId="291"/>
        </pc:sldMkLst>
        <pc:spChg chg="del">
          <ac:chgData name="Akriti Mehta" userId="0c901562-3821-4879-abc2-7521cf2ab412" providerId="ADAL" clId="{144A11F9-5BB9-40A3-A970-33EF68ACAA95}" dt="2026-05-27T12:34:45.124" v="443" actId="478"/>
          <ac:spMkLst>
            <pc:docMk/>
            <pc:sldMk cId="0" sldId="291"/>
            <ac:spMk id="5" creationId="{00000000-0000-0000-0000-000000000000}"/>
          </ac:spMkLst>
        </pc:spChg>
        <pc:spChg chg="add mod">
          <ac:chgData name="Akriti Mehta" userId="0c901562-3821-4879-abc2-7521cf2ab412" providerId="ADAL" clId="{144A11F9-5BB9-40A3-A970-33EF68ACAA95}" dt="2026-05-27T12:34:45.705" v="444"/>
          <ac:spMkLst>
            <pc:docMk/>
            <pc:sldMk cId="0" sldId="291"/>
            <ac:spMk id="17" creationId="{5E703E25-8901-AD02-9C9C-31A42139BA1E}"/>
          </ac:spMkLst>
        </pc:spChg>
        <pc:spChg chg="add mod">
          <ac:chgData name="Akriti Mehta" userId="0c901562-3821-4879-abc2-7521cf2ab412" providerId="ADAL" clId="{144A11F9-5BB9-40A3-A970-33EF68ACAA95}" dt="2026-05-27T12:34:45.705" v="444"/>
          <ac:spMkLst>
            <pc:docMk/>
            <pc:sldMk cId="0" sldId="291"/>
            <ac:spMk id="19" creationId="{F6B2EF47-59AA-5534-1EA8-15891671D92E}"/>
          </ac:spMkLst>
        </pc:spChg>
        <pc:spChg chg="add mod">
          <ac:chgData name="Akriti Mehta" userId="0c901562-3821-4879-abc2-7521cf2ab412" providerId="ADAL" clId="{144A11F9-5BB9-40A3-A970-33EF68ACAA95}" dt="2026-05-27T12:34:45.705" v="444"/>
          <ac:spMkLst>
            <pc:docMk/>
            <pc:sldMk cId="0" sldId="291"/>
            <ac:spMk id="20" creationId="{19726CB2-BCBE-22F9-FA6C-67ACF39AE37F}"/>
          </ac:spMkLst>
        </pc:spChg>
        <pc:spChg chg="add mod">
          <ac:chgData name="Akriti Mehta" userId="0c901562-3821-4879-abc2-7521cf2ab412" providerId="ADAL" clId="{144A11F9-5BB9-40A3-A970-33EF68ACAA95}" dt="2026-05-27T12:34:45.705" v="444"/>
          <ac:spMkLst>
            <pc:docMk/>
            <pc:sldMk cId="0" sldId="291"/>
            <ac:spMk id="22" creationId="{79CA8F6C-7F5B-A2DE-78FC-7E7877F00018}"/>
          </ac:spMkLst>
        </pc:spChg>
        <pc:spChg chg="add mod">
          <ac:chgData name="Akriti Mehta" userId="0c901562-3821-4879-abc2-7521cf2ab412" providerId="ADAL" clId="{144A11F9-5BB9-40A3-A970-33EF68ACAA95}" dt="2026-05-27T12:34:45.705" v="444"/>
          <ac:spMkLst>
            <pc:docMk/>
            <pc:sldMk cId="0" sldId="291"/>
            <ac:spMk id="23" creationId="{29907D9F-34EB-69F5-017D-08DE75F498BA}"/>
          </ac:spMkLst>
        </pc:spChg>
        <pc:spChg chg="add mod">
          <ac:chgData name="Akriti Mehta" userId="0c901562-3821-4879-abc2-7521cf2ab412" providerId="ADAL" clId="{144A11F9-5BB9-40A3-A970-33EF68ACAA95}" dt="2026-05-27T12:34:45.705" v="444"/>
          <ac:spMkLst>
            <pc:docMk/>
            <pc:sldMk cId="0" sldId="291"/>
            <ac:spMk id="24" creationId="{53BE6A37-B412-5EC7-E241-E472DE6F3CB5}"/>
          </ac:spMkLst>
        </pc:spChg>
        <pc:spChg chg="add mod">
          <ac:chgData name="Akriti Mehta" userId="0c901562-3821-4879-abc2-7521cf2ab412" providerId="ADAL" clId="{144A11F9-5BB9-40A3-A970-33EF68ACAA95}" dt="2026-05-27T12:34:45.705" v="444"/>
          <ac:spMkLst>
            <pc:docMk/>
            <pc:sldMk cId="0" sldId="291"/>
            <ac:spMk id="27" creationId="{A03544A0-E3F6-6931-4873-5372B1EE59D8}"/>
          </ac:spMkLst>
        </pc:spChg>
        <pc:spChg chg="add mod">
          <ac:chgData name="Akriti Mehta" userId="0c901562-3821-4879-abc2-7521cf2ab412" providerId="ADAL" clId="{144A11F9-5BB9-40A3-A970-33EF68ACAA95}" dt="2026-05-27T12:34:45.705" v="444"/>
          <ac:spMkLst>
            <pc:docMk/>
            <pc:sldMk cId="0" sldId="291"/>
            <ac:spMk id="28" creationId="{B2DCB666-E3C9-1DA8-9810-C31DCF8B18DD}"/>
          </ac:spMkLst>
        </pc:spChg>
        <pc:spChg chg="add mod">
          <ac:chgData name="Akriti Mehta" userId="0c901562-3821-4879-abc2-7521cf2ab412" providerId="ADAL" clId="{144A11F9-5BB9-40A3-A970-33EF68ACAA95}" dt="2026-05-27T12:34:45.705" v="444"/>
          <ac:spMkLst>
            <pc:docMk/>
            <pc:sldMk cId="0" sldId="291"/>
            <ac:spMk id="32" creationId="{D2508BA5-8205-09F3-E1B7-218BDA8C3A3D}"/>
          </ac:spMkLst>
        </pc:spChg>
        <pc:spChg chg="add mod">
          <ac:chgData name="Akriti Mehta" userId="0c901562-3821-4879-abc2-7521cf2ab412" providerId="ADAL" clId="{144A11F9-5BB9-40A3-A970-33EF68ACAA95}" dt="2026-05-27T12:34:45.705" v="444"/>
          <ac:spMkLst>
            <pc:docMk/>
            <pc:sldMk cId="0" sldId="291"/>
            <ac:spMk id="34" creationId="{7B2EEA35-B02B-B883-D9A6-CC82FFD72AA2}"/>
          </ac:spMkLst>
        </pc:spChg>
        <pc:spChg chg="add mod">
          <ac:chgData name="Akriti Mehta" userId="0c901562-3821-4879-abc2-7521cf2ab412" providerId="ADAL" clId="{144A11F9-5BB9-40A3-A970-33EF68ACAA95}" dt="2026-05-27T12:35:08.818" v="448" actId="14100"/>
          <ac:spMkLst>
            <pc:docMk/>
            <pc:sldMk cId="0" sldId="291"/>
            <ac:spMk id="37" creationId="{FB8F02B8-EE36-276B-6F55-78C27C7D317F}"/>
          </ac:spMkLst>
        </pc:spChg>
        <pc:spChg chg="add mod">
          <ac:chgData name="Akriti Mehta" userId="0c901562-3821-4879-abc2-7521cf2ab412" providerId="ADAL" clId="{144A11F9-5BB9-40A3-A970-33EF68ACAA95}" dt="2026-05-27T12:35:24.327" v="449" actId="14100"/>
          <ac:spMkLst>
            <pc:docMk/>
            <pc:sldMk cId="0" sldId="291"/>
            <ac:spMk id="47" creationId="{9357D610-E412-7249-1707-ADD22E4A9D6A}"/>
          </ac:spMkLst>
        </pc:spChg>
        <pc:spChg chg="add mod">
          <ac:chgData name="Akriti Mehta" userId="0c901562-3821-4879-abc2-7521cf2ab412" providerId="ADAL" clId="{144A11F9-5BB9-40A3-A970-33EF68ACAA95}" dt="2026-05-27T12:35:24.327" v="449" actId="14100"/>
          <ac:spMkLst>
            <pc:docMk/>
            <pc:sldMk cId="0" sldId="291"/>
            <ac:spMk id="48" creationId="{BFA36B24-B2E2-2D43-B715-89C64CF1DD09}"/>
          </ac:spMkLst>
        </pc:spChg>
        <pc:spChg chg="mod">
          <ac:chgData name="Akriti Mehta" userId="0c901562-3821-4879-abc2-7521cf2ab412" providerId="ADAL" clId="{144A11F9-5BB9-40A3-A970-33EF68ACAA95}" dt="2026-05-27T12:35:24.327" v="449" actId="14100"/>
          <ac:spMkLst>
            <pc:docMk/>
            <pc:sldMk cId="0" sldId="291"/>
            <ac:spMk id="49" creationId="{52A6A039-D25E-BAB0-3FC4-28A2A99522D8}"/>
          </ac:spMkLst>
        </pc:spChg>
        <pc:spChg chg="add mod">
          <ac:chgData name="Akriti Mehta" userId="0c901562-3821-4879-abc2-7521cf2ab412" providerId="ADAL" clId="{144A11F9-5BB9-40A3-A970-33EF68ACAA95}" dt="2026-05-27T12:35:08.818" v="448" actId="14100"/>
          <ac:spMkLst>
            <pc:docMk/>
            <pc:sldMk cId="0" sldId="291"/>
            <ac:spMk id="50" creationId="{14A02310-1615-AAE6-1371-A4B525A8B8EA}"/>
          </ac:spMkLst>
        </pc:spChg>
        <pc:spChg chg="add mod">
          <ac:chgData name="Akriti Mehta" userId="0c901562-3821-4879-abc2-7521cf2ab412" providerId="ADAL" clId="{144A11F9-5BB9-40A3-A970-33EF68ACAA95}" dt="2026-05-27T12:35:24.327" v="449" actId="14100"/>
          <ac:spMkLst>
            <pc:docMk/>
            <pc:sldMk cId="0" sldId="291"/>
            <ac:spMk id="51" creationId="{F55BAA5F-E9C2-CA23-C520-6131949BC13C}"/>
          </ac:spMkLst>
        </pc:spChg>
        <pc:spChg chg="mod">
          <ac:chgData name="Akriti Mehta" userId="0c901562-3821-4879-abc2-7521cf2ab412" providerId="ADAL" clId="{144A11F9-5BB9-40A3-A970-33EF68ACAA95}" dt="2026-05-27T12:35:24.327" v="449" actId="14100"/>
          <ac:spMkLst>
            <pc:docMk/>
            <pc:sldMk cId="0" sldId="291"/>
            <ac:spMk id="53" creationId="{B083CCA3-E77A-EEEB-8014-A3E3EAA637F3}"/>
          </ac:spMkLst>
        </pc:spChg>
        <pc:spChg chg="add mod">
          <ac:chgData name="Akriti Mehta" userId="0c901562-3821-4879-abc2-7521cf2ab412" providerId="ADAL" clId="{144A11F9-5BB9-40A3-A970-33EF68ACAA95}" dt="2026-05-27T12:35:24.327" v="449" actId="14100"/>
          <ac:spMkLst>
            <pc:docMk/>
            <pc:sldMk cId="0" sldId="291"/>
            <ac:spMk id="55" creationId="{F5459298-79AD-7C3D-B743-F721B3830378}"/>
          </ac:spMkLst>
        </pc:spChg>
        <pc:spChg chg="add mod">
          <ac:chgData name="Akriti Mehta" userId="0c901562-3821-4879-abc2-7521cf2ab412" providerId="ADAL" clId="{144A11F9-5BB9-40A3-A970-33EF68ACAA95}" dt="2026-05-27T12:35:24.327" v="449" actId="14100"/>
          <ac:spMkLst>
            <pc:docMk/>
            <pc:sldMk cId="0" sldId="291"/>
            <ac:spMk id="56" creationId="{7F3C0FD1-23D6-4F5B-21D8-DE8762A83772}"/>
          </ac:spMkLst>
        </pc:spChg>
        <pc:spChg chg="add mod">
          <ac:chgData name="Akriti Mehta" userId="0c901562-3821-4879-abc2-7521cf2ab412" providerId="ADAL" clId="{144A11F9-5BB9-40A3-A970-33EF68ACAA95}" dt="2026-05-27T12:35:24.327" v="449" actId="14100"/>
          <ac:spMkLst>
            <pc:docMk/>
            <pc:sldMk cId="0" sldId="291"/>
            <ac:spMk id="60" creationId="{5348E793-933F-99F9-CADA-1A5C73922C71}"/>
          </ac:spMkLst>
        </pc:spChg>
        <pc:spChg chg="add mod">
          <ac:chgData name="Akriti Mehta" userId="0c901562-3821-4879-abc2-7521cf2ab412" providerId="ADAL" clId="{144A11F9-5BB9-40A3-A970-33EF68ACAA95}" dt="2026-05-27T12:35:24.327" v="449" actId="14100"/>
          <ac:spMkLst>
            <pc:docMk/>
            <pc:sldMk cId="0" sldId="291"/>
            <ac:spMk id="61" creationId="{648C34AC-D178-83A7-E9F5-71C5F23B5DB7}"/>
          </ac:spMkLst>
        </pc:spChg>
        <pc:spChg chg="add mod">
          <ac:chgData name="Akriti Mehta" userId="0c901562-3821-4879-abc2-7521cf2ab412" providerId="ADAL" clId="{144A11F9-5BB9-40A3-A970-33EF68ACAA95}" dt="2026-05-27T12:35:24.327" v="449" actId="14100"/>
          <ac:spMkLst>
            <pc:docMk/>
            <pc:sldMk cId="0" sldId="291"/>
            <ac:spMk id="66" creationId="{2BD2F1DF-69D8-886F-D963-5DE80512A49F}"/>
          </ac:spMkLst>
        </pc:spChg>
        <pc:spChg chg="add mod ord">
          <ac:chgData name="Akriti Mehta" userId="0c901562-3821-4879-abc2-7521cf2ab412" providerId="ADAL" clId="{144A11F9-5BB9-40A3-A970-33EF68ACAA95}" dt="2026-05-27T12:38:30.244" v="472" actId="167"/>
          <ac:spMkLst>
            <pc:docMk/>
            <pc:sldMk cId="0" sldId="291"/>
            <ac:spMk id="67" creationId="{54DF2FE7-F867-AC3D-BDBF-357BD4BA9690}"/>
          </ac:spMkLst>
        </pc:spChg>
        <pc:spChg chg="add mod">
          <ac:chgData name="Akriti Mehta" userId="0c901562-3821-4879-abc2-7521cf2ab412" providerId="ADAL" clId="{144A11F9-5BB9-40A3-A970-33EF68ACAA95}" dt="2026-05-27T12:35:43.392" v="451" actId="1076"/>
          <ac:spMkLst>
            <pc:docMk/>
            <pc:sldMk cId="0" sldId="291"/>
            <ac:spMk id="77" creationId="{27952BED-433A-20EF-F120-D6489E7328E6}"/>
          </ac:spMkLst>
        </pc:spChg>
        <pc:spChg chg="mod">
          <ac:chgData name="Akriti Mehta" userId="0c901562-3821-4879-abc2-7521cf2ab412" providerId="ADAL" clId="{144A11F9-5BB9-40A3-A970-33EF68ACAA95}" dt="2026-05-27T12:36:02.128" v="452" actId="208"/>
          <ac:spMkLst>
            <pc:docMk/>
            <pc:sldMk cId="0" sldId="291"/>
            <ac:spMk id="78" creationId="{3C976F51-9407-936C-35FB-3E20AEDBA035}"/>
          </ac:spMkLst>
        </pc:spChg>
        <pc:spChg chg="add mod">
          <ac:chgData name="Akriti Mehta" userId="0c901562-3821-4879-abc2-7521cf2ab412" providerId="ADAL" clId="{144A11F9-5BB9-40A3-A970-33EF68ACAA95}" dt="2026-05-27T12:35:43.392" v="451" actId="1076"/>
          <ac:spMkLst>
            <pc:docMk/>
            <pc:sldMk cId="0" sldId="291"/>
            <ac:spMk id="79" creationId="{184E2FDE-F7F5-2E9A-2EE8-D7D07BCD9F30}"/>
          </ac:spMkLst>
        </pc:spChg>
        <pc:spChg chg="mod">
          <ac:chgData name="Akriti Mehta" userId="0c901562-3821-4879-abc2-7521cf2ab412" providerId="ADAL" clId="{144A11F9-5BB9-40A3-A970-33EF68ACAA95}" dt="2026-05-27T12:36:28.355" v="455" actId="208"/>
          <ac:spMkLst>
            <pc:docMk/>
            <pc:sldMk cId="0" sldId="291"/>
            <ac:spMk id="80" creationId="{3FBF5373-6373-CF8B-68FA-593F5D4FEFD8}"/>
          </ac:spMkLst>
        </pc:spChg>
        <pc:spChg chg="add mod">
          <ac:chgData name="Akriti Mehta" userId="0c901562-3821-4879-abc2-7521cf2ab412" providerId="ADAL" clId="{144A11F9-5BB9-40A3-A970-33EF68ACAA95}" dt="2026-05-27T12:35:43.392" v="451" actId="1076"/>
          <ac:spMkLst>
            <pc:docMk/>
            <pc:sldMk cId="0" sldId="291"/>
            <ac:spMk id="81" creationId="{2C14BCE6-B232-033E-864E-5451081E8B81}"/>
          </ac:spMkLst>
        </pc:spChg>
        <pc:spChg chg="add mod">
          <ac:chgData name="Akriti Mehta" userId="0c901562-3821-4879-abc2-7521cf2ab412" providerId="ADAL" clId="{144A11F9-5BB9-40A3-A970-33EF68ACAA95}" dt="2026-05-27T12:36:44.446" v="457" actId="208"/>
          <ac:spMkLst>
            <pc:docMk/>
            <pc:sldMk cId="0" sldId="291"/>
            <ac:spMk id="82" creationId="{C0B25B67-D0E4-2B2A-50D7-25FC0051A692}"/>
          </ac:spMkLst>
        </pc:spChg>
        <pc:spChg chg="add mod">
          <ac:chgData name="Akriti Mehta" userId="0c901562-3821-4879-abc2-7521cf2ab412" providerId="ADAL" clId="{144A11F9-5BB9-40A3-A970-33EF68ACAA95}" dt="2026-05-27T12:35:43.392" v="451" actId="1076"/>
          <ac:spMkLst>
            <pc:docMk/>
            <pc:sldMk cId="0" sldId="291"/>
            <ac:spMk id="83" creationId="{31BFEB11-CC29-4631-84A6-A169B8AB62E7}"/>
          </ac:spMkLst>
        </pc:spChg>
        <pc:spChg chg="mod">
          <ac:chgData name="Akriti Mehta" userId="0c901562-3821-4879-abc2-7521cf2ab412" providerId="ADAL" clId="{144A11F9-5BB9-40A3-A970-33EF68ACAA95}" dt="2026-05-27T12:36:49.842" v="458" actId="208"/>
          <ac:spMkLst>
            <pc:docMk/>
            <pc:sldMk cId="0" sldId="291"/>
            <ac:spMk id="84" creationId="{FBB68689-F037-5DBD-BB5F-FC044CC6847D}"/>
          </ac:spMkLst>
        </pc:spChg>
        <pc:spChg chg="add mod">
          <ac:chgData name="Akriti Mehta" userId="0c901562-3821-4879-abc2-7521cf2ab412" providerId="ADAL" clId="{144A11F9-5BB9-40A3-A970-33EF68ACAA95}" dt="2026-05-27T12:36:58.953" v="459" actId="208"/>
          <ac:spMkLst>
            <pc:docMk/>
            <pc:sldMk cId="0" sldId="291"/>
            <ac:spMk id="86" creationId="{825E15FD-FAC7-546B-1E7E-2F7139EED399}"/>
          </ac:spMkLst>
        </pc:spChg>
        <pc:spChg chg="add mod">
          <ac:chgData name="Akriti Mehta" userId="0c901562-3821-4879-abc2-7521cf2ab412" providerId="ADAL" clId="{144A11F9-5BB9-40A3-A970-33EF68ACAA95}" dt="2026-05-27T12:35:43.392" v="451" actId="1076"/>
          <ac:spMkLst>
            <pc:docMk/>
            <pc:sldMk cId="0" sldId="291"/>
            <ac:spMk id="87" creationId="{3C68C9FD-8D47-A7AE-60C1-95DEC723D7C1}"/>
          </ac:spMkLst>
        </pc:spChg>
        <pc:spChg chg="mod">
          <ac:chgData name="Akriti Mehta" userId="0c901562-3821-4879-abc2-7521cf2ab412" providerId="ADAL" clId="{144A11F9-5BB9-40A3-A970-33EF68ACAA95}" dt="2026-05-27T12:37:12.543" v="461" actId="208"/>
          <ac:spMkLst>
            <pc:docMk/>
            <pc:sldMk cId="0" sldId="291"/>
            <ac:spMk id="88" creationId="{1AA22D45-D602-E8D2-C8C5-492F48C4FB7D}"/>
          </ac:spMkLst>
        </pc:spChg>
        <pc:spChg chg="add mod">
          <ac:chgData name="Akriti Mehta" userId="0c901562-3821-4879-abc2-7521cf2ab412" providerId="ADAL" clId="{144A11F9-5BB9-40A3-A970-33EF68ACAA95}" dt="2026-05-27T12:37:06.944" v="460" actId="208"/>
          <ac:spMkLst>
            <pc:docMk/>
            <pc:sldMk cId="0" sldId="291"/>
            <ac:spMk id="90" creationId="{D8C48FC7-D725-4F22-58BF-F0665FF9D8B1}"/>
          </ac:spMkLst>
        </pc:spChg>
        <pc:spChg chg="mod">
          <ac:chgData name="Akriti Mehta" userId="0c901562-3821-4879-abc2-7521cf2ab412" providerId="ADAL" clId="{144A11F9-5BB9-40A3-A970-33EF68ACAA95}" dt="2026-05-27T12:36:34.161" v="456" actId="208"/>
          <ac:spMkLst>
            <pc:docMk/>
            <pc:sldMk cId="0" sldId="291"/>
            <ac:spMk id="92" creationId="{ACC831FA-207C-A5B9-C3B9-CCFB81650622}"/>
          </ac:spMkLst>
        </pc:spChg>
        <pc:spChg chg="add mod">
          <ac:chgData name="Akriti Mehta" userId="0c901562-3821-4879-abc2-7521cf2ab412" providerId="ADAL" clId="{144A11F9-5BB9-40A3-A970-33EF68ACAA95}" dt="2026-05-27T12:37:22.082" v="462" actId="208"/>
          <ac:spMkLst>
            <pc:docMk/>
            <pc:sldMk cId="0" sldId="291"/>
            <ac:spMk id="94" creationId="{4D131FE5-E2FF-C813-7921-AEF2DD8FC22B}"/>
          </ac:spMkLst>
        </pc:spChg>
        <pc:picChg chg="mod">
          <ac:chgData name="Akriti Mehta" userId="0c901562-3821-4879-abc2-7521cf2ab412" providerId="ADAL" clId="{144A11F9-5BB9-40A3-A970-33EF68ACAA95}" dt="2026-05-27T12:35:00.227" v="446" actId="14100"/>
          <ac:picMkLst>
            <pc:docMk/>
            <pc:sldMk cId="0" sldId="291"/>
            <ac:picMk id="35" creationId="{810BAE7C-C5CB-F693-0A9E-3D08D40B5BDA}"/>
          </ac:picMkLst>
        </pc:picChg>
        <pc:picChg chg="mod">
          <ac:chgData name="Akriti Mehta" userId="0c901562-3821-4879-abc2-7521cf2ab412" providerId="ADAL" clId="{144A11F9-5BB9-40A3-A970-33EF68ACAA95}" dt="2026-05-27T12:36:11.034" v="453" actId="167"/>
          <ac:picMkLst>
            <pc:docMk/>
            <pc:sldMk cId="0" sldId="291"/>
            <ac:picMk id="95" creationId="{88219F72-F36A-644A-C0D9-DC91EF24A246}"/>
          </ac:picMkLst>
        </pc:picChg>
        <pc:cxnChg chg="mod">
          <ac:chgData name="Akriti Mehta" userId="0c901562-3821-4879-abc2-7521cf2ab412" providerId="ADAL" clId="{144A11F9-5BB9-40A3-A970-33EF68ACAA95}" dt="2026-05-27T12:38:24.906" v="471" actId="208"/>
          <ac:cxnSpMkLst>
            <pc:docMk/>
            <pc:sldMk cId="0" sldId="291"/>
            <ac:cxnSpMk id="68" creationId="{A3F9A389-0C07-0373-8330-EA0A947D43EA}"/>
          </ac:cxnSpMkLst>
        </pc:cxnChg>
        <pc:cxnChg chg="mod">
          <ac:chgData name="Akriti Mehta" userId="0c901562-3821-4879-abc2-7521cf2ab412" providerId="ADAL" clId="{144A11F9-5BB9-40A3-A970-33EF68ACAA95}" dt="2026-05-27T12:37:34.751" v="464" actId="208"/>
          <ac:cxnSpMkLst>
            <pc:docMk/>
            <pc:sldMk cId="0" sldId="291"/>
            <ac:cxnSpMk id="69" creationId="{3DB67F0F-465F-B19A-DED7-F6D13B3F97E9}"/>
          </ac:cxnSpMkLst>
        </pc:cxnChg>
        <pc:cxnChg chg="mod">
          <ac:chgData name="Akriti Mehta" userId="0c901562-3821-4879-abc2-7521cf2ab412" providerId="ADAL" clId="{144A11F9-5BB9-40A3-A970-33EF68ACAA95}" dt="2026-05-27T12:37:30.009" v="463" actId="208"/>
          <ac:cxnSpMkLst>
            <pc:docMk/>
            <pc:sldMk cId="0" sldId="291"/>
            <ac:cxnSpMk id="70" creationId="{7D4528DF-D1D6-303F-EACC-1F4133AC8B24}"/>
          </ac:cxnSpMkLst>
        </pc:cxnChg>
        <pc:cxnChg chg="mod">
          <ac:chgData name="Akriti Mehta" userId="0c901562-3821-4879-abc2-7521cf2ab412" providerId="ADAL" clId="{144A11F9-5BB9-40A3-A970-33EF68ACAA95}" dt="2026-05-27T12:37:40.211" v="465" actId="208"/>
          <ac:cxnSpMkLst>
            <pc:docMk/>
            <pc:sldMk cId="0" sldId="291"/>
            <ac:cxnSpMk id="71" creationId="{B4258C9D-A17D-311F-7BF2-838CA2F84B2A}"/>
          </ac:cxnSpMkLst>
        </pc:cxnChg>
        <pc:cxnChg chg="mod">
          <ac:chgData name="Akriti Mehta" userId="0c901562-3821-4879-abc2-7521cf2ab412" providerId="ADAL" clId="{144A11F9-5BB9-40A3-A970-33EF68ACAA95}" dt="2026-05-27T12:37:46.127" v="466" actId="208"/>
          <ac:cxnSpMkLst>
            <pc:docMk/>
            <pc:sldMk cId="0" sldId="291"/>
            <ac:cxnSpMk id="72" creationId="{E8EA765F-6FD4-35AF-3F71-79896A1AFFBA}"/>
          </ac:cxnSpMkLst>
        </pc:cxnChg>
        <pc:cxnChg chg="mod">
          <ac:chgData name="Akriti Mehta" userId="0c901562-3821-4879-abc2-7521cf2ab412" providerId="ADAL" clId="{144A11F9-5BB9-40A3-A970-33EF68ACAA95}" dt="2026-05-27T12:37:51.753" v="467" actId="208"/>
          <ac:cxnSpMkLst>
            <pc:docMk/>
            <pc:sldMk cId="0" sldId="291"/>
            <ac:cxnSpMk id="73" creationId="{F520E4EA-255B-535A-90C0-395979932D7F}"/>
          </ac:cxnSpMkLst>
        </pc:cxnChg>
        <pc:cxnChg chg="mod">
          <ac:chgData name="Akriti Mehta" userId="0c901562-3821-4879-abc2-7521cf2ab412" providerId="ADAL" clId="{144A11F9-5BB9-40A3-A970-33EF68ACAA95}" dt="2026-05-27T12:38:16.988" v="470" actId="208"/>
          <ac:cxnSpMkLst>
            <pc:docMk/>
            <pc:sldMk cId="0" sldId="291"/>
            <ac:cxnSpMk id="74" creationId="{761E5F42-96F5-4EE1-FDA4-3E17CB518DE2}"/>
          </ac:cxnSpMkLst>
        </pc:cxnChg>
        <pc:cxnChg chg="mod">
          <ac:chgData name="Akriti Mehta" userId="0c901562-3821-4879-abc2-7521cf2ab412" providerId="ADAL" clId="{144A11F9-5BB9-40A3-A970-33EF68ACAA95}" dt="2026-05-27T12:37:57.752" v="468" actId="208"/>
          <ac:cxnSpMkLst>
            <pc:docMk/>
            <pc:sldMk cId="0" sldId="291"/>
            <ac:cxnSpMk id="75" creationId="{602A6F7B-AA15-C353-BBDD-9426263ACE26}"/>
          </ac:cxnSpMkLst>
        </pc:cxnChg>
        <pc:cxnChg chg="mod">
          <ac:chgData name="Akriti Mehta" userId="0c901562-3821-4879-abc2-7521cf2ab412" providerId="ADAL" clId="{144A11F9-5BB9-40A3-A970-33EF68ACAA95}" dt="2026-05-27T12:38:10.433" v="469" actId="208"/>
          <ac:cxnSpMkLst>
            <pc:docMk/>
            <pc:sldMk cId="0" sldId="291"/>
            <ac:cxnSpMk id="76" creationId="{C8AF1211-C0F6-2FFD-A98A-B9400A5D0814}"/>
          </ac:cxnSpMkLst>
        </pc:cxnChg>
      </pc:sldChg>
      <pc:sldChg chg="addSp delSp modSp add del mod modTransition">
        <pc:chgData name="Akriti Mehta" userId="0c901562-3821-4879-abc2-7521cf2ab412" providerId="ADAL" clId="{144A11F9-5BB9-40A3-A970-33EF68ACAA95}" dt="2026-05-27T12:44:52.502" v="510" actId="207"/>
        <pc:sldMkLst>
          <pc:docMk/>
          <pc:sldMk cId="0" sldId="292"/>
        </pc:sldMkLst>
        <pc:spChg chg="del">
          <ac:chgData name="Akriti Mehta" userId="0c901562-3821-4879-abc2-7521cf2ab412" providerId="ADAL" clId="{144A11F9-5BB9-40A3-A970-33EF68ACAA95}" dt="2026-05-27T12:38:41.141" v="473" actId="478"/>
          <ac:spMkLst>
            <pc:docMk/>
            <pc:sldMk cId="0" sldId="292"/>
            <ac:spMk id="5" creationId="{00000000-0000-0000-0000-000000000000}"/>
          </ac:spMkLst>
        </pc:spChg>
        <pc:spChg chg="add">
          <ac:chgData name="Akriti Mehta" userId="0c901562-3821-4879-abc2-7521cf2ab412" providerId="ADAL" clId="{144A11F9-5BB9-40A3-A970-33EF68ACAA95}" dt="2026-05-27T12:38:50.469" v="474" actId="22"/>
          <ac:spMkLst>
            <pc:docMk/>
            <pc:sldMk cId="0" sldId="292"/>
            <ac:spMk id="8" creationId="{8840CC0A-3148-441D-66B4-09DED10D22BB}"/>
          </ac:spMkLst>
        </pc:spChg>
        <pc:spChg chg="add">
          <ac:chgData name="Akriti Mehta" userId="0c901562-3821-4879-abc2-7521cf2ab412" providerId="ADAL" clId="{144A11F9-5BB9-40A3-A970-33EF68ACAA95}" dt="2026-05-27T12:38:50.469" v="474" actId="22"/>
          <ac:spMkLst>
            <pc:docMk/>
            <pc:sldMk cId="0" sldId="292"/>
            <ac:spMk id="10" creationId="{701EB623-2F39-3F38-4C66-F5D310E0E87A}"/>
          </ac:spMkLst>
        </pc:spChg>
        <pc:spChg chg="add mod">
          <ac:chgData name="Akriti Mehta" userId="0c901562-3821-4879-abc2-7521cf2ab412" providerId="ADAL" clId="{144A11F9-5BB9-40A3-A970-33EF68ACAA95}" dt="2026-05-27T12:44:13.151" v="508" actId="1076"/>
          <ac:spMkLst>
            <pc:docMk/>
            <pc:sldMk cId="0" sldId="292"/>
            <ac:spMk id="12" creationId="{E18488F4-6B66-136B-BC27-A252C389AFB2}"/>
          </ac:spMkLst>
        </pc:spChg>
        <pc:spChg chg="add mod">
          <ac:chgData name="Akriti Mehta" userId="0c901562-3821-4879-abc2-7521cf2ab412" providerId="ADAL" clId="{144A11F9-5BB9-40A3-A970-33EF68ACAA95}" dt="2026-05-27T12:44:05.843" v="504" actId="207"/>
          <ac:spMkLst>
            <pc:docMk/>
            <pc:sldMk cId="0" sldId="292"/>
            <ac:spMk id="14" creationId="{A30A7638-BEE6-AE1B-4B7E-51931B63C38F}"/>
          </ac:spMkLst>
        </pc:spChg>
        <pc:spChg chg="add mod">
          <ac:chgData name="Akriti Mehta" userId="0c901562-3821-4879-abc2-7521cf2ab412" providerId="ADAL" clId="{144A11F9-5BB9-40A3-A970-33EF68ACAA95}" dt="2026-05-27T12:44:52.502" v="510" actId="207"/>
          <ac:spMkLst>
            <pc:docMk/>
            <pc:sldMk cId="0" sldId="292"/>
            <ac:spMk id="16" creationId="{A22DB55E-F622-37BC-B193-13F9380A1D51}"/>
          </ac:spMkLst>
        </pc:spChg>
        <pc:spChg chg="add mod">
          <ac:chgData name="Akriti Mehta" userId="0c901562-3821-4879-abc2-7521cf2ab412" providerId="ADAL" clId="{144A11F9-5BB9-40A3-A970-33EF68ACAA95}" dt="2026-05-27T12:44:38.974" v="509" actId="207"/>
          <ac:spMkLst>
            <pc:docMk/>
            <pc:sldMk cId="0" sldId="292"/>
            <ac:spMk id="18" creationId="{90A85DE2-BC77-F8C8-B794-421409D0C513}"/>
          </ac:spMkLst>
        </pc:spChg>
        <pc:spChg chg="add">
          <ac:chgData name="Akriti Mehta" userId="0c901562-3821-4879-abc2-7521cf2ab412" providerId="ADAL" clId="{144A11F9-5BB9-40A3-A970-33EF68ACAA95}" dt="2026-05-27T12:38:50.469" v="474" actId="22"/>
          <ac:spMkLst>
            <pc:docMk/>
            <pc:sldMk cId="0" sldId="292"/>
            <ac:spMk id="20" creationId="{D0DD01F7-6FD9-46B3-DB32-438841E4AD8F}"/>
          </ac:spMkLst>
        </pc:spChg>
        <pc:spChg chg="add">
          <ac:chgData name="Akriti Mehta" userId="0c901562-3821-4879-abc2-7521cf2ab412" providerId="ADAL" clId="{144A11F9-5BB9-40A3-A970-33EF68ACAA95}" dt="2026-05-27T12:38:50.469" v="474" actId="22"/>
          <ac:spMkLst>
            <pc:docMk/>
            <pc:sldMk cId="0" sldId="292"/>
            <ac:spMk id="22" creationId="{57575214-501F-52B1-A179-86D7EABF52CF}"/>
          </ac:spMkLst>
        </pc:spChg>
        <pc:spChg chg="add">
          <ac:chgData name="Akriti Mehta" userId="0c901562-3821-4879-abc2-7521cf2ab412" providerId="ADAL" clId="{144A11F9-5BB9-40A3-A970-33EF68ACAA95}" dt="2026-05-27T12:38:50.469" v="474" actId="22"/>
          <ac:spMkLst>
            <pc:docMk/>
            <pc:sldMk cId="0" sldId="292"/>
            <ac:spMk id="24" creationId="{55C2F5E9-737F-A0C1-D3B3-20477BE198DE}"/>
          </ac:spMkLst>
        </pc:spChg>
        <pc:spChg chg="add mod">
          <ac:chgData name="Akriti Mehta" userId="0c901562-3821-4879-abc2-7521cf2ab412" providerId="ADAL" clId="{144A11F9-5BB9-40A3-A970-33EF68ACAA95}" dt="2026-05-27T12:39:05.627" v="475" actId="207"/>
          <ac:spMkLst>
            <pc:docMk/>
            <pc:sldMk cId="0" sldId="292"/>
            <ac:spMk id="26" creationId="{DC6C9EF2-22E5-4CC6-BAA0-D3DDAA99B9B8}"/>
          </ac:spMkLst>
        </pc:spChg>
      </pc:sldChg>
      <pc:sldChg chg="modSp del">
        <pc:chgData name="Akriti Mehta" userId="0c901562-3821-4879-abc2-7521cf2ab412" providerId="ADAL" clId="{144A11F9-5BB9-40A3-A970-33EF68ACAA95}" dt="2026-05-27T11:55:36.026" v="229" actId="47"/>
        <pc:sldMkLst>
          <pc:docMk/>
          <pc:sldMk cId="155315550" sldId="293"/>
        </pc:sldMkLst>
        <pc:spChg chg="mod">
          <ac:chgData name="Akriti Mehta" userId="0c901562-3821-4879-abc2-7521cf2ab412" providerId="ADAL" clId="{144A11F9-5BB9-40A3-A970-33EF68ACAA95}" dt="2026-05-27T11:31:11.179" v="7"/>
          <ac:spMkLst>
            <pc:docMk/>
            <pc:sldMk cId="155315550" sldId="293"/>
            <ac:spMk id="3" creationId="{1399F317-D44A-5647-DEF3-A06EB1CC1298}"/>
          </ac:spMkLst>
        </pc:spChg>
      </pc:sldChg>
      <pc:sldChg chg="add del modTransition setBg">
        <pc:chgData name="Akriti Mehta" userId="0c901562-3821-4879-abc2-7521cf2ab412" providerId="ADAL" clId="{144A11F9-5BB9-40A3-A970-33EF68ACAA95}" dt="2026-05-27T11:55:36.026" v="229" actId="47"/>
        <pc:sldMkLst>
          <pc:docMk/>
          <pc:sldMk cId="0" sldId="294"/>
        </pc:sldMkLst>
      </pc:sldChg>
      <pc:sldChg chg="modSp add mod">
        <pc:chgData name="Akriti Mehta" userId="0c901562-3821-4879-abc2-7521cf2ab412" providerId="ADAL" clId="{144A11F9-5BB9-40A3-A970-33EF68ACAA95}" dt="2026-05-27T11:37:10.983" v="38" actId="207"/>
        <pc:sldMkLst>
          <pc:docMk/>
          <pc:sldMk cId="3055599172" sldId="301"/>
        </pc:sldMkLst>
        <pc:spChg chg="mod">
          <ac:chgData name="Akriti Mehta" userId="0c901562-3821-4879-abc2-7521cf2ab412" providerId="ADAL" clId="{144A11F9-5BB9-40A3-A970-33EF68ACAA95}" dt="2026-05-27T11:36:35.343" v="34" actId="207"/>
          <ac:spMkLst>
            <pc:docMk/>
            <pc:sldMk cId="3055599172" sldId="301"/>
            <ac:spMk id="20" creationId="{12233ECA-2B7A-3F4C-6FB0-47731B773245}"/>
          </ac:spMkLst>
        </pc:spChg>
        <pc:spChg chg="mod">
          <ac:chgData name="Akriti Mehta" userId="0c901562-3821-4879-abc2-7521cf2ab412" providerId="ADAL" clId="{144A11F9-5BB9-40A3-A970-33EF68ACAA95}" dt="2026-05-27T11:36:44.084" v="35" actId="207"/>
          <ac:spMkLst>
            <pc:docMk/>
            <pc:sldMk cId="3055599172" sldId="301"/>
            <ac:spMk id="23" creationId="{D9F9E1F0-13DB-4EE2-0EFE-5E5459EDE40E}"/>
          </ac:spMkLst>
        </pc:spChg>
        <pc:spChg chg="mod">
          <ac:chgData name="Akriti Mehta" userId="0c901562-3821-4879-abc2-7521cf2ab412" providerId="ADAL" clId="{144A11F9-5BB9-40A3-A970-33EF68ACAA95}" dt="2026-05-27T11:36:49.373" v="36" actId="207"/>
          <ac:spMkLst>
            <pc:docMk/>
            <pc:sldMk cId="3055599172" sldId="301"/>
            <ac:spMk id="26" creationId="{C136EBB1-A0A6-E2E1-4D32-B5DE0CBEA832}"/>
          </ac:spMkLst>
        </pc:spChg>
        <pc:spChg chg="mod">
          <ac:chgData name="Akriti Mehta" userId="0c901562-3821-4879-abc2-7521cf2ab412" providerId="ADAL" clId="{144A11F9-5BB9-40A3-A970-33EF68ACAA95}" dt="2026-05-27T11:34:47.362" v="20"/>
          <ac:spMkLst>
            <pc:docMk/>
            <pc:sldMk cId="3055599172" sldId="301"/>
            <ac:spMk id="66" creationId="{F72F09A9-3522-AEA4-254E-BD68092E79F8}"/>
          </ac:spMkLst>
        </pc:spChg>
        <pc:spChg chg="mod">
          <ac:chgData name="Akriti Mehta" userId="0c901562-3821-4879-abc2-7521cf2ab412" providerId="ADAL" clId="{144A11F9-5BB9-40A3-A970-33EF68ACAA95}" dt="2026-05-27T11:37:10.983" v="38" actId="207"/>
          <ac:spMkLst>
            <pc:docMk/>
            <pc:sldMk cId="3055599172" sldId="301"/>
            <ac:spMk id="163" creationId="{6328E3E3-35A5-07AC-13BC-245CA06466D5}"/>
          </ac:spMkLst>
        </pc:spChg>
      </pc:sldChg>
      <pc:sldChg chg="modSp del">
        <pc:chgData name="Akriti Mehta" userId="0c901562-3821-4879-abc2-7521cf2ab412" providerId="ADAL" clId="{144A11F9-5BB9-40A3-A970-33EF68ACAA95}" dt="2026-05-27T11:34:26.074" v="17" actId="2696"/>
        <pc:sldMkLst>
          <pc:docMk/>
          <pc:sldMk cId="3545743292" sldId="301"/>
        </pc:sldMkLst>
        <pc:spChg chg="mod">
          <ac:chgData name="Akriti Mehta" userId="0c901562-3821-4879-abc2-7521cf2ab412" providerId="ADAL" clId="{144A11F9-5BB9-40A3-A970-33EF68ACAA95}" dt="2026-05-27T11:31:11.179" v="7"/>
          <ac:spMkLst>
            <pc:docMk/>
            <pc:sldMk cId="3545743292" sldId="301"/>
            <ac:spMk id="66" creationId="{F72F09A9-3522-AEA4-254E-BD68092E79F8}"/>
          </ac:spMkLst>
        </pc:spChg>
      </pc:sldChg>
      <pc:sldChg chg="del">
        <pc:chgData name="Akriti Mehta" userId="0c901562-3821-4879-abc2-7521cf2ab412" providerId="ADAL" clId="{144A11F9-5BB9-40A3-A970-33EF68ACAA95}" dt="2026-05-27T11:55:36.026" v="229" actId="47"/>
        <pc:sldMkLst>
          <pc:docMk/>
          <pc:sldMk cId="747079772" sldId="313"/>
        </pc:sldMkLst>
      </pc:sldChg>
      <pc:sldChg chg="del">
        <pc:chgData name="Akriti Mehta" userId="0c901562-3821-4879-abc2-7521cf2ab412" providerId="ADAL" clId="{144A11F9-5BB9-40A3-A970-33EF68ACAA95}" dt="2026-05-27T11:55:36.026" v="229" actId="47"/>
        <pc:sldMkLst>
          <pc:docMk/>
          <pc:sldMk cId="1767233245" sldId="314"/>
        </pc:sldMkLst>
      </pc:sldChg>
      <pc:sldChg chg="del">
        <pc:chgData name="Akriti Mehta" userId="0c901562-3821-4879-abc2-7521cf2ab412" providerId="ADAL" clId="{144A11F9-5BB9-40A3-A970-33EF68ACAA95}" dt="2026-05-27T11:55:36.026" v="229" actId="47"/>
        <pc:sldMkLst>
          <pc:docMk/>
          <pc:sldMk cId="3826609076" sldId="336"/>
        </pc:sldMkLst>
      </pc:sldChg>
      <pc:sldChg chg="del">
        <pc:chgData name="Akriti Mehta" userId="0c901562-3821-4879-abc2-7521cf2ab412" providerId="ADAL" clId="{144A11F9-5BB9-40A3-A970-33EF68ACAA95}" dt="2026-05-27T11:55:36.026" v="229" actId="47"/>
        <pc:sldMkLst>
          <pc:docMk/>
          <pc:sldMk cId="112306955" sldId="345"/>
        </pc:sldMkLst>
      </pc:sldChg>
      <pc:sldChg chg="modSp del">
        <pc:chgData name="Akriti Mehta" userId="0c901562-3821-4879-abc2-7521cf2ab412" providerId="ADAL" clId="{144A11F9-5BB9-40A3-A970-33EF68ACAA95}" dt="2026-05-27T11:55:36.026" v="229" actId="47"/>
        <pc:sldMkLst>
          <pc:docMk/>
          <pc:sldMk cId="3535477218" sldId="1773"/>
        </pc:sldMkLst>
        <pc:spChg chg="mod">
          <ac:chgData name="Akriti Mehta" userId="0c901562-3821-4879-abc2-7521cf2ab412" providerId="ADAL" clId="{144A11F9-5BB9-40A3-A970-33EF68ACAA95}" dt="2026-05-27T11:31:11.179" v="7"/>
          <ac:spMkLst>
            <pc:docMk/>
            <pc:sldMk cId="3535477218" sldId="1773"/>
            <ac:spMk id="2" creationId="{A5452C8F-7E51-3983-A5A7-55566E030893}"/>
          </ac:spMkLst>
        </pc:spChg>
      </pc:sldChg>
      <pc:sldChg chg="del">
        <pc:chgData name="Akriti Mehta" userId="0c901562-3821-4879-abc2-7521cf2ab412" providerId="ADAL" clId="{144A11F9-5BB9-40A3-A970-33EF68ACAA95}" dt="2026-05-27T11:55:36.026" v="229" actId="47"/>
        <pc:sldMkLst>
          <pc:docMk/>
          <pc:sldMk cId="2287979629" sldId="2142532752"/>
        </pc:sldMkLst>
      </pc:sldChg>
      <pc:sldChg chg="modSp">
        <pc:chgData name="Akriti Mehta" userId="0c901562-3821-4879-abc2-7521cf2ab412" providerId="ADAL" clId="{144A11F9-5BB9-40A3-A970-33EF68ACAA95}" dt="2026-05-27T11:31:11.179" v="7"/>
        <pc:sldMkLst>
          <pc:docMk/>
          <pc:sldMk cId="3382956385" sldId="2147469891"/>
        </pc:sldMkLst>
        <pc:spChg chg="mod">
          <ac:chgData name="Akriti Mehta" userId="0c901562-3821-4879-abc2-7521cf2ab412" providerId="ADAL" clId="{144A11F9-5BB9-40A3-A970-33EF68ACAA95}" dt="2026-05-27T11:31:11.179" v="7"/>
          <ac:spMkLst>
            <pc:docMk/>
            <pc:sldMk cId="3382956385" sldId="2147469891"/>
            <ac:spMk id="190" creationId="{FA16A841-10E2-4DD9-93A5-F4C2212409C2}"/>
          </ac:spMkLst>
        </pc:spChg>
        <pc:spChg chg="mod">
          <ac:chgData name="Akriti Mehta" userId="0c901562-3821-4879-abc2-7521cf2ab412" providerId="ADAL" clId="{144A11F9-5BB9-40A3-A970-33EF68ACAA95}" dt="2026-05-27T11:31:11.179" v="7"/>
          <ac:spMkLst>
            <pc:docMk/>
            <pc:sldMk cId="3382956385" sldId="2147469891"/>
            <ac:spMk id="193" creationId="{14DC8E91-F999-4A75-9988-4FCDE4D6B72A}"/>
          </ac:spMkLst>
        </pc:spChg>
        <pc:graphicFrameChg chg="mod">
          <ac:chgData name="Akriti Mehta" userId="0c901562-3821-4879-abc2-7521cf2ab412" providerId="ADAL" clId="{144A11F9-5BB9-40A3-A970-33EF68ACAA95}" dt="2026-05-27T09:46:09.431" v="3"/>
          <ac:graphicFrameMkLst>
            <pc:docMk/>
            <pc:sldMk cId="3382956385" sldId="2147469891"/>
            <ac:graphicFrameMk id="36" creationId="{A876FFF7-C14C-4854-8E53-73DE49A05632}"/>
          </ac:graphicFrameMkLst>
        </pc:graphicFrameChg>
      </pc:sldChg>
      <pc:sldChg chg="delSp modSp add del mod modTransition delAnim">
        <pc:chgData name="Akriti Mehta" userId="0c901562-3821-4879-abc2-7521cf2ab412" providerId="ADAL" clId="{144A11F9-5BB9-40A3-A970-33EF68ACAA95}" dt="2026-05-27T11:36:09.948" v="32" actId="47"/>
        <pc:sldMkLst>
          <pc:docMk/>
          <pc:sldMk cId="2441804405" sldId="2147479677"/>
        </pc:sldMkLst>
        <pc:spChg chg="del mod">
          <ac:chgData name="Akriti Mehta" userId="0c901562-3821-4879-abc2-7521cf2ab412" providerId="ADAL" clId="{144A11F9-5BB9-40A3-A970-33EF68ACAA95}" dt="2026-05-27T11:35:52.908" v="27" actId="21"/>
          <ac:spMkLst>
            <pc:docMk/>
            <pc:sldMk cId="2441804405" sldId="2147479677"/>
            <ac:spMk id="8" creationId="{123B7009-5807-9E59-154D-A8E3A4E2B746}"/>
          </ac:spMkLst>
        </pc:spChg>
        <pc:spChg chg="del">
          <ac:chgData name="Akriti Mehta" userId="0c901562-3821-4879-abc2-7521cf2ab412" providerId="ADAL" clId="{144A11F9-5BB9-40A3-A970-33EF68ACAA95}" dt="2026-05-27T11:35:52.908" v="27" actId="21"/>
          <ac:spMkLst>
            <pc:docMk/>
            <pc:sldMk cId="2441804405" sldId="2147479677"/>
            <ac:spMk id="10" creationId="{43F0CCED-1223-C759-9275-67CD10D73397}"/>
          </ac:spMkLst>
        </pc:spChg>
        <pc:spChg chg="del">
          <ac:chgData name="Akriti Mehta" userId="0c901562-3821-4879-abc2-7521cf2ab412" providerId="ADAL" clId="{144A11F9-5BB9-40A3-A970-33EF68ACAA95}" dt="2026-05-27T11:35:52.908" v="27" actId="21"/>
          <ac:spMkLst>
            <pc:docMk/>
            <pc:sldMk cId="2441804405" sldId="2147479677"/>
            <ac:spMk id="11" creationId="{6DE8F578-4B21-0C6B-143B-DD028DA786D8}"/>
          </ac:spMkLst>
        </pc:spChg>
        <pc:spChg chg="del">
          <ac:chgData name="Akriti Mehta" userId="0c901562-3821-4879-abc2-7521cf2ab412" providerId="ADAL" clId="{144A11F9-5BB9-40A3-A970-33EF68ACAA95}" dt="2026-05-27T11:35:52.908" v="27" actId="21"/>
          <ac:spMkLst>
            <pc:docMk/>
            <pc:sldMk cId="2441804405" sldId="2147479677"/>
            <ac:spMk id="12" creationId="{DE53BF27-149B-0162-C407-C67AF1D34893}"/>
          </ac:spMkLst>
        </pc:spChg>
        <pc:spChg chg="del mod">
          <ac:chgData name="Akriti Mehta" userId="0c901562-3821-4879-abc2-7521cf2ab412" providerId="ADAL" clId="{144A11F9-5BB9-40A3-A970-33EF68ACAA95}" dt="2026-05-27T11:35:52.908" v="27" actId="21"/>
          <ac:spMkLst>
            <pc:docMk/>
            <pc:sldMk cId="2441804405" sldId="2147479677"/>
            <ac:spMk id="13" creationId="{9C7FDCE9-7641-2FAF-CD0E-5F292070F20D}"/>
          </ac:spMkLst>
        </pc:spChg>
        <pc:spChg chg="del">
          <ac:chgData name="Akriti Mehta" userId="0c901562-3821-4879-abc2-7521cf2ab412" providerId="ADAL" clId="{144A11F9-5BB9-40A3-A970-33EF68ACAA95}" dt="2026-05-27T11:35:52.908" v="27" actId="21"/>
          <ac:spMkLst>
            <pc:docMk/>
            <pc:sldMk cId="2441804405" sldId="2147479677"/>
            <ac:spMk id="15" creationId="{3694B7C3-A43D-A1D3-633C-A3F6B8ABC406}"/>
          </ac:spMkLst>
        </pc:spChg>
        <pc:spChg chg="del mod">
          <ac:chgData name="Akriti Mehta" userId="0c901562-3821-4879-abc2-7521cf2ab412" providerId="ADAL" clId="{144A11F9-5BB9-40A3-A970-33EF68ACAA95}" dt="2026-05-27T11:35:52.908" v="27" actId="21"/>
          <ac:spMkLst>
            <pc:docMk/>
            <pc:sldMk cId="2441804405" sldId="2147479677"/>
            <ac:spMk id="17" creationId="{DF3738A9-357D-746D-77DC-5947528B8FB5}"/>
          </ac:spMkLst>
        </pc:spChg>
        <pc:spChg chg="del">
          <ac:chgData name="Akriti Mehta" userId="0c901562-3821-4879-abc2-7521cf2ab412" providerId="ADAL" clId="{144A11F9-5BB9-40A3-A970-33EF68ACAA95}" dt="2026-05-27T11:35:52.908" v="27" actId="21"/>
          <ac:spMkLst>
            <pc:docMk/>
            <pc:sldMk cId="2441804405" sldId="2147479677"/>
            <ac:spMk id="18" creationId="{7C7F9988-FFA6-9179-9DF7-F196FE1A8FE8}"/>
          </ac:spMkLst>
        </pc:spChg>
        <pc:spChg chg="del mod">
          <ac:chgData name="Akriti Mehta" userId="0c901562-3821-4879-abc2-7521cf2ab412" providerId="ADAL" clId="{144A11F9-5BB9-40A3-A970-33EF68ACAA95}" dt="2026-05-27T11:35:52.908" v="27" actId="21"/>
          <ac:spMkLst>
            <pc:docMk/>
            <pc:sldMk cId="2441804405" sldId="2147479677"/>
            <ac:spMk id="21" creationId="{60C58489-BCF3-98FA-E2DA-7CC1FFFE4CE4}"/>
          </ac:spMkLst>
        </pc:spChg>
        <pc:spChg chg="del">
          <ac:chgData name="Akriti Mehta" userId="0c901562-3821-4879-abc2-7521cf2ab412" providerId="ADAL" clId="{144A11F9-5BB9-40A3-A970-33EF68ACAA95}" dt="2026-05-27T11:35:52.908" v="27" actId="21"/>
          <ac:spMkLst>
            <pc:docMk/>
            <pc:sldMk cId="2441804405" sldId="2147479677"/>
            <ac:spMk id="22" creationId="{4989A62E-8EF1-FFBC-BF47-63F1A2FCC89A}"/>
          </ac:spMkLst>
        </pc:spChg>
      </pc:sldChg>
      <pc:sldChg chg="del">
        <pc:chgData name="Akriti Mehta" userId="0c901562-3821-4879-abc2-7521cf2ab412" providerId="ADAL" clId="{144A11F9-5BB9-40A3-A970-33EF68ACAA95}" dt="2026-05-27T11:34:26.074" v="17" actId="2696"/>
        <pc:sldMkLst>
          <pc:docMk/>
          <pc:sldMk cId="4069977679" sldId="2147479677"/>
        </pc:sldMkLst>
      </pc:sldChg>
      <pc:sldChg chg="del">
        <pc:chgData name="Akriti Mehta" userId="0c901562-3821-4879-abc2-7521cf2ab412" providerId="ADAL" clId="{144A11F9-5BB9-40A3-A970-33EF68ACAA95}" dt="2026-05-27T11:55:36.026" v="229" actId="47"/>
        <pc:sldMkLst>
          <pc:docMk/>
          <pc:sldMk cId="2235157837" sldId="2147481124"/>
        </pc:sldMkLst>
      </pc:sldChg>
      <pc:sldChg chg="del">
        <pc:chgData name="Akriti Mehta" userId="0c901562-3821-4879-abc2-7521cf2ab412" providerId="ADAL" clId="{144A11F9-5BB9-40A3-A970-33EF68ACAA95}" dt="2026-05-27T11:55:36.026" v="229" actId="47"/>
        <pc:sldMkLst>
          <pc:docMk/>
          <pc:sldMk cId="3566415528" sldId="2147483582"/>
        </pc:sldMkLst>
      </pc:sldChg>
      <pc:sldChg chg="del">
        <pc:chgData name="Akriti Mehta" userId="0c901562-3821-4879-abc2-7521cf2ab412" providerId="ADAL" clId="{144A11F9-5BB9-40A3-A970-33EF68ACAA95}" dt="2026-05-27T11:55:36.026" v="229" actId="47"/>
        <pc:sldMkLst>
          <pc:docMk/>
          <pc:sldMk cId="27058666" sldId="2147483583"/>
        </pc:sldMkLst>
      </pc:sldChg>
      <pc:sldChg chg="del">
        <pc:chgData name="Akriti Mehta" userId="0c901562-3821-4879-abc2-7521cf2ab412" providerId="ADAL" clId="{144A11F9-5BB9-40A3-A970-33EF68ACAA95}" dt="2026-05-27T11:55:36.026" v="229" actId="47"/>
        <pc:sldMkLst>
          <pc:docMk/>
          <pc:sldMk cId="1740162123" sldId="2147483584"/>
        </pc:sldMkLst>
      </pc:sldChg>
      <pc:sldChg chg="del">
        <pc:chgData name="Akriti Mehta" userId="0c901562-3821-4879-abc2-7521cf2ab412" providerId="ADAL" clId="{144A11F9-5BB9-40A3-A970-33EF68ACAA95}" dt="2026-05-27T11:55:36.026" v="229" actId="47"/>
        <pc:sldMkLst>
          <pc:docMk/>
          <pc:sldMk cId="2723487108" sldId="2147483585"/>
        </pc:sldMkLst>
      </pc:sldChg>
      <pc:sldChg chg="del">
        <pc:chgData name="Akriti Mehta" userId="0c901562-3821-4879-abc2-7521cf2ab412" providerId="ADAL" clId="{144A11F9-5BB9-40A3-A970-33EF68ACAA95}" dt="2026-05-27T11:34:26.074" v="17" actId="2696"/>
        <pc:sldMkLst>
          <pc:docMk/>
          <pc:sldMk cId="1775420181" sldId="2147483591"/>
        </pc:sldMkLst>
      </pc:sldChg>
      <pc:sldChg chg="add modTransition">
        <pc:chgData name="Akriti Mehta" userId="0c901562-3821-4879-abc2-7521cf2ab412" providerId="ADAL" clId="{144A11F9-5BB9-40A3-A970-33EF68ACAA95}" dt="2026-05-27T11:34:47.362" v="20"/>
        <pc:sldMkLst>
          <pc:docMk/>
          <pc:sldMk cId="3525650080" sldId="2147483591"/>
        </pc:sldMkLst>
      </pc:sldChg>
      <pc:sldChg chg="del">
        <pc:chgData name="Akriti Mehta" userId="0c901562-3821-4879-abc2-7521cf2ab412" providerId="ADAL" clId="{144A11F9-5BB9-40A3-A970-33EF68ACAA95}" dt="2026-05-27T11:55:36.026" v="229" actId="47"/>
        <pc:sldMkLst>
          <pc:docMk/>
          <pc:sldMk cId="1363426381" sldId="2147483593"/>
        </pc:sldMkLst>
      </pc:sldChg>
      <pc:sldChg chg="del">
        <pc:chgData name="Akriti Mehta" userId="0c901562-3821-4879-abc2-7521cf2ab412" providerId="ADAL" clId="{144A11F9-5BB9-40A3-A970-33EF68ACAA95}" dt="2026-05-27T11:55:36.026" v="229" actId="47"/>
        <pc:sldMkLst>
          <pc:docMk/>
          <pc:sldMk cId="532322443" sldId="2147483595"/>
        </pc:sldMkLst>
      </pc:sldChg>
      <pc:sldChg chg="add del">
        <pc:chgData name="Akriti Mehta" userId="0c901562-3821-4879-abc2-7521cf2ab412" providerId="ADAL" clId="{144A11F9-5BB9-40A3-A970-33EF68ACAA95}" dt="2026-05-27T11:34:17.809" v="16" actId="47"/>
        <pc:sldMkLst>
          <pc:docMk/>
          <pc:sldMk cId="434394608" sldId="2147483601"/>
        </pc:sldMkLst>
      </pc:sldChg>
      <pc:sldChg chg="add del">
        <pc:chgData name="Akriti Mehta" userId="0c901562-3821-4879-abc2-7521cf2ab412" providerId="ADAL" clId="{144A11F9-5BB9-40A3-A970-33EF68ACAA95}" dt="2026-05-27T11:51:03.717" v="196"/>
        <pc:sldMkLst>
          <pc:docMk/>
          <pc:sldMk cId="372187180" sldId="2147483602"/>
        </pc:sldMkLst>
      </pc:sldChg>
      <pc:sldChg chg="modSp del">
        <pc:chgData name="Akriti Mehta" userId="0c901562-3821-4879-abc2-7521cf2ab412" providerId="ADAL" clId="{144A11F9-5BB9-40A3-A970-33EF68ACAA95}" dt="2026-05-27T11:34:13.894" v="15" actId="47"/>
        <pc:sldMkLst>
          <pc:docMk/>
          <pc:sldMk cId="1635881331" sldId="2147483602"/>
        </pc:sldMkLst>
        <pc:spChg chg="mod">
          <ac:chgData name="Akriti Mehta" userId="0c901562-3821-4879-abc2-7521cf2ab412" providerId="ADAL" clId="{144A11F9-5BB9-40A3-A970-33EF68ACAA95}" dt="2026-05-27T11:31:11.179" v="7"/>
          <ac:spMkLst>
            <pc:docMk/>
            <pc:sldMk cId="1635881331" sldId="2147483602"/>
            <ac:spMk id="11" creationId="{B6557B7F-8930-45B3-8C92-8E2F48E4CF5E}"/>
          </ac:spMkLst>
        </pc:spChg>
        <pc:spChg chg="mod">
          <ac:chgData name="Akriti Mehta" userId="0c901562-3821-4879-abc2-7521cf2ab412" providerId="ADAL" clId="{144A11F9-5BB9-40A3-A970-33EF68ACAA95}" dt="2026-05-27T11:31:11.179" v="7"/>
          <ac:spMkLst>
            <pc:docMk/>
            <pc:sldMk cId="1635881331" sldId="2147483602"/>
            <ac:spMk id="12" creationId="{53D1B8DB-CDB5-4538-B1E2-EE9AC4FA8B61}"/>
          </ac:spMkLst>
        </pc:spChg>
      </pc:sldChg>
      <pc:sldChg chg="add del">
        <pc:chgData name="Akriti Mehta" userId="0c901562-3821-4879-abc2-7521cf2ab412" providerId="ADAL" clId="{144A11F9-5BB9-40A3-A970-33EF68ACAA95}" dt="2026-05-27T11:52:23.723" v="206" actId="47"/>
        <pc:sldMkLst>
          <pc:docMk/>
          <pc:sldMk cId="4258340726" sldId="2147483602"/>
        </pc:sldMkLst>
      </pc:sldChg>
      <pc:sldChg chg="modSp del">
        <pc:chgData name="Akriti Mehta" userId="0c901562-3821-4879-abc2-7521cf2ab412" providerId="ADAL" clId="{144A11F9-5BB9-40A3-A970-33EF68ACAA95}" dt="2026-05-27T11:55:36.026" v="229" actId="47"/>
        <pc:sldMkLst>
          <pc:docMk/>
          <pc:sldMk cId="2892739534" sldId="2147483603"/>
        </pc:sldMkLst>
        <pc:spChg chg="mod">
          <ac:chgData name="Akriti Mehta" userId="0c901562-3821-4879-abc2-7521cf2ab412" providerId="ADAL" clId="{144A11F9-5BB9-40A3-A970-33EF68ACAA95}" dt="2026-05-27T11:31:11.179" v="7"/>
          <ac:spMkLst>
            <pc:docMk/>
            <pc:sldMk cId="2892739534" sldId="2147483603"/>
            <ac:spMk id="11" creationId="{5EA7E59D-1DD8-9FB5-A8A7-03C6209FA020}"/>
          </ac:spMkLst>
        </pc:spChg>
        <pc:spChg chg="mod">
          <ac:chgData name="Akriti Mehta" userId="0c901562-3821-4879-abc2-7521cf2ab412" providerId="ADAL" clId="{144A11F9-5BB9-40A3-A970-33EF68ACAA95}" dt="2026-05-27T11:31:11.179" v="7"/>
          <ac:spMkLst>
            <pc:docMk/>
            <pc:sldMk cId="2892739534" sldId="2147483603"/>
            <ac:spMk id="12" creationId="{77992FC3-33C4-31C8-8E56-800323182481}"/>
          </ac:spMkLst>
        </pc:spChg>
      </pc:sldChg>
      <pc:sldChg chg="modSp del">
        <pc:chgData name="Akriti Mehta" userId="0c901562-3821-4879-abc2-7521cf2ab412" providerId="ADAL" clId="{144A11F9-5BB9-40A3-A970-33EF68ACAA95}" dt="2026-05-27T11:55:36.026" v="229" actId="47"/>
        <pc:sldMkLst>
          <pc:docMk/>
          <pc:sldMk cId="1670539134" sldId="2147483604"/>
        </pc:sldMkLst>
        <pc:spChg chg="mod">
          <ac:chgData name="Akriti Mehta" userId="0c901562-3821-4879-abc2-7521cf2ab412" providerId="ADAL" clId="{144A11F9-5BB9-40A3-A970-33EF68ACAA95}" dt="2026-05-27T11:31:11.179" v="7"/>
          <ac:spMkLst>
            <pc:docMk/>
            <pc:sldMk cId="1670539134" sldId="2147483604"/>
            <ac:spMk id="11" creationId="{DA4C9967-F206-094C-B1D4-7A52E360B9BB}"/>
          </ac:spMkLst>
        </pc:spChg>
        <pc:spChg chg="mod">
          <ac:chgData name="Akriti Mehta" userId="0c901562-3821-4879-abc2-7521cf2ab412" providerId="ADAL" clId="{144A11F9-5BB9-40A3-A970-33EF68ACAA95}" dt="2026-05-27T11:31:11.179" v="7"/>
          <ac:spMkLst>
            <pc:docMk/>
            <pc:sldMk cId="1670539134" sldId="2147483604"/>
            <ac:spMk id="12" creationId="{483911CA-D9CF-665E-2FEE-53CC4BDF2D73}"/>
          </ac:spMkLst>
        </pc:spChg>
      </pc:sldChg>
      <pc:sldChg chg="modSp del">
        <pc:chgData name="Akriti Mehta" userId="0c901562-3821-4879-abc2-7521cf2ab412" providerId="ADAL" clId="{144A11F9-5BB9-40A3-A970-33EF68ACAA95}" dt="2026-05-27T11:55:36.026" v="229" actId="47"/>
        <pc:sldMkLst>
          <pc:docMk/>
          <pc:sldMk cId="3330259187" sldId="2147483605"/>
        </pc:sldMkLst>
        <pc:spChg chg="mod">
          <ac:chgData name="Akriti Mehta" userId="0c901562-3821-4879-abc2-7521cf2ab412" providerId="ADAL" clId="{144A11F9-5BB9-40A3-A970-33EF68ACAA95}" dt="2026-05-27T11:31:11.179" v="7"/>
          <ac:spMkLst>
            <pc:docMk/>
            <pc:sldMk cId="3330259187" sldId="2147483605"/>
            <ac:spMk id="11" creationId="{D1FAE6C3-2B5E-F063-83F0-8527C361B83B}"/>
          </ac:spMkLst>
        </pc:spChg>
        <pc:spChg chg="mod">
          <ac:chgData name="Akriti Mehta" userId="0c901562-3821-4879-abc2-7521cf2ab412" providerId="ADAL" clId="{144A11F9-5BB9-40A3-A970-33EF68ACAA95}" dt="2026-05-27T11:31:11.179" v="7"/>
          <ac:spMkLst>
            <pc:docMk/>
            <pc:sldMk cId="3330259187" sldId="2147483605"/>
            <ac:spMk id="12" creationId="{007F210D-623F-1DC1-A2DB-406BCD186E5E}"/>
          </ac:spMkLst>
        </pc:spChg>
      </pc:sldChg>
      <pc:sldChg chg="modSp del">
        <pc:chgData name="Akriti Mehta" userId="0c901562-3821-4879-abc2-7521cf2ab412" providerId="ADAL" clId="{144A11F9-5BB9-40A3-A970-33EF68ACAA95}" dt="2026-05-27T11:55:36.026" v="229" actId="47"/>
        <pc:sldMkLst>
          <pc:docMk/>
          <pc:sldMk cId="276094113" sldId="2147483606"/>
        </pc:sldMkLst>
        <pc:spChg chg="mod">
          <ac:chgData name="Akriti Mehta" userId="0c901562-3821-4879-abc2-7521cf2ab412" providerId="ADAL" clId="{144A11F9-5BB9-40A3-A970-33EF68ACAA95}" dt="2026-05-27T11:31:11.179" v="7"/>
          <ac:spMkLst>
            <pc:docMk/>
            <pc:sldMk cId="276094113" sldId="2147483606"/>
            <ac:spMk id="3" creationId="{DD16B193-9705-9D92-24F5-F3A1E8B93B11}"/>
          </ac:spMkLst>
        </pc:spChg>
      </pc:sldChg>
      <pc:sldChg chg="del">
        <pc:chgData name="Akriti Mehta" userId="0c901562-3821-4879-abc2-7521cf2ab412" providerId="ADAL" clId="{144A11F9-5BB9-40A3-A970-33EF68ACAA95}" dt="2026-05-27T11:55:36.026" v="229" actId="47"/>
        <pc:sldMkLst>
          <pc:docMk/>
          <pc:sldMk cId="2446559976" sldId="2147483607"/>
        </pc:sldMkLst>
      </pc:sldChg>
      <pc:sldChg chg="modSp del">
        <pc:chgData name="Akriti Mehta" userId="0c901562-3821-4879-abc2-7521cf2ab412" providerId="ADAL" clId="{144A11F9-5BB9-40A3-A970-33EF68ACAA95}" dt="2026-05-27T11:55:36.026" v="229" actId="47"/>
        <pc:sldMkLst>
          <pc:docMk/>
          <pc:sldMk cId="2176309841" sldId="2147483609"/>
        </pc:sldMkLst>
        <pc:spChg chg="mod">
          <ac:chgData name="Akriti Mehta" userId="0c901562-3821-4879-abc2-7521cf2ab412" providerId="ADAL" clId="{144A11F9-5BB9-40A3-A970-33EF68ACAA95}" dt="2026-05-27T11:31:11.179" v="7"/>
          <ac:spMkLst>
            <pc:docMk/>
            <pc:sldMk cId="2176309841" sldId="2147483609"/>
            <ac:spMk id="3" creationId="{3866A01B-5723-62F0-04B4-7C248B49A6F7}"/>
          </ac:spMkLst>
        </pc:spChg>
      </pc:sldChg>
      <pc:sldChg chg="del">
        <pc:chgData name="Akriti Mehta" userId="0c901562-3821-4879-abc2-7521cf2ab412" providerId="ADAL" clId="{144A11F9-5BB9-40A3-A970-33EF68ACAA95}" dt="2026-05-27T11:55:36.026" v="229" actId="47"/>
        <pc:sldMkLst>
          <pc:docMk/>
          <pc:sldMk cId="3166899802" sldId="2147483610"/>
        </pc:sldMkLst>
      </pc:sldChg>
      <pc:sldChg chg="del">
        <pc:chgData name="Akriti Mehta" userId="0c901562-3821-4879-abc2-7521cf2ab412" providerId="ADAL" clId="{144A11F9-5BB9-40A3-A970-33EF68ACAA95}" dt="2026-05-27T11:55:36.026" v="229" actId="47"/>
        <pc:sldMkLst>
          <pc:docMk/>
          <pc:sldMk cId="3001583906" sldId="2147483615"/>
        </pc:sldMkLst>
      </pc:sldChg>
      <pc:sldChg chg="modSp del">
        <pc:chgData name="Akriti Mehta" userId="0c901562-3821-4879-abc2-7521cf2ab412" providerId="ADAL" clId="{144A11F9-5BB9-40A3-A970-33EF68ACAA95}" dt="2026-05-27T11:55:36.026" v="229" actId="47"/>
        <pc:sldMkLst>
          <pc:docMk/>
          <pc:sldMk cId="206222392" sldId="2147483616"/>
        </pc:sldMkLst>
        <pc:spChg chg="mod">
          <ac:chgData name="Akriti Mehta" userId="0c901562-3821-4879-abc2-7521cf2ab412" providerId="ADAL" clId="{144A11F9-5BB9-40A3-A970-33EF68ACAA95}" dt="2026-05-27T11:31:11.179" v="7"/>
          <ac:spMkLst>
            <pc:docMk/>
            <pc:sldMk cId="206222392" sldId="2147483616"/>
            <ac:spMk id="3" creationId="{E5EFAB64-8E43-504D-1340-0127D4B308BA}"/>
          </ac:spMkLst>
        </pc:spChg>
      </pc:sldChg>
      <pc:sldChg chg="modSp del">
        <pc:chgData name="Akriti Mehta" userId="0c901562-3821-4879-abc2-7521cf2ab412" providerId="ADAL" clId="{144A11F9-5BB9-40A3-A970-33EF68ACAA95}" dt="2026-05-27T11:55:36.026" v="229" actId="47"/>
        <pc:sldMkLst>
          <pc:docMk/>
          <pc:sldMk cId="3886624506" sldId="2147483617"/>
        </pc:sldMkLst>
        <pc:spChg chg="mod">
          <ac:chgData name="Akriti Mehta" userId="0c901562-3821-4879-abc2-7521cf2ab412" providerId="ADAL" clId="{144A11F9-5BB9-40A3-A970-33EF68ACAA95}" dt="2026-05-27T11:31:11.179" v="7"/>
          <ac:spMkLst>
            <pc:docMk/>
            <pc:sldMk cId="3886624506" sldId="2147483617"/>
            <ac:spMk id="7" creationId="{C279BBF0-801C-8F3D-C5B4-1BAE0233A892}"/>
          </ac:spMkLst>
        </pc:spChg>
      </pc:sldChg>
      <pc:sldChg chg="del">
        <pc:chgData name="Akriti Mehta" userId="0c901562-3821-4879-abc2-7521cf2ab412" providerId="ADAL" clId="{144A11F9-5BB9-40A3-A970-33EF68ACAA95}" dt="2026-05-27T11:55:36.026" v="229" actId="47"/>
        <pc:sldMkLst>
          <pc:docMk/>
          <pc:sldMk cId="2857145391" sldId="2147483619"/>
        </pc:sldMkLst>
      </pc:sldChg>
      <pc:sldChg chg="del">
        <pc:chgData name="Akriti Mehta" userId="0c901562-3821-4879-abc2-7521cf2ab412" providerId="ADAL" clId="{144A11F9-5BB9-40A3-A970-33EF68ACAA95}" dt="2026-05-27T11:55:36.026" v="229" actId="47"/>
        <pc:sldMkLst>
          <pc:docMk/>
          <pc:sldMk cId="798340950" sldId="2147483620"/>
        </pc:sldMkLst>
      </pc:sldChg>
      <pc:sldChg chg="del">
        <pc:chgData name="Akriti Mehta" userId="0c901562-3821-4879-abc2-7521cf2ab412" providerId="ADAL" clId="{144A11F9-5BB9-40A3-A970-33EF68ACAA95}" dt="2026-05-27T11:55:36.026" v="229" actId="47"/>
        <pc:sldMkLst>
          <pc:docMk/>
          <pc:sldMk cId="1637554530" sldId="2147483621"/>
        </pc:sldMkLst>
      </pc:sldChg>
      <pc:sldChg chg="del">
        <pc:chgData name="Akriti Mehta" userId="0c901562-3821-4879-abc2-7521cf2ab412" providerId="ADAL" clId="{144A11F9-5BB9-40A3-A970-33EF68ACAA95}" dt="2026-05-27T11:55:36.026" v="229" actId="47"/>
        <pc:sldMkLst>
          <pc:docMk/>
          <pc:sldMk cId="190990554" sldId="2147483622"/>
        </pc:sldMkLst>
      </pc:sldChg>
      <pc:sldChg chg="del">
        <pc:chgData name="Akriti Mehta" userId="0c901562-3821-4879-abc2-7521cf2ab412" providerId="ADAL" clId="{144A11F9-5BB9-40A3-A970-33EF68ACAA95}" dt="2026-05-27T11:55:36.026" v="229" actId="47"/>
        <pc:sldMkLst>
          <pc:docMk/>
          <pc:sldMk cId="359133055" sldId="2147483623"/>
        </pc:sldMkLst>
      </pc:sldChg>
      <pc:sldChg chg="modSp del">
        <pc:chgData name="Akriti Mehta" userId="0c901562-3821-4879-abc2-7521cf2ab412" providerId="ADAL" clId="{144A11F9-5BB9-40A3-A970-33EF68ACAA95}" dt="2026-05-27T11:55:36.026" v="229" actId="47"/>
        <pc:sldMkLst>
          <pc:docMk/>
          <pc:sldMk cId="3348399223" sldId="2147483624"/>
        </pc:sldMkLst>
        <pc:spChg chg="mod">
          <ac:chgData name="Akriti Mehta" userId="0c901562-3821-4879-abc2-7521cf2ab412" providerId="ADAL" clId="{144A11F9-5BB9-40A3-A970-33EF68ACAA95}" dt="2026-05-27T11:31:11.179" v="7"/>
          <ac:spMkLst>
            <pc:docMk/>
            <pc:sldMk cId="3348399223" sldId="2147483624"/>
            <ac:spMk id="3" creationId="{E8642DA3-EBE4-A4AA-21E8-92A379021789}"/>
          </ac:spMkLst>
        </pc:spChg>
      </pc:sldChg>
      <pc:sldChg chg="del">
        <pc:chgData name="Akriti Mehta" userId="0c901562-3821-4879-abc2-7521cf2ab412" providerId="ADAL" clId="{144A11F9-5BB9-40A3-A970-33EF68ACAA95}" dt="2026-05-27T11:55:36.026" v="229" actId="47"/>
        <pc:sldMkLst>
          <pc:docMk/>
          <pc:sldMk cId="2342303215" sldId="2147483625"/>
        </pc:sldMkLst>
      </pc:sldChg>
      <pc:sldChg chg="del">
        <pc:chgData name="Akriti Mehta" userId="0c901562-3821-4879-abc2-7521cf2ab412" providerId="ADAL" clId="{144A11F9-5BB9-40A3-A970-33EF68ACAA95}" dt="2026-05-27T11:55:36.026" v="229" actId="47"/>
        <pc:sldMkLst>
          <pc:docMk/>
          <pc:sldMk cId="3837405338" sldId="2147483626"/>
        </pc:sldMkLst>
      </pc:sldChg>
      <pc:sldChg chg="del">
        <pc:chgData name="Akriti Mehta" userId="0c901562-3821-4879-abc2-7521cf2ab412" providerId="ADAL" clId="{144A11F9-5BB9-40A3-A970-33EF68ACAA95}" dt="2026-05-27T11:55:36.026" v="229" actId="47"/>
        <pc:sldMkLst>
          <pc:docMk/>
          <pc:sldMk cId="2309485484" sldId="2147483627"/>
        </pc:sldMkLst>
      </pc:sldChg>
      <pc:sldChg chg="add del modTransition setBg">
        <pc:chgData name="Akriti Mehta" userId="0c901562-3821-4879-abc2-7521cf2ab412" providerId="ADAL" clId="{144A11F9-5BB9-40A3-A970-33EF68ACAA95}" dt="2026-05-27T11:33:41.418" v="14" actId="47"/>
        <pc:sldMkLst>
          <pc:docMk/>
          <pc:sldMk cId="0" sldId="2147483628"/>
        </pc:sldMkLst>
      </pc:sldChg>
      <pc:sldChg chg="add del modTransition">
        <pc:chgData name="Akriti Mehta" userId="0c901562-3821-4879-abc2-7521cf2ab412" providerId="ADAL" clId="{144A11F9-5BB9-40A3-A970-33EF68ACAA95}" dt="2026-05-27T11:33:33.811" v="13" actId="47"/>
        <pc:sldMkLst>
          <pc:docMk/>
          <pc:sldMk cId="0" sldId="2147483629"/>
        </pc:sldMkLst>
      </pc:sldChg>
      <pc:sldChg chg="addSp delSp modSp add del mod modTransition">
        <pc:chgData name="Akriti Mehta" userId="0c901562-3821-4879-abc2-7521cf2ab412" providerId="ADAL" clId="{144A11F9-5BB9-40A3-A970-33EF68ACAA95}" dt="2026-05-27T12:56:36.184" v="669" actId="1076"/>
        <pc:sldMkLst>
          <pc:docMk/>
          <pc:sldMk cId="0" sldId="2147483630"/>
        </pc:sldMkLst>
        <pc:spChg chg="del">
          <ac:chgData name="Akriti Mehta" userId="0c901562-3821-4879-abc2-7521cf2ab412" providerId="ADAL" clId="{144A11F9-5BB9-40A3-A970-33EF68ACAA95}" dt="2026-05-27T12:39:25.143" v="476" actId="478"/>
          <ac:spMkLst>
            <pc:docMk/>
            <pc:sldMk cId="0" sldId="2147483630"/>
            <ac:spMk id="5" creationId="{00000000-0000-0000-0000-000000000000}"/>
          </ac:spMkLst>
        </pc:spChg>
        <pc:spChg chg="add mod">
          <ac:chgData name="Akriti Mehta" userId="0c901562-3821-4879-abc2-7521cf2ab412" providerId="ADAL" clId="{144A11F9-5BB9-40A3-A970-33EF68ACAA95}" dt="2026-05-27T12:39:43.940" v="481" actId="14100"/>
          <ac:spMkLst>
            <pc:docMk/>
            <pc:sldMk cId="0" sldId="2147483630"/>
            <ac:spMk id="7" creationId="{CAD1BF72-BB14-966E-F7B0-EC058D2A1923}"/>
          </ac:spMkLst>
        </pc:spChg>
        <pc:spChg chg="mod">
          <ac:chgData name="Akriti Mehta" userId="0c901562-3821-4879-abc2-7521cf2ab412" providerId="ADAL" clId="{144A11F9-5BB9-40A3-A970-33EF68ACAA95}" dt="2026-05-27T12:39:25.812" v="477"/>
          <ac:spMkLst>
            <pc:docMk/>
            <pc:sldMk cId="0" sldId="2147483630"/>
            <ac:spMk id="9" creationId="{84594C7D-DBE0-BE00-2E4B-2D316421168F}"/>
          </ac:spMkLst>
        </pc:spChg>
        <pc:spChg chg="mod">
          <ac:chgData name="Akriti Mehta" userId="0c901562-3821-4879-abc2-7521cf2ab412" providerId="ADAL" clId="{144A11F9-5BB9-40A3-A970-33EF68ACAA95}" dt="2026-05-27T12:39:25.812" v="477"/>
          <ac:spMkLst>
            <pc:docMk/>
            <pc:sldMk cId="0" sldId="2147483630"/>
            <ac:spMk id="10" creationId="{E0A94492-7262-1AAC-D446-D237478ECCD3}"/>
          </ac:spMkLst>
        </pc:spChg>
        <pc:spChg chg="mod">
          <ac:chgData name="Akriti Mehta" userId="0c901562-3821-4879-abc2-7521cf2ab412" providerId="ADAL" clId="{144A11F9-5BB9-40A3-A970-33EF68ACAA95}" dt="2026-05-27T12:39:25.812" v="477"/>
          <ac:spMkLst>
            <pc:docMk/>
            <pc:sldMk cId="0" sldId="2147483630"/>
            <ac:spMk id="11" creationId="{BCC1E8FB-7770-6E60-F025-782EE24FA991}"/>
          </ac:spMkLst>
        </pc:spChg>
        <pc:spChg chg="mod">
          <ac:chgData name="Akriti Mehta" userId="0c901562-3821-4879-abc2-7521cf2ab412" providerId="ADAL" clId="{144A11F9-5BB9-40A3-A970-33EF68ACAA95}" dt="2026-05-27T12:39:25.812" v="477"/>
          <ac:spMkLst>
            <pc:docMk/>
            <pc:sldMk cId="0" sldId="2147483630"/>
            <ac:spMk id="12" creationId="{5F66B06A-6B6C-3C73-1BA5-B2F03DC28661}"/>
          </ac:spMkLst>
        </pc:spChg>
        <pc:spChg chg="mod">
          <ac:chgData name="Akriti Mehta" userId="0c901562-3821-4879-abc2-7521cf2ab412" providerId="ADAL" clId="{144A11F9-5BB9-40A3-A970-33EF68ACAA95}" dt="2026-05-27T12:39:25.812" v="477"/>
          <ac:spMkLst>
            <pc:docMk/>
            <pc:sldMk cId="0" sldId="2147483630"/>
            <ac:spMk id="13" creationId="{599A51F9-B6AC-0CA1-915C-A7734C50656E}"/>
          </ac:spMkLst>
        </pc:spChg>
        <pc:spChg chg="mod">
          <ac:chgData name="Akriti Mehta" userId="0c901562-3821-4879-abc2-7521cf2ab412" providerId="ADAL" clId="{144A11F9-5BB9-40A3-A970-33EF68ACAA95}" dt="2026-05-27T12:39:25.812" v="477"/>
          <ac:spMkLst>
            <pc:docMk/>
            <pc:sldMk cId="0" sldId="2147483630"/>
            <ac:spMk id="14" creationId="{6400EAC4-8B2F-7330-53C5-152FE8EF6DAB}"/>
          </ac:spMkLst>
        </pc:spChg>
        <pc:spChg chg="add mod">
          <ac:chgData name="Akriti Mehta" userId="0c901562-3821-4879-abc2-7521cf2ab412" providerId="ADAL" clId="{144A11F9-5BB9-40A3-A970-33EF68ACAA95}" dt="2026-05-27T12:39:43.940" v="481" actId="14100"/>
          <ac:spMkLst>
            <pc:docMk/>
            <pc:sldMk cId="0" sldId="2147483630"/>
            <ac:spMk id="15" creationId="{9EC06E65-509F-C6AF-625A-51C3B3E478F0}"/>
          </ac:spMkLst>
        </pc:spChg>
        <pc:spChg chg="add mod">
          <ac:chgData name="Akriti Mehta" userId="0c901562-3821-4879-abc2-7521cf2ab412" providerId="ADAL" clId="{144A11F9-5BB9-40A3-A970-33EF68ACAA95}" dt="2026-05-27T12:40:16.659" v="486"/>
          <ac:spMkLst>
            <pc:docMk/>
            <pc:sldMk cId="0" sldId="2147483630"/>
            <ac:spMk id="16" creationId="{D0C0548E-65A2-CFE3-BE94-D97F53A1C30A}"/>
          </ac:spMkLst>
        </pc:spChg>
        <pc:spChg chg="add mod">
          <ac:chgData name="Akriti Mehta" userId="0c901562-3821-4879-abc2-7521cf2ab412" providerId="ADAL" clId="{144A11F9-5BB9-40A3-A970-33EF68ACAA95}" dt="2026-05-27T12:40:15.976" v="485" actId="14100"/>
          <ac:spMkLst>
            <pc:docMk/>
            <pc:sldMk cId="0" sldId="2147483630"/>
            <ac:spMk id="17" creationId="{F36EA14B-BEC8-FB44-0C51-EF5A4C2691BA}"/>
          </ac:spMkLst>
        </pc:spChg>
        <pc:spChg chg="add mod">
          <ac:chgData name="Akriti Mehta" userId="0c901562-3821-4879-abc2-7521cf2ab412" providerId="ADAL" clId="{144A11F9-5BB9-40A3-A970-33EF68ACAA95}" dt="2026-05-27T12:40:31.641" v="489" actId="14100"/>
          <ac:spMkLst>
            <pc:docMk/>
            <pc:sldMk cId="0" sldId="2147483630"/>
            <ac:spMk id="18" creationId="{2D64DCDE-6CEE-CD6B-ED46-9A7156143026}"/>
          </ac:spMkLst>
        </pc:spChg>
        <pc:spChg chg="mod">
          <ac:chgData name="Akriti Mehta" userId="0c901562-3821-4879-abc2-7521cf2ab412" providerId="ADAL" clId="{144A11F9-5BB9-40A3-A970-33EF68ACAA95}" dt="2026-05-27T12:40:19.356" v="487"/>
          <ac:spMkLst>
            <pc:docMk/>
            <pc:sldMk cId="0" sldId="2147483630"/>
            <ac:spMk id="20" creationId="{82C3D01F-511C-8EF5-B13B-8A2E0E030867}"/>
          </ac:spMkLst>
        </pc:spChg>
        <pc:spChg chg="mod">
          <ac:chgData name="Akriti Mehta" userId="0c901562-3821-4879-abc2-7521cf2ab412" providerId="ADAL" clId="{144A11F9-5BB9-40A3-A970-33EF68ACAA95}" dt="2026-05-27T12:40:19.356" v="487"/>
          <ac:spMkLst>
            <pc:docMk/>
            <pc:sldMk cId="0" sldId="2147483630"/>
            <ac:spMk id="21" creationId="{A66D268C-2DDD-5A32-B65C-65FCF579EC72}"/>
          </ac:spMkLst>
        </pc:spChg>
        <pc:spChg chg="mod">
          <ac:chgData name="Akriti Mehta" userId="0c901562-3821-4879-abc2-7521cf2ab412" providerId="ADAL" clId="{144A11F9-5BB9-40A3-A970-33EF68ACAA95}" dt="2026-05-27T12:40:19.356" v="487"/>
          <ac:spMkLst>
            <pc:docMk/>
            <pc:sldMk cId="0" sldId="2147483630"/>
            <ac:spMk id="22" creationId="{80E50C4E-29CF-BA5B-2248-83122C622AED}"/>
          </ac:spMkLst>
        </pc:spChg>
        <pc:spChg chg="mod">
          <ac:chgData name="Akriti Mehta" userId="0c901562-3821-4879-abc2-7521cf2ab412" providerId="ADAL" clId="{144A11F9-5BB9-40A3-A970-33EF68ACAA95}" dt="2026-05-27T12:40:19.356" v="487"/>
          <ac:spMkLst>
            <pc:docMk/>
            <pc:sldMk cId="0" sldId="2147483630"/>
            <ac:spMk id="23" creationId="{FD234698-C72F-FEEF-A43D-B103C95A226B}"/>
          </ac:spMkLst>
        </pc:spChg>
        <pc:spChg chg="mod">
          <ac:chgData name="Akriti Mehta" userId="0c901562-3821-4879-abc2-7521cf2ab412" providerId="ADAL" clId="{144A11F9-5BB9-40A3-A970-33EF68ACAA95}" dt="2026-05-27T12:40:19.356" v="487"/>
          <ac:spMkLst>
            <pc:docMk/>
            <pc:sldMk cId="0" sldId="2147483630"/>
            <ac:spMk id="24" creationId="{B65A0C0A-DBA4-D287-1D96-AB469F793F44}"/>
          </ac:spMkLst>
        </pc:spChg>
        <pc:spChg chg="mod">
          <ac:chgData name="Akriti Mehta" userId="0c901562-3821-4879-abc2-7521cf2ab412" providerId="ADAL" clId="{144A11F9-5BB9-40A3-A970-33EF68ACAA95}" dt="2026-05-27T12:40:19.356" v="487"/>
          <ac:spMkLst>
            <pc:docMk/>
            <pc:sldMk cId="0" sldId="2147483630"/>
            <ac:spMk id="25" creationId="{F0836BED-83C6-B44F-C9E2-67BA012577EC}"/>
          </ac:spMkLst>
        </pc:spChg>
        <pc:spChg chg="add mod">
          <ac:chgData name="Akriti Mehta" userId="0c901562-3821-4879-abc2-7521cf2ab412" providerId="ADAL" clId="{144A11F9-5BB9-40A3-A970-33EF68ACAA95}" dt="2026-05-27T12:40:31.641" v="489" actId="14100"/>
          <ac:spMkLst>
            <pc:docMk/>
            <pc:sldMk cId="0" sldId="2147483630"/>
            <ac:spMk id="26" creationId="{A2BD8FCB-D5E5-888E-9170-C604C47CCAF6}"/>
          </ac:spMkLst>
        </pc:spChg>
        <pc:spChg chg="add mod">
          <ac:chgData name="Akriti Mehta" userId="0c901562-3821-4879-abc2-7521cf2ab412" providerId="ADAL" clId="{144A11F9-5BB9-40A3-A970-33EF68ACAA95}" dt="2026-05-27T12:40:32.109" v="490"/>
          <ac:spMkLst>
            <pc:docMk/>
            <pc:sldMk cId="0" sldId="2147483630"/>
            <ac:spMk id="27" creationId="{3B658438-585E-C826-1BBE-05BCB3F35EA9}"/>
          </ac:spMkLst>
        </pc:spChg>
        <pc:spChg chg="add mod">
          <ac:chgData name="Akriti Mehta" userId="0c901562-3821-4879-abc2-7521cf2ab412" providerId="ADAL" clId="{144A11F9-5BB9-40A3-A970-33EF68ACAA95}" dt="2026-05-27T12:40:31.641" v="489" actId="14100"/>
          <ac:spMkLst>
            <pc:docMk/>
            <pc:sldMk cId="0" sldId="2147483630"/>
            <ac:spMk id="28" creationId="{F87E95E3-9E37-442C-2CD8-AB038687CA65}"/>
          </ac:spMkLst>
        </pc:spChg>
        <pc:spChg chg="add mod">
          <ac:chgData name="Akriti Mehta" userId="0c901562-3821-4879-abc2-7521cf2ab412" providerId="ADAL" clId="{144A11F9-5BB9-40A3-A970-33EF68ACAA95}" dt="2026-05-27T12:43:14.156" v="498" actId="1076"/>
          <ac:spMkLst>
            <pc:docMk/>
            <pc:sldMk cId="0" sldId="2147483630"/>
            <ac:spMk id="29" creationId="{E704FB0B-9BF3-EE2A-F825-888C2E4D455A}"/>
          </ac:spMkLst>
        </pc:spChg>
        <pc:spChg chg="mod">
          <ac:chgData name="Akriti Mehta" userId="0c901562-3821-4879-abc2-7521cf2ab412" providerId="ADAL" clId="{144A11F9-5BB9-40A3-A970-33EF68ACAA95}" dt="2026-05-27T12:40:33.225" v="491"/>
          <ac:spMkLst>
            <pc:docMk/>
            <pc:sldMk cId="0" sldId="2147483630"/>
            <ac:spMk id="31" creationId="{D98E66CE-2617-6DF8-206D-96C45CF35C6E}"/>
          </ac:spMkLst>
        </pc:spChg>
        <pc:spChg chg="mod">
          <ac:chgData name="Akriti Mehta" userId="0c901562-3821-4879-abc2-7521cf2ab412" providerId="ADAL" clId="{144A11F9-5BB9-40A3-A970-33EF68ACAA95}" dt="2026-05-27T12:40:33.225" v="491"/>
          <ac:spMkLst>
            <pc:docMk/>
            <pc:sldMk cId="0" sldId="2147483630"/>
            <ac:spMk id="32" creationId="{F8C90CDE-7443-D6D3-8343-DEA38571C047}"/>
          </ac:spMkLst>
        </pc:spChg>
        <pc:spChg chg="mod">
          <ac:chgData name="Akriti Mehta" userId="0c901562-3821-4879-abc2-7521cf2ab412" providerId="ADAL" clId="{144A11F9-5BB9-40A3-A970-33EF68ACAA95}" dt="2026-05-27T12:40:33.225" v="491"/>
          <ac:spMkLst>
            <pc:docMk/>
            <pc:sldMk cId="0" sldId="2147483630"/>
            <ac:spMk id="33" creationId="{F23EB2B3-5CDA-6980-6428-C0C724DFA589}"/>
          </ac:spMkLst>
        </pc:spChg>
        <pc:spChg chg="mod">
          <ac:chgData name="Akriti Mehta" userId="0c901562-3821-4879-abc2-7521cf2ab412" providerId="ADAL" clId="{144A11F9-5BB9-40A3-A970-33EF68ACAA95}" dt="2026-05-27T12:40:33.225" v="491"/>
          <ac:spMkLst>
            <pc:docMk/>
            <pc:sldMk cId="0" sldId="2147483630"/>
            <ac:spMk id="34" creationId="{DDE43602-616A-F013-180C-424F9B27120C}"/>
          </ac:spMkLst>
        </pc:spChg>
        <pc:spChg chg="mod">
          <ac:chgData name="Akriti Mehta" userId="0c901562-3821-4879-abc2-7521cf2ab412" providerId="ADAL" clId="{144A11F9-5BB9-40A3-A970-33EF68ACAA95}" dt="2026-05-27T12:40:33.225" v="491"/>
          <ac:spMkLst>
            <pc:docMk/>
            <pc:sldMk cId="0" sldId="2147483630"/>
            <ac:spMk id="35" creationId="{C3413BC8-2F96-F78D-B751-2C37BD05F987}"/>
          </ac:spMkLst>
        </pc:spChg>
        <pc:spChg chg="mod">
          <ac:chgData name="Akriti Mehta" userId="0c901562-3821-4879-abc2-7521cf2ab412" providerId="ADAL" clId="{144A11F9-5BB9-40A3-A970-33EF68ACAA95}" dt="2026-05-27T12:40:33.225" v="491"/>
          <ac:spMkLst>
            <pc:docMk/>
            <pc:sldMk cId="0" sldId="2147483630"/>
            <ac:spMk id="36" creationId="{627CADB1-9614-BE16-CE9B-11E61E1CDF3A}"/>
          </ac:spMkLst>
        </pc:spChg>
        <pc:spChg chg="add mod">
          <ac:chgData name="Akriti Mehta" userId="0c901562-3821-4879-abc2-7521cf2ab412" providerId="ADAL" clId="{144A11F9-5BB9-40A3-A970-33EF68ACAA95}" dt="2026-05-27T12:43:14.156" v="498" actId="1076"/>
          <ac:spMkLst>
            <pc:docMk/>
            <pc:sldMk cId="0" sldId="2147483630"/>
            <ac:spMk id="37" creationId="{C4E1B696-82EB-9779-7A62-6938DDE416B1}"/>
          </ac:spMkLst>
        </pc:spChg>
        <pc:spChg chg="add mod">
          <ac:chgData name="Akriti Mehta" userId="0c901562-3821-4879-abc2-7521cf2ab412" providerId="ADAL" clId="{144A11F9-5BB9-40A3-A970-33EF68ACAA95}" dt="2026-05-27T12:43:14.378" v="499"/>
          <ac:spMkLst>
            <pc:docMk/>
            <pc:sldMk cId="0" sldId="2147483630"/>
            <ac:spMk id="38" creationId="{13B4C8E8-F4C7-D380-8EE1-5C1554193986}"/>
          </ac:spMkLst>
        </pc:spChg>
        <pc:spChg chg="add mod">
          <ac:chgData name="Akriti Mehta" userId="0c901562-3821-4879-abc2-7521cf2ab412" providerId="ADAL" clId="{144A11F9-5BB9-40A3-A970-33EF68ACAA95}" dt="2026-05-27T12:43:14.156" v="498" actId="1076"/>
          <ac:spMkLst>
            <pc:docMk/>
            <pc:sldMk cId="0" sldId="2147483630"/>
            <ac:spMk id="39" creationId="{5EBCCB33-E358-EA2F-2129-C9943F5BDE52}"/>
          </ac:spMkLst>
        </pc:spChg>
        <pc:spChg chg="add del">
          <ac:chgData name="Akriti Mehta" userId="0c901562-3821-4879-abc2-7521cf2ab412" providerId="ADAL" clId="{144A11F9-5BB9-40A3-A970-33EF68ACAA95}" dt="2026-05-27T12:43:18.208" v="501" actId="478"/>
          <ac:spMkLst>
            <pc:docMk/>
            <pc:sldMk cId="0" sldId="2147483630"/>
            <ac:spMk id="41" creationId="{16245986-03C9-DA27-5C93-3C113E0F98E1}"/>
          </ac:spMkLst>
        </pc:spChg>
        <pc:spChg chg="add mod">
          <ac:chgData name="Akriti Mehta" userId="0c901562-3821-4879-abc2-7521cf2ab412" providerId="ADAL" clId="{144A11F9-5BB9-40A3-A970-33EF68ACAA95}" dt="2026-05-27T12:43:31.733" v="503" actId="1076"/>
          <ac:spMkLst>
            <pc:docMk/>
            <pc:sldMk cId="0" sldId="2147483630"/>
            <ac:spMk id="42" creationId="{628CA030-6747-B45A-D73B-E1AF1B41805B}"/>
          </ac:spMkLst>
        </pc:spChg>
        <pc:spChg chg="mod">
          <ac:chgData name="Akriti Mehta" userId="0c901562-3821-4879-abc2-7521cf2ab412" providerId="ADAL" clId="{144A11F9-5BB9-40A3-A970-33EF68ACAA95}" dt="2026-05-27T12:45:43.514" v="511" actId="207"/>
          <ac:spMkLst>
            <pc:docMk/>
            <pc:sldMk cId="0" sldId="2147483630"/>
            <ac:spMk id="44" creationId="{556D32B9-CEC2-18EC-2AF8-DA180577C2F8}"/>
          </ac:spMkLst>
        </pc:spChg>
        <pc:spChg chg="mod">
          <ac:chgData name="Akriti Mehta" userId="0c901562-3821-4879-abc2-7521cf2ab412" providerId="ADAL" clId="{144A11F9-5BB9-40A3-A970-33EF68ACAA95}" dt="2026-05-27T12:45:43.514" v="511" actId="207"/>
          <ac:spMkLst>
            <pc:docMk/>
            <pc:sldMk cId="0" sldId="2147483630"/>
            <ac:spMk id="45" creationId="{E4858B06-DB37-F633-9939-4B4CE520DFB6}"/>
          </ac:spMkLst>
        </pc:spChg>
        <pc:spChg chg="mod">
          <ac:chgData name="Akriti Mehta" userId="0c901562-3821-4879-abc2-7521cf2ab412" providerId="ADAL" clId="{144A11F9-5BB9-40A3-A970-33EF68ACAA95}" dt="2026-05-27T12:45:43.514" v="511" actId="207"/>
          <ac:spMkLst>
            <pc:docMk/>
            <pc:sldMk cId="0" sldId="2147483630"/>
            <ac:spMk id="46" creationId="{7B976B1F-F209-251C-6F89-E4B3E52D9D01}"/>
          </ac:spMkLst>
        </pc:spChg>
        <pc:spChg chg="mod">
          <ac:chgData name="Akriti Mehta" userId="0c901562-3821-4879-abc2-7521cf2ab412" providerId="ADAL" clId="{144A11F9-5BB9-40A3-A970-33EF68ACAA95}" dt="2026-05-27T12:45:43.514" v="511" actId="207"/>
          <ac:spMkLst>
            <pc:docMk/>
            <pc:sldMk cId="0" sldId="2147483630"/>
            <ac:spMk id="47" creationId="{F0F4F7F4-036F-88E0-5F47-B120A3701621}"/>
          </ac:spMkLst>
        </pc:spChg>
        <pc:spChg chg="mod">
          <ac:chgData name="Akriti Mehta" userId="0c901562-3821-4879-abc2-7521cf2ab412" providerId="ADAL" clId="{144A11F9-5BB9-40A3-A970-33EF68ACAA95}" dt="2026-05-27T12:45:43.514" v="511" actId="207"/>
          <ac:spMkLst>
            <pc:docMk/>
            <pc:sldMk cId="0" sldId="2147483630"/>
            <ac:spMk id="48" creationId="{4FDE9F14-CD94-E038-1FDE-E468B756DD7F}"/>
          </ac:spMkLst>
        </pc:spChg>
        <pc:spChg chg="mod">
          <ac:chgData name="Akriti Mehta" userId="0c901562-3821-4879-abc2-7521cf2ab412" providerId="ADAL" clId="{144A11F9-5BB9-40A3-A970-33EF68ACAA95}" dt="2026-05-27T12:45:43.514" v="511" actId="207"/>
          <ac:spMkLst>
            <pc:docMk/>
            <pc:sldMk cId="0" sldId="2147483630"/>
            <ac:spMk id="49" creationId="{053ED382-FB09-E6CB-CD48-622B5692F571}"/>
          </ac:spMkLst>
        </pc:spChg>
        <pc:spChg chg="add mod">
          <ac:chgData name="Akriti Mehta" userId="0c901562-3821-4879-abc2-7521cf2ab412" providerId="ADAL" clId="{144A11F9-5BB9-40A3-A970-33EF68ACAA95}" dt="2026-05-27T12:55:57.006" v="661" actId="1076"/>
          <ac:spMkLst>
            <pc:docMk/>
            <pc:sldMk cId="0" sldId="2147483630"/>
            <ac:spMk id="50" creationId="{A179EB46-2556-D891-3608-D903F1D4F4ED}"/>
          </ac:spMkLst>
        </pc:spChg>
        <pc:spChg chg="add mod">
          <ac:chgData name="Akriti Mehta" userId="0c901562-3821-4879-abc2-7521cf2ab412" providerId="ADAL" clId="{144A11F9-5BB9-40A3-A970-33EF68ACAA95}" dt="2026-05-27T12:47:26.502" v="523" actId="14100"/>
          <ac:spMkLst>
            <pc:docMk/>
            <pc:sldMk cId="0" sldId="2147483630"/>
            <ac:spMk id="51" creationId="{06602644-D0C0-5F4A-AF7F-E4FA3BFEDCCC}"/>
          </ac:spMkLst>
        </pc:spChg>
        <pc:spChg chg="add mod">
          <ac:chgData name="Akriti Mehta" userId="0c901562-3821-4879-abc2-7521cf2ab412" providerId="ADAL" clId="{144A11F9-5BB9-40A3-A970-33EF68ACAA95}" dt="2026-05-27T12:47:37.621" v="524" actId="207"/>
          <ac:spMkLst>
            <pc:docMk/>
            <pc:sldMk cId="0" sldId="2147483630"/>
            <ac:spMk id="52" creationId="{C1B31897-B444-E887-6D53-3847E57CBF11}"/>
          </ac:spMkLst>
        </pc:spChg>
        <pc:spChg chg="add del mod">
          <ac:chgData name="Akriti Mehta" userId="0c901562-3821-4879-abc2-7521cf2ab412" providerId="ADAL" clId="{144A11F9-5BB9-40A3-A970-33EF68ACAA95}" dt="2026-05-27T12:46:37.852" v="518" actId="478"/>
          <ac:spMkLst>
            <pc:docMk/>
            <pc:sldMk cId="0" sldId="2147483630"/>
            <ac:spMk id="54" creationId="{9D3BF1AA-6057-5EA1-AD5F-5BB704621270}"/>
          </ac:spMkLst>
        </pc:spChg>
        <pc:spChg chg="add">
          <ac:chgData name="Akriti Mehta" userId="0c901562-3821-4879-abc2-7521cf2ab412" providerId="ADAL" clId="{144A11F9-5BB9-40A3-A970-33EF68ACAA95}" dt="2026-05-27T12:46:58.336" v="520" actId="22"/>
          <ac:spMkLst>
            <pc:docMk/>
            <pc:sldMk cId="0" sldId="2147483630"/>
            <ac:spMk id="56" creationId="{F045446E-B17D-D3D2-1F0F-92EB08205FF1}"/>
          </ac:spMkLst>
        </pc:spChg>
        <pc:spChg chg="add del mod">
          <ac:chgData name="Akriti Mehta" userId="0c901562-3821-4879-abc2-7521cf2ab412" providerId="ADAL" clId="{144A11F9-5BB9-40A3-A970-33EF68ACAA95}" dt="2026-05-27T12:52:47.252" v="592" actId="478"/>
          <ac:spMkLst>
            <pc:docMk/>
            <pc:sldMk cId="0" sldId="2147483630"/>
            <ac:spMk id="58" creationId="{681DC952-3148-EC40-B15D-18679B312ECF}"/>
          </ac:spMkLst>
        </pc:spChg>
        <pc:spChg chg="add del mod">
          <ac:chgData name="Akriti Mehta" userId="0c901562-3821-4879-abc2-7521cf2ab412" providerId="ADAL" clId="{144A11F9-5BB9-40A3-A970-33EF68ACAA95}" dt="2026-05-27T12:52:59.037" v="593" actId="478"/>
          <ac:spMkLst>
            <pc:docMk/>
            <pc:sldMk cId="0" sldId="2147483630"/>
            <ac:spMk id="60" creationId="{D5844FD4-97E0-1CDB-2965-6DF7B114CC53}"/>
          </ac:spMkLst>
        </pc:spChg>
        <pc:spChg chg="add mod">
          <ac:chgData name="Akriti Mehta" userId="0c901562-3821-4879-abc2-7521cf2ab412" providerId="ADAL" clId="{144A11F9-5BB9-40A3-A970-33EF68ACAA95}" dt="2026-05-27T12:56:36.184" v="669" actId="1076"/>
          <ac:spMkLst>
            <pc:docMk/>
            <pc:sldMk cId="0" sldId="2147483630"/>
            <ac:spMk id="62" creationId="{8C5BA949-BB80-348D-FE7E-2E51E2BB68DA}"/>
          </ac:spMkLst>
        </pc:spChg>
        <pc:spChg chg="add mod">
          <ac:chgData name="Akriti Mehta" userId="0c901562-3821-4879-abc2-7521cf2ab412" providerId="ADAL" clId="{144A11F9-5BB9-40A3-A970-33EF68ACAA95}" dt="2026-05-27T12:56:25.701" v="668" actId="14100"/>
          <ac:spMkLst>
            <pc:docMk/>
            <pc:sldMk cId="0" sldId="2147483630"/>
            <ac:spMk id="64" creationId="{6998A81D-6F0D-7463-004D-33DBD516ACC1}"/>
          </ac:spMkLst>
        </pc:spChg>
        <pc:grpChg chg="mod">
          <ac:chgData name="Akriti Mehta" userId="0c901562-3821-4879-abc2-7521cf2ab412" providerId="ADAL" clId="{144A11F9-5BB9-40A3-A970-33EF68ACAA95}" dt="2026-05-27T12:39:43.940" v="481" actId="14100"/>
          <ac:grpSpMkLst>
            <pc:docMk/>
            <pc:sldMk cId="0" sldId="2147483630"/>
            <ac:grpSpMk id="8" creationId="{BB0F3BB1-107C-174C-E8FF-8757E50F9BAB}"/>
          </ac:grpSpMkLst>
        </pc:grpChg>
        <pc:grpChg chg="mod">
          <ac:chgData name="Akriti Mehta" userId="0c901562-3821-4879-abc2-7521cf2ab412" providerId="ADAL" clId="{144A11F9-5BB9-40A3-A970-33EF68ACAA95}" dt="2026-05-27T12:40:31.641" v="489" actId="14100"/>
          <ac:grpSpMkLst>
            <pc:docMk/>
            <pc:sldMk cId="0" sldId="2147483630"/>
            <ac:grpSpMk id="19" creationId="{62BE2189-F8F4-C1E7-7037-D34AE1AB130B}"/>
          </ac:grpSpMkLst>
        </pc:grpChg>
        <pc:grpChg chg="mod">
          <ac:chgData name="Akriti Mehta" userId="0c901562-3821-4879-abc2-7521cf2ab412" providerId="ADAL" clId="{144A11F9-5BB9-40A3-A970-33EF68ACAA95}" dt="2026-05-27T12:43:14.156" v="498" actId="1076"/>
          <ac:grpSpMkLst>
            <pc:docMk/>
            <pc:sldMk cId="0" sldId="2147483630"/>
            <ac:grpSpMk id="30" creationId="{A6BD47D1-1469-958E-7089-77C512C718B2}"/>
          </ac:grpSpMkLst>
        </pc:grpChg>
        <pc:grpChg chg="mod">
          <ac:chgData name="Akriti Mehta" userId="0c901562-3821-4879-abc2-7521cf2ab412" providerId="ADAL" clId="{144A11F9-5BB9-40A3-A970-33EF68ACAA95}" dt="2026-05-27T12:47:15.305" v="522" actId="14100"/>
          <ac:grpSpMkLst>
            <pc:docMk/>
            <pc:sldMk cId="0" sldId="2147483630"/>
            <ac:grpSpMk id="43" creationId="{5CC79567-FD9E-D87C-1924-6B74B35555E3}"/>
          </ac:grpSpMkLst>
        </pc:grpChg>
      </pc:sldChg>
      <pc:sldChg chg="add del modTransition setBg">
        <pc:chgData name="Akriti Mehta" userId="0c901562-3821-4879-abc2-7521cf2ab412" providerId="ADAL" clId="{144A11F9-5BB9-40A3-A970-33EF68ACAA95}" dt="2026-05-27T11:34:47.362" v="20"/>
        <pc:sldMkLst>
          <pc:docMk/>
          <pc:sldMk cId="0" sldId="2147483631"/>
        </pc:sldMkLst>
      </pc:sldChg>
      <pc:sldChg chg="addSp delSp modSp add mod">
        <pc:chgData name="Akriti Mehta" userId="0c901562-3821-4879-abc2-7521cf2ab412" providerId="ADAL" clId="{144A11F9-5BB9-40A3-A970-33EF68ACAA95}" dt="2026-05-27T11:52:18.527" v="205" actId="207"/>
        <pc:sldMkLst>
          <pc:docMk/>
          <pc:sldMk cId="63250955" sldId="2147483632"/>
        </pc:sldMkLst>
        <pc:spChg chg="mod">
          <ac:chgData name="Akriti Mehta" userId="0c901562-3821-4879-abc2-7521cf2ab412" providerId="ADAL" clId="{144A11F9-5BB9-40A3-A970-33EF68ACAA95}" dt="2026-05-27T11:49:59.406" v="189" actId="20577"/>
          <ac:spMkLst>
            <pc:docMk/>
            <pc:sldMk cId="63250955" sldId="2147483632"/>
            <ac:spMk id="3" creationId="{696F08A2-7B1F-B4B9-5740-9899C9422F83}"/>
          </ac:spMkLst>
        </pc:spChg>
        <pc:spChg chg="add mod">
          <ac:chgData name="Akriti Mehta" userId="0c901562-3821-4879-abc2-7521cf2ab412" providerId="ADAL" clId="{144A11F9-5BB9-40A3-A970-33EF68ACAA95}" dt="2026-05-27T11:51:31.439" v="199" actId="1076"/>
          <ac:spMkLst>
            <pc:docMk/>
            <pc:sldMk cId="63250955" sldId="2147483632"/>
            <ac:spMk id="10" creationId="{4C94058E-D79F-CBEC-F73C-493ADA8AA4D5}"/>
          </ac:spMkLst>
        </pc:spChg>
        <pc:spChg chg="mod">
          <ac:chgData name="Akriti Mehta" userId="0c901562-3821-4879-abc2-7521cf2ab412" providerId="ADAL" clId="{144A11F9-5BB9-40A3-A970-33EF68ACAA95}" dt="2026-05-27T11:52:18.527" v="205" actId="207"/>
          <ac:spMkLst>
            <pc:docMk/>
            <pc:sldMk cId="63250955" sldId="2147483632"/>
            <ac:spMk id="15" creationId="{8AB32C0C-7491-E43C-4E9E-A89418A43625}"/>
          </ac:spMkLst>
        </pc:spChg>
        <pc:spChg chg="add mod">
          <ac:chgData name="Akriti Mehta" userId="0c901562-3821-4879-abc2-7521cf2ab412" providerId="ADAL" clId="{144A11F9-5BB9-40A3-A970-33EF68ACAA95}" dt="2026-05-27T11:51:31.439" v="199" actId="1076"/>
          <ac:spMkLst>
            <pc:docMk/>
            <pc:sldMk cId="63250955" sldId="2147483632"/>
            <ac:spMk id="16" creationId="{E3E65A7E-7AA8-D73B-91E3-B94F028ECE72}"/>
          </ac:spMkLst>
        </pc:spChg>
        <pc:spChg chg="add mod">
          <ac:chgData name="Akriti Mehta" userId="0c901562-3821-4879-abc2-7521cf2ab412" providerId="ADAL" clId="{144A11F9-5BB9-40A3-A970-33EF68ACAA95}" dt="2026-05-27T11:51:31.439" v="199" actId="1076"/>
          <ac:spMkLst>
            <pc:docMk/>
            <pc:sldMk cId="63250955" sldId="2147483632"/>
            <ac:spMk id="17" creationId="{D4825E84-04FE-49CB-B549-24E891070B74}"/>
          </ac:spMkLst>
        </pc:spChg>
        <pc:spChg chg="add mod">
          <ac:chgData name="Akriti Mehta" userId="0c901562-3821-4879-abc2-7521cf2ab412" providerId="ADAL" clId="{144A11F9-5BB9-40A3-A970-33EF68ACAA95}" dt="2026-05-27T11:51:31.439" v="199" actId="1076"/>
          <ac:spMkLst>
            <pc:docMk/>
            <pc:sldMk cId="63250955" sldId="2147483632"/>
            <ac:spMk id="19" creationId="{08273E27-CD06-E4AB-203A-825498C1BD32}"/>
          </ac:spMkLst>
        </pc:spChg>
        <pc:spChg chg="add mod">
          <ac:chgData name="Akriti Mehta" userId="0c901562-3821-4879-abc2-7521cf2ab412" providerId="ADAL" clId="{144A11F9-5BB9-40A3-A970-33EF68ACAA95}" dt="2026-05-27T11:51:31.439" v="199" actId="1076"/>
          <ac:spMkLst>
            <pc:docMk/>
            <pc:sldMk cId="63250955" sldId="2147483632"/>
            <ac:spMk id="22" creationId="{E783B4A5-EE72-A852-32DF-D5B238AFFE7D}"/>
          </ac:spMkLst>
        </pc:spChg>
        <pc:spChg chg="add mod">
          <ac:chgData name="Akriti Mehta" userId="0c901562-3821-4879-abc2-7521cf2ab412" providerId="ADAL" clId="{144A11F9-5BB9-40A3-A970-33EF68ACAA95}" dt="2026-05-27T11:51:31.439" v="199" actId="1076"/>
          <ac:spMkLst>
            <pc:docMk/>
            <pc:sldMk cId="63250955" sldId="2147483632"/>
            <ac:spMk id="23" creationId="{C9594AAC-C7A3-41BE-57BC-D6BE47E90C81}"/>
          </ac:spMkLst>
        </pc:spChg>
        <pc:spChg chg="add mod">
          <ac:chgData name="Akriti Mehta" userId="0c901562-3821-4879-abc2-7521cf2ab412" providerId="ADAL" clId="{144A11F9-5BB9-40A3-A970-33EF68ACAA95}" dt="2026-05-27T11:51:31.439" v="199" actId="1076"/>
          <ac:spMkLst>
            <pc:docMk/>
            <pc:sldMk cId="63250955" sldId="2147483632"/>
            <ac:spMk id="24" creationId="{2C98F67A-66FB-F9D2-465A-AC14A109F995}"/>
          </ac:spMkLst>
        </pc:spChg>
        <pc:spChg chg="add mod">
          <ac:chgData name="Akriti Mehta" userId="0c901562-3821-4879-abc2-7521cf2ab412" providerId="ADAL" clId="{144A11F9-5BB9-40A3-A970-33EF68ACAA95}" dt="2026-05-27T11:51:31.439" v="199" actId="1076"/>
          <ac:spMkLst>
            <pc:docMk/>
            <pc:sldMk cId="63250955" sldId="2147483632"/>
            <ac:spMk id="25" creationId="{35113A1F-36A6-16B3-761A-C1DD96E6172F}"/>
          </ac:spMkLst>
        </pc:spChg>
        <pc:spChg chg="add mod">
          <ac:chgData name="Akriti Mehta" userId="0c901562-3821-4879-abc2-7521cf2ab412" providerId="ADAL" clId="{144A11F9-5BB9-40A3-A970-33EF68ACAA95}" dt="2026-05-27T11:51:31.439" v="199" actId="1076"/>
          <ac:spMkLst>
            <pc:docMk/>
            <pc:sldMk cId="63250955" sldId="2147483632"/>
            <ac:spMk id="29" creationId="{92D4673F-2140-5E57-F355-ECEBF2F1B15C}"/>
          </ac:spMkLst>
        </pc:spChg>
        <pc:spChg chg="add mod">
          <ac:chgData name="Akriti Mehta" userId="0c901562-3821-4879-abc2-7521cf2ab412" providerId="ADAL" clId="{144A11F9-5BB9-40A3-A970-33EF68ACAA95}" dt="2026-05-27T11:51:31.439" v="199" actId="1076"/>
          <ac:spMkLst>
            <pc:docMk/>
            <pc:sldMk cId="63250955" sldId="2147483632"/>
            <ac:spMk id="31" creationId="{4C6ACF99-D472-82D9-12C3-E0A371C2D986}"/>
          </ac:spMkLst>
        </pc:spChg>
        <pc:spChg chg="mod">
          <ac:chgData name="Akriti Mehta" userId="0c901562-3821-4879-abc2-7521cf2ab412" providerId="ADAL" clId="{144A11F9-5BB9-40A3-A970-33EF68ACAA95}" dt="2026-05-27T11:51:54.055" v="201" actId="207"/>
          <ac:spMkLst>
            <pc:docMk/>
            <pc:sldMk cId="63250955" sldId="2147483632"/>
            <ac:spMk id="32" creationId="{BBF6EBF5-CCD7-90DC-142D-F16ECD1EF568}"/>
          </ac:spMkLst>
        </pc:spChg>
        <pc:spChg chg="mod">
          <ac:chgData name="Akriti Mehta" userId="0c901562-3821-4879-abc2-7521cf2ab412" providerId="ADAL" clId="{144A11F9-5BB9-40A3-A970-33EF68ACAA95}" dt="2026-05-27T11:51:59.380" v="202" actId="207"/>
          <ac:spMkLst>
            <pc:docMk/>
            <pc:sldMk cId="63250955" sldId="2147483632"/>
            <ac:spMk id="33" creationId="{2E44C8F8-7D17-7BEB-BD9D-D29FA5540800}"/>
          </ac:spMkLst>
        </pc:spChg>
        <pc:spChg chg="mod">
          <ac:chgData name="Akriti Mehta" userId="0c901562-3821-4879-abc2-7521cf2ab412" providerId="ADAL" clId="{144A11F9-5BB9-40A3-A970-33EF68ACAA95}" dt="2026-05-27T11:52:05.244" v="203" actId="207"/>
          <ac:spMkLst>
            <pc:docMk/>
            <pc:sldMk cId="63250955" sldId="2147483632"/>
            <ac:spMk id="34" creationId="{DD97C2DA-C8C9-8603-0C7F-90482A4F106F}"/>
          </ac:spMkLst>
        </pc:spChg>
        <pc:spChg chg="mod">
          <ac:chgData name="Akriti Mehta" userId="0c901562-3821-4879-abc2-7521cf2ab412" providerId="ADAL" clId="{144A11F9-5BB9-40A3-A970-33EF68ACAA95}" dt="2026-05-27T11:52:10.174" v="204" actId="207"/>
          <ac:spMkLst>
            <pc:docMk/>
            <pc:sldMk cId="63250955" sldId="2147483632"/>
            <ac:spMk id="35" creationId="{7CE1D1D4-531A-A047-7253-9E41B6A50496}"/>
          </ac:spMkLst>
        </pc:spChg>
        <pc:spChg chg="del">
          <ac:chgData name="Akriti Mehta" userId="0c901562-3821-4879-abc2-7521cf2ab412" providerId="ADAL" clId="{144A11F9-5BB9-40A3-A970-33EF68ACAA95}" dt="2026-05-27T11:50:42.642" v="192" actId="478"/>
          <ac:spMkLst>
            <pc:docMk/>
            <pc:sldMk cId="63250955" sldId="2147483632"/>
            <ac:spMk id="71" creationId="{472624AC-BC58-07F3-E929-F16E723D76F7}"/>
          </ac:spMkLst>
        </pc:spChg>
        <pc:spChg chg="del">
          <ac:chgData name="Akriti Mehta" userId="0c901562-3821-4879-abc2-7521cf2ab412" providerId="ADAL" clId="{144A11F9-5BB9-40A3-A970-33EF68ACAA95}" dt="2026-05-27T11:50:14.580" v="190" actId="478"/>
          <ac:spMkLst>
            <pc:docMk/>
            <pc:sldMk cId="63250955" sldId="2147483632"/>
            <ac:spMk id="86" creationId="{206934E5-9E83-D9BE-CA1D-3379F6710350}"/>
          </ac:spMkLst>
        </pc:spChg>
        <pc:spChg chg="del">
          <ac:chgData name="Akriti Mehta" userId="0c901562-3821-4879-abc2-7521cf2ab412" providerId="ADAL" clId="{144A11F9-5BB9-40A3-A970-33EF68ACAA95}" dt="2026-05-27T11:50:14.580" v="190" actId="478"/>
          <ac:spMkLst>
            <pc:docMk/>
            <pc:sldMk cId="63250955" sldId="2147483632"/>
            <ac:spMk id="88" creationId="{459C2480-DA72-925A-FB17-DAF520163F18}"/>
          </ac:spMkLst>
        </pc:spChg>
        <pc:spChg chg="del">
          <ac:chgData name="Akriti Mehta" userId="0c901562-3821-4879-abc2-7521cf2ab412" providerId="ADAL" clId="{144A11F9-5BB9-40A3-A970-33EF68ACAA95}" dt="2026-05-27T11:50:14.580" v="190" actId="478"/>
          <ac:spMkLst>
            <pc:docMk/>
            <pc:sldMk cId="63250955" sldId="2147483632"/>
            <ac:spMk id="90" creationId="{2144C94C-D7CE-D4A7-ECC6-00AF9D6AAD96}"/>
          </ac:spMkLst>
        </pc:spChg>
        <pc:spChg chg="del">
          <ac:chgData name="Akriti Mehta" userId="0c901562-3821-4879-abc2-7521cf2ab412" providerId="ADAL" clId="{144A11F9-5BB9-40A3-A970-33EF68ACAA95}" dt="2026-05-27T11:50:14.580" v="190" actId="478"/>
          <ac:spMkLst>
            <pc:docMk/>
            <pc:sldMk cId="63250955" sldId="2147483632"/>
            <ac:spMk id="94" creationId="{FEFD987A-79E5-FDBD-4BEC-BC553D8771FE}"/>
          </ac:spMkLst>
        </pc:spChg>
        <pc:spChg chg="del">
          <ac:chgData name="Akriti Mehta" userId="0c901562-3821-4879-abc2-7521cf2ab412" providerId="ADAL" clId="{144A11F9-5BB9-40A3-A970-33EF68ACAA95}" dt="2026-05-27T11:50:14.580" v="190" actId="478"/>
          <ac:spMkLst>
            <pc:docMk/>
            <pc:sldMk cId="63250955" sldId="2147483632"/>
            <ac:spMk id="95" creationId="{3B5A616B-594E-9038-03E5-A76DD164EE90}"/>
          </ac:spMkLst>
        </pc:spChg>
        <pc:spChg chg="del">
          <ac:chgData name="Akriti Mehta" userId="0c901562-3821-4879-abc2-7521cf2ab412" providerId="ADAL" clId="{144A11F9-5BB9-40A3-A970-33EF68ACAA95}" dt="2026-05-27T11:50:14.580" v="190" actId="478"/>
          <ac:spMkLst>
            <pc:docMk/>
            <pc:sldMk cId="63250955" sldId="2147483632"/>
            <ac:spMk id="97" creationId="{03413146-6889-2C24-852B-511D484447B5}"/>
          </ac:spMkLst>
        </pc:spChg>
        <pc:spChg chg="del">
          <ac:chgData name="Akriti Mehta" userId="0c901562-3821-4879-abc2-7521cf2ab412" providerId="ADAL" clId="{144A11F9-5BB9-40A3-A970-33EF68ACAA95}" dt="2026-05-27T11:50:14.580" v="190" actId="478"/>
          <ac:spMkLst>
            <pc:docMk/>
            <pc:sldMk cId="63250955" sldId="2147483632"/>
            <ac:spMk id="98" creationId="{76451F48-99CC-166D-3413-CBEDE5A145CA}"/>
          </ac:spMkLst>
        </pc:spChg>
        <pc:spChg chg="del">
          <ac:chgData name="Akriti Mehta" userId="0c901562-3821-4879-abc2-7521cf2ab412" providerId="ADAL" clId="{144A11F9-5BB9-40A3-A970-33EF68ACAA95}" dt="2026-05-27T11:50:14.580" v="190" actId="478"/>
          <ac:spMkLst>
            <pc:docMk/>
            <pc:sldMk cId="63250955" sldId="2147483632"/>
            <ac:spMk id="99" creationId="{C9A8FF8F-E835-163B-956C-E65C69AAE943}"/>
          </ac:spMkLst>
        </pc:spChg>
        <pc:spChg chg="del">
          <ac:chgData name="Akriti Mehta" userId="0c901562-3821-4879-abc2-7521cf2ab412" providerId="ADAL" clId="{144A11F9-5BB9-40A3-A970-33EF68ACAA95}" dt="2026-05-27T11:50:14.580" v="190" actId="478"/>
          <ac:spMkLst>
            <pc:docMk/>
            <pc:sldMk cId="63250955" sldId="2147483632"/>
            <ac:spMk id="101" creationId="{2978E60E-6EA9-A0EB-5FB7-2D0A7836AF95}"/>
          </ac:spMkLst>
        </pc:spChg>
        <pc:spChg chg="del">
          <ac:chgData name="Akriti Mehta" userId="0c901562-3821-4879-abc2-7521cf2ab412" providerId="ADAL" clId="{144A11F9-5BB9-40A3-A970-33EF68ACAA95}" dt="2026-05-27T11:50:14.580" v="190" actId="478"/>
          <ac:spMkLst>
            <pc:docMk/>
            <pc:sldMk cId="63250955" sldId="2147483632"/>
            <ac:spMk id="102" creationId="{609CBADF-4B69-0C4B-E250-A0EB58B741C7}"/>
          </ac:spMkLst>
        </pc:spChg>
        <pc:cxnChg chg="del">
          <ac:chgData name="Akriti Mehta" userId="0c901562-3821-4879-abc2-7521cf2ab412" providerId="ADAL" clId="{144A11F9-5BB9-40A3-A970-33EF68ACAA95}" dt="2026-05-27T11:50:44.752" v="193" actId="478"/>
          <ac:cxnSpMkLst>
            <pc:docMk/>
            <pc:sldMk cId="63250955" sldId="2147483632"/>
            <ac:cxnSpMk id="72" creationId="{31344EC8-CCB4-9AD7-4A93-1D86E8EF89E8}"/>
          </ac:cxnSpMkLst>
        </pc:cxnChg>
        <pc:cxnChg chg="del">
          <ac:chgData name="Akriti Mehta" userId="0c901562-3821-4879-abc2-7521cf2ab412" providerId="ADAL" clId="{144A11F9-5BB9-40A3-A970-33EF68ACAA95}" dt="2026-05-27T11:50:46.685" v="194" actId="478"/>
          <ac:cxnSpMkLst>
            <pc:docMk/>
            <pc:sldMk cId="63250955" sldId="2147483632"/>
            <ac:cxnSpMk id="73" creationId="{C2F75F73-4E29-415A-4605-FC43D9859E28}"/>
          </ac:cxnSpMkLst>
        </pc:cxnChg>
      </pc:sldChg>
      <pc:sldChg chg="add del modTransition">
        <pc:chgData name="Akriti Mehta" userId="0c901562-3821-4879-abc2-7521cf2ab412" providerId="ADAL" clId="{144A11F9-5BB9-40A3-A970-33EF68ACAA95}" dt="2026-05-27T11:43:56.194" v="71"/>
        <pc:sldMkLst>
          <pc:docMk/>
          <pc:sldMk cId="2710076675" sldId="2147483632"/>
        </pc:sldMkLst>
      </pc:sldChg>
      <pc:sldChg chg="delSp modSp add del mod modTransition">
        <pc:chgData name="Akriti Mehta" userId="0c901562-3821-4879-abc2-7521cf2ab412" providerId="ADAL" clId="{144A11F9-5BB9-40A3-A970-33EF68ACAA95}" dt="2026-05-27T11:44:32.556" v="77" actId="47"/>
        <pc:sldMkLst>
          <pc:docMk/>
          <pc:sldMk cId="2752328077" sldId="2147483632"/>
        </pc:sldMkLst>
        <pc:spChg chg="mod">
          <ac:chgData name="Akriti Mehta" userId="0c901562-3821-4879-abc2-7521cf2ab412" providerId="ADAL" clId="{144A11F9-5BB9-40A3-A970-33EF68ACAA95}" dt="2026-05-27T11:44:04.158" v="73" actId="207"/>
          <ac:spMkLst>
            <pc:docMk/>
            <pc:sldMk cId="2752328077" sldId="2147483632"/>
            <ac:spMk id="3" creationId="{65D1B23A-5770-F5F0-5B77-B7394B23ECB7}"/>
          </ac:spMkLst>
        </pc:spChg>
        <pc:spChg chg="del">
          <ac:chgData name="Akriti Mehta" userId="0c901562-3821-4879-abc2-7521cf2ab412" providerId="ADAL" clId="{144A11F9-5BB9-40A3-A970-33EF68ACAA95}" dt="2026-05-27T11:44:14.408" v="74" actId="21"/>
          <ac:spMkLst>
            <pc:docMk/>
            <pc:sldMk cId="2752328077" sldId="2147483632"/>
            <ac:spMk id="8" creationId="{740520D9-67E2-51B3-26A1-1069FA7F4DA5}"/>
          </ac:spMkLst>
        </pc:spChg>
        <pc:spChg chg="del">
          <ac:chgData name="Akriti Mehta" userId="0c901562-3821-4879-abc2-7521cf2ab412" providerId="ADAL" clId="{144A11F9-5BB9-40A3-A970-33EF68ACAA95}" dt="2026-05-27T11:44:14.408" v="74" actId="21"/>
          <ac:spMkLst>
            <pc:docMk/>
            <pc:sldMk cId="2752328077" sldId="2147483632"/>
            <ac:spMk id="9" creationId="{AD33DB9D-7395-2049-9589-10C8EAFCE652}"/>
          </ac:spMkLst>
        </pc:spChg>
        <pc:spChg chg="del">
          <ac:chgData name="Akriti Mehta" userId="0c901562-3821-4879-abc2-7521cf2ab412" providerId="ADAL" clId="{144A11F9-5BB9-40A3-A970-33EF68ACAA95}" dt="2026-05-27T11:44:14.408" v="74" actId="21"/>
          <ac:spMkLst>
            <pc:docMk/>
            <pc:sldMk cId="2752328077" sldId="2147483632"/>
            <ac:spMk id="12" creationId="{AF71DC15-DC6E-E208-3A0D-9B0420B2928B}"/>
          </ac:spMkLst>
        </pc:spChg>
        <pc:spChg chg="del">
          <ac:chgData name="Akriti Mehta" userId="0c901562-3821-4879-abc2-7521cf2ab412" providerId="ADAL" clId="{144A11F9-5BB9-40A3-A970-33EF68ACAA95}" dt="2026-05-27T11:44:14.408" v="74" actId="21"/>
          <ac:spMkLst>
            <pc:docMk/>
            <pc:sldMk cId="2752328077" sldId="2147483632"/>
            <ac:spMk id="20" creationId="{7AEE7856-3A9C-168B-BEBF-6DB2F617A259}"/>
          </ac:spMkLst>
        </pc:spChg>
        <pc:spChg chg="del">
          <ac:chgData name="Akriti Mehta" userId="0c901562-3821-4879-abc2-7521cf2ab412" providerId="ADAL" clId="{144A11F9-5BB9-40A3-A970-33EF68ACAA95}" dt="2026-05-27T11:44:14.408" v="74" actId="21"/>
          <ac:spMkLst>
            <pc:docMk/>
            <pc:sldMk cId="2752328077" sldId="2147483632"/>
            <ac:spMk id="51" creationId="{AEBAEC3C-F76E-4D60-C15E-BC3DFCC514F1}"/>
          </ac:spMkLst>
        </pc:spChg>
        <pc:spChg chg="del">
          <ac:chgData name="Akriti Mehta" userId="0c901562-3821-4879-abc2-7521cf2ab412" providerId="ADAL" clId="{144A11F9-5BB9-40A3-A970-33EF68ACAA95}" dt="2026-05-27T11:44:14.408" v="74" actId="21"/>
          <ac:spMkLst>
            <pc:docMk/>
            <pc:sldMk cId="2752328077" sldId="2147483632"/>
            <ac:spMk id="72" creationId="{FB1CB924-832A-39C1-962C-7F71EF20BD23}"/>
          </ac:spMkLst>
        </pc:spChg>
        <pc:spChg chg="mod">
          <ac:chgData name="Akriti Mehta" userId="0c901562-3821-4879-abc2-7521cf2ab412" providerId="ADAL" clId="{144A11F9-5BB9-40A3-A970-33EF68ACAA95}" dt="2026-05-27T11:44:04.158" v="73" actId="207"/>
          <ac:spMkLst>
            <pc:docMk/>
            <pc:sldMk cId="2752328077" sldId="2147483632"/>
            <ac:spMk id="73" creationId="{2666145D-D1BC-5661-488B-11FFA2D4C64E}"/>
          </ac:spMkLst>
        </pc:spChg>
        <pc:spChg chg="del">
          <ac:chgData name="Akriti Mehta" userId="0c901562-3821-4879-abc2-7521cf2ab412" providerId="ADAL" clId="{144A11F9-5BB9-40A3-A970-33EF68ACAA95}" dt="2026-05-27T11:44:14.408" v="74" actId="21"/>
          <ac:spMkLst>
            <pc:docMk/>
            <pc:sldMk cId="2752328077" sldId="2147483632"/>
            <ac:spMk id="75" creationId="{752BB3FB-29F5-8957-BB0A-732B57FEE4FD}"/>
          </ac:spMkLst>
        </pc:spChg>
        <pc:spChg chg="del">
          <ac:chgData name="Akriti Mehta" userId="0c901562-3821-4879-abc2-7521cf2ab412" providerId="ADAL" clId="{144A11F9-5BB9-40A3-A970-33EF68ACAA95}" dt="2026-05-27T11:44:14.408" v="74" actId="21"/>
          <ac:spMkLst>
            <pc:docMk/>
            <pc:sldMk cId="2752328077" sldId="2147483632"/>
            <ac:spMk id="81" creationId="{2554EEEF-A3CB-2BC5-A7D6-8C31D19DDE46}"/>
          </ac:spMkLst>
        </pc:spChg>
        <pc:spChg chg="mod">
          <ac:chgData name="Akriti Mehta" userId="0c901562-3821-4879-abc2-7521cf2ab412" providerId="ADAL" clId="{144A11F9-5BB9-40A3-A970-33EF68ACAA95}" dt="2026-05-27T11:44:04.158" v="73" actId="207"/>
          <ac:spMkLst>
            <pc:docMk/>
            <pc:sldMk cId="2752328077" sldId="2147483632"/>
            <ac:spMk id="82" creationId="{01401343-EDD5-65DC-7E74-AC71DDC64943}"/>
          </ac:spMkLst>
        </pc:spChg>
        <pc:spChg chg="del">
          <ac:chgData name="Akriti Mehta" userId="0c901562-3821-4879-abc2-7521cf2ab412" providerId="ADAL" clId="{144A11F9-5BB9-40A3-A970-33EF68ACAA95}" dt="2026-05-27T11:44:14.408" v="74" actId="21"/>
          <ac:spMkLst>
            <pc:docMk/>
            <pc:sldMk cId="2752328077" sldId="2147483632"/>
            <ac:spMk id="83" creationId="{CBC9C481-49EC-3ED9-2999-C54E47F4D546}"/>
          </ac:spMkLst>
        </pc:spChg>
        <pc:spChg chg="del">
          <ac:chgData name="Akriti Mehta" userId="0c901562-3821-4879-abc2-7521cf2ab412" providerId="ADAL" clId="{144A11F9-5BB9-40A3-A970-33EF68ACAA95}" dt="2026-05-27T11:44:14.408" v="74" actId="21"/>
          <ac:spMkLst>
            <pc:docMk/>
            <pc:sldMk cId="2752328077" sldId="2147483632"/>
            <ac:spMk id="84" creationId="{E5B3DA00-7FBD-16A4-D55E-8551581A4B1F}"/>
          </ac:spMkLst>
        </pc:spChg>
        <pc:grpChg chg="mod">
          <ac:chgData name="Akriti Mehta" userId="0c901562-3821-4879-abc2-7521cf2ab412" providerId="ADAL" clId="{144A11F9-5BB9-40A3-A970-33EF68ACAA95}" dt="2026-05-27T11:44:04.158" v="73" actId="207"/>
          <ac:grpSpMkLst>
            <pc:docMk/>
            <pc:sldMk cId="2752328077" sldId="2147483632"/>
            <ac:grpSpMk id="7" creationId="{54F65679-98AF-419E-0B58-1F90517A49C1}"/>
          </ac:grpSpMkLst>
        </pc:grpChg>
      </pc:sldChg>
      <pc:sldChg chg="modSp add mod">
        <pc:chgData name="Akriti Mehta" userId="0c901562-3821-4879-abc2-7521cf2ab412" providerId="ADAL" clId="{144A11F9-5BB9-40A3-A970-33EF68ACAA95}" dt="2026-05-27T12:32:08.338" v="428" actId="207"/>
        <pc:sldMkLst>
          <pc:docMk/>
          <pc:sldMk cId="3447602008" sldId="2147483633"/>
        </pc:sldMkLst>
        <pc:spChg chg="mod">
          <ac:chgData name="Akriti Mehta" userId="0c901562-3821-4879-abc2-7521cf2ab412" providerId="ADAL" clId="{144A11F9-5BB9-40A3-A970-33EF68ACAA95}" dt="2026-05-27T12:29:16.859" v="372"/>
          <ac:spMkLst>
            <pc:docMk/>
            <pc:sldMk cId="3447602008" sldId="2147483633"/>
            <ac:spMk id="3" creationId="{0417E1CD-239E-1A41-1F82-EE931ABB21E1}"/>
          </ac:spMkLst>
        </pc:spChg>
        <pc:spChg chg="mod">
          <ac:chgData name="Akriti Mehta" userId="0c901562-3821-4879-abc2-7521cf2ab412" providerId="ADAL" clId="{144A11F9-5BB9-40A3-A970-33EF68ACAA95}" dt="2026-05-27T12:29:56.868" v="413" actId="14100"/>
          <ac:spMkLst>
            <pc:docMk/>
            <pc:sldMk cId="3447602008" sldId="2147483633"/>
            <ac:spMk id="32" creationId="{6AB2796E-30B3-F65D-509D-77B29A5E5FC5}"/>
          </ac:spMkLst>
        </pc:spChg>
        <pc:spChg chg="mod">
          <ac:chgData name="Akriti Mehta" userId="0c901562-3821-4879-abc2-7521cf2ab412" providerId="ADAL" clId="{144A11F9-5BB9-40A3-A970-33EF68ACAA95}" dt="2026-05-27T12:31:43.482" v="424" actId="207"/>
          <ac:spMkLst>
            <pc:docMk/>
            <pc:sldMk cId="3447602008" sldId="2147483633"/>
            <ac:spMk id="33" creationId="{75768B7F-3B7F-5E45-C4B3-006EBD4824EC}"/>
          </ac:spMkLst>
        </pc:spChg>
        <pc:spChg chg="mod">
          <ac:chgData name="Akriti Mehta" userId="0c901562-3821-4879-abc2-7521cf2ab412" providerId="ADAL" clId="{144A11F9-5BB9-40A3-A970-33EF68ACAA95}" dt="2026-05-27T12:31:47.671" v="425" actId="207"/>
          <ac:spMkLst>
            <pc:docMk/>
            <pc:sldMk cId="3447602008" sldId="2147483633"/>
            <ac:spMk id="35" creationId="{B3356E9F-5E5F-9E55-29C7-666AEF4A6FE4}"/>
          </ac:spMkLst>
        </pc:spChg>
        <pc:spChg chg="mod">
          <ac:chgData name="Akriti Mehta" userId="0c901562-3821-4879-abc2-7521cf2ab412" providerId="ADAL" clId="{144A11F9-5BB9-40A3-A970-33EF68ACAA95}" dt="2026-05-27T12:31:54.764" v="426" actId="207"/>
          <ac:spMkLst>
            <pc:docMk/>
            <pc:sldMk cId="3447602008" sldId="2147483633"/>
            <ac:spMk id="37" creationId="{78E7FFE0-2113-FD16-CAEA-CAB2EF4EC383}"/>
          </ac:spMkLst>
        </pc:spChg>
        <pc:spChg chg="mod">
          <ac:chgData name="Akriti Mehta" userId="0c901562-3821-4879-abc2-7521cf2ab412" providerId="ADAL" clId="{144A11F9-5BB9-40A3-A970-33EF68ACAA95}" dt="2026-05-27T12:32:00.119" v="427" actId="207"/>
          <ac:spMkLst>
            <pc:docMk/>
            <pc:sldMk cId="3447602008" sldId="2147483633"/>
            <ac:spMk id="39" creationId="{59EE67A2-774A-7CAB-9A41-74981CA6ADFC}"/>
          </ac:spMkLst>
        </pc:spChg>
        <pc:spChg chg="mod">
          <ac:chgData name="Akriti Mehta" userId="0c901562-3821-4879-abc2-7521cf2ab412" providerId="ADAL" clId="{144A11F9-5BB9-40A3-A970-33EF68ACAA95}" dt="2026-05-27T12:32:08.338" v="428" actId="207"/>
          <ac:spMkLst>
            <pc:docMk/>
            <pc:sldMk cId="3447602008" sldId="2147483633"/>
            <ac:spMk id="41" creationId="{E3BD1ED5-76F0-DE8C-38BA-EC9E522C4866}"/>
          </ac:spMkLst>
        </pc:spChg>
      </pc:sldChg>
      <pc:sldChg chg="delSp modSp add del mod ord">
        <pc:chgData name="Akriti Mehta" userId="0c901562-3821-4879-abc2-7521cf2ab412" providerId="ADAL" clId="{144A11F9-5BB9-40A3-A970-33EF68ACAA95}" dt="2026-05-27T15:47:49.246" v="697" actId="47"/>
        <pc:sldMkLst>
          <pc:docMk/>
          <pc:sldMk cId="553557710" sldId="2147483638"/>
        </pc:sldMkLst>
        <pc:spChg chg="del">
          <ac:chgData name="Akriti Mehta" userId="0c901562-3821-4879-abc2-7521cf2ab412" providerId="ADAL" clId="{144A11F9-5BB9-40A3-A970-33EF68ACAA95}" dt="2026-05-27T15:46:13.914" v="682" actId="478"/>
          <ac:spMkLst>
            <pc:docMk/>
            <pc:sldMk cId="553557710" sldId="2147483638"/>
            <ac:spMk id="8" creationId="{EDFCA32B-C659-9929-EE3C-AA16F1C1AA87}"/>
          </ac:spMkLst>
        </pc:spChg>
        <pc:spChg chg="mod">
          <ac:chgData name="Akriti Mehta" userId="0c901562-3821-4879-abc2-7521cf2ab412" providerId="ADAL" clId="{144A11F9-5BB9-40A3-A970-33EF68ACAA95}" dt="2026-05-27T15:45:58.401" v="680" actId="208"/>
          <ac:spMkLst>
            <pc:docMk/>
            <pc:sldMk cId="553557710" sldId="2147483638"/>
            <ac:spMk id="9" creationId="{F21348A2-4A30-2C59-2315-ADC76BC3465C}"/>
          </ac:spMkLst>
        </pc:spChg>
        <pc:spChg chg="mod">
          <ac:chgData name="Akriti Mehta" userId="0c901562-3821-4879-abc2-7521cf2ab412" providerId="ADAL" clId="{144A11F9-5BB9-40A3-A970-33EF68ACAA95}" dt="2026-05-27T15:46:08.877" v="681" actId="208"/>
          <ac:spMkLst>
            <pc:docMk/>
            <pc:sldMk cId="553557710" sldId="2147483638"/>
            <ac:spMk id="10" creationId="{CCCCFDC8-A4DB-164D-56F8-C30C7747A5FB}"/>
          </ac:spMkLst>
        </pc:spChg>
        <pc:spChg chg="mod">
          <ac:chgData name="Akriti Mehta" userId="0c901562-3821-4879-abc2-7521cf2ab412" providerId="ADAL" clId="{144A11F9-5BB9-40A3-A970-33EF68ACAA95}" dt="2026-05-27T15:44:57.750" v="673" actId="207"/>
          <ac:spMkLst>
            <pc:docMk/>
            <pc:sldMk cId="553557710" sldId="2147483638"/>
            <ac:spMk id="15" creationId="{B4A90588-7A9C-4F67-7FA8-A2FA8C571405}"/>
          </ac:spMkLst>
        </pc:spChg>
        <pc:spChg chg="mod">
          <ac:chgData name="Akriti Mehta" userId="0c901562-3821-4879-abc2-7521cf2ab412" providerId="ADAL" clId="{144A11F9-5BB9-40A3-A970-33EF68ACAA95}" dt="2026-05-27T15:45:14.169" v="676" actId="207"/>
          <ac:spMkLst>
            <pc:docMk/>
            <pc:sldMk cId="553557710" sldId="2147483638"/>
            <ac:spMk id="16" creationId="{76D3EF90-0540-DA08-CE17-E3CF7CB1EB63}"/>
          </ac:spMkLst>
        </pc:spChg>
        <pc:spChg chg="mod">
          <ac:chgData name="Akriti Mehta" userId="0c901562-3821-4879-abc2-7521cf2ab412" providerId="ADAL" clId="{144A11F9-5BB9-40A3-A970-33EF68ACAA95}" dt="2026-05-27T15:45:19.064" v="677" actId="207"/>
          <ac:spMkLst>
            <pc:docMk/>
            <pc:sldMk cId="553557710" sldId="2147483638"/>
            <ac:spMk id="19" creationId="{E983F70F-3849-D722-B983-34214418565A}"/>
          </ac:spMkLst>
        </pc:spChg>
        <pc:spChg chg="mod">
          <ac:chgData name="Akriti Mehta" userId="0c901562-3821-4879-abc2-7521cf2ab412" providerId="ADAL" clId="{144A11F9-5BB9-40A3-A970-33EF68ACAA95}" dt="2026-05-27T15:45:03.479" v="674" actId="207"/>
          <ac:spMkLst>
            <pc:docMk/>
            <pc:sldMk cId="553557710" sldId="2147483638"/>
            <ac:spMk id="20" creationId="{48F80A0F-8DDE-4FCE-9E8B-260310C3E730}"/>
          </ac:spMkLst>
        </pc:spChg>
        <pc:spChg chg="mod">
          <ac:chgData name="Akriti Mehta" userId="0c901562-3821-4879-abc2-7521cf2ab412" providerId="ADAL" clId="{144A11F9-5BB9-40A3-A970-33EF68ACAA95}" dt="2026-05-27T15:45:09.228" v="675" actId="207"/>
          <ac:spMkLst>
            <pc:docMk/>
            <pc:sldMk cId="553557710" sldId="2147483638"/>
            <ac:spMk id="21" creationId="{6DE900ED-501E-A800-7007-391A1355AAAB}"/>
          </ac:spMkLst>
        </pc:spChg>
        <pc:picChg chg="mod">
          <ac:chgData name="Akriti Mehta" userId="0c901562-3821-4879-abc2-7521cf2ab412" providerId="ADAL" clId="{144A11F9-5BB9-40A3-A970-33EF68ACAA95}" dt="2026-05-27T15:45:33.471" v="678" actId="207"/>
          <ac:picMkLst>
            <pc:docMk/>
            <pc:sldMk cId="553557710" sldId="2147483638"/>
            <ac:picMk id="189" creationId="{A9591FB5-A54A-618F-FD63-917403C90DC8}"/>
          </ac:picMkLst>
        </pc:picChg>
        <pc:picChg chg="mod">
          <ac:chgData name="Akriti Mehta" userId="0c901562-3821-4879-abc2-7521cf2ab412" providerId="ADAL" clId="{144A11F9-5BB9-40A3-A970-33EF68ACAA95}" dt="2026-05-27T15:45:40.147" v="679" actId="207"/>
          <ac:picMkLst>
            <pc:docMk/>
            <pc:sldMk cId="553557710" sldId="2147483638"/>
            <ac:picMk id="193" creationId="{AC055369-2C52-4CD7-EE3E-4685C304BB17}"/>
          </ac:picMkLst>
        </pc:picChg>
      </pc:sldChg>
      <pc:sldChg chg="add del ord">
        <pc:chgData name="Akriti Mehta" userId="0c901562-3821-4879-abc2-7521cf2ab412" providerId="ADAL" clId="{144A11F9-5BB9-40A3-A970-33EF68ACAA95}" dt="2026-05-27T16:52:35.379" v="721" actId="47"/>
        <pc:sldMkLst>
          <pc:docMk/>
          <pc:sldMk cId="1677231664" sldId="2147483639"/>
        </pc:sldMkLst>
      </pc:sldChg>
      <pc:sldChg chg="addSp delSp modSp add mod">
        <pc:chgData name="Akriti Mehta" userId="0c901562-3821-4879-abc2-7521cf2ab412" providerId="ADAL" clId="{144A11F9-5BB9-40A3-A970-33EF68ACAA95}" dt="2026-05-27T15:47:30.609" v="696" actId="6549"/>
        <pc:sldMkLst>
          <pc:docMk/>
          <pc:sldMk cId="3436422948" sldId="2147483640"/>
        </pc:sldMkLst>
        <pc:spChg chg="mod">
          <ac:chgData name="Akriti Mehta" userId="0c901562-3821-4879-abc2-7521cf2ab412" providerId="ADAL" clId="{144A11F9-5BB9-40A3-A970-33EF68ACAA95}" dt="2026-05-27T15:47:30.609" v="696" actId="6549"/>
          <ac:spMkLst>
            <pc:docMk/>
            <pc:sldMk cId="3436422948" sldId="2147483640"/>
            <ac:spMk id="3" creationId="{01A55055-704B-3120-CFDF-C210D0F28B6D}"/>
          </ac:spMkLst>
        </pc:spChg>
        <pc:spChg chg="del mod">
          <ac:chgData name="Akriti Mehta" userId="0c901562-3821-4879-abc2-7521cf2ab412" providerId="ADAL" clId="{144A11F9-5BB9-40A3-A970-33EF68ACAA95}" dt="2026-05-27T15:46:45.480" v="688" actId="478"/>
          <ac:spMkLst>
            <pc:docMk/>
            <pc:sldMk cId="3436422948" sldId="2147483640"/>
            <ac:spMk id="5" creationId="{435C34A1-4A59-1AB9-6F78-96F156B17410}"/>
          </ac:spMkLst>
        </pc:spChg>
        <pc:spChg chg="del">
          <ac:chgData name="Akriti Mehta" userId="0c901562-3821-4879-abc2-7521cf2ab412" providerId="ADAL" clId="{144A11F9-5BB9-40A3-A970-33EF68ACAA95}" dt="2026-05-27T15:46:45.480" v="688" actId="478"/>
          <ac:spMkLst>
            <pc:docMk/>
            <pc:sldMk cId="3436422948" sldId="2147483640"/>
            <ac:spMk id="7" creationId="{8E043353-8529-0289-A494-2676102A0145}"/>
          </ac:spMkLst>
        </pc:spChg>
        <pc:spChg chg="del">
          <ac:chgData name="Akriti Mehta" userId="0c901562-3821-4879-abc2-7521cf2ab412" providerId="ADAL" clId="{144A11F9-5BB9-40A3-A970-33EF68ACAA95}" dt="2026-05-27T15:46:45.480" v="688" actId="478"/>
          <ac:spMkLst>
            <pc:docMk/>
            <pc:sldMk cId="3436422948" sldId="2147483640"/>
            <ac:spMk id="9" creationId="{215A2B16-906A-B039-03A2-87A9E509EF21}"/>
          </ac:spMkLst>
        </pc:spChg>
        <pc:spChg chg="del">
          <ac:chgData name="Akriti Mehta" userId="0c901562-3821-4879-abc2-7521cf2ab412" providerId="ADAL" clId="{144A11F9-5BB9-40A3-A970-33EF68ACAA95}" dt="2026-05-27T15:46:45.480" v="688" actId="478"/>
          <ac:spMkLst>
            <pc:docMk/>
            <pc:sldMk cId="3436422948" sldId="2147483640"/>
            <ac:spMk id="10" creationId="{203B8F91-51B0-6575-1FA2-BC2C8C21DD40}"/>
          </ac:spMkLst>
        </pc:spChg>
        <pc:spChg chg="del">
          <ac:chgData name="Akriti Mehta" userId="0c901562-3821-4879-abc2-7521cf2ab412" providerId="ADAL" clId="{144A11F9-5BB9-40A3-A970-33EF68ACAA95}" dt="2026-05-27T15:46:45.480" v="688" actId="478"/>
          <ac:spMkLst>
            <pc:docMk/>
            <pc:sldMk cId="3436422948" sldId="2147483640"/>
            <ac:spMk id="11" creationId="{76F85BA0-69DA-6A1A-E731-EB45E43D9F07}"/>
          </ac:spMkLst>
        </pc:spChg>
        <pc:spChg chg="del mod">
          <ac:chgData name="Akriti Mehta" userId="0c901562-3821-4879-abc2-7521cf2ab412" providerId="ADAL" clId="{144A11F9-5BB9-40A3-A970-33EF68ACAA95}" dt="2026-05-27T15:46:45.480" v="688" actId="478"/>
          <ac:spMkLst>
            <pc:docMk/>
            <pc:sldMk cId="3436422948" sldId="2147483640"/>
            <ac:spMk id="12" creationId="{205BEFAA-B184-9304-3378-F3C909816713}"/>
          </ac:spMkLst>
        </pc:spChg>
        <pc:spChg chg="del">
          <ac:chgData name="Akriti Mehta" userId="0c901562-3821-4879-abc2-7521cf2ab412" providerId="ADAL" clId="{144A11F9-5BB9-40A3-A970-33EF68ACAA95}" dt="2026-05-27T15:46:45.480" v="688" actId="478"/>
          <ac:spMkLst>
            <pc:docMk/>
            <pc:sldMk cId="3436422948" sldId="2147483640"/>
            <ac:spMk id="33" creationId="{93E60D67-BE21-1BA6-04A6-AA4F9F2435C9}"/>
          </ac:spMkLst>
        </pc:spChg>
        <pc:spChg chg="del">
          <ac:chgData name="Akriti Mehta" userId="0c901562-3821-4879-abc2-7521cf2ab412" providerId="ADAL" clId="{144A11F9-5BB9-40A3-A970-33EF68ACAA95}" dt="2026-05-27T15:46:45.480" v="688" actId="478"/>
          <ac:spMkLst>
            <pc:docMk/>
            <pc:sldMk cId="3436422948" sldId="2147483640"/>
            <ac:spMk id="34" creationId="{2E30C387-1F6A-E492-2B36-0737AA3F5E21}"/>
          </ac:spMkLst>
        </pc:spChg>
        <pc:spChg chg="del">
          <ac:chgData name="Akriti Mehta" userId="0c901562-3821-4879-abc2-7521cf2ab412" providerId="ADAL" clId="{144A11F9-5BB9-40A3-A970-33EF68ACAA95}" dt="2026-05-27T15:46:45.480" v="688" actId="478"/>
          <ac:spMkLst>
            <pc:docMk/>
            <pc:sldMk cId="3436422948" sldId="2147483640"/>
            <ac:spMk id="36" creationId="{472654CC-6047-ED54-DC10-155586FE22EF}"/>
          </ac:spMkLst>
        </pc:spChg>
        <pc:spChg chg="del">
          <ac:chgData name="Akriti Mehta" userId="0c901562-3821-4879-abc2-7521cf2ab412" providerId="ADAL" clId="{144A11F9-5BB9-40A3-A970-33EF68ACAA95}" dt="2026-05-27T15:46:45.480" v="688" actId="478"/>
          <ac:spMkLst>
            <pc:docMk/>
            <pc:sldMk cId="3436422948" sldId="2147483640"/>
            <ac:spMk id="37" creationId="{9C8CC8AD-87D0-DB5F-D3D0-E43B668615A2}"/>
          </ac:spMkLst>
        </pc:spChg>
        <pc:spChg chg="add del">
          <ac:chgData name="Akriti Mehta" userId="0c901562-3821-4879-abc2-7521cf2ab412" providerId="ADAL" clId="{144A11F9-5BB9-40A3-A970-33EF68ACAA95}" dt="2026-05-27T15:47:08.432" v="692" actId="478"/>
          <ac:spMkLst>
            <pc:docMk/>
            <pc:sldMk cId="3436422948" sldId="2147483640"/>
            <ac:spMk id="39" creationId="{26E9C80E-30A5-71ED-72C8-89F7738864FA}"/>
          </ac:spMkLst>
        </pc:spChg>
        <pc:spChg chg="add mod">
          <ac:chgData name="Akriti Mehta" userId="0c901562-3821-4879-abc2-7521cf2ab412" providerId="ADAL" clId="{144A11F9-5BB9-40A3-A970-33EF68ACAA95}" dt="2026-05-27T15:46:53.012" v="689"/>
          <ac:spMkLst>
            <pc:docMk/>
            <pc:sldMk cId="3436422948" sldId="2147483640"/>
            <ac:spMk id="41" creationId="{59BC5050-C466-BF16-C1DE-C2E329987F97}"/>
          </ac:spMkLst>
        </pc:spChg>
        <pc:spChg chg="add mod">
          <ac:chgData name="Akriti Mehta" userId="0c901562-3821-4879-abc2-7521cf2ab412" providerId="ADAL" clId="{144A11F9-5BB9-40A3-A970-33EF68ACAA95}" dt="2026-05-27T15:46:53.012" v="689"/>
          <ac:spMkLst>
            <pc:docMk/>
            <pc:sldMk cId="3436422948" sldId="2147483640"/>
            <ac:spMk id="43" creationId="{C21C395B-93CD-A1A4-5680-DAE2E968DE43}"/>
          </ac:spMkLst>
        </pc:spChg>
        <pc:spChg chg="add mod">
          <ac:chgData name="Akriti Mehta" userId="0c901562-3821-4879-abc2-7521cf2ab412" providerId="ADAL" clId="{144A11F9-5BB9-40A3-A970-33EF68ACAA95}" dt="2026-05-27T15:46:53.012" v="689"/>
          <ac:spMkLst>
            <pc:docMk/>
            <pc:sldMk cId="3436422948" sldId="2147483640"/>
            <ac:spMk id="48" creationId="{401EC861-AC34-CEC1-D7D6-EFC91F7E10DD}"/>
          </ac:spMkLst>
        </pc:spChg>
        <pc:spChg chg="mod">
          <ac:chgData name="Akriti Mehta" userId="0c901562-3821-4879-abc2-7521cf2ab412" providerId="ADAL" clId="{144A11F9-5BB9-40A3-A970-33EF68ACAA95}" dt="2026-05-27T15:46:53.012" v="689"/>
          <ac:spMkLst>
            <pc:docMk/>
            <pc:sldMk cId="3436422948" sldId="2147483640"/>
            <ac:spMk id="53" creationId="{AD354020-6DA3-B30E-9600-664256DF81BF}"/>
          </ac:spMkLst>
        </pc:spChg>
        <pc:spChg chg="mod">
          <ac:chgData name="Akriti Mehta" userId="0c901562-3821-4879-abc2-7521cf2ab412" providerId="ADAL" clId="{144A11F9-5BB9-40A3-A970-33EF68ACAA95}" dt="2026-05-27T15:46:53.012" v="689"/>
          <ac:spMkLst>
            <pc:docMk/>
            <pc:sldMk cId="3436422948" sldId="2147483640"/>
            <ac:spMk id="57" creationId="{9717E8C1-6E32-6708-825E-06E8DE59C4B5}"/>
          </ac:spMkLst>
        </pc:spChg>
        <pc:spChg chg="mod">
          <ac:chgData name="Akriti Mehta" userId="0c901562-3821-4879-abc2-7521cf2ab412" providerId="ADAL" clId="{144A11F9-5BB9-40A3-A970-33EF68ACAA95}" dt="2026-05-27T15:46:53.012" v="689"/>
          <ac:spMkLst>
            <pc:docMk/>
            <pc:sldMk cId="3436422948" sldId="2147483640"/>
            <ac:spMk id="59" creationId="{077E3C63-9810-73D6-0B16-3A9AE206607E}"/>
          </ac:spMkLst>
        </pc:spChg>
        <pc:spChg chg="mod">
          <ac:chgData name="Akriti Mehta" userId="0c901562-3821-4879-abc2-7521cf2ab412" providerId="ADAL" clId="{144A11F9-5BB9-40A3-A970-33EF68ACAA95}" dt="2026-05-27T15:46:53.012" v="689"/>
          <ac:spMkLst>
            <pc:docMk/>
            <pc:sldMk cId="3436422948" sldId="2147483640"/>
            <ac:spMk id="61" creationId="{CFCDCC46-0AD5-6830-ED0A-3B1EDDD12982}"/>
          </ac:spMkLst>
        </pc:spChg>
        <pc:spChg chg="mod">
          <ac:chgData name="Akriti Mehta" userId="0c901562-3821-4879-abc2-7521cf2ab412" providerId="ADAL" clId="{144A11F9-5BB9-40A3-A970-33EF68ACAA95}" dt="2026-05-27T15:46:53.012" v="689"/>
          <ac:spMkLst>
            <pc:docMk/>
            <pc:sldMk cId="3436422948" sldId="2147483640"/>
            <ac:spMk id="73" creationId="{C15F7F1F-A8F3-3A02-F411-64588A604230}"/>
          </ac:spMkLst>
        </pc:spChg>
        <pc:spChg chg="mod">
          <ac:chgData name="Akriti Mehta" userId="0c901562-3821-4879-abc2-7521cf2ab412" providerId="ADAL" clId="{144A11F9-5BB9-40A3-A970-33EF68ACAA95}" dt="2026-05-27T15:46:53.012" v="689"/>
          <ac:spMkLst>
            <pc:docMk/>
            <pc:sldMk cId="3436422948" sldId="2147483640"/>
            <ac:spMk id="76" creationId="{E527C53B-51A6-ECFB-D1AB-858D72C2F3FB}"/>
          </ac:spMkLst>
        </pc:spChg>
        <pc:spChg chg="mod">
          <ac:chgData name="Akriti Mehta" userId="0c901562-3821-4879-abc2-7521cf2ab412" providerId="ADAL" clId="{144A11F9-5BB9-40A3-A970-33EF68ACAA95}" dt="2026-05-27T15:46:53.012" v="689"/>
          <ac:spMkLst>
            <pc:docMk/>
            <pc:sldMk cId="3436422948" sldId="2147483640"/>
            <ac:spMk id="90" creationId="{9AD56A3D-3C33-5E3F-A11D-7878057F5AAA}"/>
          </ac:spMkLst>
        </pc:spChg>
        <pc:spChg chg="add mod">
          <ac:chgData name="Akriti Mehta" userId="0c901562-3821-4879-abc2-7521cf2ab412" providerId="ADAL" clId="{144A11F9-5BB9-40A3-A970-33EF68ACAA95}" dt="2026-05-27T15:47:14.511" v="694" actId="1076"/>
          <ac:spMkLst>
            <pc:docMk/>
            <pc:sldMk cId="3436422948" sldId="2147483640"/>
            <ac:spMk id="111" creationId="{5F2766F4-4344-9BF5-1A3B-DC92024AC788}"/>
          </ac:spMkLst>
        </pc:spChg>
        <pc:spChg chg="mod">
          <ac:chgData name="Akriti Mehta" userId="0c901562-3821-4879-abc2-7521cf2ab412" providerId="ADAL" clId="{144A11F9-5BB9-40A3-A970-33EF68ACAA95}" dt="2026-05-27T15:47:14.511" v="694" actId="1076"/>
          <ac:spMkLst>
            <pc:docMk/>
            <pc:sldMk cId="3436422948" sldId="2147483640"/>
            <ac:spMk id="113" creationId="{5DC3DE91-0A0D-2724-3322-60C52815136D}"/>
          </ac:spMkLst>
        </pc:spChg>
        <pc:spChg chg="mod">
          <ac:chgData name="Akriti Mehta" userId="0c901562-3821-4879-abc2-7521cf2ab412" providerId="ADAL" clId="{144A11F9-5BB9-40A3-A970-33EF68ACAA95}" dt="2026-05-27T15:47:14.511" v="694" actId="1076"/>
          <ac:spMkLst>
            <pc:docMk/>
            <pc:sldMk cId="3436422948" sldId="2147483640"/>
            <ac:spMk id="116" creationId="{305412BC-1843-8DB8-73C1-386AFAE5131C}"/>
          </ac:spMkLst>
        </pc:spChg>
        <pc:spChg chg="mod">
          <ac:chgData name="Akriti Mehta" userId="0c901562-3821-4879-abc2-7521cf2ab412" providerId="ADAL" clId="{144A11F9-5BB9-40A3-A970-33EF68ACAA95}" dt="2026-05-27T15:47:14.511" v="694" actId="1076"/>
          <ac:spMkLst>
            <pc:docMk/>
            <pc:sldMk cId="3436422948" sldId="2147483640"/>
            <ac:spMk id="117" creationId="{DEF06424-C590-F750-26C5-93F2A53E6CC1}"/>
          </ac:spMkLst>
        </pc:spChg>
        <pc:spChg chg="add mod">
          <ac:chgData name="Akriti Mehta" userId="0c901562-3821-4879-abc2-7521cf2ab412" providerId="ADAL" clId="{144A11F9-5BB9-40A3-A970-33EF68ACAA95}" dt="2026-05-27T15:47:14.511" v="694" actId="1076"/>
          <ac:spMkLst>
            <pc:docMk/>
            <pc:sldMk cId="3436422948" sldId="2147483640"/>
            <ac:spMk id="118" creationId="{199E018A-B9E1-97EC-D458-74E7E266F332}"/>
          </ac:spMkLst>
        </pc:spChg>
        <pc:spChg chg="mod">
          <ac:chgData name="Akriti Mehta" userId="0c901562-3821-4879-abc2-7521cf2ab412" providerId="ADAL" clId="{144A11F9-5BB9-40A3-A970-33EF68ACAA95}" dt="2026-05-27T15:47:14.511" v="694" actId="1076"/>
          <ac:spMkLst>
            <pc:docMk/>
            <pc:sldMk cId="3436422948" sldId="2147483640"/>
            <ac:spMk id="119" creationId="{01D6589E-AAC2-9FA6-65FB-15FDB734E69B}"/>
          </ac:spMkLst>
        </pc:spChg>
        <pc:spChg chg="mod">
          <ac:chgData name="Akriti Mehta" userId="0c901562-3821-4879-abc2-7521cf2ab412" providerId="ADAL" clId="{144A11F9-5BB9-40A3-A970-33EF68ACAA95}" dt="2026-05-27T15:47:14.511" v="694" actId="1076"/>
          <ac:spMkLst>
            <pc:docMk/>
            <pc:sldMk cId="3436422948" sldId="2147483640"/>
            <ac:spMk id="120" creationId="{0BB49F4D-9C98-859B-CE34-748952AF9455}"/>
          </ac:spMkLst>
        </pc:spChg>
        <pc:spChg chg="mod">
          <ac:chgData name="Akriti Mehta" userId="0c901562-3821-4879-abc2-7521cf2ab412" providerId="ADAL" clId="{144A11F9-5BB9-40A3-A970-33EF68ACAA95}" dt="2026-05-27T15:47:14.511" v="694" actId="1076"/>
          <ac:spMkLst>
            <pc:docMk/>
            <pc:sldMk cId="3436422948" sldId="2147483640"/>
            <ac:spMk id="123" creationId="{2463494E-8AF6-74FA-0D4E-BB980DB7A45D}"/>
          </ac:spMkLst>
        </pc:spChg>
        <pc:spChg chg="mod">
          <ac:chgData name="Akriti Mehta" userId="0c901562-3821-4879-abc2-7521cf2ab412" providerId="ADAL" clId="{144A11F9-5BB9-40A3-A970-33EF68ACAA95}" dt="2026-05-27T15:47:09.151" v="693"/>
          <ac:spMkLst>
            <pc:docMk/>
            <pc:sldMk cId="3436422948" sldId="2147483640"/>
            <ac:spMk id="130" creationId="{EB3C8F4F-88BF-76C8-1F49-E4A7CA284291}"/>
          </ac:spMkLst>
        </pc:spChg>
        <pc:spChg chg="mod">
          <ac:chgData name="Akriti Mehta" userId="0c901562-3821-4879-abc2-7521cf2ab412" providerId="ADAL" clId="{144A11F9-5BB9-40A3-A970-33EF68ACAA95}" dt="2026-05-27T15:47:09.151" v="693"/>
          <ac:spMkLst>
            <pc:docMk/>
            <pc:sldMk cId="3436422948" sldId="2147483640"/>
            <ac:spMk id="139" creationId="{EBAFAC6F-DE75-117E-B1E9-0D6B901A7FEC}"/>
          </ac:spMkLst>
        </pc:spChg>
        <pc:spChg chg="mod">
          <ac:chgData name="Akriti Mehta" userId="0c901562-3821-4879-abc2-7521cf2ab412" providerId="ADAL" clId="{144A11F9-5BB9-40A3-A970-33EF68ACAA95}" dt="2026-05-27T15:47:09.151" v="693"/>
          <ac:spMkLst>
            <pc:docMk/>
            <pc:sldMk cId="3436422948" sldId="2147483640"/>
            <ac:spMk id="142" creationId="{CA0F33A7-7458-E5C6-20BA-67EDF4259DF9}"/>
          </ac:spMkLst>
        </pc:spChg>
        <pc:spChg chg="mod">
          <ac:chgData name="Akriti Mehta" userId="0c901562-3821-4879-abc2-7521cf2ab412" providerId="ADAL" clId="{144A11F9-5BB9-40A3-A970-33EF68ACAA95}" dt="2026-05-27T15:47:09.151" v="693"/>
          <ac:spMkLst>
            <pc:docMk/>
            <pc:sldMk cId="3436422948" sldId="2147483640"/>
            <ac:spMk id="154" creationId="{A8EAB492-198D-363C-A513-92E61CD1AB42}"/>
          </ac:spMkLst>
        </pc:spChg>
        <pc:spChg chg="mod">
          <ac:chgData name="Akriti Mehta" userId="0c901562-3821-4879-abc2-7521cf2ab412" providerId="ADAL" clId="{144A11F9-5BB9-40A3-A970-33EF68ACAA95}" dt="2026-05-27T15:47:09.151" v="693"/>
          <ac:spMkLst>
            <pc:docMk/>
            <pc:sldMk cId="3436422948" sldId="2147483640"/>
            <ac:spMk id="156" creationId="{154BBD3B-9E5E-CC61-8FD7-4341CF30ADC2}"/>
          </ac:spMkLst>
        </pc:spChg>
        <pc:spChg chg="mod">
          <ac:chgData name="Akriti Mehta" userId="0c901562-3821-4879-abc2-7521cf2ab412" providerId="ADAL" clId="{144A11F9-5BB9-40A3-A970-33EF68ACAA95}" dt="2026-05-27T15:47:09.151" v="693"/>
          <ac:spMkLst>
            <pc:docMk/>
            <pc:sldMk cId="3436422948" sldId="2147483640"/>
            <ac:spMk id="159" creationId="{AB7F76E9-774D-9E6C-335E-0F1FCA368B7C}"/>
          </ac:spMkLst>
        </pc:spChg>
        <pc:spChg chg="mod">
          <ac:chgData name="Akriti Mehta" userId="0c901562-3821-4879-abc2-7521cf2ab412" providerId="ADAL" clId="{144A11F9-5BB9-40A3-A970-33EF68ACAA95}" dt="2026-05-27T15:47:09.151" v="693"/>
          <ac:spMkLst>
            <pc:docMk/>
            <pc:sldMk cId="3436422948" sldId="2147483640"/>
            <ac:spMk id="171" creationId="{C43897A1-D5E2-B844-52F7-C7CD6391B8C8}"/>
          </ac:spMkLst>
        </pc:spChg>
        <pc:spChg chg="mod">
          <ac:chgData name="Akriti Mehta" userId="0c901562-3821-4879-abc2-7521cf2ab412" providerId="ADAL" clId="{144A11F9-5BB9-40A3-A970-33EF68ACAA95}" dt="2026-05-27T15:47:14.511" v="694" actId="1076"/>
          <ac:spMkLst>
            <pc:docMk/>
            <pc:sldMk cId="3436422948" sldId="2147483640"/>
            <ac:spMk id="173" creationId="{5E31DA5C-8996-20D7-54FE-5A101A12A29D}"/>
          </ac:spMkLst>
        </pc:spChg>
        <pc:spChg chg="add mod">
          <ac:chgData name="Akriti Mehta" userId="0c901562-3821-4879-abc2-7521cf2ab412" providerId="ADAL" clId="{144A11F9-5BB9-40A3-A970-33EF68ACAA95}" dt="2026-05-27T15:47:14.511" v="694" actId="1076"/>
          <ac:spMkLst>
            <pc:docMk/>
            <pc:sldMk cId="3436422948" sldId="2147483640"/>
            <ac:spMk id="180" creationId="{CF8BDA80-B0E6-CDAE-A360-379A0CA9C080}"/>
          </ac:spMkLst>
        </pc:spChg>
      </pc:sldChg>
      <pc:sldChg chg="addSp delSp modSp add mod">
        <pc:chgData name="Akriti Mehta" userId="0c901562-3821-4879-abc2-7521cf2ab412" providerId="ADAL" clId="{144A11F9-5BB9-40A3-A970-33EF68ACAA95}" dt="2026-05-27T15:51:40.628" v="720" actId="572"/>
        <pc:sldMkLst>
          <pc:docMk/>
          <pc:sldMk cId="3560712649" sldId="2147483641"/>
        </pc:sldMkLst>
        <pc:spChg chg="mod">
          <ac:chgData name="Akriti Mehta" userId="0c901562-3821-4879-abc2-7521cf2ab412" providerId="ADAL" clId="{144A11F9-5BB9-40A3-A970-33EF68ACAA95}" dt="2026-05-27T15:50:31.050" v="717" actId="1076"/>
          <ac:spMkLst>
            <pc:docMk/>
            <pc:sldMk cId="3560712649" sldId="2147483641"/>
            <ac:spMk id="3" creationId="{61171E62-3F0C-1815-FE6A-3A7F17E0739E}"/>
          </ac:spMkLst>
        </pc:spChg>
        <pc:spChg chg="add del">
          <ac:chgData name="Akriti Mehta" userId="0c901562-3821-4879-abc2-7521cf2ab412" providerId="ADAL" clId="{144A11F9-5BB9-40A3-A970-33EF68ACAA95}" dt="2026-05-27T15:48:17.504" v="701" actId="478"/>
          <ac:spMkLst>
            <pc:docMk/>
            <pc:sldMk cId="3560712649" sldId="2147483641"/>
            <ac:spMk id="6" creationId="{24430728-CD38-FB54-DE9B-8F251923043F}"/>
          </ac:spMkLst>
        </pc:spChg>
        <pc:spChg chg="add mod">
          <ac:chgData name="Akriti Mehta" userId="0c901562-3821-4879-abc2-7521cf2ab412" providerId="ADAL" clId="{144A11F9-5BB9-40A3-A970-33EF68ACAA95}" dt="2026-05-27T15:50:38.767" v="718" actId="1076"/>
          <ac:spMkLst>
            <pc:docMk/>
            <pc:sldMk cId="3560712649" sldId="2147483641"/>
            <ac:spMk id="7" creationId="{C74A7646-6F17-0FCD-CCC5-56EA813500AD}"/>
          </ac:spMkLst>
        </pc:spChg>
        <pc:spChg chg="add mod">
          <ac:chgData name="Akriti Mehta" userId="0c901562-3821-4879-abc2-7521cf2ab412" providerId="ADAL" clId="{144A11F9-5BB9-40A3-A970-33EF68ACAA95}" dt="2026-05-27T15:49:04.833" v="709" actId="1076"/>
          <ac:spMkLst>
            <pc:docMk/>
            <pc:sldMk cId="3560712649" sldId="2147483641"/>
            <ac:spMk id="8" creationId="{B5E5E6EA-2865-1271-B11C-FDE05D7C9B59}"/>
          </ac:spMkLst>
        </pc:spChg>
        <pc:spChg chg="mod">
          <ac:chgData name="Akriti Mehta" userId="0c901562-3821-4879-abc2-7521cf2ab412" providerId="ADAL" clId="{144A11F9-5BB9-40A3-A970-33EF68ACAA95}" dt="2026-05-27T15:48:55.979" v="708"/>
          <ac:spMkLst>
            <pc:docMk/>
            <pc:sldMk cId="3560712649" sldId="2147483641"/>
            <ac:spMk id="11" creationId="{2564630F-F230-009F-4F3A-353EBE1103B6}"/>
          </ac:spMkLst>
        </pc:spChg>
        <pc:spChg chg="mod">
          <ac:chgData name="Akriti Mehta" userId="0c901562-3821-4879-abc2-7521cf2ab412" providerId="ADAL" clId="{144A11F9-5BB9-40A3-A970-33EF68ACAA95}" dt="2026-05-27T15:48:55.979" v="708"/>
          <ac:spMkLst>
            <pc:docMk/>
            <pc:sldMk cId="3560712649" sldId="2147483641"/>
            <ac:spMk id="12" creationId="{4569F53B-F690-9FE6-B3F9-04EAEEE96BA4}"/>
          </ac:spMkLst>
        </pc:spChg>
        <pc:spChg chg="mod">
          <ac:chgData name="Akriti Mehta" userId="0c901562-3821-4879-abc2-7521cf2ab412" providerId="ADAL" clId="{144A11F9-5BB9-40A3-A970-33EF68ACAA95}" dt="2026-05-27T15:48:55.979" v="708"/>
          <ac:spMkLst>
            <pc:docMk/>
            <pc:sldMk cId="3560712649" sldId="2147483641"/>
            <ac:spMk id="13" creationId="{88BA6C77-5807-C294-6332-58A00B6327A1}"/>
          </ac:spMkLst>
        </pc:spChg>
        <pc:spChg chg="mod">
          <ac:chgData name="Akriti Mehta" userId="0c901562-3821-4879-abc2-7521cf2ab412" providerId="ADAL" clId="{144A11F9-5BB9-40A3-A970-33EF68ACAA95}" dt="2026-05-27T15:48:55.979" v="708"/>
          <ac:spMkLst>
            <pc:docMk/>
            <pc:sldMk cId="3560712649" sldId="2147483641"/>
            <ac:spMk id="14" creationId="{7178D00E-20AD-AFF3-73FC-4AFDF9CD8C39}"/>
          </ac:spMkLst>
        </pc:spChg>
        <pc:spChg chg="mod">
          <ac:chgData name="Akriti Mehta" userId="0c901562-3821-4879-abc2-7521cf2ab412" providerId="ADAL" clId="{144A11F9-5BB9-40A3-A970-33EF68ACAA95}" dt="2026-05-27T15:48:55.979" v="708"/>
          <ac:spMkLst>
            <pc:docMk/>
            <pc:sldMk cId="3560712649" sldId="2147483641"/>
            <ac:spMk id="15" creationId="{422F249E-5A90-E478-0F48-0D6097F14C6C}"/>
          </ac:spMkLst>
        </pc:spChg>
        <pc:spChg chg="add mod">
          <ac:chgData name="Akriti Mehta" userId="0c901562-3821-4879-abc2-7521cf2ab412" providerId="ADAL" clId="{144A11F9-5BB9-40A3-A970-33EF68ACAA95}" dt="2026-05-27T15:49:04.833" v="709" actId="1076"/>
          <ac:spMkLst>
            <pc:docMk/>
            <pc:sldMk cId="3560712649" sldId="2147483641"/>
            <ac:spMk id="16" creationId="{06064B82-A3CA-7A5D-B073-2716BB4DA23A}"/>
          </ac:spMkLst>
        </pc:spChg>
        <pc:spChg chg="add del">
          <ac:chgData name="Akriti Mehta" userId="0c901562-3821-4879-abc2-7521cf2ab412" providerId="ADAL" clId="{144A11F9-5BB9-40A3-A970-33EF68ACAA95}" dt="2026-05-27T15:48:35.073" v="703" actId="478"/>
          <ac:spMkLst>
            <pc:docMk/>
            <pc:sldMk cId="3560712649" sldId="2147483641"/>
            <ac:spMk id="111" creationId="{1DD4E1EC-80BF-5005-6609-244D63F0BF3D}"/>
          </ac:spMkLst>
        </pc:spChg>
        <pc:spChg chg="del">
          <ac:chgData name="Akriti Mehta" userId="0c901562-3821-4879-abc2-7521cf2ab412" providerId="ADAL" clId="{144A11F9-5BB9-40A3-A970-33EF68ACAA95}" dt="2026-05-27T15:48:35.073" v="703" actId="478"/>
          <ac:spMkLst>
            <pc:docMk/>
            <pc:sldMk cId="3560712649" sldId="2147483641"/>
            <ac:spMk id="112" creationId="{32CA6F1D-E9CC-86CC-715A-0D5C56EC93BE}"/>
          </ac:spMkLst>
        </pc:spChg>
        <pc:spChg chg="add del">
          <ac:chgData name="Akriti Mehta" userId="0c901562-3821-4879-abc2-7521cf2ab412" providerId="ADAL" clId="{144A11F9-5BB9-40A3-A970-33EF68ACAA95}" dt="2026-05-27T15:48:28.138" v="702" actId="478"/>
          <ac:spMkLst>
            <pc:docMk/>
            <pc:sldMk cId="3560712649" sldId="2147483641"/>
            <ac:spMk id="115" creationId="{0AA5B4AD-8701-9701-5E53-0B5A9D8A5EE7}"/>
          </ac:spMkLst>
        </pc:spChg>
        <pc:spChg chg="add del">
          <ac:chgData name="Akriti Mehta" userId="0c901562-3821-4879-abc2-7521cf2ab412" providerId="ADAL" clId="{144A11F9-5BB9-40A3-A970-33EF68ACAA95}" dt="2026-05-27T15:48:28.138" v="702" actId="478"/>
          <ac:spMkLst>
            <pc:docMk/>
            <pc:sldMk cId="3560712649" sldId="2147483641"/>
            <ac:spMk id="116" creationId="{E258F181-FB69-7ADE-A52B-D723E04CDAAE}"/>
          </ac:spMkLst>
        </pc:spChg>
        <pc:spChg chg="del">
          <ac:chgData name="Akriti Mehta" userId="0c901562-3821-4879-abc2-7521cf2ab412" providerId="ADAL" clId="{144A11F9-5BB9-40A3-A970-33EF68ACAA95}" dt="2026-05-27T15:48:28.138" v="702" actId="478"/>
          <ac:spMkLst>
            <pc:docMk/>
            <pc:sldMk cId="3560712649" sldId="2147483641"/>
            <ac:spMk id="117" creationId="{ADFC682D-FAF6-3CC9-73C3-CC98158538A2}"/>
          </ac:spMkLst>
        </pc:spChg>
        <pc:spChg chg="add del">
          <ac:chgData name="Akriti Mehta" userId="0c901562-3821-4879-abc2-7521cf2ab412" providerId="ADAL" clId="{144A11F9-5BB9-40A3-A970-33EF68ACAA95}" dt="2026-05-27T15:48:28.138" v="702" actId="478"/>
          <ac:spMkLst>
            <pc:docMk/>
            <pc:sldMk cId="3560712649" sldId="2147483641"/>
            <ac:spMk id="118" creationId="{693AB5CB-54DE-CF9F-1A61-16317FADC59C}"/>
          </ac:spMkLst>
        </pc:spChg>
        <pc:spChg chg="add del">
          <ac:chgData name="Akriti Mehta" userId="0c901562-3821-4879-abc2-7521cf2ab412" providerId="ADAL" clId="{144A11F9-5BB9-40A3-A970-33EF68ACAA95}" dt="2026-05-27T15:48:28.138" v="702" actId="478"/>
          <ac:spMkLst>
            <pc:docMk/>
            <pc:sldMk cId="3560712649" sldId="2147483641"/>
            <ac:spMk id="119" creationId="{65954914-9C66-5D4C-2C3B-5D8CB613BA39}"/>
          </ac:spMkLst>
        </pc:spChg>
        <pc:spChg chg="add del">
          <ac:chgData name="Akriti Mehta" userId="0c901562-3821-4879-abc2-7521cf2ab412" providerId="ADAL" clId="{144A11F9-5BB9-40A3-A970-33EF68ACAA95}" dt="2026-05-27T15:48:28.138" v="702" actId="478"/>
          <ac:spMkLst>
            <pc:docMk/>
            <pc:sldMk cId="3560712649" sldId="2147483641"/>
            <ac:spMk id="123" creationId="{3F71D98F-B5EA-9394-354C-696D690AF03F}"/>
          </ac:spMkLst>
        </pc:spChg>
        <pc:spChg chg="del">
          <ac:chgData name="Akriti Mehta" userId="0c901562-3821-4879-abc2-7521cf2ab412" providerId="ADAL" clId="{144A11F9-5BB9-40A3-A970-33EF68ACAA95}" dt="2026-05-27T15:48:28.138" v="702" actId="478"/>
          <ac:spMkLst>
            <pc:docMk/>
            <pc:sldMk cId="3560712649" sldId="2147483641"/>
            <ac:spMk id="174" creationId="{76822811-A6E4-EC76-534A-16958AA8646E}"/>
          </ac:spMkLst>
        </pc:spChg>
        <pc:spChg chg="add del">
          <ac:chgData name="Akriti Mehta" userId="0c901562-3821-4879-abc2-7521cf2ab412" providerId="ADAL" clId="{144A11F9-5BB9-40A3-A970-33EF68ACAA95}" dt="2026-05-27T15:48:28.138" v="702" actId="478"/>
          <ac:spMkLst>
            <pc:docMk/>
            <pc:sldMk cId="3560712649" sldId="2147483641"/>
            <ac:spMk id="180" creationId="{3A6853CA-6814-F720-68A9-B6166BE425C7}"/>
          </ac:spMkLst>
        </pc:spChg>
        <pc:spChg chg="add del">
          <ac:chgData name="Akriti Mehta" userId="0c901562-3821-4879-abc2-7521cf2ab412" providerId="ADAL" clId="{144A11F9-5BB9-40A3-A970-33EF68ACAA95}" dt="2026-05-27T15:48:28.138" v="702" actId="478"/>
          <ac:spMkLst>
            <pc:docMk/>
            <pc:sldMk cId="3560712649" sldId="2147483641"/>
            <ac:spMk id="181" creationId="{4F1C60FD-F354-38A1-5880-72546DCBB3C5}"/>
          </ac:spMkLst>
        </pc:spChg>
        <pc:spChg chg="add del">
          <ac:chgData name="Akriti Mehta" userId="0c901562-3821-4879-abc2-7521cf2ab412" providerId="ADAL" clId="{144A11F9-5BB9-40A3-A970-33EF68ACAA95}" dt="2026-05-27T15:48:28.138" v="702" actId="478"/>
          <ac:spMkLst>
            <pc:docMk/>
            <pc:sldMk cId="3560712649" sldId="2147483641"/>
            <ac:spMk id="182" creationId="{AEFBECB2-F3F0-6AF9-8748-04C093323991}"/>
          </ac:spMkLst>
        </pc:spChg>
        <pc:grpChg chg="add mod">
          <ac:chgData name="Akriti Mehta" userId="0c901562-3821-4879-abc2-7521cf2ab412" providerId="ADAL" clId="{144A11F9-5BB9-40A3-A970-33EF68ACAA95}" dt="2026-05-27T15:50:21.884" v="715" actId="1076"/>
          <ac:grpSpMkLst>
            <pc:docMk/>
            <pc:sldMk cId="3560712649" sldId="2147483641"/>
            <ac:grpSpMk id="9" creationId="{7045DCF0-ACE5-E42A-AB75-5E34D9C0CE52}"/>
          </ac:grpSpMkLst>
        </pc:grpChg>
        <pc:graphicFrameChg chg="add mod">
          <ac:chgData name="Akriti Mehta" userId="0c901562-3821-4879-abc2-7521cf2ab412" providerId="ADAL" clId="{144A11F9-5BB9-40A3-A970-33EF68ACAA95}" dt="2026-05-27T15:51:40.628" v="720" actId="572"/>
          <ac:graphicFrameMkLst>
            <pc:docMk/>
            <pc:sldMk cId="3560712649" sldId="2147483641"/>
            <ac:graphicFrameMk id="17" creationId="{991EEE91-A4BA-4B30-9E0A-71E907128539}"/>
          </ac:graphicFrameMkLst>
        </pc:graphicFrameChg>
        <pc:cxnChg chg="mod">
          <ac:chgData name="Akriti Mehta" userId="0c901562-3821-4879-abc2-7521cf2ab412" providerId="ADAL" clId="{144A11F9-5BB9-40A3-A970-33EF68ACAA95}" dt="2026-05-27T15:48:55.979" v="708"/>
          <ac:cxnSpMkLst>
            <pc:docMk/>
            <pc:sldMk cId="3560712649" sldId="2147483641"/>
            <ac:cxnSpMk id="10" creationId="{2820B049-884E-E449-F69E-0110B98EF5B9}"/>
          </ac:cxnSpMkLst>
        </pc:cxnChg>
      </pc:sldChg>
      <pc:sldMasterChg chg="addSp modSldLayout">
        <pc:chgData name="Akriti Mehta" userId="0c901562-3821-4879-abc2-7521cf2ab412" providerId="ADAL" clId="{144A11F9-5BB9-40A3-A970-33EF68ACAA95}" dt="2026-05-27T11:30:50.434" v="6"/>
        <pc:sldMasterMkLst>
          <pc:docMk/>
          <pc:sldMasterMk cId="3961732303" sldId="2147484100"/>
        </pc:sldMasterMkLst>
        <pc:spChg chg="add">
          <ac:chgData name="Akriti Mehta" userId="0c901562-3821-4879-abc2-7521cf2ab412" providerId="ADAL" clId="{144A11F9-5BB9-40A3-A970-33EF68ACAA95}" dt="2026-05-27T11:30:50.434" v="6"/>
          <ac:spMkLst>
            <pc:docMk/>
            <pc:sldMasterMk cId="3961732303" sldId="2147484100"/>
            <ac:spMk id="8" creationId="{DA58ED04-A41D-F6D6-EF43-9324CB14A94A}"/>
          </ac:spMkLst>
        </pc:spChg>
        <pc:spChg chg="add">
          <ac:chgData name="Akriti Mehta" userId="0c901562-3821-4879-abc2-7521cf2ab412" providerId="ADAL" clId="{144A11F9-5BB9-40A3-A970-33EF68ACAA95}" dt="2026-05-27T11:30:50.434" v="6"/>
          <ac:spMkLst>
            <pc:docMk/>
            <pc:sldMasterMk cId="3961732303" sldId="2147484100"/>
            <ac:spMk id="34" creationId="{B9F0F4AE-E8FD-934C-8C14-9D675AD712A9}"/>
          </ac:spMkLst>
        </pc:spChg>
        <pc:spChg chg="add">
          <ac:chgData name="Akriti Mehta" userId="0c901562-3821-4879-abc2-7521cf2ab412" providerId="ADAL" clId="{144A11F9-5BB9-40A3-A970-33EF68ACAA95}" dt="2026-05-27T11:30:50.434" v="6"/>
          <ac:spMkLst>
            <pc:docMk/>
            <pc:sldMasterMk cId="3961732303" sldId="2147484100"/>
            <ac:spMk id="80" creationId="{6382D235-4B2E-67AE-3912-5E0EB4DFE993}"/>
          </ac:spMkLst>
        </pc:spChg>
        <pc:spChg chg="add">
          <ac:chgData name="Akriti Mehta" userId="0c901562-3821-4879-abc2-7521cf2ab412" providerId="ADAL" clId="{144A11F9-5BB9-40A3-A970-33EF68ACAA95}" dt="2026-05-27T11:30:50.434" v="6"/>
          <ac:spMkLst>
            <pc:docMk/>
            <pc:sldMasterMk cId="3961732303" sldId="2147484100"/>
            <ac:spMk id="81" creationId="{1991EC17-57D3-7338-9697-9B8D4DAAC163}"/>
          </ac:spMkLst>
        </pc:spChg>
        <pc:grpChg chg="add">
          <ac:chgData name="Akriti Mehta" userId="0c901562-3821-4879-abc2-7521cf2ab412" providerId="ADAL" clId="{144A11F9-5BB9-40A3-A970-33EF68ACAA95}" dt="2026-05-27T11:30:50.434" v="6"/>
          <ac:grpSpMkLst>
            <pc:docMk/>
            <pc:sldMasterMk cId="3961732303" sldId="2147484100"/>
            <ac:grpSpMk id="36" creationId="{D5D73230-EDAD-D53F-59F8-FD0D14164C09}"/>
          </ac:grpSpMkLst>
        </pc:grpChg>
        <pc:sldLayoutChg chg="addSp">
          <pc:chgData name="Akriti Mehta" userId="0c901562-3821-4879-abc2-7521cf2ab412" providerId="ADAL" clId="{144A11F9-5BB9-40A3-A970-33EF68ACAA95}" dt="2026-05-27T11:30:50.434" v="6"/>
          <pc:sldLayoutMkLst>
            <pc:docMk/>
            <pc:sldMasterMk cId="3961732303" sldId="2147484100"/>
            <pc:sldLayoutMk cId="3580775507" sldId="2147484101"/>
          </pc:sldLayoutMkLst>
          <pc:picChg chg="add">
            <ac:chgData name="Akriti Mehta" userId="0c901562-3821-4879-abc2-7521cf2ab412" providerId="ADAL" clId="{144A11F9-5BB9-40A3-A970-33EF68ACAA95}" dt="2026-05-27T11:30:50.434" v="6"/>
            <ac:picMkLst>
              <pc:docMk/>
              <pc:sldMasterMk cId="3961732303" sldId="2147484100"/>
              <pc:sldLayoutMk cId="3580775507" sldId="2147484101"/>
              <ac:picMk id="3" creationId="{57D239CF-0FC0-DA57-7309-C78F609ADBDF}"/>
            </ac:picMkLst>
          </pc:picChg>
          <pc:cxnChg chg="add">
            <ac:chgData name="Akriti Mehta" userId="0c901562-3821-4879-abc2-7521cf2ab412" providerId="ADAL" clId="{144A11F9-5BB9-40A3-A970-33EF68ACAA95}" dt="2026-05-27T11:30:50.434" v="6"/>
            <ac:cxnSpMkLst>
              <pc:docMk/>
              <pc:sldMasterMk cId="3961732303" sldId="2147484100"/>
              <pc:sldLayoutMk cId="3580775507" sldId="2147484101"/>
              <ac:cxnSpMk id="6" creationId="{FD01B033-769C-68DE-8D3E-27FE3C6914A4}"/>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1127070193" sldId="2147484102"/>
          </pc:sldLayoutMkLst>
          <pc:spChg chg="add">
            <ac:chgData name="Akriti Mehta" userId="0c901562-3821-4879-abc2-7521cf2ab412" providerId="ADAL" clId="{144A11F9-5BB9-40A3-A970-33EF68ACAA95}" dt="2026-05-27T11:30:50.434" v="6"/>
            <ac:spMkLst>
              <pc:docMk/>
              <pc:sldMasterMk cId="3961732303" sldId="2147484100"/>
              <pc:sldLayoutMk cId="1127070193" sldId="2147484102"/>
              <ac:spMk id="3" creationId="{334FD8BF-B494-032B-F6CD-0593844EB58B}"/>
            </ac:spMkLst>
          </pc:spChg>
          <pc:spChg chg="add">
            <ac:chgData name="Akriti Mehta" userId="0c901562-3821-4879-abc2-7521cf2ab412" providerId="ADAL" clId="{144A11F9-5BB9-40A3-A970-33EF68ACAA95}" dt="2026-05-27T11:30:50.434" v="6"/>
            <ac:spMkLst>
              <pc:docMk/>
              <pc:sldMasterMk cId="3961732303" sldId="2147484100"/>
              <pc:sldLayoutMk cId="1127070193" sldId="2147484102"/>
              <ac:spMk id="4" creationId="{736C660E-B10D-E01E-32C6-2044D5005536}"/>
            </ac:spMkLst>
          </pc:spChg>
          <pc:spChg chg="add">
            <ac:chgData name="Akriti Mehta" userId="0c901562-3821-4879-abc2-7521cf2ab412" providerId="ADAL" clId="{144A11F9-5BB9-40A3-A970-33EF68ACAA95}" dt="2026-05-27T11:30:50.434" v="6"/>
            <ac:spMkLst>
              <pc:docMk/>
              <pc:sldMasterMk cId="3961732303" sldId="2147484100"/>
              <pc:sldLayoutMk cId="1127070193" sldId="2147484102"/>
              <ac:spMk id="5" creationId="{2E394715-986D-D668-EA4F-3A9A49EB4898}"/>
            </ac:spMkLst>
          </pc:spChg>
          <pc:spChg chg="add">
            <ac:chgData name="Akriti Mehta" userId="0c901562-3821-4879-abc2-7521cf2ab412" providerId="ADAL" clId="{144A11F9-5BB9-40A3-A970-33EF68ACAA95}" dt="2026-05-27T11:30:50.434" v="6"/>
            <ac:spMkLst>
              <pc:docMk/>
              <pc:sldMasterMk cId="3961732303" sldId="2147484100"/>
              <pc:sldLayoutMk cId="1127070193" sldId="2147484102"/>
              <ac:spMk id="7" creationId="{A0A36A45-878E-A130-32D8-50467E4BF46E}"/>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2625483121" sldId="2147484104"/>
          </pc:sldLayoutMkLst>
          <pc:spChg chg="add">
            <ac:chgData name="Akriti Mehta" userId="0c901562-3821-4879-abc2-7521cf2ab412" providerId="ADAL" clId="{144A11F9-5BB9-40A3-A970-33EF68ACAA95}" dt="2026-05-27T11:30:50.434" v="6"/>
            <ac:spMkLst>
              <pc:docMk/>
              <pc:sldMasterMk cId="3961732303" sldId="2147484100"/>
              <pc:sldLayoutMk cId="2625483121" sldId="2147484104"/>
              <ac:spMk id="3" creationId="{B54F6763-6AC0-1DA6-1360-1C00202183D0}"/>
            </ac:spMkLst>
          </pc:spChg>
          <pc:spChg chg="add">
            <ac:chgData name="Akriti Mehta" userId="0c901562-3821-4879-abc2-7521cf2ab412" providerId="ADAL" clId="{144A11F9-5BB9-40A3-A970-33EF68ACAA95}" dt="2026-05-27T11:30:50.434" v="6"/>
            <ac:spMkLst>
              <pc:docMk/>
              <pc:sldMasterMk cId="3961732303" sldId="2147484100"/>
              <pc:sldLayoutMk cId="2625483121" sldId="2147484104"/>
              <ac:spMk id="8" creationId="{642E3F12-56AE-7F42-FB6B-08C8BCE1125C}"/>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1283157295" sldId="2147484105"/>
          </pc:sldLayoutMkLst>
          <pc:spChg chg="add">
            <ac:chgData name="Akriti Mehta" userId="0c901562-3821-4879-abc2-7521cf2ab412" providerId="ADAL" clId="{144A11F9-5BB9-40A3-A970-33EF68ACAA95}" dt="2026-05-27T11:30:50.434" v="6"/>
            <ac:spMkLst>
              <pc:docMk/>
              <pc:sldMasterMk cId="3961732303" sldId="2147484100"/>
              <pc:sldLayoutMk cId="1283157295" sldId="2147484105"/>
              <ac:spMk id="5" creationId="{F7A67744-3A81-A196-C793-7AE47DC61CBF}"/>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2690052723" sldId="2147484107"/>
          </pc:sldLayoutMkLst>
          <pc:spChg chg="add">
            <ac:chgData name="Akriti Mehta" userId="0c901562-3821-4879-abc2-7521cf2ab412" providerId="ADAL" clId="{144A11F9-5BB9-40A3-A970-33EF68ACAA95}" dt="2026-05-27T11:30:50.434" v="6"/>
            <ac:spMkLst>
              <pc:docMk/>
              <pc:sldMasterMk cId="3961732303" sldId="2147484100"/>
              <pc:sldLayoutMk cId="2690052723" sldId="2147484107"/>
              <ac:spMk id="8" creationId="{3C4A7113-1C85-4A35-B434-022FA5B6BA39}"/>
            </ac:spMkLst>
          </pc:spChg>
          <pc:spChg chg="add">
            <ac:chgData name="Akriti Mehta" userId="0c901562-3821-4879-abc2-7521cf2ab412" providerId="ADAL" clId="{144A11F9-5BB9-40A3-A970-33EF68ACAA95}" dt="2026-05-27T11:30:50.434" v="6"/>
            <ac:spMkLst>
              <pc:docMk/>
              <pc:sldMasterMk cId="3961732303" sldId="2147484100"/>
              <pc:sldLayoutMk cId="2690052723" sldId="2147484107"/>
              <ac:spMk id="9" creationId="{5FB01DBE-96D0-E685-11FC-257412DD4794}"/>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484708467" sldId="2147484108"/>
          </pc:sldLayoutMkLst>
          <pc:spChg chg="add">
            <ac:chgData name="Akriti Mehta" userId="0c901562-3821-4879-abc2-7521cf2ab412" providerId="ADAL" clId="{144A11F9-5BB9-40A3-A970-33EF68ACAA95}" dt="2026-05-27T11:30:50.434" v="6"/>
            <ac:spMkLst>
              <pc:docMk/>
              <pc:sldMasterMk cId="3961732303" sldId="2147484100"/>
              <pc:sldLayoutMk cId="484708467" sldId="2147484108"/>
              <ac:spMk id="3" creationId="{EC130585-D54D-146D-BF08-6BFDED17823D}"/>
            </ac:spMkLst>
          </pc:spChg>
          <pc:spChg chg="add">
            <ac:chgData name="Akriti Mehta" userId="0c901562-3821-4879-abc2-7521cf2ab412" providerId="ADAL" clId="{144A11F9-5BB9-40A3-A970-33EF68ACAA95}" dt="2026-05-27T11:30:50.434" v="6"/>
            <ac:spMkLst>
              <pc:docMk/>
              <pc:sldMasterMk cId="3961732303" sldId="2147484100"/>
              <pc:sldLayoutMk cId="484708467" sldId="2147484108"/>
              <ac:spMk id="6" creationId="{3E8F1F66-3401-42D8-4EA7-93016BF04FDB}"/>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3515622222" sldId="2147484109"/>
          </pc:sldLayoutMkLst>
          <pc:spChg chg="add">
            <ac:chgData name="Akriti Mehta" userId="0c901562-3821-4879-abc2-7521cf2ab412" providerId="ADAL" clId="{144A11F9-5BB9-40A3-A970-33EF68ACAA95}" dt="2026-05-27T11:30:50.434" v="6"/>
            <ac:spMkLst>
              <pc:docMk/>
              <pc:sldMasterMk cId="3961732303" sldId="2147484100"/>
              <pc:sldLayoutMk cId="3515622222" sldId="2147484109"/>
              <ac:spMk id="3" creationId="{EAFDE0EE-2116-208F-62CB-54A9034B8825}"/>
            </ac:spMkLst>
          </pc:spChg>
          <pc:spChg chg="add">
            <ac:chgData name="Akriti Mehta" userId="0c901562-3821-4879-abc2-7521cf2ab412" providerId="ADAL" clId="{144A11F9-5BB9-40A3-A970-33EF68ACAA95}" dt="2026-05-27T11:30:50.434" v="6"/>
            <ac:spMkLst>
              <pc:docMk/>
              <pc:sldMasterMk cId="3961732303" sldId="2147484100"/>
              <pc:sldLayoutMk cId="3515622222" sldId="2147484109"/>
              <ac:spMk id="6" creationId="{D22BF405-1FBE-1A50-B071-649A2F53198E}"/>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669972509" sldId="2147484110"/>
          </pc:sldLayoutMkLst>
          <pc:spChg chg="add">
            <ac:chgData name="Akriti Mehta" userId="0c901562-3821-4879-abc2-7521cf2ab412" providerId="ADAL" clId="{144A11F9-5BB9-40A3-A970-33EF68ACAA95}" dt="2026-05-27T11:30:50.434" v="6"/>
            <ac:spMkLst>
              <pc:docMk/>
              <pc:sldMasterMk cId="3961732303" sldId="2147484100"/>
              <pc:sldLayoutMk cId="669972509" sldId="2147484110"/>
              <ac:spMk id="3" creationId="{036383BE-CEF0-AE60-39EF-893B2F5AD4E9}"/>
            </ac:spMkLst>
          </pc:spChg>
          <pc:spChg chg="add">
            <ac:chgData name="Akriti Mehta" userId="0c901562-3821-4879-abc2-7521cf2ab412" providerId="ADAL" clId="{144A11F9-5BB9-40A3-A970-33EF68ACAA95}" dt="2026-05-27T11:30:50.434" v="6"/>
            <ac:spMkLst>
              <pc:docMk/>
              <pc:sldMasterMk cId="3961732303" sldId="2147484100"/>
              <pc:sldLayoutMk cId="669972509" sldId="2147484110"/>
              <ac:spMk id="6" creationId="{F1D9F03C-20F5-D5CD-6BC9-893C4CAA81F2}"/>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1964983593" sldId="2147484113"/>
          </pc:sldLayoutMkLst>
          <pc:spChg chg="add">
            <ac:chgData name="Akriti Mehta" userId="0c901562-3821-4879-abc2-7521cf2ab412" providerId="ADAL" clId="{144A11F9-5BB9-40A3-A970-33EF68ACAA95}" dt="2026-05-27T11:30:50.434" v="6"/>
            <ac:spMkLst>
              <pc:docMk/>
              <pc:sldMasterMk cId="3961732303" sldId="2147484100"/>
              <pc:sldLayoutMk cId="1964983593" sldId="2147484113"/>
              <ac:spMk id="3" creationId="{93103B53-A33A-4C22-EB04-8A59B43A6F57}"/>
            </ac:spMkLst>
          </pc:spChg>
          <pc:spChg chg="add">
            <ac:chgData name="Akriti Mehta" userId="0c901562-3821-4879-abc2-7521cf2ab412" providerId="ADAL" clId="{144A11F9-5BB9-40A3-A970-33EF68ACAA95}" dt="2026-05-27T11:30:50.434" v="6"/>
            <ac:spMkLst>
              <pc:docMk/>
              <pc:sldMasterMk cId="3961732303" sldId="2147484100"/>
              <pc:sldLayoutMk cId="1964983593" sldId="2147484113"/>
              <ac:spMk id="4" creationId="{BD94F24E-850F-4606-EBE4-1C792FDC7296}"/>
            </ac:spMkLst>
          </pc:spChg>
          <pc:spChg chg="add">
            <ac:chgData name="Akriti Mehta" userId="0c901562-3821-4879-abc2-7521cf2ab412" providerId="ADAL" clId="{144A11F9-5BB9-40A3-A970-33EF68ACAA95}" dt="2026-05-27T11:30:50.434" v="6"/>
            <ac:spMkLst>
              <pc:docMk/>
              <pc:sldMasterMk cId="3961732303" sldId="2147484100"/>
              <pc:sldLayoutMk cId="1964983593" sldId="2147484113"/>
              <ac:spMk id="5" creationId="{8A720D4C-C93E-2243-CD86-4749B26754BF}"/>
            </ac:spMkLst>
          </pc:spChg>
          <pc:spChg chg="add">
            <ac:chgData name="Akriti Mehta" userId="0c901562-3821-4879-abc2-7521cf2ab412" providerId="ADAL" clId="{144A11F9-5BB9-40A3-A970-33EF68ACAA95}" dt="2026-05-27T11:30:50.434" v="6"/>
            <ac:spMkLst>
              <pc:docMk/>
              <pc:sldMasterMk cId="3961732303" sldId="2147484100"/>
              <pc:sldLayoutMk cId="1964983593" sldId="2147484113"/>
              <ac:spMk id="6" creationId="{EC6BA77D-DE5B-5A8F-08AC-C36720B853F2}"/>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2746339188" sldId="2147484114"/>
          </pc:sldLayoutMkLst>
          <pc:spChg chg="add">
            <ac:chgData name="Akriti Mehta" userId="0c901562-3821-4879-abc2-7521cf2ab412" providerId="ADAL" clId="{144A11F9-5BB9-40A3-A970-33EF68ACAA95}" dt="2026-05-27T11:30:50.434" v="6"/>
            <ac:spMkLst>
              <pc:docMk/>
              <pc:sldMasterMk cId="3961732303" sldId="2147484100"/>
              <pc:sldLayoutMk cId="2746339188" sldId="2147484114"/>
              <ac:spMk id="2" creationId="{9BFE431A-6F63-61D1-5528-CC8B3D1C1287}"/>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4" creationId="{1F0BB7E2-D63A-6124-F98E-11354981C92A}"/>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5" creationId="{CF4831CE-A045-C1F7-3391-315EA9878B29}"/>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6" creationId="{D2E456AC-17EB-0AF8-20F4-AB9CC430F695}"/>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7" creationId="{2E4377E8-5BFD-B0E9-B4ED-4FD6B58CE21A}"/>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8" creationId="{9B017822-0BF5-6D15-F0C4-DF7158A69ABC}"/>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9" creationId="{369BB4E9-953D-13C9-5C4F-A7CBF551E29A}"/>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10" creationId="{7FD7A82D-6421-49CF-F825-7CE531C634DF}"/>
            </ac:spMkLst>
          </pc:spChg>
          <pc:spChg chg="add">
            <ac:chgData name="Akriti Mehta" userId="0c901562-3821-4879-abc2-7521cf2ab412" providerId="ADAL" clId="{144A11F9-5BB9-40A3-A970-33EF68ACAA95}" dt="2026-05-27T11:30:50.434" v="6"/>
            <ac:spMkLst>
              <pc:docMk/>
              <pc:sldMasterMk cId="3961732303" sldId="2147484100"/>
              <pc:sldLayoutMk cId="2746339188" sldId="2147484114"/>
              <ac:spMk id="11" creationId="{64E8B8E6-D90D-1BF2-48AA-91286BE2B4E0}"/>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1631312641" sldId="2147484115"/>
          </pc:sldLayoutMkLst>
          <pc:cxnChg chg="add">
            <ac:chgData name="Akriti Mehta" userId="0c901562-3821-4879-abc2-7521cf2ab412" providerId="ADAL" clId="{144A11F9-5BB9-40A3-A970-33EF68ACAA95}" dt="2026-05-27T11:30:50.434" v="6"/>
            <ac:cxnSpMkLst>
              <pc:docMk/>
              <pc:sldMasterMk cId="3961732303" sldId="2147484100"/>
              <pc:sldLayoutMk cId="1631312641" sldId="2147484115"/>
              <ac:cxnSpMk id="2" creationId="{2D48B2AA-6947-C03E-ADC6-C678C17A5781}"/>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754010326" sldId="2147484116"/>
          </pc:sldLayoutMkLst>
          <pc:spChg chg="add">
            <ac:chgData name="Akriti Mehta" userId="0c901562-3821-4879-abc2-7521cf2ab412" providerId="ADAL" clId="{144A11F9-5BB9-40A3-A970-33EF68ACAA95}" dt="2026-05-27T11:30:50.434" v="6"/>
            <ac:spMkLst>
              <pc:docMk/>
              <pc:sldMasterMk cId="3961732303" sldId="2147484100"/>
              <pc:sldLayoutMk cId="754010326" sldId="2147484116"/>
              <ac:spMk id="3" creationId="{69FC74D6-AD99-AABF-12F6-7642D40770D2}"/>
            </ac:spMkLst>
          </pc:spChg>
          <pc:spChg chg="add">
            <ac:chgData name="Akriti Mehta" userId="0c901562-3821-4879-abc2-7521cf2ab412" providerId="ADAL" clId="{144A11F9-5BB9-40A3-A970-33EF68ACAA95}" dt="2026-05-27T11:30:50.434" v="6"/>
            <ac:spMkLst>
              <pc:docMk/>
              <pc:sldMasterMk cId="3961732303" sldId="2147484100"/>
              <pc:sldLayoutMk cId="754010326" sldId="2147484116"/>
              <ac:spMk id="5" creationId="{AD75A541-BC17-6A99-361D-DA6B775B8C67}"/>
            </ac:spMkLst>
          </pc:spChg>
          <pc:cxnChg chg="add">
            <ac:chgData name="Akriti Mehta" userId="0c901562-3821-4879-abc2-7521cf2ab412" providerId="ADAL" clId="{144A11F9-5BB9-40A3-A970-33EF68ACAA95}" dt="2026-05-27T11:30:50.434" v="6"/>
            <ac:cxnSpMkLst>
              <pc:docMk/>
              <pc:sldMasterMk cId="3961732303" sldId="2147484100"/>
              <pc:sldLayoutMk cId="754010326" sldId="2147484116"/>
              <ac:cxnSpMk id="4" creationId="{A3D4C85A-3A2E-8E91-967B-CE12E2C7DD90}"/>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1127906411" sldId="2147484117"/>
          </pc:sldLayoutMkLst>
          <pc:spChg chg="add">
            <ac:chgData name="Akriti Mehta" userId="0c901562-3821-4879-abc2-7521cf2ab412" providerId="ADAL" clId="{144A11F9-5BB9-40A3-A970-33EF68ACAA95}" dt="2026-05-27T11:30:50.434" v="6"/>
            <ac:spMkLst>
              <pc:docMk/>
              <pc:sldMasterMk cId="3961732303" sldId="2147484100"/>
              <pc:sldLayoutMk cId="1127906411" sldId="2147484117"/>
              <ac:spMk id="3" creationId="{7EC8E6EE-2B6E-6C6F-D2A7-4AFE1960FD0F}"/>
            </ac:spMkLst>
          </pc:spChg>
          <pc:spChg chg="add">
            <ac:chgData name="Akriti Mehta" userId="0c901562-3821-4879-abc2-7521cf2ab412" providerId="ADAL" clId="{144A11F9-5BB9-40A3-A970-33EF68ACAA95}" dt="2026-05-27T11:30:50.434" v="6"/>
            <ac:spMkLst>
              <pc:docMk/>
              <pc:sldMasterMk cId="3961732303" sldId="2147484100"/>
              <pc:sldLayoutMk cId="1127906411" sldId="2147484117"/>
              <ac:spMk id="5" creationId="{0E627296-68AC-1F15-B54F-8B15B646CBCE}"/>
            </ac:spMkLst>
          </pc:spChg>
          <pc:cxnChg chg="add">
            <ac:chgData name="Akriti Mehta" userId="0c901562-3821-4879-abc2-7521cf2ab412" providerId="ADAL" clId="{144A11F9-5BB9-40A3-A970-33EF68ACAA95}" dt="2026-05-27T11:30:50.434" v="6"/>
            <ac:cxnSpMkLst>
              <pc:docMk/>
              <pc:sldMasterMk cId="3961732303" sldId="2147484100"/>
              <pc:sldLayoutMk cId="1127906411" sldId="2147484117"/>
              <ac:cxnSpMk id="4" creationId="{1B344902-03DA-C26A-4C75-FC87375732BB}"/>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2030379362" sldId="2147484118"/>
          </pc:sldLayoutMkLst>
          <pc:spChg chg="add">
            <ac:chgData name="Akriti Mehta" userId="0c901562-3821-4879-abc2-7521cf2ab412" providerId="ADAL" clId="{144A11F9-5BB9-40A3-A970-33EF68ACAA95}" dt="2026-05-27T11:30:50.434" v="6"/>
            <ac:spMkLst>
              <pc:docMk/>
              <pc:sldMasterMk cId="3961732303" sldId="2147484100"/>
              <pc:sldLayoutMk cId="2030379362" sldId="2147484118"/>
              <ac:spMk id="3" creationId="{4404E176-9D63-2251-DB1F-98BAD1464F54}"/>
            </ac:spMkLst>
          </pc:spChg>
          <pc:spChg chg="add">
            <ac:chgData name="Akriti Mehta" userId="0c901562-3821-4879-abc2-7521cf2ab412" providerId="ADAL" clId="{144A11F9-5BB9-40A3-A970-33EF68ACAA95}" dt="2026-05-27T11:30:50.434" v="6"/>
            <ac:spMkLst>
              <pc:docMk/>
              <pc:sldMasterMk cId="3961732303" sldId="2147484100"/>
              <pc:sldLayoutMk cId="2030379362" sldId="2147484118"/>
              <ac:spMk id="5" creationId="{8828C46C-E045-CD92-B361-46CB62E1A6AB}"/>
            </ac:spMkLst>
          </pc:spChg>
          <pc:cxnChg chg="add">
            <ac:chgData name="Akriti Mehta" userId="0c901562-3821-4879-abc2-7521cf2ab412" providerId="ADAL" clId="{144A11F9-5BB9-40A3-A970-33EF68ACAA95}" dt="2026-05-27T11:30:50.434" v="6"/>
            <ac:cxnSpMkLst>
              <pc:docMk/>
              <pc:sldMasterMk cId="3961732303" sldId="2147484100"/>
              <pc:sldLayoutMk cId="2030379362" sldId="2147484118"/>
              <ac:cxnSpMk id="4" creationId="{BD4FD3D3-B8EA-F298-F342-54EF0CB4FCDF}"/>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990451594" sldId="2147484119"/>
          </pc:sldLayoutMkLst>
          <pc:spChg chg="add">
            <ac:chgData name="Akriti Mehta" userId="0c901562-3821-4879-abc2-7521cf2ab412" providerId="ADAL" clId="{144A11F9-5BB9-40A3-A970-33EF68ACAA95}" dt="2026-05-27T11:30:50.434" v="6"/>
            <ac:spMkLst>
              <pc:docMk/>
              <pc:sldMasterMk cId="3961732303" sldId="2147484100"/>
              <pc:sldLayoutMk cId="990451594" sldId="2147484119"/>
              <ac:spMk id="3" creationId="{83F9385D-20D7-65E5-C1AD-69DD54593489}"/>
            </ac:spMkLst>
          </pc:spChg>
          <pc:spChg chg="add">
            <ac:chgData name="Akriti Mehta" userId="0c901562-3821-4879-abc2-7521cf2ab412" providerId="ADAL" clId="{144A11F9-5BB9-40A3-A970-33EF68ACAA95}" dt="2026-05-27T11:30:50.434" v="6"/>
            <ac:spMkLst>
              <pc:docMk/>
              <pc:sldMasterMk cId="3961732303" sldId="2147484100"/>
              <pc:sldLayoutMk cId="990451594" sldId="2147484119"/>
              <ac:spMk id="5" creationId="{A5165596-F21C-DE10-0A8C-34E4275ED734}"/>
            </ac:spMkLst>
          </pc:spChg>
          <pc:cxnChg chg="add">
            <ac:chgData name="Akriti Mehta" userId="0c901562-3821-4879-abc2-7521cf2ab412" providerId="ADAL" clId="{144A11F9-5BB9-40A3-A970-33EF68ACAA95}" dt="2026-05-27T11:30:50.434" v="6"/>
            <ac:cxnSpMkLst>
              <pc:docMk/>
              <pc:sldMasterMk cId="3961732303" sldId="2147484100"/>
              <pc:sldLayoutMk cId="990451594" sldId="2147484119"/>
              <ac:cxnSpMk id="4" creationId="{C77E3538-D23A-519D-8669-DD15F202912C}"/>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1596369515" sldId="2147484120"/>
          </pc:sldLayoutMkLst>
          <pc:spChg chg="add">
            <ac:chgData name="Akriti Mehta" userId="0c901562-3821-4879-abc2-7521cf2ab412" providerId="ADAL" clId="{144A11F9-5BB9-40A3-A970-33EF68ACAA95}" dt="2026-05-27T11:30:50.434" v="6"/>
            <ac:spMkLst>
              <pc:docMk/>
              <pc:sldMasterMk cId="3961732303" sldId="2147484100"/>
              <pc:sldLayoutMk cId="1596369515" sldId="2147484120"/>
              <ac:spMk id="3" creationId="{7C4FBADD-F067-B3AF-C12C-91F41517AA8C}"/>
            </ac:spMkLst>
          </pc:spChg>
          <pc:spChg chg="add">
            <ac:chgData name="Akriti Mehta" userId="0c901562-3821-4879-abc2-7521cf2ab412" providerId="ADAL" clId="{144A11F9-5BB9-40A3-A970-33EF68ACAA95}" dt="2026-05-27T11:30:50.434" v="6"/>
            <ac:spMkLst>
              <pc:docMk/>
              <pc:sldMasterMk cId="3961732303" sldId="2147484100"/>
              <pc:sldLayoutMk cId="1596369515" sldId="2147484120"/>
              <ac:spMk id="5" creationId="{E42A1CAF-487A-64E9-5E94-09FE71944536}"/>
            </ac:spMkLst>
          </pc:spChg>
          <pc:cxnChg chg="add">
            <ac:chgData name="Akriti Mehta" userId="0c901562-3821-4879-abc2-7521cf2ab412" providerId="ADAL" clId="{144A11F9-5BB9-40A3-A970-33EF68ACAA95}" dt="2026-05-27T11:30:50.434" v="6"/>
            <ac:cxnSpMkLst>
              <pc:docMk/>
              <pc:sldMasterMk cId="3961732303" sldId="2147484100"/>
              <pc:sldLayoutMk cId="1596369515" sldId="2147484120"/>
              <ac:cxnSpMk id="4" creationId="{8A09DC6A-3ABD-FA76-F91A-542191F8119A}"/>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427031434" sldId="2147484121"/>
          </pc:sldLayoutMkLst>
          <pc:spChg chg="add">
            <ac:chgData name="Akriti Mehta" userId="0c901562-3821-4879-abc2-7521cf2ab412" providerId="ADAL" clId="{144A11F9-5BB9-40A3-A970-33EF68ACAA95}" dt="2026-05-27T11:30:50.434" v="6"/>
            <ac:spMkLst>
              <pc:docMk/>
              <pc:sldMasterMk cId="3961732303" sldId="2147484100"/>
              <pc:sldLayoutMk cId="427031434" sldId="2147484121"/>
              <ac:spMk id="3" creationId="{B88F2084-DA25-8C9A-182C-8DE4B84EFDAC}"/>
            </ac:spMkLst>
          </pc:spChg>
          <pc:spChg chg="add">
            <ac:chgData name="Akriti Mehta" userId="0c901562-3821-4879-abc2-7521cf2ab412" providerId="ADAL" clId="{144A11F9-5BB9-40A3-A970-33EF68ACAA95}" dt="2026-05-27T11:30:50.434" v="6"/>
            <ac:spMkLst>
              <pc:docMk/>
              <pc:sldMasterMk cId="3961732303" sldId="2147484100"/>
              <pc:sldLayoutMk cId="427031434" sldId="2147484121"/>
              <ac:spMk id="5" creationId="{3728C721-2C10-2D48-704A-93E4498C9F8D}"/>
            </ac:spMkLst>
          </pc:spChg>
          <pc:cxnChg chg="add">
            <ac:chgData name="Akriti Mehta" userId="0c901562-3821-4879-abc2-7521cf2ab412" providerId="ADAL" clId="{144A11F9-5BB9-40A3-A970-33EF68ACAA95}" dt="2026-05-27T11:30:50.434" v="6"/>
            <ac:cxnSpMkLst>
              <pc:docMk/>
              <pc:sldMasterMk cId="3961732303" sldId="2147484100"/>
              <pc:sldLayoutMk cId="427031434" sldId="2147484121"/>
              <ac:cxnSpMk id="4" creationId="{7090D05A-BF94-633F-516E-FE9B230DE505}"/>
            </ac:cxnSpMkLst>
          </pc:cxnChg>
        </pc:sldLayoutChg>
        <pc:sldLayoutChg chg="addSp">
          <pc:chgData name="Akriti Mehta" userId="0c901562-3821-4879-abc2-7521cf2ab412" providerId="ADAL" clId="{144A11F9-5BB9-40A3-A970-33EF68ACAA95}" dt="2026-05-27T11:30:50.434" v="6"/>
          <pc:sldLayoutMkLst>
            <pc:docMk/>
            <pc:sldMasterMk cId="3961732303" sldId="2147484100"/>
            <pc:sldLayoutMk cId="854698782" sldId="2147484126"/>
          </pc:sldLayoutMkLst>
          <pc:spChg chg="add">
            <ac:chgData name="Akriti Mehta" userId="0c901562-3821-4879-abc2-7521cf2ab412" providerId="ADAL" clId="{144A11F9-5BB9-40A3-A970-33EF68ACAA95}" dt="2026-05-27T11:30:50.434" v="6"/>
            <ac:spMkLst>
              <pc:docMk/>
              <pc:sldMasterMk cId="3961732303" sldId="2147484100"/>
              <pc:sldLayoutMk cId="854698782" sldId="2147484126"/>
              <ac:spMk id="2" creationId="{F5A77CDA-1A1F-95F2-63BD-FE156E5B2C52}"/>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29" creationId="{8E680C46-DD6E-2772-6C7F-9ABBF1084DAA}"/>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34" creationId="{87E4FFEA-0F83-8586-B517-90DD00832CF5}"/>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43" creationId="{D6B50B51-CE3D-38FF-5636-E5C9FAE6FE4B}"/>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44" creationId="{59C8C57C-AFC7-D01F-613B-F5B14F66475E}"/>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45" creationId="{51F73151-2D25-CF71-828F-A7F78A77D489}"/>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46" creationId="{B057F83D-1835-ACBE-2D5E-AAC0F15D0324}"/>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48" creationId="{72E46CC4-F931-28FB-2628-6BEAF5FB14B7}"/>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51" creationId="{4BC71DE5-819B-C005-63EE-60F2C8976600}"/>
            </ac:spMkLst>
          </pc:spChg>
          <pc:spChg chg="add">
            <ac:chgData name="Akriti Mehta" userId="0c901562-3821-4879-abc2-7521cf2ab412" providerId="ADAL" clId="{144A11F9-5BB9-40A3-A970-33EF68ACAA95}" dt="2026-05-27T11:30:50.434" v="6"/>
            <ac:spMkLst>
              <pc:docMk/>
              <pc:sldMasterMk cId="3961732303" sldId="2147484100"/>
              <pc:sldLayoutMk cId="854698782" sldId="2147484126"/>
              <ac:spMk id="52" creationId="{6769B0D6-C235-3FFB-68F0-6C71DA3D27CC}"/>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868214946" sldId="2147484127"/>
          </pc:sldLayoutMkLst>
          <pc:spChg chg="add">
            <ac:chgData name="Akriti Mehta" userId="0c901562-3821-4879-abc2-7521cf2ab412" providerId="ADAL" clId="{144A11F9-5BB9-40A3-A970-33EF68ACAA95}" dt="2026-05-27T11:30:50.434" v="6"/>
            <ac:spMkLst>
              <pc:docMk/>
              <pc:sldMasterMk cId="3961732303" sldId="2147484100"/>
              <pc:sldLayoutMk cId="868214946" sldId="2147484127"/>
              <ac:spMk id="2" creationId="{42277A82-6FEA-C4D0-9E28-E117F876AC8F}"/>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3" creationId="{D99FD728-6CFC-EE92-32C5-2D9201701C8C}"/>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29" creationId="{FE6FFCF3-633F-F32F-0BF7-C3C64915C318}"/>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34" creationId="{766B6CE9-2C91-181B-38A8-1C94653313F0}"/>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43" creationId="{8E7DAB6E-62FB-0C9A-E741-A25349B1BEB7}"/>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44" creationId="{22AE26C2-E654-E876-95A7-663B3B09DA26}"/>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45" creationId="{2EEC6608-B71C-2E42-E89F-164F6C023AC3}"/>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47" creationId="{EC19532D-5FE2-50E3-31D0-8A57E75DEF39}"/>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48" creationId="{9A5101B0-44D5-D6DD-F397-8F26B636C93D}"/>
            </ac:spMkLst>
          </pc:spChg>
          <pc:spChg chg="add">
            <ac:chgData name="Akriti Mehta" userId="0c901562-3821-4879-abc2-7521cf2ab412" providerId="ADAL" clId="{144A11F9-5BB9-40A3-A970-33EF68ACAA95}" dt="2026-05-27T11:30:50.434" v="6"/>
            <ac:spMkLst>
              <pc:docMk/>
              <pc:sldMasterMk cId="3961732303" sldId="2147484100"/>
              <pc:sldLayoutMk cId="868214946" sldId="2147484127"/>
              <ac:spMk id="51" creationId="{F2555AB8-660D-AE17-8A2B-13A2FD81029B}"/>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2043987163" sldId="2147484128"/>
          </pc:sldLayoutMkLst>
          <pc:spChg chg="add">
            <ac:chgData name="Akriti Mehta" userId="0c901562-3821-4879-abc2-7521cf2ab412" providerId="ADAL" clId="{144A11F9-5BB9-40A3-A970-33EF68ACAA95}" dt="2026-05-27T11:30:50.434" v="6"/>
            <ac:spMkLst>
              <pc:docMk/>
              <pc:sldMasterMk cId="3961732303" sldId="2147484100"/>
              <pc:sldLayoutMk cId="2043987163" sldId="2147484128"/>
              <ac:spMk id="2" creationId="{A3A020A6-9A60-94E8-6B70-3C502ECAD284}"/>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3" creationId="{3733710C-677D-D1C1-B77D-657B4AF266C9}"/>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29" creationId="{E69F4CA9-D0F4-5886-9D88-DF8DCBFC4CD0}"/>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34" creationId="{D5CC0856-4400-3A44-F7D8-9E23ED5B660E}"/>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44" creationId="{C92BD23E-F50A-5B5C-BD4C-66E574BD5ACC}"/>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45" creationId="{7F8313C6-D1ED-0623-C13D-04764C405EAC}"/>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46" creationId="{4880B96F-148F-E451-F0D5-2828ACDE3559}"/>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47" creationId="{9321ED2F-0280-5E22-D33D-F6D95B66D796}"/>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48" creationId="{A45573A2-63AB-2289-2308-C12FB78CC434}"/>
            </ac:spMkLst>
          </pc:spChg>
          <pc:spChg chg="add">
            <ac:chgData name="Akriti Mehta" userId="0c901562-3821-4879-abc2-7521cf2ab412" providerId="ADAL" clId="{144A11F9-5BB9-40A3-A970-33EF68ACAA95}" dt="2026-05-27T11:30:50.434" v="6"/>
            <ac:spMkLst>
              <pc:docMk/>
              <pc:sldMasterMk cId="3961732303" sldId="2147484100"/>
              <pc:sldLayoutMk cId="2043987163" sldId="2147484128"/>
              <ac:spMk id="52" creationId="{11FE0D84-9F9D-0282-46B1-4A2033E1F7A1}"/>
            </ac:spMkLst>
          </pc:spChg>
        </pc:sldLayoutChg>
        <pc:sldLayoutChg chg="addSp">
          <pc:chgData name="Akriti Mehta" userId="0c901562-3821-4879-abc2-7521cf2ab412" providerId="ADAL" clId="{144A11F9-5BB9-40A3-A970-33EF68ACAA95}" dt="2026-05-27T11:30:50.434" v="6"/>
          <pc:sldLayoutMkLst>
            <pc:docMk/>
            <pc:sldMasterMk cId="3961732303" sldId="2147484100"/>
            <pc:sldLayoutMk cId="85845022" sldId="2147484130"/>
          </pc:sldLayoutMkLst>
          <pc:picChg chg="add">
            <ac:chgData name="Akriti Mehta" userId="0c901562-3821-4879-abc2-7521cf2ab412" providerId="ADAL" clId="{144A11F9-5BB9-40A3-A970-33EF68ACAA95}" dt="2026-05-27T11:30:50.434" v="6"/>
            <ac:picMkLst>
              <pc:docMk/>
              <pc:sldMasterMk cId="3961732303" sldId="2147484100"/>
              <pc:sldLayoutMk cId="85845022" sldId="2147484130"/>
              <ac:picMk id="2" creationId="{AD47F79A-06C6-8146-2726-E337C57DFA6F}"/>
            </ac:picMkLst>
          </pc:picChg>
          <pc:cxnChg chg="add">
            <ac:chgData name="Akriti Mehta" userId="0c901562-3821-4879-abc2-7521cf2ab412" providerId="ADAL" clId="{144A11F9-5BB9-40A3-A970-33EF68ACAA95}" dt="2026-05-27T11:30:50.434" v="6"/>
            <ac:cxnSpMkLst>
              <pc:docMk/>
              <pc:sldMasterMk cId="3961732303" sldId="2147484100"/>
              <pc:sldLayoutMk cId="85845022" sldId="2147484130"/>
              <ac:cxnSpMk id="3" creationId="{0A0A8ADA-90CC-2EF5-AE44-69BC64BA09FF}"/>
            </ac:cxnSpMkLst>
          </pc:cxnChg>
        </pc:sldLayoutChg>
      </pc:sldMasterChg>
      <pc:sldMasterChg chg="addSp delSldLayout modSldLayout">
        <pc:chgData name="Akriti Mehta" userId="0c901562-3821-4879-abc2-7521cf2ab412" providerId="ADAL" clId="{144A11F9-5BB9-40A3-A970-33EF68ACAA95}" dt="2026-05-27T11:55:36.026" v="229" actId="47"/>
        <pc:sldMasterMkLst>
          <pc:docMk/>
          <pc:sldMasterMk cId="1694084769" sldId="2147484132"/>
        </pc:sldMasterMkLst>
        <pc:spChg chg="add">
          <ac:chgData name="Akriti Mehta" userId="0c901562-3821-4879-abc2-7521cf2ab412" providerId="ADAL" clId="{144A11F9-5BB9-40A3-A970-33EF68ACAA95}" dt="2026-05-27T11:31:11.179" v="7"/>
          <ac:spMkLst>
            <pc:docMk/>
            <pc:sldMasterMk cId="1694084769" sldId="2147484132"/>
            <ac:spMk id="78" creationId="{403C4AD3-10A9-A760-C8F5-BC5E03CF0436}"/>
          </ac:spMkLst>
        </pc:spChg>
        <pc:spChg chg="add">
          <ac:chgData name="Akriti Mehta" userId="0c901562-3821-4879-abc2-7521cf2ab412" providerId="ADAL" clId="{144A11F9-5BB9-40A3-A970-33EF68ACAA95}" dt="2026-05-27T11:31:11.179" v="7"/>
          <ac:spMkLst>
            <pc:docMk/>
            <pc:sldMasterMk cId="1694084769" sldId="2147484132"/>
            <ac:spMk id="79" creationId="{7FD4C3F5-136F-FDBD-9FA6-2F1C679D8021}"/>
          </ac:spMkLst>
        </pc:spChg>
        <pc:grpChg chg="add">
          <ac:chgData name="Akriti Mehta" userId="0c901562-3821-4879-abc2-7521cf2ab412" providerId="ADAL" clId="{144A11F9-5BB9-40A3-A970-33EF68ACAA95}" dt="2026-05-27T11:31:11.179" v="7"/>
          <ac:grpSpMkLst>
            <pc:docMk/>
            <pc:sldMasterMk cId="1694084769" sldId="2147484132"/>
            <ac:grpSpMk id="8" creationId="{DC680CE1-0152-A9B3-81CD-D7469FA1F45A}"/>
          </ac:grpSpMkLst>
        </pc:grpChg>
        <pc:sldLayoutChg chg="addSp">
          <pc:chgData name="Akriti Mehta" userId="0c901562-3821-4879-abc2-7521cf2ab412" providerId="ADAL" clId="{144A11F9-5BB9-40A3-A970-33EF68ACAA95}" dt="2026-05-27T11:31:11.179" v="7"/>
          <pc:sldLayoutMkLst>
            <pc:docMk/>
            <pc:sldMasterMk cId="1694084769" sldId="2147484132"/>
            <pc:sldLayoutMk cId="3838796373" sldId="2147484133"/>
          </pc:sldLayoutMkLst>
          <pc:picChg chg="add">
            <ac:chgData name="Akriti Mehta" userId="0c901562-3821-4879-abc2-7521cf2ab412" providerId="ADAL" clId="{144A11F9-5BB9-40A3-A970-33EF68ACAA95}" dt="2026-05-27T11:31:11.179" v="7"/>
            <ac:picMkLst>
              <pc:docMk/>
              <pc:sldMasterMk cId="1694084769" sldId="2147484132"/>
              <pc:sldLayoutMk cId="3838796373" sldId="2147484133"/>
              <ac:picMk id="3" creationId="{756F3268-D9C2-26AA-E372-6D3615ACF2F1}"/>
            </ac:picMkLst>
          </pc:picChg>
          <pc:cxnChg chg="add">
            <ac:chgData name="Akriti Mehta" userId="0c901562-3821-4879-abc2-7521cf2ab412" providerId="ADAL" clId="{144A11F9-5BB9-40A3-A970-33EF68ACAA95}" dt="2026-05-27T11:31:11.179" v="7"/>
            <ac:cxnSpMkLst>
              <pc:docMk/>
              <pc:sldMasterMk cId="1694084769" sldId="2147484132"/>
              <pc:sldLayoutMk cId="3838796373" sldId="2147484133"/>
              <ac:cxnSpMk id="6" creationId="{2B9F499C-C8C9-89B3-E576-C790AC68B913}"/>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3383802497" sldId="2147484136"/>
          </pc:sldLayoutMkLst>
          <pc:spChg chg="add">
            <ac:chgData name="Akriti Mehta" userId="0c901562-3821-4879-abc2-7521cf2ab412" providerId="ADAL" clId="{144A11F9-5BB9-40A3-A970-33EF68ACAA95}" dt="2026-05-27T11:31:11.179" v="7"/>
            <ac:spMkLst>
              <pc:docMk/>
              <pc:sldMasterMk cId="1694084769" sldId="2147484132"/>
              <pc:sldLayoutMk cId="3383802497" sldId="2147484136"/>
              <ac:spMk id="3" creationId="{B6DB6C57-3951-6006-519D-4615F6898754}"/>
            </ac:spMkLst>
          </pc:spChg>
          <pc:spChg chg="add">
            <ac:chgData name="Akriti Mehta" userId="0c901562-3821-4879-abc2-7521cf2ab412" providerId="ADAL" clId="{144A11F9-5BB9-40A3-A970-33EF68ACAA95}" dt="2026-05-27T11:31:11.179" v="7"/>
            <ac:spMkLst>
              <pc:docMk/>
              <pc:sldMasterMk cId="1694084769" sldId="2147484132"/>
              <pc:sldLayoutMk cId="3383802497" sldId="2147484136"/>
              <ac:spMk id="8" creationId="{891B525B-89EA-B373-ECC8-6581C820A14E}"/>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3136137223" sldId="2147484137"/>
          </pc:sldLayoutMkLst>
          <pc:spChg chg="add">
            <ac:chgData name="Akriti Mehta" userId="0c901562-3821-4879-abc2-7521cf2ab412" providerId="ADAL" clId="{144A11F9-5BB9-40A3-A970-33EF68ACAA95}" dt="2026-05-27T11:31:11.179" v="7"/>
            <ac:spMkLst>
              <pc:docMk/>
              <pc:sldMasterMk cId="1694084769" sldId="2147484132"/>
              <pc:sldLayoutMk cId="3136137223" sldId="2147484137"/>
              <ac:spMk id="5" creationId="{505C1F9C-EA6B-0516-A59C-EEAD91DB727F}"/>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2838807973" sldId="2147484139"/>
          </pc:sldLayoutMkLst>
          <pc:spChg chg="add">
            <ac:chgData name="Akriti Mehta" userId="0c901562-3821-4879-abc2-7521cf2ab412" providerId="ADAL" clId="{144A11F9-5BB9-40A3-A970-33EF68ACAA95}" dt="2026-05-27T11:31:11.179" v="7"/>
            <ac:spMkLst>
              <pc:docMk/>
              <pc:sldMasterMk cId="1694084769" sldId="2147484132"/>
              <pc:sldLayoutMk cId="2838807973" sldId="2147484139"/>
              <ac:spMk id="8" creationId="{BB45644B-7519-025A-EA25-1E735AD16218}"/>
            </ac:spMkLst>
          </pc:spChg>
          <pc:spChg chg="add">
            <ac:chgData name="Akriti Mehta" userId="0c901562-3821-4879-abc2-7521cf2ab412" providerId="ADAL" clId="{144A11F9-5BB9-40A3-A970-33EF68ACAA95}" dt="2026-05-27T11:31:11.179" v="7"/>
            <ac:spMkLst>
              <pc:docMk/>
              <pc:sldMasterMk cId="1694084769" sldId="2147484132"/>
              <pc:sldLayoutMk cId="2838807973" sldId="2147484139"/>
              <ac:spMk id="9" creationId="{DBD08C04-D9E4-3431-3EE6-88E1E7DC1432}"/>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2563447190" sldId="2147484140"/>
          </pc:sldLayoutMkLst>
          <pc:spChg chg="add">
            <ac:chgData name="Akriti Mehta" userId="0c901562-3821-4879-abc2-7521cf2ab412" providerId="ADAL" clId="{144A11F9-5BB9-40A3-A970-33EF68ACAA95}" dt="2026-05-27T11:31:11.179" v="7"/>
            <ac:spMkLst>
              <pc:docMk/>
              <pc:sldMasterMk cId="1694084769" sldId="2147484132"/>
              <pc:sldLayoutMk cId="2563447190" sldId="2147484140"/>
              <ac:spMk id="3" creationId="{ED3AF0C5-128A-D8D2-10FE-D34EF3815AE9}"/>
            </ac:spMkLst>
          </pc:spChg>
          <pc:spChg chg="add">
            <ac:chgData name="Akriti Mehta" userId="0c901562-3821-4879-abc2-7521cf2ab412" providerId="ADAL" clId="{144A11F9-5BB9-40A3-A970-33EF68ACAA95}" dt="2026-05-27T11:31:11.179" v="7"/>
            <ac:spMkLst>
              <pc:docMk/>
              <pc:sldMasterMk cId="1694084769" sldId="2147484132"/>
              <pc:sldLayoutMk cId="2563447190" sldId="2147484140"/>
              <ac:spMk id="6" creationId="{694A7857-C08F-E8FE-F2F9-253ACC13995A}"/>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3834917608" sldId="2147484141"/>
          </pc:sldLayoutMkLst>
          <pc:spChg chg="add">
            <ac:chgData name="Akriti Mehta" userId="0c901562-3821-4879-abc2-7521cf2ab412" providerId="ADAL" clId="{144A11F9-5BB9-40A3-A970-33EF68ACAA95}" dt="2026-05-27T11:31:11.179" v="7"/>
            <ac:spMkLst>
              <pc:docMk/>
              <pc:sldMasterMk cId="1694084769" sldId="2147484132"/>
              <pc:sldLayoutMk cId="3834917608" sldId="2147484141"/>
              <ac:spMk id="3" creationId="{7AA14FFF-7DEA-4B50-5F1C-156F46296DD9}"/>
            </ac:spMkLst>
          </pc:spChg>
          <pc:spChg chg="add">
            <ac:chgData name="Akriti Mehta" userId="0c901562-3821-4879-abc2-7521cf2ab412" providerId="ADAL" clId="{144A11F9-5BB9-40A3-A970-33EF68ACAA95}" dt="2026-05-27T11:31:11.179" v="7"/>
            <ac:spMkLst>
              <pc:docMk/>
              <pc:sldMasterMk cId="1694084769" sldId="2147484132"/>
              <pc:sldLayoutMk cId="3834917608" sldId="2147484141"/>
              <ac:spMk id="6" creationId="{54D39290-8489-ACD7-6388-6779B6CE0A22}"/>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3687186590" sldId="2147484142"/>
          </pc:sldLayoutMkLst>
          <pc:spChg chg="add">
            <ac:chgData name="Akriti Mehta" userId="0c901562-3821-4879-abc2-7521cf2ab412" providerId="ADAL" clId="{144A11F9-5BB9-40A3-A970-33EF68ACAA95}" dt="2026-05-27T11:31:11.179" v="7"/>
            <ac:spMkLst>
              <pc:docMk/>
              <pc:sldMasterMk cId="1694084769" sldId="2147484132"/>
              <pc:sldLayoutMk cId="3687186590" sldId="2147484142"/>
              <ac:spMk id="3" creationId="{40C312EF-C4DB-3DDF-D2EA-D34BFAA122C7}"/>
            </ac:spMkLst>
          </pc:spChg>
          <pc:spChg chg="add">
            <ac:chgData name="Akriti Mehta" userId="0c901562-3821-4879-abc2-7521cf2ab412" providerId="ADAL" clId="{144A11F9-5BB9-40A3-A970-33EF68ACAA95}" dt="2026-05-27T11:31:11.179" v="7"/>
            <ac:spMkLst>
              <pc:docMk/>
              <pc:sldMasterMk cId="1694084769" sldId="2147484132"/>
              <pc:sldLayoutMk cId="3687186590" sldId="2147484142"/>
              <ac:spMk id="6" creationId="{02399519-6CF5-542D-EC43-39FB96B0E3E7}"/>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2406032928" sldId="2147484145"/>
          </pc:sldLayoutMkLst>
          <pc:spChg chg="add">
            <ac:chgData name="Akriti Mehta" userId="0c901562-3821-4879-abc2-7521cf2ab412" providerId="ADAL" clId="{144A11F9-5BB9-40A3-A970-33EF68ACAA95}" dt="2026-05-27T11:31:11.179" v="7"/>
            <ac:spMkLst>
              <pc:docMk/>
              <pc:sldMasterMk cId="1694084769" sldId="2147484132"/>
              <pc:sldLayoutMk cId="2406032928" sldId="2147484145"/>
              <ac:spMk id="3" creationId="{1D9C04A6-E993-5211-2533-601A281EE02E}"/>
            </ac:spMkLst>
          </pc:spChg>
          <pc:spChg chg="add">
            <ac:chgData name="Akriti Mehta" userId="0c901562-3821-4879-abc2-7521cf2ab412" providerId="ADAL" clId="{144A11F9-5BB9-40A3-A970-33EF68ACAA95}" dt="2026-05-27T11:31:11.179" v="7"/>
            <ac:spMkLst>
              <pc:docMk/>
              <pc:sldMasterMk cId="1694084769" sldId="2147484132"/>
              <pc:sldLayoutMk cId="2406032928" sldId="2147484145"/>
              <ac:spMk id="4" creationId="{336CD3A4-FED2-D403-B65F-B2D92E676324}"/>
            </ac:spMkLst>
          </pc:spChg>
          <pc:spChg chg="add">
            <ac:chgData name="Akriti Mehta" userId="0c901562-3821-4879-abc2-7521cf2ab412" providerId="ADAL" clId="{144A11F9-5BB9-40A3-A970-33EF68ACAA95}" dt="2026-05-27T11:31:11.179" v="7"/>
            <ac:spMkLst>
              <pc:docMk/>
              <pc:sldMasterMk cId="1694084769" sldId="2147484132"/>
              <pc:sldLayoutMk cId="2406032928" sldId="2147484145"/>
              <ac:spMk id="5" creationId="{12B32456-DB82-55AB-700F-6A2C84C4A5EE}"/>
            </ac:spMkLst>
          </pc:spChg>
          <pc:spChg chg="add">
            <ac:chgData name="Akriti Mehta" userId="0c901562-3821-4879-abc2-7521cf2ab412" providerId="ADAL" clId="{144A11F9-5BB9-40A3-A970-33EF68ACAA95}" dt="2026-05-27T11:31:11.179" v="7"/>
            <ac:spMkLst>
              <pc:docMk/>
              <pc:sldMasterMk cId="1694084769" sldId="2147484132"/>
              <pc:sldLayoutMk cId="2406032928" sldId="2147484145"/>
              <ac:spMk id="6" creationId="{CF5FC2D3-1A8D-3942-5723-A6D7439E1B32}"/>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2940305821" sldId="2147484147"/>
          </pc:sldLayoutMkLst>
          <pc:cxnChg chg="add">
            <ac:chgData name="Akriti Mehta" userId="0c901562-3821-4879-abc2-7521cf2ab412" providerId="ADAL" clId="{144A11F9-5BB9-40A3-A970-33EF68ACAA95}" dt="2026-05-27T11:31:11.179" v="7"/>
            <ac:cxnSpMkLst>
              <pc:docMk/>
              <pc:sldMasterMk cId="1694084769" sldId="2147484132"/>
              <pc:sldLayoutMk cId="2940305821" sldId="2147484147"/>
              <ac:cxnSpMk id="2" creationId="{6BA0E33D-37F8-4AE3-99A1-FD4770D69CED}"/>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4115051769" sldId="2147484148"/>
          </pc:sldLayoutMkLst>
          <pc:spChg chg="add">
            <ac:chgData name="Akriti Mehta" userId="0c901562-3821-4879-abc2-7521cf2ab412" providerId="ADAL" clId="{144A11F9-5BB9-40A3-A970-33EF68ACAA95}" dt="2026-05-27T11:31:11.179" v="7"/>
            <ac:spMkLst>
              <pc:docMk/>
              <pc:sldMasterMk cId="1694084769" sldId="2147484132"/>
              <pc:sldLayoutMk cId="4115051769" sldId="2147484148"/>
              <ac:spMk id="3" creationId="{3B352466-73AE-2F17-6811-285EC097EE52}"/>
            </ac:spMkLst>
          </pc:spChg>
          <pc:spChg chg="add">
            <ac:chgData name="Akriti Mehta" userId="0c901562-3821-4879-abc2-7521cf2ab412" providerId="ADAL" clId="{144A11F9-5BB9-40A3-A970-33EF68ACAA95}" dt="2026-05-27T11:31:11.179" v="7"/>
            <ac:spMkLst>
              <pc:docMk/>
              <pc:sldMasterMk cId="1694084769" sldId="2147484132"/>
              <pc:sldLayoutMk cId="4115051769" sldId="2147484148"/>
              <ac:spMk id="5" creationId="{ED21EA47-7383-A5AE-F7E2-144D92B236D1}"/>
            </ac:spMkLst>
          </pc:spChg>
          <pc:cxnChg chg="add">
            <ac:chgData name="Akriti Mehta" userId="0c901562-3821-4879-abc2-7521cf2ab412" providerId="ADAL" clId="{144A11F9-5BB9-40A3-A970-33EF68ACAA95}" dt="2026-05-27T11:31:11.179" v="7"/>
            <ac:cxnSpMkLst>
              <pc:docMk/>
              <pc:sldMasterMk cId="1694084769" sldId="2147484132"/>
              <pc:sldLayoutMk cId="4115051769" sldId="2147484148"/>
              <ac:cxnSpMk id="4" creationId="{4303211B-F044-6B41-91DD-973CBAB66128}"/>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1456403923" sldId="2147484149"/>
          </pc:sldLayoutMkLst>
          <pc:spChg chg="add">
            <ac:chgData name="Akriti Mehta" userId="0c901562-3821-4879-abc2-7521cf2ab412" providerId="ADAL" clId="{144A11F9-5BB9-40A3-A970-33EF68ACAA95}" dt="2026-05-27T11:31:11.179" v="7"/>
            <ac:spMkLst>
              <pc:docMk/>
              <pc:sldMasterMk cId="1694084769" sldId="2147484132"/>
              <pc:sldLayoutMk cId="1456403923" sldId="2147484149"/>
              <ac:spMk id="3" creationId="{9FB0A9EA-399B-A60A-EF32-091C33971B8F}"/>
            </ac:spMkLst>
          </pc:spChg>
          <pc:spChg chg="add">
            <ac:chgData name="Akriti Mehta" userId="0c901562-3821-4879-abc2-7521cf2ab412" providerId="ADAL" clId="{144A11F9-5BB9-40A3-A970-33EF68ACAA95}" dt="2026-05-27T11:31:11.179" v="7"/>
            <ac:spMkLst>
              <pc:docMk/>
              <pc:sldMasterMk cId="1694084769" sldId="2147484132"/>
              <pc:sldLayoutMk cId="1456403923" sldId="2147484149"/>
              <ac:spMk id="5" creationId="{50021B30-2A90-F856-B1BD-6A692DE44C5E}"/>
            </ac:spMkLst>
          </pc:spChg>
          <pc:cxnChg chg="add">
            <ac:chgData name="Akriti Mehta" userId="0c901562-3821-4879-abc2-7521cf2ab412" providerId="ADAL" clId="{144A11F9-5BB9-40A3-A970-33EF68ACAA95}" dt="2026-05-27T11:31:11.179" v="7"/>
            <ac:cxnSpMkLst>
              <pc:docMk/>
              <pc:sldMasterMk cId="1694084769" sldId="2147484132"/>
              <pc:sldLayoutMk cId="1456403923" sldId="2147484149"/>
              <ac:cxnSpMk id="4" creationId="{FC4F2E8A-9667-9DDE-288A-4AC733332DD1}"/>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1910389172" sldId="2147484150"/>
          </pc:sldLayoutMkLst>
          <pc:spChg chg="add">
            <ac:chgData name="Akriti Mehta" userId="0c901562-3821-4879-abc2-7521cf2ab412" providerId="ADAL" clId="{144A11F9-5BB9-40A3-A970-33EF68ACAA95}" dt="2026-05-27T11:31:11.179" v="7"/>
            <ac:spMkLst>
              <pc:docMk/>
              <pc:sldMasterMk cId="1694084769" sldId="2147484132"/>
              <pc:sldLayoutMk cId="1910389172" sldId="2147484150"/>
              <ac:spMk id="3" creationId="{63E0E838-ED95-446E-6CCB-9AE765F47A32}"/>
            </ac:spMkLst>
          </pc:spChg>
          <pc:spChg chg="add">
            <ac:chgData name="Akriti Mehta" userId="0c901562-3821-4879-abc2-7521cf2ab412" providerId="ADAL" clId="{144A11F9-5BB9-40A3-A970-33EF68ACAA95}" dt="2026-05-27T11:31:11.179" v="7"/>
            <ac:spMkLst>
              <pc:docMk/>
              <pc:sldMasterMk cId="1694084769" sldId="2147484132"/>
              <pc:sldLayoutMk cId="1910389172" sldId="2147484150"/>
              <ac:spMk id="5" creationId="{A781C1D1-D00A-C074-F63A-2F5829F45870}"/>
            </ac:spMkLst>
          </pc:spChg>
          <pc:cxnChg chg="add">
            <ac:chgData name="Akriti Mehta" userId="0c901562-3821-4879-abc2-7521cf2ab412" providerId="ADAL" clId="{144A11F9-5BB9-40A3-A970-33EF68ACAA95}" dt="2026-05-27T11:31:11.179" v="7"/>
            <ac:cxnSpMkLst>
              <pc:docMk/>
              <pc:sldMasterMk cId="1694084769" sldId="2147484132"/>
              <pc:sldLayoutMk cId="1910389172" sldId="2147484150"/>
              <ac:cxnSpMk id="4" creationId="{6AFDC62D-4B4D-701E-E3BD-854924BE099F}"/>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214152308" sldId="2147484151"/>
          </pc:sldLayoutMkLst>
          <pc:spChg chg="add">
            <ac:chgData name="Akriti Mehta" userId="0c901562-3821-4879-abc2-7521cf2ab412" providerId="ADAL" clId="{144A11F9-5BB9-40A3-A970-33EF68ACAA95}" dt="2026-05-27T11:31:11.179" v="7"/>
            <ac:spMkLst>
              <pc:docMk/>
              <pc:sldMasterMk cId="1694084769" sldId="2147484132"/>
              <pc:sldLayoutMk cId="214152308" sldId="2147484151"/>
              <ac:spMk id="3" creationId="{2E23A4AA-F28B-26BD-57B0-D8FE06D7F7C9}"/>
            </ac:spMkLst>
          </pc:spChg>
          <pc:spChg chg="add">
            <ac:chgData name="Akriti Mehta" userId="0c901562-3821-4879-abc2-7521cf2ab412" providerId="ADAL" clId="{144A11F9-5BB9-40A3-A970-33EF68ACAA95}" dt="2026-05-27T11:31:11.179" v="7"/>
            <ac:spMkLst>
              <pc:docMk/>
              <pc:sldMasterMk cId="1694084769" sldId="2147484132"/>
              <pc:sldLayoutMk cId="214152308" sldId="2147484151"/>
              <ac:spMk id="5" creationId="{6BF29891-85E9-044C-249E-1DC506F25E0D}"/>
            </ac:spMkLst>
          </pc:spChg>
          <pc:cxnChg chg="add">
            <ac:chgData name="Akriti Mehta" userId="0c901562-3821-4879-abc2-7521cf2ab412" providerId="ADAL" clId="{144A11F9-5BB9-40A3-A970-33EF68ACAA95}" dt="2026-05-27T11:31:11.179" v="7"/>
            <ac:cxnSpMkLst>
              <pc:docMk/>
              <pc:sldMasterMk cId="1694084769" sldId="2147484132"/>
              <pc:sldLayoutMk cId="214152308" sldId="2147484151"/>
              <ac:cxnSpMk id="4" creationId="{7AA8CF0A-431A-4CDA-954F-5FD34FCA30D1}"/>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3527832731" sldId="2147484152"/>
          </pc:sldLayoutMkLst>
          <pc:spChg chg="add">
            <ac:chgData name="Akriti Mehta" userId="0c901562-3821-4879-abc2-7521cf2ab412" providerId="ADAL" clId="{144A11F9-5BB9-40A3-A970-33EF68ACAA95}" dt="2026-05-27T11:31:11.179" v="7"/>
            <ac:spMkLst>
              <pc:docMk/>
              <pc:sldMasterMk cId="1694084769" sldId="2147484132"/>
              <pc:sldLayoutMk cId="3527832731" sldId="2147484152"/>
              <ac:spMk id="3" creationId="{23F6F8EF-12A1-147F-C671-621F5F962D15}"/>
            </ac:spMkLst>
          </pc:spChg>
          <pc:spChg chg="add">
            <ac:chgData name="Akriti Mehta" userId="0c901562-3821-4879-abc2-7521cf2ab412" providerId="ADAL" clId="{144A11F9-5BB9-40A3-A970-33EF68ACAA95}" dt="2026-05-27T11:31:11.179" v="7"/>
            <ac:spMkLst>
              <pc:docMk/>
              <pc:sldMasterMk cId="1694084769" sldId="2147484132"/>
              <pc:sldLayoutMk cId="3527832731" sldId="2147484152"/>
              <ac:spMk id="5" creationId="{069EAD12-DD32-29FF-3973-2E7CEB5BC091}"/>
            </ac:spMkLst>
          </pc:spChg>
          <pc:cxnChg chg="add">
            <ac:chgData name="Akriti Mehta" userId="0c901562-3821-4879-abc2-7521cf2ab412" providerId="ADAL" clId="{144A11F9-5BB9-40A3-A970-33EF68ACAA95}" dt="2026-05-27T11:31:11.179" v="7"/>
            <ac:cxnSpMkLst>
              <pc:docMk/>
              <pc:sldMasterMk cId="1694084769" sldId="2147484132"/>
              <pc:sldLayoutMk cId="3527832731" sldId="2147484152"/>
              <ac:cxnSpMk id="4" creationId="{41D2742D-678D-A24A-F321-B95FF34DE0A8}"/>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3364712685" sldId="2147484153"/>
          </pc:sldLayoutMkLst>
          <pc:spChg chg="add">
            <ac:chgData name="Akriti Mehta" userId="0c901562-3821-4879-abc2-7521cf2ab412" providerId="ADAL" clId="{144A11F9-5BB9-40A3-A970-33EF68ACAA95}" dt="2026-05-27T11:31:11.179" v="7"/>
            <ac:spMkLst>
              <pc:docMk/>
              <pc:sldMasterMk cId="1694084769" sldId="2147484132"/>
              <pc:sldLayoutMk cId="3364712685" sldId="2147484153"/>
              <ac:spMk id="3" creationId="{DF686E0C-AF28-1E28-195D-FC9EB7617372}"/>
            </ac:spMkLst>
          </pc:spChg>
          <pc:spChg chg="add">
            <ac:chgData name="Akriti Mehta" userId="0c901562-3821-4879-abc2-7521cf2ab412" providerId="ADAL" clId="{144A11F9-5BB9-40A3-A970-33EF68ACAA95}" dt="2026-05-27T11:31:11.179" v="7"/>
            <ac:spMkLst>
              <pc:docMk/>
              <pc:sldMasterMk cId="1694084769" sldId="2147484132"/>
              <pc:sldLayoutMk cId="3364712685" sldId="2147484153"/>
              <ac:spMk id="5" creationId="{362312A6-BFFD-00AE-2397-A723AE1FFE18}"/>
            </ac:spMkLst>
          </pc:spChg>
          <pc:cxnChg chg="add">
            <ac:chgData name="Akriti Mehta" userId="0c901562-3821-4879-abc2-7521cf2ab412" providerId="ADAL" clId="{144A11F9-5BB9-40A3-A970-33EF68ACAA95}" dt="2026-05-27T11:31:11.179" v="7"/>
            <ac:cxnSpMkLst>
              <pc:docMk/>
              <pc:sldMasterMk cId="1694084769" sldId="2147484132"/>
              <pc:sldLayoutMk cId="3364712685" sldId="2147484153"/>
              <ac:cxnSpMk id="4" creationId="{78CED571-7426-C0C1-4C2E-A6F51C76897A}"/>
            </ac:cxnSpMkLst>
          </pc:cxnChg>
        </pc:sldLayoutChg>
        <pc:sldLayoutChg chg="addSp">
          <pc:chgData name="Akriti Mehta" userId="0c901562-3821-4879-abc2-7521cf2ab412" providerId="ADAL" clId="{144A11F9-5BB9-40A3-A970-33EF68ACAA95}" dt="2026-05-27T11:31:11.179" v="7"/>
          <pc:sldLayoutMkLst>
            <pc:docMk/>
            <pc:sldMasterMk cId="1694084769" sldId="2147484132"/>
            <pc:sldLayoutMk cId="3947239088" sldId="2147484158"/>
          </pc:sldLayoutMkLst>
          <pc:spChg chg="add">
            <ac:chgData name="Akriti Mehta" userId="0c901562-3821-4879-abc2-7521cf2ab412" providerId="ADAL" clId="{144A11F9-5BB9-40A3-A970-33EF68ACAA95}" dt="2026-05-27T11:31:11.179" v="7"/>
            <ac:spMkLst>
              <pc:docMk/>
              <pc:sldMasterMk cId="1694084769" sldId="2147484132"/>
              <pc:sldLayoutMk cId="3947239088" sldId="2147484158"/>
              <ac:spMk id="2" creationId="{87A5FA9C-CA11-551D-8C9C-DD42DEAD3B86}"/>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3" creationId="{C0E1BA35-48A2-0F7C-054E-5452105B0EB9}"/>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29" creationId="{2AB55633-061B-6ED4-E4C8-92DF8B75F0C5}"/>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34" creationId="{B8F4E9EB-CF14-1FDF-2D81-E931ED260593}"/>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44" creationId="{B2FBEE97-E16D-914E-6F43-9E74D0DDBC1D}"/>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45" creationId="{3747CC41-4584-0D75-5370-46328CEF879E}"/>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47" creationId="{2BBDB343-5265-A98E-6C91-799B40B1095E}"/>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48" creationId="{670518D9-F896-A739-4FD1-DACC805C1E9A}"/>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51" creationId="{9DF72811-596D-0595-BFA2-D34E7BA21F13}"/>
            </ac:spMkLst>
          </pc:spChg>
          <pc:spChg chg="add">
            <ac:chgData name="Akriti Mehta" userId="0c901562-3821-4879-abc2-7521cf2ab412" providerId="ADAL" clId="{144A11F9-5BB9-40A3-A970-33EF68ACAA95}" dt="2026-05-27T11:31:11.179" v="7"/>
            <ac:spMkLst>
              <pc:docMk/>
              <pc:sldMasterMk cId="1694084769" sldId="2147484132"/>
              <pc:sldLayoutMk cId="3947239088" sldId="2147484158"/>
              <ac:spMk id="52" creationId="{F334222D-93E3-7D4A-74F3-05E336AF3245}"/>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1835105275" sldId="2147484159"/>
          </pc:sldLayoutMkLst>
          <pc:spChg chg="add">
            <ac:chgData name="Akriti Mehta" userId="0c901562-3821-4879-abc2-7521cf2ab412" providerId="ADAL" clId="{144A11F9-5BB9-40A3-A970-33EF68ACAA95}" dt="2026-05-27T11:31:11.179" v="7"/>
            <ac:spMkLst>
              <pc:docMk/>
              <pc:sldMasterMk cId="1694084769" sldId="2147484132"/>
              <pc:sldLayoutMk cId="1835105275" sldId="2147484159"/>
              <ac:spMk id="2" creationId="{B87BC26A-7C34-479F-4114-F89986902D12}"/>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3" creationId="{BA01427F-2F61-5826-91B0-44BABCAE5955}"/>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29" creationId="{5604DF28-D28C-65C0-0D6B-6BD9504F140F}"/>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43" creationId="{1E67488E-FF77-7347-1144-18A60A70E0C9}"/>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44" creationId="{E15DD351-C693-656E-9C55-38963131B77B}"/>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45" creationId="{6AE9FCD4-68EF-2B5C-9993-662174E9B3AF}"/>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46" creationId="{AEDD0D06-0822-D6CF-F7F2-ECA1DD42F5C5}"/>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48" creationId="{EB7E8541-E2FD-C3EE-A627-86DB1BF9869B}"/>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51" creationId="{97FBB600-B90E-6173-DA8D-0C4B5493FC54}"/>
            </ac:spMkLst>
          </pc:spChg>
          <pc:spChg chg="add">
            <ac:chgData name="Akriti Mehta" userId="0c901562-3821-4879-abc2-7521cf2ab412" providerId="ADAL" clId="{144A11F9-5BB9-40A3-A970-33EF68ACAA95}" dt="2026-05-27T11:31:11.179" v="7"/>
            <ac:spMkLst>
              <pc:docMk/>
              <pc:sldMasterMk cId="1694084769" sldId="2147484132"/>
              <pc:sldLayoutMk cId="1835105275" sldId="2147484159"/>
              <ac:spMk id="52" creationId="{764C5A39-08BF-32ED-B393-B3E32D187B7D}"/>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2322370172" sldId="2147484160"/>
          </pc:sldLayoutMkLst>
          <pc:spChg chg="add">
            <ac:chgData name="Akriti Mehta" userId="0c901562-3821-4879-abc2-7521cf2ab412" providerId="ADAL" clId="{144A11F9-5BB9-40A3-A970-33EF68ACAA95}" dt="2026-05-27T11:31:11.179" v="7"/>
            <ac:spMkLst>
              <pc:docMk/>
              <pc:sldMasterMk cId="1694084769" sldId="2147484132"/>
              <pc:sldLayoutMk cId="2322370172" sldId="2147484160"/>
              <ac:spMk id="2" creationId="{0A3F8966-57C4-8D69-C2EE-33B49713DBB9}"/>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3" creationId="{AEAD8DFB-08AB-1CA1-08FC-39EC59F5EBFE}"/>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34" creationId="{6F6F8AB6-38BF-D978-847B-D749F8DB2D79}"/>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43" creationId="{7B3FCA31-9DBC-535A-F646-502AD3C4D1D9}"/>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44" creationId="{30AEFC43-70D4-4B2E-D1FE-2EAA1FFDC2B0}"/>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45" creationId="{657D4A5C-0906-5390-F0F2-FBDAEF89021E}"/>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46" creationId="{E025B546-6089-6239-8F8C-2460DC28233A}"/>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47" creationId="{EA0FEA50-3041-99F7-8E63-BEF554768F0F}"/>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48" creationId="{D4B7E630-810D-96ED-55A6-FE05046C1F8E}"/>
            </ac:spMkLst>
          </pc:spChg>
          <pc:spChg chg="add">
            <ac:chgData name="Akriti Mehta" userId="0c901562-3821-4879-abc2-7521cf2ab412" providerId="ADAL" clId="{144A11F9-5BB9-40A3-A970-33EF68ACAA95}" dt="2026-05-27T11:31:11.179" v="7"/>
            <ac:spMkLst>
              <pc:docMk/>
              <pc:sldMasterMk cId="1694084769" sldId="2147484132"/>
              <pc:sldLayoutMk cId="2322370172" sldId="2147484160"/>
              <ac:spMk id="51" creationId="{649E71A2-2E20-8403-B55C-AB232C8E2DB6}"/>
            </ac:spMkLst>
          </pc:spChg>
        </pc:sldLayoutChg>
        <pc:sldLayoutChg chg="addSp">
          <pc:chgData name="Akriti Mehta" userId="0c901562-3821-4879-abc2-7521cf2ab412" providerId="ADAL" clId="{144A11F9-5BB9-40A3-A970-33EF68ACAA95}" dt="2026-05-27T11:31:11.179" v="7"/>
          <pc:sldLayoutMkLst>
            <pc:docMk/>
            <pc:sldMasterMk cId="1694084769" sldId="2147484132"/>
            <pc:sldLayoutMk cId="704376450" sldId="2147484162"/>
          </pc:sldLayoutMkLst>
          <pc:picChg chg="add">
            <ac:chgData name="Akriti Mehta" userId="0c901562-3821-4879-abc2-7521cf2ab412" providerId="ADAL" clId="{144A11F9-5BB9-40A3-A970-33EF68ACAA95}" dt="2026-05-27T11:31:11.179" v="7"/>
            <ac:picMkLst>
              <pc:docMk/>
              <pc:sldMasterMk cId="1694084769" sldId="2147484132"/>
              <pc:sldLayoutMk cId="704376450" sldId="2147484162"/>
              <ac:picMk id="2" creationId="{72028822-A305-2632-7308-349518C64BF7}"/>
            </ac:picMkLst>
          </pc:picChg>
          <pc:cxnChg chg="add">
            <ac:chgData name="Akriti Mehta" userId="0c901562-3821-4879-abc2-7521cf2ab412" providerId="ADAL" clId="{144A11F9-5BB9-40A3-A970-33EF68ACAA95}" dt="2026-05-27T11:31:11.179" v="7"/>
            <ac:cxnSpMkLst>
              <pc:docMk/>
              <pc:sldMasterMk cId="1694084769" sldId="2147484132"/>
              <pc:sldLayoutMk cId="704376450" sldId="2147484162"/>
              <ac:cxnSpMk id="3" creationId="{1B0072A0-F3A5-3ACF-F6E3-98DC215F173A}"/>
            </ac:cxnSpMkLst>
          </pc:cxnChg>
        </pc:sldLayoutChg>
        <pc:sldLayoutChg chg="del">
          <pc:chgData name="Akriti Mehta" userId="0c901562-3821-4879-abc2-7521cf2ab412" providerId="ADAL" clId="{144A11F9-5BB9-40A3-A970-33EF68ACAA95}" dt="2026-05-27T11:55:36.026" v="229" actId="47"/>
          <pc:sldLayoutMkLst>
            <pc:docMk/>
            <pc:sldMasterMk cId="1694084769" sldId="2147484132"/>
            <pc:sldLayoutMk cId="3800747861" sldId="214748416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6/18/2026</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49426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Given the number of AI technologies available today, the sheer number of possible use cases, and the wide range of organizational starting points, it’s become increasingly difficult for leaders to know what to prioritize. What we’ve learned is that AI success isn’t about chasing individual tools or isolated pilots. It’s about building the right foundation to consistently deliver business value with AI. We identified five drivers of organizational readiness that distinguish companies that are able to scale AI from those that remain stuck in experimentation. Today we'll take a closer look at how Governance and Security drive AI transformation.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5A9B0-AD64-B11A-B690-C885D6C652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F7A44F-E4BD-84DF-158F-D45F76F689B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EB9D5A2-E629-CA27-62A1-07F036A687C4}"/>
              </a:ext>
            </a:extLst>
          </p:cNvPr>
          <p:cNvSpPr>
            <a:spLocks noGrp="1"/>
          </p:cNvSpPr>
          <p:nvPr>
            <p:ph type="body" sz="quarter" idx="3"/>
          </p:nvPr>
        </p:nvSpPr>
        <p:spPr/>
        <p:txBody>
          <a:bodyPr/>
          <a:lstStyle/>
          <a:p>
            <a:r>
              <a:t>Given the number of AI technologies available today, the sheer number of possible use cases, and the wide range of organizational starting points, it’s become increasingly difficult for leaders to know what to prioritize. What we’ve learned is that AI success isn’t about chasing individual tools or isolated pilots. It’s about building the right foundation to consistently deliver business value with AI. We identified five drivers of organizational readiness that distinguish companies that are able to scale AI from those that remain stuck in experimentation. Today we'll take a closer look at how Governance and Security drive AI transformation.</a:t>
            </a:r>
          </a:p>
        </p:txBody>
      </p:sp>
      <p:sp>
        <p:nvSpPr>
          <p:cNvPr id="4" name="Slide Number Placeholder 3">
            <a:extLst>
              <a:ext uri="{FF2B5EF4-FFF2-40B4-BE49-F238E27FC236}">
                <a16:creationId xmlns:a16="http://schemas.microsoft.com/office/drawing/2014/main" id="{3612E8FF-F05D-76DE-4EF7-293C16ECE377}"/>
              </a:ext>
            </a:extLst>
          </p:cNvPr>
          <p:cNvSpPr>
            <a:spLocks noGrp="1"/>
          </p:cNvSpPr>
          <p:nvPr>
            <p:ph type="sldNum" sz="quarter" idx="5"/>
          </p:nvPr>
        </p:nvSpPr>
        <p:spPr/>
      </p:sp>
    </p:spTree>
    <p:extLst>
      <p:ext uri="{BB962C8B-B14F-4D97-AF65-F5344CB8AC3E}">
        <p14:creationId xmlns:p14="http://schemas.microsoft.com/office/powerpoint/2010/main" val="1701807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66A6F-5B97-6751-673E-6AD68D68CC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83C6D-A07E-34E7-D48D-70F53369246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587E847-41EE-CE35-585B-D0A3E86659C8}"/>
              </a:ext>
            </a:extLst>
          </p:cNvPr>
          <p:cNvSpPr>
            <a:spLocks noGrp="1"/>
          </p:cNvSpPr>
          <p:nvPr>
            <p:ph type="body" sz="quarter" idx="3"/>
          </p:nvPr>
        </p:nvSpPr>
        <p:spPr/>
        <p:txBody>
          <a:bodyPr/>
          <a:lstStyle/>
          <a:p>
            <a:r>
              <a:t>Given the number of AI technologies available today, the sheer number of possible use cases, and the wide range of organizational starting points, it’s become increasingly difficult for leaders to know what to prioritize. What we’ve learned is that AI success isn’t about chasing individual tools or isolated pilots. It’s about building the right foundation to consistently deliver business value with AI. We identified five drivers of organizational readiness that distinguish companies that are able to scale AI from those that remain stuck in experimentation. Today we'll take a closer look at how Governance and Security drive AI transformation.</a:t>
            </a:r>
          </a:p>
        </p:txBody>
      </p:sp>
      <p:sp>
        <p:nvSpPr>
          <p:cNvPr id="4" name="Slide Number Placeholder 3">
            <a:extLst>
              <a:ext uri="{FF2B5EF4-FFF2-40B4-BE49-F238E27FC236}">
                <a16:creationId xmlns:a16="http://schemas.microsoft.com/office/drawing/2014/main" id="{96866AC1-AA64-602E-3A4A-D725AEBD3659}"/>
              </a:ext>
            </a:extLst>
          </p:cNvPr>
          <p:cNvSpPr>
            <a:spLocks noGrp="1"/>
          </p:cNvSpPr>
          <p:nvPr>
            <p:ph type="sldNum" sz="quarter" idx="5"/>
          </p:nvPr>
        </p:nvSpPr>
        <p:spPr/>
      </p:sp>
    </p:spTree>
    <p:extLst>
      <p:ext uri="{BB962C8B-B14F-4D97-AF65-F5344CB8AC3E}">
        <p14:creationId xmlns:p14="http://schemas.microsoft.com/office/powerpoint/2010/main" val="2758775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agents scale, they introduce a new set of security challenges. The first is agent sprawl and resource access — as agents multiply, they often lack clear ownership, consistent identity, and well-defined access boundaries. Closely tied to that is data oversharing — 80% of leaders cite sensitive data leakage as their main concern. We also see new AI-specific threats emerging — 88% are concerned about indirect prompt injection. And regulatory pressure is increasing while 55% of leaders still lack understanding of AI regulations.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1D978-F59F-0342-3F10-DF010EF03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55C3A-D225-B48B-81EC-AF5D697BEB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B5264-B83C-11EC-1789-797F1AF2B192}"/>
              </a:ext>
            </a:extLst>
          </p:cNvPr>
          <p:cNvSpPr>
            <a:spLocks noGrp="1"/>
          </p:cNvSpPr>
          <p:nvPr>
            <p:ph type="body" idx="1"/>
          </p:nvPr>
        </p:nvSpPr>
        <p:spPr/>
        <p:txBody>
          <a:bodyPr/>
          <a:lstStyle/>
          <a:p>
            <a:r>
              <a:rPr lang="en-US" sz="1200" b="0"/>
              <a:t>*****************NOTES*******************</a:t>
            </a:r>
          </a:p>
          <a:p>
            <a:pPr marL="0" indent="0">
              <a:buFont typeface="Arial" panose="020B0604020202020204" pitchFamily="34" charset="0"/>
              <a:buNone/>
            </a:pPr>
            <a:r>
              <a:rPr lang="en-US" b="0"/>
              <a:t>Purpose</a:t>
            </a:r>
          </a:p>
          <a:p>
            <a:pPr marL="171450" indent="-171450">
              <a:buFont typeface="Arial" panose="020B0604020202020204" pitchFamily="34" charset="0"/>
              <a:buChar char="•"/>
            </a:pPr>
            <a:r>
              <a:rPr lang="en-US" b="0"/>
              <a:t>Define what “trust” means in practical, operational terms for AI agents.</a:t>
            </a:r>
          </a:p>
          <a:p>
            <a:pPr marL="0" indent="0">
              <a:buFont typeface="Arial" panose="020B0604020202020204" pitchFamily="34" charset="0"/>
              <a:buNone/>
            </a:pPr>
            <a:r>
              <a:rPr lang="en-US" b="0"/>
              <a:t>Key Points</a:t>
            </a:r>
          </a:p>
          <a:p>
            <a:pPr marL="171450" indent="-171450">
              <a:buFont typeface="Arial" panose="020B0604020202020204" pitchFamily="34" charset="0"/>
              <a:buChar char="•"/>
            </a:pPr>
            <a:r>
              <a:rPr lang="en-US" b="0"/>
              <a:t>Trust is designed, not assumed</a:t>
            </a:r>
          </a:p>
          <a:p>
            <a:pPr marL="171450" indent="-171450">
              <a:buFont typeface="Arial" panose="020B0604020202020204" pitchFamily="34" charset="0"/>
              <a:buChar char="•"/>
            </a:pPr>
            <a:r>
              <a:rPr lang="en-US" b="0"/>
              <a:t>Focus on observable, enforceable controls</a:t>
            </a:r>
          </a:p>
          <a:p>
            <a:pPr marL="171450" indent="-171450">
              <a:buFont typeface="Arial" panose="020B0604020202020204" pitchFamily="34" charset="0"/>
              <a:buChar char="•"/>
            </a:pPr>
            <a:r>
              <a:rPr lang="en-US" b="0"/>
              <a:t>Emphasis on behavior, data handling, and traceability</a:t>
            </a:r>
          </a:p>
          <a:p>
            <a:pPr marL="171450" indent="-171450">
              <a:buFont typeface="Arial" panose="020B0604020202020204" pitchFamily="34" charset="0"/>
              <a:buChar char="•"/>
            </a:pPr>
            <a:r>
              <a:rPr lang="en-US" b="0"/>
              <a:t>These are baseline expectations, not advanced features</a:t>
            </a:r>
          </a:p>
          <a:p>
            <a:endParaRPr lang="en-US" sz="1200" i="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*****************TALK TRACK*******************</a:t>
            </a:r>
          </a:p>
          <a:p>
            <a:r>
              <a:rPr lang="en-US" b="0"/>
              <a:t>When we talk about trusting an AI agent, we’re talking about controls.</a:t>
            </a:r>
          </a:p>
          <a:p>
            <a:endParaRPr lang="en-US" b="0"/>
          </a:p>
          <a:p>
            <a:r>
              <a:rPr lang="en-US" b="0"/>
              <a:t>You can trust an agent when it can’t be easily misused or jailbroken, when its actions are logged and traceable, and when it stays within clear data boundaries. Trust also means the content it generates can be governed, reviewed, and audited, just like any other enterprise system.</a:t>
            </a:r>
          </a:p>
          <a:p>
            <a:endParaRPr lang="en-US" b="0"/>
          </a:p>
          <a:p>
            <a:r>
              <a:rPr lang="en-US" b="0"/>
              <a:t>It includes making sure agents don’t introduce bias or unethical behavior, and that they don’t misuse or exploit the tools they’re connected to.</a:t>
            </a:r>
          </a:p>
          <a:p>
            <a:endParaRPr lang="en-US" b="0"/>
          </a:p>
          <a:p>
            <a:r>
              <a:rPr lang="en-US" b="0"/>
              <a:t>These aren’t optional or “nice to have.” Regulatory expectations increasingly require these controls to be built directly into AI systems. Trust isn’t something you add later — it’s something you design in from the start.</a:t>
            </a:r>
          </a:p>
          <a:p>
            <a:endParaRPr lang="en-US"/>
          </a:p>
          <a:p>
            <a:endParaRPr lang="en-US"/>
          </a:p>
        </p:txBody>
      </p:sp>
      <p:sp>
        <p:nvSpPr>
          <p:cNvPr id="4" name="Slide Number Placeholder 3">
            <a:extLst>
              <a:ext uri="{FF2B5EF4-FFF2-40B4-BE49-F238E27FC236}">
                <a16:creationId xmlns:a16="http://schemas.microsoft.com/office/drawing/2014/main" id="{2D36DFC8-58F5-96BC-A985-3812EAAC7CA3}"/>
              </a:ext>
            </a:extLst>
          </p:cNvPr>
          <p:cNvSpPr>
            <a:spLocks noGrp="1"/>
          </p:cNvSpPr>
          <p:nvPr>
            <p:ph type="sldNum" sz="quarter" idx="5"/>
          </p:nvPr>
        </p:nvSpPr>
        <p:spPr/>
        <p:txBody>
          <a:bodyPr/>
          <a:lstStyle/>
          <a:p>
            <a:fld id="{B28DFD88-2083-4D0D-AE92-C33316E97B7A}" type="slidenum">
              <a:rPr lang="en-US" smtClean="0"/>
              <a:t>9</a:t>
            </a:fld>
            <a:endParaRPr lang="en-US"/>
          </a:p>
        </p:txBody>
      </p:sp>
    </p:spTree>
    <p:extLst>
      <p:ext uri="{BB962C8B-B14F-4D97-AF65-F5344CB8AC3E}">
        <p14:creationId xmlns:p14="http://schemas.microsoft.com/office/powerpoint/2010/main" val="260592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F48E4-CC52-F935-0895-280FDD411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E17F9-BCD4-635D-7C6E-66599DA5F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6403D-EF20-48DA-2C29-820C1DE126C2}"/>
              </a:ext>
            </a:extLst>
          </p:cNvPr>
          <p:cNvSpPr>
            <a:spLocks noGrp="1"/>
          </p:cNvSpPr>
          <p:nvPr>
            <p:ph type="body" idx="1"/>
          </p:nvPr>
        </p:nvSpPr>
        <p:spPr/>
        <p:txBody>
          <a:bodyPr/>
          <a:lstStyle/>
          <a:p>
            <a:r>
              <a:rPr lang="en-US" sz="1200" b="0"/>
              <a:t>*****************NOTES*******************</a:t>
            </a:r>
          </a:p>
          <a:p>
            <a:pPr marL="0" indent="0">
              <a:buFont typeface="Arial" panose="020B0604020202020204" pitchFamily="34" charset="0"/>
              <a:buNone/>
            </a:pPr>
            <a:r>
              <a:rPr lang="en-US" b="0"/>
              <a:t>Purpose</a:t>
            </a:r>
          </a:p>
          <a:p>
            <a:pPr marL="171450" indent="-171450">
              <a:buFont typeface="Arial" panose="020B0604020202020204" pitchFamily="34" charset="0"/>
              <a:buChar char="•"/>
            </a:pPr>
            <a:r>
              <a:rPr lang="en-US" b="0"/>
              <a:t>Position the right balance between innovation and security and governance – move from center of excellence to center of acceleration</a:t>
            </a:r>
          </a:p>
          <a:p>
            <a:pPr marL="0" indent="0">
              <a:buFont typeface="Arial" panose="020B0604020202020204" pitchFamily="34" charset="0"/>
              <a:buNone/>
            </a:pPr>
            <a:r>
              <a:rPr lang="en-US" b="0"/>
              <a:t>Key Points</a:t>
            </a:r>
          </a:p>
          <a:p>
            <a:pPr marL="171450" indent="-171450">
              <a:buFont typeface="Arial" panose="020B0604020202020204" pitchFamily="34" charset="0"/>
              <a:buChar char="•"/>
            </a:pPr>
            <a:r>
              <a:rPr lang="en-US" b="0"/>
              <a:t>Builders optimize for speed and usefulness</a:t>
            </a:r>
          </a:p>
          <a:p>
            <a:pPr marL="171450" indent="-171450">
              <a:buFont typeface="Arial" panose="020B0604020202020204" pitchFamily="34" charset="0"/>
              <a:buChar char="•"/>
            </a:pPr>
            <a:r>
              <a:rPr lang="en-US" b="0"/>
              <a:t>Security optimizes for protection and risk reduction</a:t>
            </a:r>
          </a:p>
          <a:p>
            <a:pPr marL="171450" indent="-171450">
              <a:buFont typeface="Arial" panose="020B0604020202020204" pitchFamily="34" charset="0"/>
              <a:buChar char="•"/>
            </a:pPr>
            <a:r>
              <a:rPr lang="en-US" b="0"/>
              <a:t>IT optimizes for consistency, visibility, and cost</a:t>
            </a:r>
          </a:p>
          <a:p>
            <a:pPr marL="171450" indent="-171450">
              <a:buFont typeface="Arial" panose="020B0604020202020204" pitchFamily="34" charset="0"/>
              <a:buChar char="•"/>
            </a:pPr>
            <a:r>
              <a:rPr lang="en-US" b="0"/>
              <a:t>Governance exists to reconcile these pressures, not pick sides</a:t>
            </a:r>
          </a:p>
          <a:p>
            <a:pPr marL="0" indent="0">
              <a:buFont typeface="Arial" panose="020B0604020202020204" pitchFamily="34" charset="0"/>
              <a:buNone/>
            </a:pPr>
            <a:endParaRPr 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*****************TALK TRACK*******************</a:t>
            </a:r>
          </a:p>
          <a:p>
            <a:endParaRPr lang="en-US"/>
          </a:p>
          <a:p>
            <a:r>
              <a:rPr lang="en-US"/>
              <a:t>As agents scale, different roles start optimizing for very different things. And there’s a risk in balancing too much to one side of the other. Many organizations get stuck because Governance is too tight. While Security and Governance are non-negotiable, they need to strike a good balance with innovation (for example prioritizing low risk agents while working on the necessary guardrails for critical use cases with higher risk.</a:t>
            </a:r>
          </a:p>
          <a:p>
            <a:endParaRPr lang="en-US"/>
          </a:p>
          <a:p>
            <a:r>
              <a:rPr lang="en-US"/>
              <a:t>Creators and makers are focused on building useful agents — conversational experiences that can act on their behalf, drive efficiency, and reduce cost. Speed and flexibility matter most here.</a:t>
            </a:r>
          </a:p>
          <a:p>
            <a:endParaRPr lang="en-US"/>
          </a:p>
          <a:p>
            <a:r>
              <a:rPr lang="en-US"/>
              <a:t>Security leaders are asking a different set of questions. Where are the risks? Can we discover all agents, protect sensitive data, control access, and stay compliant as threats evolve?</a:t>
            </a:r>
          </a:p>
          <a:p>
            <a:endParaRPr lang="en-US"/>
          </a:p>
          <a:p>
            <a:r>
              <a:rPr lang="en-US"/>
              <a:t>And from a CIO perspective, the concern is consistency at scale — making sure what’s being built follows guidelines, that there’s visibility into usage, expert review where it matters, and a clear line to cost efficiency and ROI.</a:t>
            </a:r>
          </a:p>
          <a:p>
            <a:endParaRPr lang="en-US"/>
          </a:p>
          <a:p>
            <a:r>
              <a:rPr lang="en-US"/>
              <a:t>These tensions are normal. </a:t>
            </a:r>
          </a:p>
          <a:p>
            <a:endParaRPr lang="en-US"/>
          </a:p>
          <a:p>
            <a:r>
              <a:rPr lang="en-US"/>
              <a:t>Governance isn’t about slowing one group down to satisfy another. It’s about creating shared guardrails so innovation can move forward without creating blind spots or unmanaged risk.</a:t>
            </a:r>
          </a:p>
          <a:p>
            <a:endParaRPr lang="en-US"/>
          </a:p>
          <a:p>
            <a:endParaRPr lang="en-US"/>
          </a:p>
        </p:txBody>
      </p:sp>
      <p:sp>
        <p:nvSpPr>
          <p:cNvPr id="4" name="Slide Number Placeholder 3">
            <a:extLst>
              <a:ext uri="{FF2B5EF4-FFF2-40B4-BE49-F238E27FC236}">
                <a16:creationId xmlns:a16="http://schemas.microsoft.com/office/drawing/2014/main" id="{22FED801-F2E6-55C8-6EBC-535C75B46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03D966-0B73-714A-AABC-5EE428DD180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96019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AI becomes more agentic, the threat landscape changes in important ways. Some risks are familiar — sensitive data exposure or shadow AI. But agents introduce net-new threats from autonomy and action-taking. Three areas matter most: intent breaking and misbehavior, tool misuse and exploitation, and memory and context poisoning. These aren’t problems security teams can solve alone. Developers and IT teams play a critical role alongside security. This is why security in an agentic world becomes a team sport.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its core, agent governance exists to ensure agents are secure, compliant, reusable, and aligned with business priorities. It reduces duplication, embeds RAI principles, and brings lifecycle discipline from ideation through deployment and ongoing monitoring. Engineering, security, compliance, and business teams operate from the same expectations. When done well, this isn’t restrictive. It enables confident innovation and reinforces a culture of accountability.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starts with observability — because you can’t protect what you can’t see. IT teams need to understand what agents exist. Developers need visibility into real-world behavior. Security needs to discover, govern, and protect agents regardless of origin. Shared security primitives — centralized inventory, consistent access policies, data protection, threat detection — create a common foundation that makes governance scalable.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There’s a need for bringing together data security and compliance, threat protection and posture management, identity and access, and AI governance and safety systems into one connected approach. That coverage spans copilots and agents, AI apps, and AI platforms and clouds. The same controls, visibility, and protections apply across the stack.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82EF-70C2-3172-FD7D-C0CE095FA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71661-1D30-707D-5A33-F1F7EF44CF6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CD23289-A1F2-5932-B062-83A87515D4DE}"/>
              </a:ext>
            </a:extLst>
          </p:cNvPr>
          <p:cNvSpPr>
            <a:spLocks noGrp="1"/>
          </p:cNvSpPr>
          <p:nvPr>
            <p:ph type="body" sz="quarter" idx="3"/>
          </p:nvPr>
        </p:nvSpPr>
        <p:spPr/>
        <p:txBody>
          <a:bodyPr/>
          <a:lstStyle/>
          <a:p>
            <a:r>
              <a:t>There’s a need for bringing together data security and compliance, threat protection and posture management, identity and access, and AI governance and safety systems into one connected approach. That coverage spans copilots and agents, AI apps, and AI platforms and clouds. The same controls, visibility, and protections apply across the stack.</a:t>
            </a:r>
          </a:p>
        </p:txBody>
      </p:sp>
      <p:sp>
        <p:nvSpPr>
          <p:cNvPr id="4" name="Slide Number Placeholder 3">
            <a:extLst>
              <a:ext uri="{FF2B5EF4-FFF2-40B4-BE49-F238E27FC236}">
                <a16:creationId xmlns:a16="http://schemas.microsoft.com/office/drawing/2014/main" id="{F169D00E-E1FC-1D5F-9256-68D36B64C4D0}"/>
              </a:ext>
            </a:extLst>
          </p:cNvPr>
          <p:cNvSpPr>
            <a:spLocks noGrp="1"/>
          </p:cNvSpPr>
          <p:nvPr>
            <p:ph type="sldNum" sz="quarter" idx="5"/>
          </p:nvPr>
        </p:nvSpPr>
        <p:spPr/>
      </p:sp>
    </p:spTree>
    <p:extLst>
      <p:ext uri="{BB962C8B-B14F-4D97-AF65-F5344CB8AC3E}">
        <p14:creationId xmlns:p14="http://schemas.microsoft.com/office/powerpoint/2010/main" val="2525437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questions surface how Responsible AI shows up in practice today — not just whether a framework exists, but how it’s actually used in decision-making workflows and agent development processes.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Microsoft, our view has always been that if you’re building technology with the potential to change how the world works, you also carry responsibility for how it’s used. These six principles were first established in 2018, and they haven’t changed. What’s notable is not their age, but their durability.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Responsible AI only works when it’s treated as an ongoing practice, built on a trusted foundation. It starts with clear expectations, then moves into governance, review, and decision-making. Over time, organizations add continuous risk discovery, measurement, and mitigation — and ultimately, always-on monitoring in production. Trust is treated as something you actively maintain, not something you assume.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Across Microsoft’s AI solutions, there are built-in tools designed to help teams make progress on Responsible AI in practical ways. Organizations make faster progress when RAI is supported by the platform itself.</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We’ve covered a lot of ground. This slide pulls together a simple lifecycle — map, measure, and manage — and points to where teams can go deeper. Many of these capabilities are already embedded in Azure AI Foundry.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questions surface how governance actually works when AI is in motion. Consistency across environments matters more than point solutions. Automation is required to keep pace. Lifecycle clarity prevents unmanaged risk as agents persist.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questions pressure-test how security holds up once AI becomes agentic. Traditional security controls were designed for human-initiated actions. Agents require new security primitives.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identity and access teams, this should feel very familiar. What’s changing is the subject — agents now need the same identity discipline as users: identities, defined permissions, lifecycle controls, and protection from risky access patterns.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of the identity responsibilities now extend directly to agents. Managing agent identities and lifecycle, governing who creates agents, governing their permissions, protecting their access paths, and protecting them from malicious traffic.</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matter how strong preventive controls are, breaches still happen. SOC analysts triage alerts, respond to incidents, hunt threats, evaluate posture, and manage attack paths. Agents introduce new paths adversaries can exploit — they shouldn’t be a blind spot.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Agent-based attacks don’t look like traditional security incidents. Agents have memory, act autonomously, and interact with tools and data without direct human involvement. Protections need to adapt: blocking prompt injection in real-time, monitoring posture, spotting emerging patterns, and hunting across agent data.</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AI becomes more open and composable, developers are taking on a larger share of responsibility. Open-source models expand the attack surface. Security can’t live only at runtime — it needs to move earlier into how models, prompts, integrations, and agents are built.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why we believe in a code-to-runtime mindset. Developers bring content safety, red teaming, and secure workflows. Security brings identity, posture, threat protection, and data compliance. Security isn’t something you add at the end — it’s built in from the first line of code.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set of questions is about whether data privacy and compliance are keeping pace with how AI is actually being used. Data flows become more dynamic with agents. Consistent privacy controls, ongoing compliance assessments, and continuous monitoring are essential.</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GenAI applications and agents become more common, four data risk questions show up quickly: Who’s using GenAI and how is access governed? What types of apps? What sensitive data is flowing in? Are outputs protected?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Microsoft Purview plays a central role: discovering risks, classifying sensitive information, preventing data loss, identifying risky user behavior, and managing data lifecycle. These controls work well when humans are in the loop — agents introduce new gaps requiring purpose-built controls.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organizations move from GenAI apps to agents, the nature of data risk shifts. Data access is no longer always driven by user actions. Agents can initiate interactions, move data across systems, and operate continuously. The core challenge is accountability and visibility.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C14BC-1E8A-4EBC-5D5D-2D5BDFBEC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4A1880-460B-007F-D6CC-BEC6D8C22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7B82CBD-45A8-8C76-5E6E-2F964D2F29D1}"/>
              </a:ext>
            </a:extLst>
          </p:cNvPr>
          <p:cNvSpPr>
            <a:spLocks noGrp="1"/>
          </p:cNvSpPr>
          <p:nvPr>
            <p:ph type="body" sz="quarter" idx="3"/>
          </p:nvPr>
        </p:nvSpPr>
        <p:spPr/>
        <p:txBody>
          <a:bodyPr/>
          <a:lstStyle/>
          <a:p>
            <a:r>
              <a:t>As organizations move from GenAI apps to agents, the nature of data risk shifts. Data access is no longer always driven by user actions. Agents can initiate interactions, move data across systems, and operate continuously. The core challenge is accountability and visibility.</a:t>
            </a:r>
          </a:p>
        </p:txBody>
      </p:sp>
      <p:sp>
        <p:nvSpPr>
          <p:cNvPr id="4" name="Slide Number Placeholder 3">
            <a:extLst>
              <a:ext uri="{FF2B5EF4-FFF2-40B4-BE49-F238E27FC236}">
                <a16:creationId xmlns:a16="http://schemas.microsoft.com/office/drawing/2014/main" id="{E57EC8EF-0585-3A9C-5ABF-65421E80CAE7}"/>
              </a:ext>
            </a:extLst>
          </p:cNvPr>
          <p:cNvSpPr>
            <a:spLocks noGrp="1"/>
          </p:cNvSpPr>
          <p:nvPr>
            <p:ph type="sldNum" sz="quarter" idx="5"/>
          </p:nvPr>
        </p:nvSpPr>
        <p:spPr/>
      </p:sp>
    </p:spTree>
    <p:extLst>
      <p:ext uri="{BB962C8B-B14F-4D97-AF65-F5344CB8AC3E}">
        <p14:creationId xmlns:p14="http://schemas.microsoft.com/office/powerpoint/2010/main" val="5935586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move fast. When agents operate across tools, apps, and data sources, the most effective place to apply protection is at the data layer itself. Classification, access controls, and policy enforcement must apply automatically — without relying on humans to intervene.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regulation is no longer a future concern or a single-region issue. The challenge for most organizations isn’t tracking every individual regulation — it’s designing governance and security practices that can adapt as requirements evolve across regions.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What’s changing isn’t just the number of regulations — it’s the nature of what regulators expect. Expectations are shifting from static reporting toward real-time accountability. Trust becomes the control plane for resilient innovation.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way trust holds up over time is by being built into the lifecycle, not layered on at the end. Issues are caught earlier, controls stay consistent, and teams don’t have to choose between speed and safety. When compliance, security, and governance are embedded end to end, trust becomes durable — and AI can scale with confidence.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contains real-world, publicly documented case studies and citations that illustrate the risks of ungoverned AI and the value of strong AI governance practices. Each slide covers a specific theme: breach costs, chatbot/agent incidents, regulatory enforcement, security vulnerabilities, and governance as a growth enabler. All sources are publicly available and cited at the bottom of each slide.</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a:t>
            </a:r>
          </a:p>
          <a:p>
            <a:endParaRPr lang="en-US"/>
          </a:p>
          <a:p>
            <a:r>
              <a:t>1. IBM Cost of a Data Breach Report, July 2025</a:t>
            </a:r>
          </a:p>
          <a:p>
            <a:r>
              <a:t>   https://newsroom.ibm.com/2025-07-30-ibm-report-13-of-organizations-reported-breaches-of-ai-models-or-applications</a:t>
            </a:r>
          </a:p>
          <a:p>
            <a:endParaRPr lang="en-US"/>
          </a:p>
          <a:p>
            <a:r>
              <a:t>2. IBM / Ponemon Institute, Cost of a Data Breach Report 2025</a:t>
            </a:r>
          </a:p>
          <a:p>
            <a:r>
              <a:t>   Key finding: 13% of organizations reported breaches of AI models or applications, 97% of which reported lacking proper AI access controls. 60% of AI-related security incidents led to compromised data.</a:t>
            </a:r>
          </a:p>
          <a:p>
            <a:endParaRPr lang="en-US"/>
          </a:p>
          <a:p>
            <a:r>
              <a:t>3. TechRepublic, "Shadow AI and Poor Governance Linked to Costlier Breaches," 2025</a:t>
            </a:r>
          </a:p>
          <a:p>
            <a:r>
              <a:t>   https://www.techrepublic.com/article/news-ai-breach-risks-rise-as-governance-lags/</a:t>
            </a:r>
          </a:p>
          <a:p>
            <a:r>
              <a:t>   Key finding: Only 34% of organizations with AI governance audit for misuse.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a:t>
            </a:r>
          </a:p>
          <a:p>
            <a:endParaRPr lang="en-US"/>
          </a:p>
          <a:p>
            <a:r>
              <a:t>1. CBC News, "Air Canada found liable for chatbot's bad advice on plane tickets," February 2024</a:t>
            </a:r>
          </a:p>
          <a:p>
            <a:r>
              <a:t>   https://www.cbc.ca/news/canada/british-columbia/air-canada-chatbot-lawsuit-1.7116416</a:t>
            </a:r>
          </a:p>
          <a:p>
            <a:r>
              <a:t>   A tribunal ruled Air Canada liable for its chatbot giving a customer incorrect bereavement fare advice, rejecting the airline's claim that the chatbot was a separate legal entity.</a:t>
            </a:r>
          </a:p>
          <a:p>
            <a:endParaRPr lang="en-US"/>
          </a:p>
          <a:p>
            <a:r>
              <a:t>2. COMPEL Framework, "Case Study 01: Three Chatbot Incidents," 2024</a:t>
            </a:r>
          </a:p>
          <a:p>
            <a:r>
              <a:t>   https://www.compelframework.org/articles/casestudy-chatbot-incidents-watsonville-air-canada-dpd</a:t>
            </a:r>
          </a:p>
          <a:p>
            <a:r>
              <a:t>   Documents the Chevrolet of Watsonville ($1 Tahoe prompt injection) and DPD (chatbot swearing) incidents.</a:t>
            </a:r>
          </a:p>
          <a:p>
            <a:endParaRPr lang="en-US"/>
          </a:p>
          <a:p>
            <a:r>
              <a:t>3. TechCrunch, "Samsung bans use of generative AI tools like ChatGPT after April internal data leak," May 2023</a:t>
            </a:r>
          </a:p>
          <a:p>
            <a:r>
              <a:t>   https://techcrunch.com/2023/05/02/samsung-bans-use-of-generative-ai-tools-like-chatgpt-after-april-internal-data-leak/</a:t>
            </a:r>
          </a:p>
          <a:p>
            <a:r>
              <a:t>   Samsung engineers pasted proprietary source code and meeting transcripts into ChatGPT on three separate occasions.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a:t>
            </a:r>
          </a:p>
          <a:p>
            <a:endParaRPr lang="en-US"/>
          </a:p>
          <a:p>
            <a:r>
              <a:t>1. The Hacker News, "Italy Fines OpenAI €15 Million for ChatGPT GDPR Data Privacy Violations," December 2024</a:t>
            </a:r>
          </a:p>
          <a:p>
            <a:r>
              <a:t>   https://thehackernews.com/2024/12/italy-fines-openai-15-million-for.html</a:t>
            </a:r>
          </a:p>
          <a:p>
            <a:endParaRPr lang="en-US"/>
          </a:p>
          <a:p>
            <a:r>
              <a:t>2. European Data Protection Board, "Dutch Supervisory Authority imposes a fine on Clearview AI," September 2024</a:t>
            </a:r>
          </a:p>
          <a:p>
            <a:r>
              <a:t>   https://www.edpb.europa.eu/news/national-news/2024/dutch-supervisory-authority-imposes-fine-clearview-because-illegal-data_en</a:t>
            </a:r>
          </a:p>
          <a:p>
            <a:r>
              <a:t>   Clearview AI fined €30.5M by the Netherlands; cumulative GDPR fines across Europe total hundreds of millions of euros.</a:t>
            </a:r>
          </a:p>
          <a:p>
            <a:endParaRPr lang="en-US"/>
          </a:p>
          <a:p>
            <a:r>
              <a:t>3. EU AI Act, Regulation 2024/1689, effective February 2025</a:t>
            </a:r>
          </a:p>
          <a:p>
            <a:r>
              <a:t>   https://orbit.reconn.io/eu-ai-act/</a:t>
            </a:r>
          </a:p>
          <a:p>
            <a:r>
              <a:t>   Fines of up to €35M or 7% of global revenue for prohibited AI practices. Tiered penalties for lesser violations.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a:t>
            </a:r>
          </a:p>
          <a:p>
            <a:endParaRPr lang="en-US"/>
          </a:p>
          <a:p>
            <a:r>
              <a:t>1. Microsoft Security Blog, "Mitigating Skeleton Key, a new type of generative AI jailbreak technique," June 2024</a:t>
            </a:r>
          </a:p>
          <a:p>
            <a:r>
              <a:t>   https://www.microsoft.com/en-us/security/blog/2024/06/26/mitigating-skeleton-key-a-new-type-of-generative-ai-jailbreak-technique/</a:t>
            </a:r>
          </a:p>
          <a:p>
            <a:endParaRPr lang="en-US"/>
          </a:p>
          <a:p>
            <a:r>
              <a:t>2. Dark Reading, "Copilot 'SearchLeak' Attack Allows 1-Click Data Theft," June 2026</a:t>
            </a:r>
          </a:p>
          <a:p>
            <a:r>
              <a:t>   https://www.darkreading.com/application-security/copilot-searchleak-attack-1-click-data-theft</a:t>
            </a:r>
          </a:p>
          <a:p>
            <a:r>
              <a:t>   A three-stage prompt injection chain using hidden URLs and ASCII smuggling. Now patched.</a:t>
            </a:r>
          </a:p>
          <a:p>
            <a:endParaRPr lang="en-US"/>
          </a:p>
          <a:p>
            <a:r>
              <a:t>3. CSO Online, "Meet Hades: The malware that lies to AI security agents," June 2026</a:t>
            </a:r>
          </a:p>
          <a:p>
            <a:r>
              <a:t>   https://www.csoonline.com/article/4182707/meet-hades-the-malware-that-lies-to-ai-security-agents-2.html</a:t>
            </a:r>
          </a:p>
          <a:p>
            <a:endParaRPr lang="en-US"/>
          </a:p>
          <a:p>
            <a:r>
              <a:t>4. CSO Online, "Attackers can turn AI agent guardrails into denial-of-service weapons," June 2026</a:t>
            </a:r>
          </a:p>
          <a:p>
            <a:r>
              <a:t>   https://www.csoonline.com/article/4185051/attackers-can-turn-ai-agent-guardrails-into-denial-of-service-weapons.html</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a:t>
            </a:r>
          </a:p>
          <a:p>
            <a:endParaRPr lang="en-US"/>
          </a:p>
          <a:p>
            <a:r>
              <a:t>1. EY Global Newsroom, "EY survey: companies advancing responsible AI governance linked to better business outcomes," October 2025</a:t>
            </a:r>
          </a:p>
          <a:p>
            <a:r>
              <a:t>   https://www.ey.com/en_gl/newsroom/2025/10/ey-survey-companies-advancing-responsible-ai-governance-linked-to-better-business-outcomes</a:t>
            </a:r>
          </a:p>
          <a:p>
            <a:endParaRPr lang="en-US"/>
          </a:p>
          <a:p>
            <a:r>
              <a:t>2. PwC, "Quantifying the value of Responsible AI," August 2025</a:t>
            </a:r>
          </a:p>
          <a:p>
            <a:r>
              <a:t>   https://www.pwc.com/gx/en/issues/technology/measuring-responsible-ai-value.html</a:t>
            </a:r>
          </a:p>
          <a:p>
            <a:r>
              <a:t>   Research shows the biggest financial performance gains from AI accrue to companies that invest in responsible AI practices.</a:t>
            </a:r>
          </a:p>
          <a:p>
            <a:endParaRPr lang="en-US"/>
          </a:p>
          <a:p>
            <a:r>
              <a:t>3. IBM Institute for Business Value, "How governance increases velocity"</a:t>
            </a:r>
          </a:p>
          <a:p>
            <a:r>
              <a:t>   https://www.ibm.com/thought-leadership/institute-business-value/en-us/report/ai-governance-trends</a:t>
            </a:r>
          </a:p>
          <a:p>
            <a:r>
              <a:t>   Organizations with mature AI governance ship AI faster because they spend less time remediating issues.</a:t>
            </a:r>
          </a:p>
          <a:p>
            <a:endParaRPr lang="en-US"/>
          </a:p>
          <a:p>
            <a:r>
              <a:t>4. World Economic Forum, "Why effective AI governance is becoming a growth strategy," January 2026</a:t>
            </a:r>
          </a:p>
          <a:p>
            <a:r>
              <a:t>   https://www.weforum.org/stories/2026/01/why-effective-ai-governance-is-becoming-a-growth-strategy/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101924073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57D239CF-0FC0-DA57-7309-C78F609ADBD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FD01B033-769C-68DE-8D3E-27FE3C6914A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07755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
        <p:nvSpPr>
          <p:cNvPr id="3" name="Footer Placeholder 4">
            <a:extLst>
              <a:ext uri="{FF2B5EF4-FFF2-40B4-BE49-F238E27FC236}">
                <a16:creationId xmlns:a16="http://schemas.microsoft.com/office/drawing/2014/main" id="{334FD8BF-B494-032B-F6CD-0593844EB58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736C660E-B10D-E01E-32C6-2044D500553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5" name="Rectangle 4">
            <a:extLst>
              <a:ext uri="{FF2B5EF4-FFF2-40B4-BE49-F238E27FC236}">
                <a16:creationId xmlns:a16="http://schemas.microsoft.com/office/drawing/2014/main" id="{2E394715-986D-D668-EA4F-3A9A49EB4898}"/>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Text Placeholder 5">
            <a:extLst>
              <a:ext uri="{FF2B5EF4-FFF2-40B4-BE49-F238E27FC236}">
                <a16:creationId xmlns:a16="http://schemas.microsoft.com/office/drawing/2014/main" id="{A0A36A45-878E-A130-32D8-50467E4BF46E}"/>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12707019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00444127"/>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54F6763-6AC0-1DA6-1360-1C00202183D0}"/>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642E3F12-56AE-7F42-FB6B-08C8BCE1125C}"/>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2548312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F7A67744-3A81-A196-C793-7AE47DC61CB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28315729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232457862"/>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3C4A7113-1C85-4A35-B434-022FA5B6BA39}"/>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5FB01DBE-96D0-E685-11FC-257412DD4794}"/>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690052723"/>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C130585-D54D-146D-BF08-6BFDED17823D}"/>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3E8F1F66-3401-42D8-4EA7-93016BF04FDB}"/>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48470846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AFDE0EE-2116-208F-62CB-54A9034B8825}"/>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D22BF405-1FBE-1A50-B071-649A2F53198E}"/>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515622222"/>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036383BE-CEF0-AE60-39EF-893B2F5AD4E9}"/>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F1D9F03C-20F5-D5CD-6BC9-893C4CAA81F2}"/>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69972509"/>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18818718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537629355"/>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93103B53-A33A-4C22-EB04-8A59B43A6F57}"/>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BD94F24E-850F-4606-EBE4-1C792FDC7296}"/>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8A720D4C-C93E-2243-CD86-4749B26754BF}"/>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EC6BA77D-DE5B-5A8F-08AC-C36720B853F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196498359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2" name="Rectangle 1">
            <a:extLst>
              <a:ext uri="{FF2B5EF4-FFF2-40B4-BE49-F238E27FC236}">
                <a16:creationId xmlns:a16="http://schemas.microsoft.com/office/drawing/2014/main" id="{9BFE431A-6F63-61D1-5528-CC8B3D1C1287}"/>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1F0BB7E2-D63A-6124-F98E-11354981C92A}"/>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CF4831CE-A045-C1F7-3391-315EA9878B29}"/>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 name="Text Placeholder 4">
            <a:extLst>
              <a:ext uri="{FF2B5EF4-FFF2-40B4-BE49-F238E27FC236}">
                <a16:creationId xmlns:a16="http://schemas.microsoft.com/office/drawing/2014/main" id="{D2E456AC-17EB-0AF8-20F4-AB9CC430F695}"/>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7" name="Text Placeholder 4">
            <a:extLst>
              <a:ext uri="{FF2B5EF4-FFF2-40B4-BE49-F238E27FC236}">
                <a16:creationId xmlns:a16="http://schemas.microsoft.com/office/drawing/2014/main" id="{2E4377E8-5BFD-B0E9-B4ED-4FD6B58CE21A}"/>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8" name="Text Placeholder 4">
            <a:extLst>
              <a:ext uri="{FF2B5EF4-FFF2-40B4-BE49-F238E27FC236}">
                <a16:creationId xmlns:a16="http://schemas.microsoft.com/office/drawing/2014/main" id="{9B017822-0BF5-6D15-F0C4-DF7158A69AB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9" name="Footer Placeholder 4">
            <a:extLst>
              <a:ext uri="{FF2B5EF4-FFF2-40B4-BE49-F238E27FC236}">
                <a16:creationId xmlns:a16="http://schemas.microsoft.com/office/drawing/2014/main" id="{369BB4E9-953D-13C9-5C4F-A7CBF551E29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7FD7A82D-6421-49CF-F825-7CE531C634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64E8B8E6-D90D-1BF2-48AA-91286BE2B4E0}"/>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46339188"/>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2D48B2AA-6947-C03E-ADC6-C678C17A578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312641"/>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9FC74D6-AD99-AABF-12F6-7642D40770D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A3D4C85A-3A2E-8E91-967B-CE12E2C7DD90}"/>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D75A541-BC17-6A99-361D-DA6B775B8C6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754010326"/>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EC8E6EE-2B6E-6C6F-D2A7-4AFE1960FD0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1B344902-03DA-C26A-4C75-FC87375732BB}"/>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E627296-68AC-1F15-B54F-8B15B646CBC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27906411"/>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4404E176-9D63-2251-DB1F-98BAD1464F54}"/>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BD4FD3D3-B8EA-F298-F342-54EF0CB4FCD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8828C46C-E045-CD92-B361-46CB62E1A6AB}"/>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030379362"/>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83F9385D-20D7-65E5-C1AD-69DD5459348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C77E3538-D23A-519D-8669-DD15F202912C}"/>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5165596-F21C-DE10-0A8C-34E4275ED734}"/>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99045159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7C4FBADD-F067-B3AF-C12C-91F41517AA8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8A09DC6A-3ABD-FA76-F91A-542191F8119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42A1CAF-487A-64E9-5E94-09FE71944536}"/>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96369515"/>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B88F2084-DA25-8C9A-182C-8DE4B84EFDAC}"/>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090D05A-BF94-633F-516E-FE9B230DE505}"/>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728C721-2C10-2D48-704A-93E4498C9F8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7031434"/>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2398095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035631961"/>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787324561"/>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850664127"/>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F5A77CDA-1A1F-95F2-63BD-FE156E5B2C5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E4AEBDCD-9C2D-EEFB-B8AA-57C8FA5AA39D}"/>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8E680C46-DD6E-2772-6C7F-9ABBF1084DAA}"/>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87E4FFEA-0F83-8586-B517-90DD00832CF5}"/>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D6B50B51-CE3D-38FF-5636-E5C9FAE6FE4B}"/>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59C8C57C-AFC7-D01F-613B-F5B14F66475E}"/>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51F73151-2D25-CF71-828F-A7F78A77D489}"/>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B057F83D-1835-ACBE-2D5E-AAC0F15D0324}"/>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785AE538-2609-09D4-98DB-1BAD837D08EA}"/>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72E46CC4-F931-28FB-2628-6BEAF5FB14B7}"/>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4BC71DE5-819B-C005-63EE-60F2C8976600}"/>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6769B0D6-C235-3FFB-68F0-6C71DA3D27CC}"/>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0839622-0C49-0673-D387-176594B9294D}"/>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A703FB1-8CFD-22C4-3581-510F481C59F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9AA6C92-B973-A246-543A-DA7024338990}"/>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C97EF50-98A4-7394-1AC3-7948542D2EBB}"/>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71CDBF7-B0E8-41F0-507D-D72662E19767}"/>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ACE30668-CFEF-9BBA-BC0A-FED30EDA9F0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6A8C712-24B5-D582-C6C6-66364E9C5B32}"/>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BCFE365B-681D-FE30-2F1F-2D64E860BE65}"/>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2C09DC0-2C01-2506-33E7-D6EB4BA639AA}"/>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A60E9F-F527-1461-EC01-88A6BE8FE8ED}"/>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A46AAA8-9E2C-3124-9D83-CD6EA8DDDE7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845619A-43F0-3C64-9695-D41987557628}"/>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698782"/>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42277A82-6FEA-C4D0-9E28-E117F876AC8F}"/>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D99FD728-6CFC-EE92-32C5-2D9201701C8C}"/>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FE6FFCF3-633F-F32F-0BF7-C3C64915C318}"/>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766B6CE9-2C91-181B-38A8-1C94653313F0}"/>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8E7DAB6E-62FB-0C9A-E741-A25349B1BEB7}"/>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22AE26C2-E654-E876-95A7-663B3B09DA26}"/>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2EEC6608-B71C-2E42-E89F-164F6C023AC3}"/>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7A5D5811-4EFB-D4C8-CE6E-157CD675DACF}"/>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EC19532D-5FE2-50E3-31D0-8A57E75DEF39}"/>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9A5101B0-44D5-D6DD-F397-8F26B636C93D}"/>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F2555AB8-660D-AE17-8A2B-13A2FD81029B}"/>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C42AF09C-3D4B-E1FD-67F4-9B3D8E347B5F}"/>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6518AC3-FDF8-7193-71F4-4CEA2D1FF8E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1D1E547-A1FD-0CE9-946A-DA586A41FF23}"/>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0AF7CAD-00EF-C6D2-2C76-D401FECAE2B3}"/>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6DFEA73-5C98-E619-D86F-DB87FD9681A5}"/>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7D2B67F-A598-E9EC-357A-305B647D1A4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FD18EAC-59B1-4201-E61F-EBD6E293ED68}"/>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5653100-8859-6236-D5E2-2790E2DFED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D0213B19-9E32-AAEC-62F0-698C8CCC8732}"/>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F0AEF15B-8B21-9388-6B3F-24C67DAFED3B}"/>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F9E7A05-57AC-B24F-F842-ADF7B020BCAF}"/>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D9FB6FD-7F69-6C1E-3256-9B35EE805B2A}"/>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5D14B98-A28C-3966-4B22-65EFE888C04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821494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A3A020A6-9A60-94E8-6B70-3C502ECAD284}"/>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3733710C-677D-D1C1-B77D-657B4AF266C9}"/>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E69F4CA9-D0F4-5886-9D88-DF8DCBFC4CD0}"/>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D5CC0856-4400-3A44-F7D8-9E23ED5B660E}"/>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BF703BD7-0931-54E3-335D-29A8CB10AD8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C92BD23E-F50A-5B5C-BD4C-66E574BD5ACC}"/>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7F8313C6-D1ED-0623-C13D-04764C405EAC}"/>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4880B96F-148F-E451-F0D5-2828ACDE3559}"/>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9321ED2F-0280-5E22-D33D-F6D95B66D796}"/>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A45573A2-63AB-2289-2308-C12FB78CC434}"/>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991CC61F-FDA6-AADF-A920-17605163EC82}"/>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11FE0D84-9F9D-0282-46B1-4A2033E1F7A1}"/>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FA30DF63-9B0D-2594-E696-0F5C23B981FE}"/>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6A45DE55-CB97-0CDE-175E-A1583439764C}"/>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7FB3EB0-CC7C-E6CE-1810-82B69695C918}"/>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2410162-624B-1877-1CC8-79829002D0A7}"/>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EA485B8-B735-FF81-2039-4646DA9EC22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203A4ED-EF6D-A767-5678-BAC0E9B5313E}"/>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370C370-17A3-8143-8D98-A0BD97122808}"/>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35533C-A56E-15BC-13BA-D548AB87BB2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05F20445-6AD2-C26B-3D01-92A2C20EE412}"/>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1483D1A-AE55-396E-4DA1-73EBD3FB92B8}"/>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3057AA8-DDAD-0138-2F24-3A2FBF2472CD}"/>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9E2FDA8-DCE2-EACE-BEEC-8C93F9B60C55}"/>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3987163"/>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024777686"/>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AD47F79A-06C6-8146-2726-E337C57DFA6F}"/>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0A0A8ADA-90CC-2EF5-AE44-69BC64BA09FF}"/>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8450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0" y="-689429"/>
            <a:ext cx="11018520" cy="492443"/>
          </a:xfrm>
        </p:spPr>
        <p:txBody>
          <a:bodyPr/>
          <a:lstStyle>
            <a:lvl1pPr>
              <a:defRPr sz="3200"/>
            </a:lvl1pPr>
          </a:lstStyle>
          <a:p>
            <a:r>
              <a:rPr lang="en-US"/>
              <a:t>Click to edit Master title style</a:t>
            </a:r>
          </a:p>
        </p:txBody>
      </p:sp>
    </p:spTree>
    <p:extLst>
      <p:ext uri="{BB962C8B-B14F-4D97-AF65-F5344CB8AC3E}">
        <p14:creationId xmlns:p14="http://schemas.microsoft.com/office/powerpoint/2010/main" val="701206562"/>
      </p:ext>
    </p:extLst>
  </p:cSld>
  <p:clrMapOvr>
    <a:masterClrMapping/>
  </p:clrMapOvr>
  <p:transition>
    <p:fade/>
  </p:transition>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3" name="MS logo white - EMF" descr="Microsoft logo white text version">
            <a:extLst>
              <a:ext uri="{FF2B5EF4-FFF2-40B4-BE49-F238E27FC236}">
                <a16:creationId xmlns:a16="http://schemas.microsoft.com/office/drawing/2014/main" id="{756F3268-D9C2-26AA-E372-6D3615ACF2F1}"/>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6" name="Straight Connector 5">
            <a:extLst>
              <a:ext uri="{FF2B5EF4-FFF2-40B4-BE49-F238E27FC236}">
                <a16:creationId xmlns:a16="http://schemas.microsoft.com/office/drawing/2014/main" id="{2B9F499C-C8C9-89B3-E576-C790AC68B913}"/>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87963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1963357217"/>
      </p:ext>
    </p:extLst>
  </p:cSld>
  <p:clrMapOvr>
    <a:masterClrMapping/>
  </p:clrMapOvr>
  <p:transition>
    <p:fade/>
  </p:transition>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519038517"/>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Rectangle 2">
            <a:extLst>
              <a:ext uri="{FF2B5EF4-FFF2-40B4-BE49-F238E27FC236}">
                <a16:creationId xmlns:a16="http://schemas.microsoft.com/office/drawing/2014/main" id="{B6DB6C57-3951-6006-519D-4615F6898754}"/>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8" name="Rectangle 7">
            <a:extLst>
              <a:ext uri="{FF2B5EF4-FFF2-40B4-BE49-F238E27FC236}">
                <a16:creationId xmlns:a16="http://schemas.microsoft.com/office/drawing/2014/main" id="{891B525B-89EA-B373-ECC8-6581C820A14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383802497"/>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 name="Rectangle 4">
            <a:extLst>
              <a:ext uri="{FF2B5EF4-FFF2-40B4-BE49-F238E27FC236}">
                <a16:creationId xmlns:a16="http://schemas.microsoft.com/office/drawing/2014/main" id="{505C1F9C-EA6B-0516-A59C-EEAD91DB727F}"/>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136137223"/>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82685789"/>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BB45644B-7519-025A-EA25-1E735AD16218}"/>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DBD08C04-D9E4-3431-3EE6-88E1E7DC1432}"/>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838807973"/>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ED3AF0C5-128A-D8D2-10FE-D34EF3815AE9}"/>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694A7857-C08F-E8FE-F2F9-253ACC13995A}"/>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563447190"/>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
        <p:nvSpPr>
          <p:cNvPr id="3" name="Rectangle 2">
            <a:extLst>
              <a:ext uri="{FF2B5EF4-FFF2-40B4-BE49-F238E27FC236}">
                <a16:creationId xmlns:a16="http://schemas.microsoft.com/office/drawing/2014/main" id="{7AA14FFF-7DEA-4B50-5F1C-156F46296DD9}"/>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54D39290-8489-ACD7-6388-6779B6CE0A22}"/>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834917608"/>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40C312EF-C4DB-3DDF-D2EA-D34BFAA122C7}"/>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02399519-6CF5-542D-EC43-39FB96B0E3E7}"/>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68718659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r>
              <a:rPr lang="en-US"/>
              <a:t>Click icon to add media</a:t>
            </a:r>
          </a:p>
        </p:txBody>
      </p:sp>
    </p:spTree>
    <p:extLst>
      <p:ext uri="{BB962C8B-B14F-4D97-AF65-F5344CB8AC3E}">
        <p14:creationId xmlns:p14="http://schemas.microsoft.com/office/powerpoint/2010/main" val="222527451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497136910"/>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itle 1">
            <a:extLst>
              <a:ext uri="{FF2B5EF4-FFF2-40B4-BE49-F238E27FC236}">
                <a16:creationId xmlns:a16="http://schemas.microsoft.com/office/drawing/2014/main" id="{1D9C04A6-E993-5211-2533-601A281EE02E}"/>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4" name="Title 1">
            <a:extLst>
              <a:ext uri="{FF2B5EF4-FFF2-40B4-BE49-F238E27FC236}">
                <a16:creationId xmlns:a16="http://schemas.microsoft.com/office/drawing/2014/main" id="{336CD3A4-FED2-D403-B65F-B2D92E676324}"/>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 name="Title 1">
            <a:extLst>
              <a:ext uri="{FF2B5EF4-FFF2-40B4-BE49-F238E27FC236}">
                <a16:creationId xmlns:a16="http://schemas.microsoft.com/office/drawing/2014/main" id="{12B32456-DB82-55AB-700F-6A2C84C4A5EE}"/>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6" name="Title 1">
            <a:extLst>
              <a:ext uri="{FF2B5EF4-FFF2-40B4-BE49-F238E27FC236}">
                <a16:creationId xmlns:a16="http://schemas.microsoft.com/office/drawing/2014/main" id="{CF5FC2D3-1A8D-3942-5723-A6D7439E1B32}"/>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Tree>
    <p:extLst>
      <p:ext uri="{BB962C8B-B14F-4D97-AF65-F5344CB8AC3E}">
        <p14:creationId xmlns:p14="http://schemas.microsoft.com/office/powerpoint/2010/main" val="2406032928"/>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093459470"/>
      </p:ext>
    </p:extLst>
  </p:cSld>
  <p:clrMapOvr>
    <a:masterClrMapping/>
  </p:clrMapOvr>
  <p:transition>
    <p:fade/>
  </p:transition>
  <p:hf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edit Master title style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cxnSp>
        <p:nvCxnSpPr>
          <p:cNvPr id="2" name="Straight Connector 1">
            <a:extLst>
              <a:ext uri="{FF2B5EF4-FFF2-40B4-BE49-F238E27FC236}">
                <a16:creationId xmlns:a16="http://schemas.microsoft.com/office/drawing/2014/main" id="{6BA0E33D-37F8-4AE3-99A1-FD4770D69CED}"/>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030582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3B352466-73AE-2F17-6811-285EC097EE5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cxnSp>
        <p:nvCxnSpPr>
          <p:cNvPr id="4" name="Straight Connector 3">
            <a:extLst>
              <a:ext uri="{FF2B5EF4-FFF2-40B4-BE49-F238E27FC236}">
                <a16:creationId xmlns:a16="http://schemas.microsoft.com/office/drawing/2014/main" id="{4303211B-F044-6B41-91DD-973CBAB6612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ED21EA47-7383-A5AE-F7E2-144D92B236D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115051769"/>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9FB0A9EA-399B-A60A-EF32-091C33971B8F}"/>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cxnSp>
        <p:nvCxnSpPr>
          <p:cNvPr id="4" name="Straight Connector 3">
            <a:extLst>
              <a:ext uri="{FF2B5EF4-FFF2-40B4-BE49-F238E27FC236}">
                <a16:creationId xmlns:a16="http://schemas.microsoft.com/office/drawing/2014/main" id="{FC4F2E8A-9667-9DDE-288A-4AC733332D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50021B30-2A90-F856-B1BD-6A692DE44C5E}"/>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456403923"/>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63E0E838-ED95-446E-6CCB-9AE765F47A3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cxnSp>
        <p:nvCxnSpPr>
          <p:cNvPr id="4" name="Straight Connector 3">
            <a:extLst>
              <a:ext uri="{FF2B5EF4-FFF2-40B4-BE49-F238E27FC236}">
                <a16:creationId xmlns:a16="http://schemas.microsoft.com/office/drawing/2014/main" id="{6AFDC62D-4B4D-701E-E3BD-854924BE099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A781C1D1-D00A-C074-F63A-2F5829F45870}"/>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91038917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E23A4AA-F28B-26BD-57B0-D8FE06D7F7C9}"/>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cxnSp>
        <p:nvCxnSpPr>
          <p:cNvPr id="4" name="Straight Connector 3">
            <a:extLst>
              <a:ext uri="{FF2B5EF4-FFF2-40B4-BE49-F238E27FC236}">
                <a16:creationId xmlns:a16="http://schemas.microsoft.com/office/drawing/2014/main" id="{7AA8CF0A-431A-4CDA-954F-5FD34FCA30D1}"/>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6BF29891-85E9-044C-249E-1DC506F25E0D}"/>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415230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23F6F8EF-12A1-147F-C671-621F5F962D15}"/>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cxnSp>
        <p:nvCxnSpPr>
          <p:cNvPr id="4" name="Straight Connector 3">
            <a:extLst>
              <a:ext uri="{FF2B5EF4-FFF2-40B4-BE49-F238E27FC236}">
                <a16:creationId xmlns:a16="http://schemas.microsoft.com/office/drawing/2014/main" id="{41D2742D-678D-A24A-F321-B95FF34DE0A8}"/>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069EAD12-DD32-29FF-3973-2E7CEB5BC091}"/>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2783273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
        <p:nvSpPr>
          <p:cNvPr id="3" name="TextBox 2">
            <a:extLst>
              <a:ext uri="{FF2B5EF4-FFF2-40B4-BE49-F238E27FC236}">
                <a16:creationId xmlns:a16="http://schemas.microsoft.com/office/drawing/2014/main" id="{DF686E0C-AF28-1E28-195D-FC9EB7617372}"/>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cxnSp>
        <p:nvCxnSpPr>
          <p:cNvPr id="4" name="Straight Connector 3">
            <a:extLst>
              <a:ext uri="{FF2B5EF4-FFF2-40B4-BE49-F238E27FC236}">
                <a16:creationId xmlns:a16="http://schemas.microsoft.com/office/drawing/2014/main" id="{78CED571-7426-C0C1-4C2E-A6F51C76897A}"/>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3">
            <a:extLst>
              <a:ext uri="{FF2B5EF4-FFF2-40B4-BE49-F238E27FC236}">
                <a16:creationId xmlns:a16="http://schemas.microsoft.com/office/drawing/2014/main" id="{362312A6-BFFD-00AE-2397-A723AE1FFE18}"/>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364712685"/>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51300289"/>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426318034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666097444"/>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235287613"/>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87A5FA9C-CA11-551D-8C9C-DD42DEAD3B86}"/>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3" name="TextBox 2">
            <a:extLst>
              <a:ext uri="{FF2B5EF4-FFF2-40B4-BE49-F238E27FC236}">
                <a16:creationId xmlns:a16="http://schemas.microsoft.com/office/drawing/2014/main" id="{C0E1BA35-48A2-0F7C-054E-5452105B0EB9}"/>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29" name="TextBox 28">
            <a:extLst>
              <a:ext uri="{FF2B5EF4-FFF2-40B4-BE49-F238E27FC236}">
                <a16:creationId xmlns:a16="http://schemas.microsoft.com/office/drawing/2014/main" id="{2AB55633-061B-6ED4-E4C8-92DF8B75F0C5}"/>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34" name="TextBox 33">
            <a:extLst>
              <a:ext uri="{FF2B5EF4-FFF2-40B4-BE49-F238E27FC236}">
                <a16:creationId xmlns:a16="http://schemas.microsoft.com/office/drawing/2014/main" id="{B8F4E9EB-CF14-1FDF-2D81-E931ED26059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43" name="TextBox 42">
            <a:extLst>
              <a:ext uri="{FF2B5EF4-FFF2-40B4-BE49-F238E27FC236}">
                <a16:creationId xmlns:a16="http://schemas.microsoft.com/office/drawing/2014/main" id="{081F9009-6FAF-3DAB-98EF-B57786592C4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44" name="TextBox 43">
            <a:extLst>
              <a:ext uri="{FF2B5EF4-FFF2-40B4-BE49-F238E27FC236}">
                <a16:creationId xmlns:a16="http://schemas.microsoft.com/office/drawing/2014/main" id="{B2FBEE97-E16D-914E-6F43-9E74D0DDBC1D}"/>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45" name="TextBox 44">
            <a:extLst>
              <a:ext uri="{FF2B5EF4-FFF2-40B4-BE49-F238E27FC236}">
                <a16:creationId xmlns:a16="http://schemas.microsoft.com/office/drawing/2014/main" id="{3747CC41-4584-0D75-5370-46328CEF879E}"/>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46" name="TextBox 45">
            <a:extLst>
              <a:ext uri="{FF2B5EF4-FFF2-40B4-BE49-F238E27FC236}">
                <a16:creationId xmlns:a16="http://schemas.microsoft.com/office/drawing/2014/main" id="{01220BB4-34E9-83D8-9F57-72691342526E}"/>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47" name="TextBox 46">
            <a:extLst>
              <a:ext uri="{FF2B5EF4-FFF2-40B4-BE49-F238E27FC236}">
                <a16:creationId xmlns:a16="http://schemas.microsoft.com/office/drawing/2014/main" id="{2BBDB343-5265-A98E-6C91-799B40B1095E}"/>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48" name="TextBox 47">
            <a:extLst>
              <a:ext uri="{FF2B5EF4-FFF2-40B4-BE49-F238E27FC236}">
                <a16:creationId xmlns:a16="http://schemas.microsoft.com/office/drawing/2014/main" id="{670518D9-F896-A739-4FD1-DACC805C1E9A}"/>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51" name="TextBox 50">
            <a:extLst>
              <a:ext uri="{FF2B5EF4-FFF2-40B4-BE49-F238E27FC236}">
                <a16:creationId xmlns:a16="http://schemas.microsoft.com/office/drawing/2014/main" id="{9DF72811-596D-0595-BFA2-D34E7BA21F13}"/>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52" name="TextBox 51">
            <a:extLst>
              <a:ext uri="{FF2B5EF4-FFF2-40B4-BE49-F238E27FC236}">
                <a16:creationId xmlns:a16="http://schemas.microsoft.com/office/drawing/2014/main" id="{F334222D-93E3-7D4A-74F3-05E336AF3245}"/>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cxnSp>
        <p:nvCxnSpPr>
          <p:cNvPr id="53" name="Straight Connector 52">
            <a:extLst>
              <a:ext uri="{FF2B5EF4-FFF2-40B4-BE49-F238E27FC236}">
                <a16:creationId xmlns:a16="http://schemas.microsoft.com/office/drawing/2014/main" id="{A85486A9-A12E-4801-010F-689CFBED9FA2}"/>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7F102C0-99F7-2579-DF13-7A4299A93F6E}"/>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62B166E-CCC5-6C4F-6E0C-4786141DA215}"/>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8E27825-5F41-6D72-151A-E11AF0855FB8}"/>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999A4B8-B5CE-8165-9230-5F3DE29E78B4}"/>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5FDAD5B-2E16-F667-1C37-59847BE0B945}"/>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E651BFE-3DF6-5B9D-A894-11822AE7580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BCAAA12-0E59-6462-3F70-AF5A2AF954B9}"/>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D414F4-69A1-D15D-0CC6-FDCB808E6095}"/>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4C055B6-5EE1-E356-AA4A-ADD025B8FF65}"/>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010138-D5AA-8E7C-0815-0FDB5CC45160}"/>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E1F3BCE7-7FC5-B6F7-DFE4-AD7A6E5FBC8C}"/>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7239088"/>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B87BC26A-7C34-479F-4114-F89986902D12}"/>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3" name="TextBox 2">
            <a:extLst>
              <a:ext uri="{FF2B5EF4-FFF2-40B4-BE49-F238E27FC236}">
                <a16:creationId xmlns:a16="http://schemas.microsoft.com/office/drawing/2014/main" id="{BA01427F-2F61-5826-91B0-44BABCAE5955}"/>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29" name="TextBox 28">
            <a:extLst>
              <a:ext uri="{FF2B5EF4-FFF2-40B4-BE49-F238E27FC236}">
                <a16:creationId xmlns:a16="http://schemas.microsoft.com/office/drawing/2014/main" id="{5604DF28-D28C-65C0-0D6B-6BD9504F140F}"/>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34" name="TextBox 33">
            <a:extLst>
              <a:ext uri="{FF2B5EF4-FFF2-40B4-BE49-F238E27FC236}">
                <a16:creationId xmlns:a16="http://schemas.microsoft.com/office/drawing/2014/main" id="{4AD149BF-D2BB-2FE9-6DBF-10274DBE9A83}"/>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43" name="TextBox 42">
            <a:extLst>
              <a:ext uri="{FF2B5EF4-FFF2-40B4-BE49-F238E27FC236}">
                <a16:creationId xmlns:a16="http://schemas.microsoft.com/office/drawing/2014/main" id="{1E67488E-FF77-7347-1144-18A60A70E0C9}"/>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44" name="TextBox 43">
            <a:extLst>
              <a:ext uri="{FF2B5EF4-FFF2-40B4-BE49-F238E27FC236}">
                <a16:creationId xmlns:a16="http://schemas.microsoft.com/office/drawing/2014/main" id="{E15DD351-C693-656E-9C55-38963131B77B}"/>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45" name="TextBox 44">
            <a:extLst>
              <a:ext uri="{FF2B5EF4-FFF2-40B4-BE49-F238E27FC236}">
                <a16:creationId xmlns:a16="http://schemas.microsoft.com/office/drawing/2014/main" id="{6AE9FCD4-68EF-2B5C-9993-662174E9B3AF}"/>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46" name="TextBox 45">
            <a:extLst>
              <a:ext uri="{FF2B5EF4-FFF2-40B4-BE49-F238E27FC236}">
                <a16:creationId xmlns:a16="http://schemas.microsoft.com/office/drawing/2014/main" id="{AEDD0D06-0822-D6CF-F7F2-ECA1DD42F5C5}"/>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47" name="TextBox 46">
            <a:extLst>
              <a:ext uri="{FF2B5EF4-FFF2-40B4-BE49-F238E27FC236}">
                <a16:creationId xmlns:a16="http://schemas.microsoft.com/office/drawing/2014/main" id="{50B3CA65-D609-AB6A-CE08-FCAE009CFCE8}"/>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48" name="TextBox 47">
            <a:extLst>
              <a:ext uri="{FF2B5EF4-FFF2-40B4-BE49-F238E27FC236}">
                <a16:creationId xmlns:a16="http://schemas.microsoft.com/office/drawing/2014/main" id="{EB7E8541-E2FD-C3EE-A627-86DB1BF9869B}"/>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51" name="TextBox 50">
            <a:extLst>
              <a:ext uri="{FF2B5EF4-FFF2-40B4-BE49-F238E27FC236}">
                <a16:creationId xmlns:a16="http://schemas.microsoft.com/office/drawing/2014/main" id="{97FBB600-B90E-6173-DA8D-0C4B5493FC54}"/>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52" name="TextBox 51">
            <a:extLst>
              <a:ext uri="{FF2B5EF4-FFF2-40B4-BE49-F238E27FC236}">
                <a16:creationId xmlns:a16="http://schemas.microsoft.com/office/drawing/2014/main" id="{764C5A39-08BF-32ED-B393-B3E32D187B7D}"/>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cxnSp>
        <p:nvCxnSpPr>
          <p:cNvPr id="53" name="Straight Connector 52">
            <a:extLst>
              <a:ext uri="{FF2B5EF4-FFF2-40B4-BE49-F238E27FC236}">
                <a16:creationId xmlns:a16="http://schemas.microsoft.com/office/drawing/2014/main" id="{B12653D6-9611-CF69-EC1F-2CEF44520628}"/>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1E32C65-63F6-AC0C-F5B4-2CD6C3FD75F1}"/>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333DEDF-AD3C-645B-6D8A-C9FE79A2CDB9}"/>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69D5B02-8BF0-9F54-1DD2-843947A045E0}"/>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624141D-1EC2-F6A2-4F49-507B9FCB3648}"/>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8BEA3A-4F0C-8D90-FDAB-EC1C1B5CC584}"/>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8EA5E3-7BAD-462B-AB87-36C08BA1E31C}"/>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11E5A75-82F4-A2A3-D83A-48C0D1716CBF}"/>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0436ABB-81F1-8EC2-6BC6-BFB945FD337C}"/>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CFF5157-84C5-A522-CD55-4FD17E2875B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90F39BD8-2655-4968-D193-B00BEA995011}"/>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252866B-3666-8656-D203-E6AA0E0D93E7}"/>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5105275"/>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TextBox 1">
            <a:extLst>
              <a:ext uri="{FF2B5EF4-FFF2-40B4-BE49-F238E27FC236}">
                <a16:creationId xmlns:a16="http://schemas.microsoft.com/office/drawing/2014/main" id="{0A3F8966-57C4-8D69-C2EE-33B49713DBB9}"/>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3" name="TextBox 2">
            <a:extLst>
              <a:ext uri="{FF2B5EF4-FFF2-40B4-BE49-F238E27FC236}">
                <a16:creationId xmlns:a16="http://schemas.microsoft.com/office/drawing/2014/main" id="{AEAD8DFB-08AB-1CA1-08FC-39EC59F5EBFE}"/>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29" name="TextBox 28">
            <a:extLst>
              <a:ext uri="{FF2B5EF4-FFF2-40B4-BE49-F238E27FC236}">
                <a16:creationId xmlns:a16="http://schemas.microsoft.com/office/drawing/2014/main" id="{671E9712-E3C1-A63F-8C08-29D6ED708785}"/>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34" name="TextBox 33">
            <a:extLst>
              <a:ext uri="{FF2B5EF4-FFF2-40B4-BE49-F238E27FC236}">
                <a16:creationId xmlns:a16="http://schemas.microsoft.com/office/drawing/2014/main" id="{6F6F8AB6-38BF-D978-847B-D749F8DB2D79}"/>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43" name="TextBox 42">
            <a:extLst>
              <a:ext uri="{FF2B5EF4-FFF2-40B4-BE49-F238E27FC236}">
                <a16:creationId xmlns:a16="http://schemas.microsoft.com/office/drawing/2014/main" id="{7B3FCA31-9DBC-535A-F646-502AD3C4D1D9}"/>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44" name="TextBox 43">
            <a:extLst>
              <a:ext uri="{FF2B5EF4-FFF2-40B4-BE49-F238E27FC236}">
                <a16:creationId xmlns:a16="http://schemas.microsoft.com/office/drawing/2014/main" id="{30AEFC43-70D4-4B2E-D1FE-2EAA1FFDC2B0}"/>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45" name="TextBox 44">
            <a:extLst>
              <a:ext uri="{FF2B5EF4-FFF2-40B4-BE49-F238E27FC236}">
                <a16:creationId xmlns:a16="http://schemas.microsoft.com/office/drawing/2014/main" id="{657D4A5C-0906-5390-F0F2-FBDAEF89021E}"/>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46" name="TextBox 45">
            <a:extLst>
              <a:ext uri="{FF2B5EF4-FFF2-40B4-BE49-F238E27FC236}">
                <a16:creationId xmlns:a16="http://schemas.microsoft.com/office/drawing/2014/main" id="{E025B546-6089-6239-8F8C-2460DC28233A}"/>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47" name="TextBox 46">
            <a:extLst>
              <a:ext uri="{FF2B5EF4-FFF2-40B4-BE49-F238E27FC236}">
                <a16:creationId xmlns:a16="http://schemas.microsoft.com/office/drawing/2014/main" id="{EA0FEA50-3041-99F7-8E63-BEF554768F0F}"/>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48" name="TextBox 47">
            <a:extLst>
              <a:ext uri="{FF2B5EF4-FFF2-40B4-BE49-F238E27FC236}">
                <a16:creationId xmlns:a16="http://schemas.microsoft.com/office/drawing/2014/main" id="{D4B7E630-810D-96ED-55A6-FE05046C1F8E}"/>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51" name="TextBox 50">
            <a:extLst>
              <a:ext uri="{FF2B5EF4-FFF2-40B4-BE49-F238E27FC236}">
                <a16:creationId xmlns:a16="http://schemas.microsoft.com/office/drawing/2014/main" id="{649E71A2-2E20-8403-B55C-AB232C8E2DB6}"/>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52" name="TextBox 51">
            <a:extLst>
              <a:ext uri="{FF2B5EF4-FFF2-40B4-BE49-F238E27FC236}">
                <a16:creationId xmlns:a16="http://schemas.microsoft.com/office/drawing/2014/main" id="{20A9CECE-ADB9-A3E2-3752-8BEEE480CCCB}"/>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cxnSp>
        <p:nvCxnSpPr>
          <p:cNvPr id="53" name="Straight Connector 52">
            <a:extLst>
              <a:ext uri="{FF2B5EF4-FFF2-40B4-BE49-F238E27FC236}">
                <a16:creationId xmlns:a16="http://schemas.microsoft.com/office/drawing/2014/main" id="{B5095EB6-A636-9B82-2D9B-92E94DCFB107}"/>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BD8B419-8700-09BC-6C95-2084A6309A87}"/>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A89DC29-66A1-1813-CAF6-46E5228296C4}"/>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AC8A285-4F95-F90F-4937-830BB68E94ED}"/>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B542510-3C26-9C80-F5F6-92EA7A954851}"/>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E779AC0-FBDA-CE35-A626-3927B3A1EDF0}"/>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9771C710-41E0-6882-FDB3-69102CE05C69}"/>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A81D277-20A5-A253-4DCA-54209067BD36}"/>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D0185C3-29D3-2059-2E6D-0B07CE0B2014}"/>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2989C6A-A88E-2EA6-98F8-304FF070BB0A}"/>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DADFD3E-B19C-9A2C-EFF6-34CAA61FD4DB}"/>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B0CCE77A-6046-630C-03DF-2CA4427EDCEA}"/>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370172"/>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4278225201"/>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pic>
        <p:nvPicPr>
          <p:cNvPr id="2" name="MS logo white - EMF" descr="Microsoft logo white text version">
            <a:extLst>
              <a:ext uri="{FF2B5EF4-FFF2-40B4-BE49-F238E27FC236}">
                <a16:creationId xmlns:a16="http://schemas.microsoft.com/office/drawing/2014/main" id="{72028822-A305-2632-7308-349518C64BF7}"/>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3" name="Straight Connector 2">
            <a:extLst>
              <a:ext uri="{FF2B5EF4-FFF2-40B4-BE49-F238E27FC236}">
                <a16:creationId xmlns:a16="http://schemas.microsoft.com/office/drawing/2014/main" id="{1B0072A0-F3A5-3ACF-F6E3-98DC215F173A}"/>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43764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18" Type="http://schemas.openxmlformats.org/officeDocument/2006/relationships/slideLayout" Target="../slideLayouts/slideLayout49.xml"/><Relationship Id="rId26" Type="http://schemas.openxmlformats.org/officeDocument/2006/relationships/slideLayout" Target="../slideLayouts/slideLayout57.xml"/><Relationship Id="rId3" Type="http://schemas.openxmlformats.org/officeDocument/2006/relationships/slideLayout" Target="../slideLayouts/slideLayout34.xml"/><Relationship Id="rId21" Type="http://schemas.openxmlformats.org/officeDocument/2006/relationships/slideLayout" Target="../slideLayouts/slideLayout52.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17" Type="http://schemas.openxmlformats.org/officeDocument/2006/relationships/slideLayout" Target="../slideLayouts/slideLayout48.xml"/><Relationship Id="rId25" Type="http://schemas.openxmlformats.org/officeDocument/2006/relationships/slideLayout" Target="../slideLayouts/slideLayout56.xml"/><Relationship Id="rId2" Type="http://schemas.openxmlformats.org/officeDocument/2006/relationships/slideLayout" Target="../slideLayouts/slideLayout33.xml"/><Relationship Id="rId16" Type="http://schemas.openxmlformats.org/officeDocument/2006/relationships/slideLayout" Target="../slideLayouts/slideLayout47.xml"/><Relationship Id="rId20" Type="http://schemas.openxmlformats.org/officeDocument/2006/relationships/slideLayout" Target="../slideLayouts/slideLayout51.xml"/><Relationship Id="rId29" Type="http://schemas.openxmlformats.org/officeDocument/2006/relationships/slideLayout" Target="../slideLayouts/slideLayout60.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24" Type="http://schemas.openxmlformats.org/officeDocument/2006/relationships/slideLayout" Target="../slideLayouts/slideLayout55.xml"/><Relationship Id="rId32" Type="http://schemas.openxmlformats.org/officeDocument/2006/relationships/theme" Target="../theme/theme2.xml"/><Relationship Id="rId5" Type="http://schemas.openxmlformats.org/officeDocument/2006/relationships/slideLayout" Target="../slideLayouts/slideLayout36.xml"/><Relationship Id="rId15" Type="http://schemas.openxmlformats.org/officeDocument/2006/relationships/slideLayout" Target="../slideLayouts/slideLayout46.xml"/><Relationship Id="rId23" Type="http://schemas.openxmlformats.org/officeDocument/2006/relationships/slideLayout" Target="../slideLayouts/slideLayout54.xml"/><Relationship Id="rId28" Type="http://schemas.openxmlformats.org/officeDocument/2006/relationships/slideLayout" Target="../slideLayouts/slideLayout59.xml"/><Relationship Id="rId10" Type="http://schemas.openxmlformats.org/officeDocument/2006/relationships/slideLayout" Target="../slideLayouts/slideLayout41.xml"/><Relationship Id="rId19" Type="http://schemas.openxmlformats.org/officeDocument/2006/relationships/slideLayout" Target="../slideLayouts/slideLayout50.xml"/><Relationship Id="rId31" Type="http://schemas.openxmlformats.org/officeDocument/2006/relationships/slideLayout" Target="../slideLayouts/slideLayout62.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 Id="rId22" Type="http://schemas.openxmlformats.org/officeDocument/2006/relationships/slideLayout" Target="../slideLayouts/slideLayout53.xml"/><Relationship Id="rId27" Type="http://schemas.openxmlformats.org/officeDocument/2006/relationships/slideLayout" Target="../slideLayouts/slideLayout58.xml"/><Relationship Id="rId30" Type="http://schemas.openxmlformats.org/officeDocument/2006/relationships/slideLayout" Target="../slideLayouts/slideLayout6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slideLayout" Target="../slideLayouts/slideLayout80.xml"/><Relationship Id="rId26" Type="http://schemas.openxmlformats.org/officeDocument/2006/relationships/slideLayout" Target="../slideLayouts/slideLayout88.xml"/><Relationship Id="rId3" Type="http://schemas.openxmlformats.org/officeDocument/2006/relationships/slideLayout" Target="../slideLayouts/slideLayout65.xml"/><Relationship Id="rId21" Type="http://schemas.openxmlformats.org/officeDocument/2006/relationships/slideLayout" Target="../slideLayouts/slideLayout83.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5" Type="http://schemas.openxmlformats.org/officeDocument/2006/relationships/slideLayout" Target="../slideLayouts/slideLayout87.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20" Type="http://schemas.openxmlformats.org/officeDocument/2006/relationships/slideLayout" Target="../slideLayouts/slideLayout82.xml"/><Relationship Id="rId29" Type="http://schemas.openxmlformats.org/officeDocument/2006/relationships/slideLayout" Target="../slideLayouts/slideLayout91.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24" Type="http://schemas.openxmlformats.org/officeDocument/2006/relationships/slideLayout" Target="../slideLayouts/slideLayout86.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23" Type="http://schemas.openxmlformats.org/officeDocument/2006/relationships/slideLayout" Target="../slideLayouts/slideLayout85.xml"/><Relationship Id="rId28" Type="http://schemas.openxmlformats.org/officeDocument/2006/relationships/slideLayout" Target="../slideLayouts/slideLayout90.xml"/><Relationship Id="rId10" Type="http://schemas.openxmlformats.org/officeDocument/2006/relationships/slideLayout" Target="../slideLayouts/slideLayout72.xml"/><Relationship Id="rId19" Type="http://schemas.openxmlformats.org/officeDocument/2006/relationships/slideLayout" Target="../slideLayouts/slideLayout81.xml"/><Relationship Id="rId31" Type="http://schemas.openxmlformats.org/officeDocument/2006/relationships/theme" Target="../theme/theme3.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 Id="rId22" Type="http://schemas.openxmlformats.org/officeDocument/2006/relationships/slideLayout" Target="../slideLayouts/slideLayout84.xml"/><Relationship Id="rId27" Type="http://schemas.openxmlformats.org/officeDocument/2006/relationships/slideLayout" Target="../slideLayouts/slideLayout89.xml"/><Relationship Id="rId30"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099"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Title Placeholder 1">
            <a:extLst>
              <a:ext uri="{FF2B5EF4-FFF2-40B4-BE49-F238E27FC236}">
                <a16:creationId xmlns:a16="http://schemas.microsoft.com/office/drawing/2014/main" id="{DA58ED04-A41D-F6D6-EF43-9324CB14A94A}"/>
              </a:ext>
            </a:extLst>
          </p:cNvPr>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34" name="Text Placeholder 3">
            <a:extLst>
              <a:ext uri="{FF2B5EF4-FFF2-40B4-BE49-F238E27FC236}">
                <a16:creationId xmlns:a16="http://schemas.microsoft.com/office/drawing/2014/main" id="{B9F0F4AE-E8FD-934C-8C14-9D675AD712A9}"/>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6" name="GRID" hidden="1">
            <a:extLst>
              <a:ext uri="{FF2B5EF4-FFF2-40B4-BE49-F238E27FC236}">
                <a16:creationId xmlns:a16="http://schemas.microsoft.com/office/drawing/2014/main" id="{D5D73230-EDAD-D53F-59F8-FD0D14164C09}"/>
              </a:ext>
            </a:extLst>
          </p:cNvPr>
          <p:cNvGrpSpPr/>
          <p:nvPr userDrawn="1"/>
        </p:nvGrpSpPr>
        <p:grpSpPr>
          <a:xfrm>
            <a:off x="0" y="0"/>
            <a:ext cx="12192000" cy="6858000"/>
            <a:chOff x="0" y="0"/>
            <a:chExt cx="12192000" cy="6858000"/>
          </a:xfrm>
        </p:grpSpPr>
        <p:cxnSp>
          <p:nvCxnSpPr>
            <p:cNvPr id="37" name="Straight Connector 36">
              <a:extLst>
                <a:ext uri="{FF2B5EF4-FFF2-40B4-BE49-F238E27FC236}">
                  <a16:creationId xmlns:a16="http://schemas.microsoft.com/office/drawing/2014/main" id="{96B0BD6C-F32A-52BD-3FEB-3D9A6DC243F8}"/>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67ACE2E7-E61E-40FD-BB53-1851CB0652B8}"/>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C9E18E8B-CE9D-8949-70F4-3028D1AD94C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CA01B6A-4AC0-6A5D-B5C8-71BE559BA865}"/>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CD63A13-4951-FE84-6E44-EF6FA6582032}"/>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3270D57-D41C-0DBB-594A-ECB1884B21B4}"/>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DFE9844D-4E86-846C-BE01-4AD94A28C74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D841936-9B7E-8170-72DB-89EFAE19D3A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908B5CC-8DF8-7489-A2EA-72656395B4CD}"/>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7896F75B-DA59-7463-0E62-201407450C49}"/>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A34CF89-46BA-99A0-38D1-2B52748F9C7E}"/>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CFB786B-A62E-2AC8-8353-F38BDF9BB013}"/>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9CFFADD-4B16-36EE-B634-DA4F349BF50E}"/>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9C125E2-ECF6-B730-B2AA-28C8B8DA1B78}"/>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438841B-EA6F-21C8-569C-BB809B5A4006}"/>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9DD06D3F-1B28-31B4-0387-B2B473497750}"/>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CFF8194-2DA3-CC7B-E9C3-9FFDFDA8B0D4}"/>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FA55516-A0C6-1889-6A8B-73858BEBDE99}"/>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8F3940E-516F-A553-DB1C-5710578772DF}"/>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4F7F2FA-6044-B440-78F1-3220A0EC4FCC}"/>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FF80011-5C92-7CD9-952E-AE8DE09E1C3D}"/>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7A75AB4-C3DC-E3AC-AE35-B6B21E7BDF76}"/>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EDF65A-E73F-B9F4-450E-CE4734F6FB02}"/>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86C3C96E-F77B-3315-D7FF-DA9B09EAF9E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7575FA65-25DE-8B58-C85B-F6180B657E78}"/>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F176B1C9-F817-88AA-131D-226CDE75396B}"/>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095C5B56-09DE-80F4-9063-361FE984969D}"/>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EA8D092-A68E-966D-05AB-5C5F711644B1}"/>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7B50F7C-54D2-8CF5-C2CC-2C0CFF958754}"/>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63FCD2F-60E6-A3A7-B15B-137B18185BA6}"/>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C449D22-C2C2-04AF-D96C-01D22008D307}"/>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A0F9A2E-6243-A242-A849-63A73FA2CC7F}"/>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DE0FABE-742C-D8C3-6991-6E9B0E1D7F53}"/>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62C2A98-6AE3-1156-1450-8988EB9EE615}"/>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80" name=".64 square" hidden="1">
            <a:extLst>
              <a:ext uri="{FF2B5EF4-FFF2-40B4-BE49-F238E27FC236}">
                <a16:creationId xmlns:a16="http://schemas.microsoft.com/office/drawing/2014/main" id="{6382D235-4B2E-67AE-3912-5E0EB4DFE993}"/>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81" name=".32 square" hidden="1">
            <a:extLst>
              <a:ext uri="{FF2B5EF4-FFF2-40B4-BE49-F238E27FC236}">
                <a16:creationId xmlns:a16="http://schemas.microsoft.com/office/drawing/2014/main" id="{1991EC17-57D3-7338-9697-9B8D4DAAC163}"/>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61732303"/>
      </p:ext>
    </p:extLst>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 id="2147484112" r:id="rId12"/>
    <p:sldLayoutId id="2147484113" r:id="rId13"/>
    <p:sldLayoutId id="2147484114" r:id="rId14"/>
    <p:sldLayoutId id="2147484115" r:id="rId15"/>
    <p:sldLayoutId id="2147484116" r:id="rId16"/>
    <p:sldLayoutId id="2147484117" r:id="rId17"/>
    <p:sldLayoutId id="2147484118" r:id="rId18"/>
    <p:sldLayoutId id="2147484119" r:id="rId19"/>
    <p:sldLayoutId id="2147484120" r:id="rId20"/>
    <p:sldLayoutId id="2147484121" r:id="rId21"/>
    <p:sldLayoutId id="2147484122" r:id="rId22"/>
    <p:sldLayoutId id="2147484123" r:id="rId23"/>
    <p:sldLayoutId id="2147484124" r:id="rId24"/>
    <p:sldLayoutId id="2147484125" r:id="rId25"/>
    <p:sldLayoutId id="2147484126" r:id="rId26"/>
    <p:sldLayoutId id="2147484127" r:id="rId27"/>
    <p:sldLayoutId id="2147484128" r:id="rId28"/>
    <p:sldLayoutId id="2147484129" r:id="rId29"/>
    <p:sldLayoutId id="2147484130" r:id="rId30"/>
    <p:sldLayoutId id="2147484131" r:id="rId31"/>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grpSp>
        <p:nvGrpSpPr>
          <p:cNvPr id="8" name="GRID" hidden="1">
            <a:extLst>
              <a:ext uri="{FF2B5EF4-FFF2-40B4-BE49-F238E27FC236}">
                <a16:creationId xmlns:a16="http://schemas.microsoft.com/office/drawing/2014/main" id="{DC680CE1-0152-A9B3-81CD-D7469FA1F45A}"/>
              </a:ext>
            </a:extLst>
          </p:cNvPr>
          <p:cNvGrpSpPr/>
          <p:nvPr userDrawn="1"/>
        </p:nvGrpSpPr>
        <p:grpSpPr>
          <a:xfrm>
            <a:off x="0" y="0"/>
            <a:ext cx="12192000" cy="6858000"/>
            <a:chOff x="0" y="0"/>
            <a:chExt cx="12192000" cy="6858000"/>
          </a:xfrm>
        </p:grpSpPr>
        <p:cxnSp>
          <p:nvCxnSpPr>
            <p:cNvPr id="34" name="Straight Connector 33">
              <a:extLst>
                <a:ext uri="{FF2B5EF4-FFF2-40B4-BE49-F238E27FC236}">
                  <a16:creationId xmlns:a16="http://schemas.microsoft.com/office/drawing/2014/main" id="{EC200297-0A98-8AE6-0A6D-1E94168949A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B67385F-35A7-D130-3418-F10389C4DA2C}"/>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67D3EBB-08E2-F629-C15C-01FFE854237A}"/>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0B0575A-A62C-DD17-309D-939A56D19DE3}"/>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3683606-CB61-C6BA-6231-0DDAC12DAA3F}"/>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6D7F8F7-78EA-CF8E-936E-24D3BE64C25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E92743C-307F-4DF1-E323-373054232889}"/>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EB12845-B0B6-7190-8BB0-C44E534A0A2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8CAD91D-3198-B853-C80C-06A279FD8380}"/>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891F7E7-7233-E9C2-DCAE-8BDAFD1EF1EC}"/>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C4A88CB-CBE2-BB9D-F215-64570BA1A652}"/>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F19CBE1-1EA4-F3E9-D97C-4AEF7FB670CF}"/>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2A85532-B597-C610-F029-1F7358412171}"/>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4B174D4-016F-F483-58FA-EF7C0C19EA1E}"/>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2B9D32E-5FAA-1D00-01D3-48532F725B73}"/>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C5C16BC-B2B8-8FDB-F751-289A977C6DD3}"/>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9E8EC1A-46FD-FA1D-BD66-CAF96087431B}"/>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1D50D9E-9095-1E3C-A327-8DB08232695D}"/>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32E05B0-B89C-7A35-7B9F-87436CAAECDD}"/>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6168F935-7ACB-51CC-B910-483594E554A0}"/>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1D414F4F-471B-FF12-D8F0-2FCDF7D92C61}"/>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F9E40C-6C1C-4347-7221-7FADE472373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989C83A-C592-83A4-9EEC-A45519E2DD1C}"/>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4010B14-7365-C624-AD5D-7716A529DD51}"/>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0D09495-38C3-CD54-01F7-8CA84A2BADCC}"/>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7DDC5C14-1638-B786-B582-AA49DF1E2EF7}"/>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BB542A2-9D2C-B85F-9EE0-D025871A1A7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3151646-8A9D-A7F8-0D55-BAD73A5CEA67}"/>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E15D6A62-F74D-1AB4-0563-28AB9E4C41C0}"/>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F1D2D649-FE0F-B760-4ABC-1267AF89D67E}"/>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E7004DF-B401-F6C7-29C3-72E415127EF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5DE4F3B-28F2-9012-C048-527C3DDA0C22}"/>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71DC2F5-239C-94AE-5EA4-42459ABDE2C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23C781-4CFD-7715-1126-27F71BFFC7F6}"/>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8" name=".64 square" hidden="1">
            <a:extLst>
              <a:ext uri="{FF2B5EF4-FFF2-40B4-BE49-F238E27FC236}">
                <a16:creationId xmlns:a16="http://schemas.microsoft.com/office/drawing/2014/main" id="{403C4AD3-10A9-A760-C8F5-BC5E03CF0436}"/>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9" name=".32 square" hidden="1">
            <a:extLst>
              <a:ext uri="{FF2B5EF4-FFF2-40B4-BE49-F238E27FC236}">
                <a16:creationId xmlns:a16="http://schemas.microsoft.com/office/drawing/2014/main" id="{7FD4C3F5-136F-FDBD-9FA6-2F1C679D8021}"/>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694084769"/>
      </p:ext>
    </p:extLst>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 id="2147484144" r:id="rId12"/>
    <p:sldLayoutId id="2147484145" r:id="rId13"/>
    <p:sldLayoutId id="2147484146" r:id="rId14"/>
    <p:sldLayoutId id="2147484147" r:id="rId15"/>
    <p:sldLayoutId id="2147484148" r:id="rId16"/>
    <p:sldLayoutId id="2147484149" r:id="rId17"/>
    <p:sldLayoutId id="2147484150" r:id="rId18"/>
    <p:sldLayoutId id="2147484151" r:id="rId19"/>
    <p:sldLayoutId id="2147484152" r:id="rId20"/>
    <p:sldLayoutId id="2147484153" r:id="rId21"/>
    <p:sldLayoutId id="2147484154" r:id="rId22"/>
    <p:sldLayoutId id="2147484155" r:id="rId23"/>
    <p:sldLayoutId id="2147484156" r:id="rId24"/>
    <p:sldLayoutId id="2147484157" r:id="rId25"/>
    <p:sldLayoutId id="2147484158" r:id="rId26"/>
    <p:sldLayoutId id="2147484159" r:id="rId27"/>
    <p:sldLayoutId id="2147484160" r:id="rId28"/>
    <p:sldLayoutId id="2147484161" r:id="rId29"/>
    <p:sldLayoutId id="2147484162" r:id="rId30"/>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5.xml"/><Relationship Id="rId1" Type="http://schemas.openxmlformats.org/officeDocument/2006/relationships/tags" Target="../tags/tag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3.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3.xml"/></Relationships>
</file>

<file path=ppt/slides/_rels/slide22.xml.rels><?xml version="1.0" encoding="UTF-8" standalone="yes"?>
<Relationships xmlns="http://schemas.openxmlformats.org/package/2006/relationships"><Relationship Id="rId8" Type="http://schemas.openxmlformats.org/officeDocument/2006/relationships/hyperlink" Target="https://learn.microsoft.com/en-us/azure/ai-services/openai/concepts/system-message?context=%2Fazure%2Fai-studio%2Fcontext%2Fcontext&amp;tabs=top-techniques" TargetMode="External"/><Relationship Id="rId13" Type="http://schemas.openxmlformats.org/officeDocument/2006/relationships/hyperlink" Target="https://learn.microsoft.com/en-us/azure/defender-for-cloud/ai-threat-protection" TargetMode="External"/><Relationship Id="rId3" Type="http://schemas.openxmlformats.org/officeDocument/2006/relationships/hyperlink" Target="https://go.microsoft.com/fwlink/?linkid=2272455&amp;clcid=0x409&amp;culture=en-us&amp;country=us" TargetMode="External"/><Relationship Id="rId7" Type="http://schemas.openxmlformats.org/officeDocument/2006/relationships/hyperlink" Target="https://learn.microsoft.com/en-us/azure/ai-studio/concepts/retrieval-augmented-generation" TargetMode="External"/><Relationship Id="rId12" Type="http://schemas.openxmlformats.org/officeDocument/2006/relationships/hyperlink" Target="https://learn.microsoft.com/en-us/azure/defender-for-cloud/ai-security-posture" TargetMode="External"/><Relationship Id="rId2" Type="http://schemas.openxmlformats.org/officeDocument/2006/relationships/notesSlide" Target="../notesSlides/notesSlide17.xml"/><Relationship Id="rId1" Type="http://schemas.openxmlformats.org/officeDocument/2006/relationships/slideLayout" Target="../slideLayouts/slideLayout53.xml"/><Relationship Id="rId6" Type="http://schemas.openxmlformats.org/officeDocument/2006/relationships/hyperlink" Target="https://learn.microsoft.com/en-us/azure/ai-studio/concepts/evaluation-approach-gen-ai" TargetMode="External"/><Relationship Id="rId11" Type="http://schemas.openxmlformats.org/officeDocument/2006/relationships/hyperlink" Target="https://learn.microsoft.com/en-us/azure/ai-services/openai/how-to/risks-safety-monitor" TargetMode="External"/><Relationship Id="rId5" Type="http://schemas.openxmlformats.org/officeDocument/2006/relationships/hyperlink" Target="https://github.com/Azure/PyRIT" TargetMode="External"/><Relationship Id="rId10" Type="http://schemas.openxmlformats.org/officeDocument/2006/relationships/hyperlink" Target="https://learn.microsoft.com/en-us/azure/ai-studio/how-to/monitor-applications" TargetMode="External"/><Relationship Id="rId4" Type="http://schemas.openxmlformats.org/officeDocument/2006/relationships/hyperlink" Target="https://learn.microsoft.com/en-us/azure/ai-services/openai/concepts/red-teaming" TargetMode="External"/><Relationship Id="rId9" Type="http://schemas.openxmlformats.org/officeDocument/2006/relationships/hyperlink" Target="https://www.microsoft.com/en-us/haxtoolkit/"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3.xml"/></Relationships>
</file>

<file path=ppt/slides/_rels/slide2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21.xml"/><Relationship Id="rId1" Type="http://schemas.openxmlformats.org/officeDocument/2006/relationships/slideLayout" Target="../slideLayouts/slideLayout5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svg"/><Relationship Id="rId4" Type="http://schemas.openxmlformats.org/officeDocument/2006/relationships/image" Target="../media/image5.jpeg"/><Relationship Id="rId9" Type="http://schemas.openxmlformats.org/officeDocument/2006/relationships/image" Target="../media/image10.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3.xml"/></Relationships>
</file>

<file path=ppt/slides/_rels/slide29.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4.svg"/><Relationship Id="rId7" Type="http://schemas.openxmlformats.org/officeDocument/2006/relationships/image" Target="../media/image14.svg"/><Relationship Id="rId2" Type="http://schemas.openxmlformats.org/officeDocument/2006/relationships/notesSlide" Target="../notesSlides/notesSlide23.xml"/><Relationship Id="rId1" Type="http://schemas.openxmlformats.org/officeDocument/2006/relationships/slideLayout" Target="../slideLayouts/slideLayout53.xml"/><Relationship Id="rId6" Type="http://schemas.openxmlformats.org/officeDocument/2006/relationships/image" Target="../media/image7.svg"/><Relationship Id="rId5" Type="http://schemas.openxmlformats.org/officeDocument/2006/relationships/image" Target="../media/image13.svg"/><Relationship Id="rId10" Type="http://schemas.openxmlformats.org/officeDocument/2006/relationships/image" Target="../media/image17.svg"/><Relationship Id="rId4" Type="http://schemas.openxmlformats.org/officeDocument/2006/relationships/image" Target="../media/image5.jpeg"/><Relationship Id="rId9" Type="http://schemas.openxmlformats.org/officeDocument/2006/relationships/image" Target="../media/image16.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3.xml"/></Relationships>
</file>

<file path=ppt/slides/_rels/slide3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53.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3.xml"/></Relationships>
</file>

<file path=ppt/slides/_rels/slide3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9.svg"/><Relationship Id="rId7" Type="http://schemas.openxmlformats.org/officeDocument/2006/relationships/image" Target="../media/image12.svg"/><Relationship Id="rId2" Type="http://schemas.openxmlformats.org/officeDocument/2006/relationships/notesSlide" Target="../notesSlides/notesSlide31.xml"/><Relationship Id="rId1" Type="http://schemas.openxmlformats.org/officeDocument/2006/relationships/slideLayout" Target="../slideLayouts/slideLayout53.xml"/><Relationship Id="rId6" Type="http://schemas.openxmlformats.org/officeDocument/2006/relationships/image" Target="../media/image26.svg"/><Relationship Id="rId11" Type="http://schemas.openxmlformats.org/officeDocument/2006/relationships/image" Target="../media/image7.svg"/><Relationship Id="rId5" Type="http://schemas.openxmlformats.org/officeDocument/2006/relationships/image" Target="../media/image25.svg"/><Relationship Id="rId10" Type="http://schemas.openxmlformats.org/officeDocument/2006/relationships/image" Target="../media/image13.svg"/><Relationship Id="rId4" Type="http://schemas.openxmlformats.org/officeDocument/2006/relationships/image" Target="../media/image24.svg"/><Relationship Id="rId9" Type="http://schemas.openxmlformats.org/officeDocument/2006/relationships/image" Target="../media/image5.jpe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53.xml"/><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 – Why AI Governance</a:t>
            </a:r>
          </a:p>
        </p:txBody>
      </p:sp>
      <p:sp>
        <p:nvSpPr>
          <p:cNvPr id="3" name="Text Placeholder 2"/>
          <p:cNvSpPr>
            <a:spLocks noGrp="1"/>
          </p:cNvSpPr>
          <p:nvPr>
            <p:ph type="body" sz="quarter" idx="12"/>
          </p:nvPr>
        </p:nvSpPr>
        <p:spPr/>
        <p:txBody>
          <a:bodyPr/>
          <a:lstStyle/>
          <a:p>
            <a:r>
              <a:t>Executive &amp; Business Perspective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65760"/>
            <a:ext cx="7315200" cy="731520"/>
          </a:xfrm>
          <a:prstGeom prst="rect">
            <a:avLst/>
          </a:prstGeom>
          <a:noFill/>
        </p:spPr>
        <p:txBody>
          <a:bodyPr wrap="square" anchor="t"/>
          <a:lstStyle/>
          <a:p>
            <a:pPr algn="l">
              <a:defRPr sz="2800" b="1">
                <a:solidFill>
                  <a:srgbClr val="243A5E"/>
                </a:solidFill>
                <a:latin typeface="Segoe UI Semibold"/>
              </a:defRPr>
            </a:pPr>
            <a:r>
              <a:t>Conditions and terms of use</a:t>
            </a:r>
          </a:p>
        </p:txBody>
      </p:sp>
      <p:sp>
        <p:nvSpPr>
          <p:cNvPr id="3" name="Rectangle 2"/>
          <p:cNvSpPr/>
          <p:nvPr/>
        </p:nvSpPr>
        <p:spPr>
          <a:xfrm>
            <a:off x="640080" y="1645920"/>
            <a:ext cx="10881360" cy="4114800"/>
          </a:xfrm>
          <a:prstGeom prst="rect">
            <a:avLst/>
          </a:prstGeom>
          <a:solidFill>
            <a:srgbClr val="FFFFFF"/>
          </a:solidFill>
          <a:ln w="12700">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2011680"/>
            <a:ext cx="9966960" cy="3474720"/>
          </a:xfrm>
          <a:prstGeom prst="rect">
            <a:avLst/>
          </a:prstGeom>
          <a:noFill/>
        </p:spPr>
        <p:txBody>
          <a:bodyPr wrap="square" anchor="t"/>
          <a:lstStyle/>
          <a:p>
            <a:pPr algn="l">
              <a:defRPr sz="1000" b="0">
                <a:solidFill>
                  <a:srgbClr val="000000"/>
                </a:solidFill>
                <a:latin typeface="Segoe UI"/>
              </a:defRPr>
            </a:pPr>
            <a:r>
              <a:t>© Microsoft Corporation. All rights reserved.</a:t>
            </a:r>
            <a:br/>
            <a:br/>
            <a: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p>
        </p:txBody>
      </p:sp>
      <p:sp>
        <p:nvSpPr>
          <p:cNvPr id="6" name="TextBox 5"/>
          <p:cNvSpPr txBox="1"/>
          <p:nvPr/>
        </p:nvSpPr>
        <p:spPr>
          <a:xfrm>
            <a:off x="4114800" y="6172200"/>
            <a:ext cx="3931920" cy="320040"/>
          </a:xfrm>
          <a:prstGeom prst="rect">
            <a:avLst/>
          </a:prstGeom>
          <a:noFill/>
        </p:spPr>
        <p:txBody>
          <a:bodyPr wrap="square" anchor="t"/>
          <a:lstStyle/>
          <a:p>
            <a:pPr algn="ctr">
              <a:defRPr sz="800" b="0">
                <a:solidFill>
                  <a:srgbClr val="737373"/>
                </a:solidFill>
                <a:latin typeface="Segoe UI"/>
              </a:defRPr>
            </a:pPr>
            <a:r>
              <a:t>Microsoft Confidential</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575481" y="599436"/>
            <a:ext cx="11018520" cy="1107996"/>
          </a:xfrm>
        </p:spPr>
        <p:txBody>
          <a:bodyPr lIns="0" tIns="0" rIns="0" bIns="0" anchor="t"/>
          <a:lstStyle/>
          <a:p>
            <a:r>
              <a:rPr lang="en-US"/>
              <a:t>Learning Units covered </a:t>
            </a:r>
            <a:br>
              <a:rPr lang="en-US"/>
            </a:br>
            <a:r>
              <a:rPr lang="en-US"/>
              <a:t>in this Module </a:t>
            </a:r>
          </a:p>
        </p:txBody>
      </p:sp>
      <p:sp>
        <p:nvSpPr>
          <p:cNvPr id="190" name="Footer Placeholder 2">
            <a:extLst>
              <a:ext uri="{FF2B5EF4-FFF2-40B4-BE49-F238E27FC236}">
                <a16:creationId xmlns:a16="http://schemas.microsoft.com/office/drawing/2014/main" id="{FA16A841-10E2-4DD9-93A5-F4C2212409C2}"/>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93" name="Slide Number Placeholder 5">
            <a:extLst>
              <a:ext uri="{FF2B5EF4-FFF2-40B4-BE49-F238E27FC236}">
                <a16:creationId xmlns:a16="http://schemas.microsoft.com/office/drawing/2014/main" id="{14DC8E91-F999-4A75-9988-4FCDE4D6B72A}"/>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aphicFrame>
        <p:nvGraphicFramePr>
          <p:cNvPr id="36" name="Table 3">
            <a:extLst>
              <a:ext uri="{FF2B5EF4-FFF2-40B4-BE49-F238E27FC236}">
                <a16:creationId xmlns:a16="http://schemas.microsoft.com/office/drawing/2014/main" id="{A876FFF7-C14C-4854-8E53-73DE49A05632}"/>
              </a:ext>
            </a:extLst>
          </p:cNvPr>
          <p:cNvGraphicFramePr>
            <a:graphicFrameLocks noGrp="1"/>
          </p:cNvGraphicFramePr>
          <p:nvPr>
            <p:extLst>
              <p:ext uri="{D42A27DB-BD31-4B8C-83A1-F6EECF244321}">
                <p14:modId xmlns:p14="http://schemas.microsoft.com/office/powerpoint/2010/main" val="1795759890"/>
              </p:ext>
            </p:extLst>
          </p:nvPr>
        </p:nvGraphicFramePr>
        <p:xfrm>
          <a:off x="575481" y="1815577"/>
          <a:ext cx="5669280" cy="445346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chemeClr val="tx1"/>
                          </a:solidFill>
                          <a:effectLst/>
                          <a:uLnTx/>
                          <a:uFillTx/>
                          <a:latin typeface="+mn-lt"/>
                          <a:ea typeface="+mn-ea"/>
                          <a:cs typeface="Segoe UI" panose="020B0502040204020203" pitchFamily="34" charset="0"/>
                        </a:rPr>
                        <a:t>AI Governance over Traditional IT</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rPr>
                        <a:t>What breaks without Agentic Ops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dirty="0"/>
                        <a:t>From Experimentation -&gt; Enterprise Trust</a:t>
                      </a:r>
                      <a:endParaRPr kumimoji="0" lang="da-DK" sz="1800" b="0" i="0" u="none" strike="noStrike" kern="1200" cap="none" spc="0" normalizeH="0" baseline="0" noProof="0" dirty="0">
                        <a:ln>
                          <a:noFill/>
                        </a:ln>
                        <a:solidFill>
                          <a:srgbClr val="000000"/>
                        </a:solidFill>
                        <a:effectLst/>
                        <a:uLnTx/>
                        <a:uFillTx/>
                        <a:latin typeface="+mn-lt"/>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8902310"/>
                  </a:ext>
                </a:extLst>
              </a:tr>
              <a:tr h="1113365">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dirty="0"/>
                        <a:t>AI Risk Surface</a:t>
                      </a:r>
                      <a:r>
                        <a:rPr lang="en-US"/>
                        <a:t>: Autonomy, </a:t>
                      </a:r>
                      <a:r>
                        <a:rPr lang="en-US" dirty="0"/>
                        <a:t>Amplification, Scale</a:t>
                      </a:r>
                      <a:endParaRPr kumimoji="0" lang="da-DK"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4001743516"/>
                  </a:ext>
                </a:extLst>
              </a:tr>
            </a:tbl>
          </a:graphicData>
        </a:graphic>
      </p:graphicFrame>
      <p:grpSp>
        <p:nvGrpSpPr>
          <p:cNvPr id="93" name="Group 92">
            <a:extLst>
              <a:ext uri="{FF2B5EF4-FFF2-40B4-BE49-F238E27FC236}">
                <a16:creationId xmlns:a16="http://schemas.microsoft.com/office/drawing/2014/main" id="{9B5E2C7F-E62D-4325-8450-D4AC5A496574}"/>
              </a:ext>
              <a:ext uri="{C183D7F6-B498-43B3-948B-1728B52AA6E4}">
                <adec:decorative xmlns:adec="http://schemas.microsoft.com/office/drawing/2017/decorative" val="1"/>
              </a:ext>
            </a:extLst>
          </p:cNvPr>
          <p:cNvGrpSpPr>
            <a:grpSpLocks noChangeAspect="1"/>
          </p:cNvGrpSpPr>
          <p:nvPr/>
        </p:nvGrpSpPr>
        <p:grpSpPr>
          <a:xfrm>
            <a:off x="722184" y="1992583"/>
            <a:ext cx="522238" cy="686182"/>
            <a:chOff x="10323474" y="1232423"/>
            <a:chExt cx="751672" cy="987642"/>
          </a:xfrm>
        </p:grpSpPr>
        <p:sp>
          <p:nvSpPr>
            <p:cNvPr id="94" name="Oval 93">
              <a:extLst>
                <a:ext uri="{FF2B5EF4-FFF2-40B4-BE49-F238E27FC236}">
                  <a16:creationId xmlns:a16="http://schemas.microsoft.com/office/drawing/2014/main" id="{CD7A53B6-5FA0-4045-B32D-9F871C13A845}"/>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95" name="Group 94">
              <a:extLst>
                <a:ext uri="{FF2B5EF4-FFF2-40B4-BE49-F238E27FC236}">
                  <a16:creationId xmlns:a16="http://schemas.microsoft.com/office/drawing/2014/main" id="{996FDD0C-0E82-43C1-AF37-8CBC9908F511}"/>
                </a:ext>
                <a:ext uri="{C183D7F6-B498-43B3-948B-1728B52AA6E4}">
                  <adec:decorative xmlns:adec="http://schemas.microsoft.com/office/drawing/2017/decorative" val="1"/>
                </a:ext>
              </a:extLst>
            </p:cNvPr>
            <p:cNvGrpSpPr/>
            <p:nvPr/>
          </p:nvGrpSpPr>
          <p:grpSpPr>
            <a:xfrm>
              <a:off x="10472707" y="1232423"/>
              <a:ext cx="519670" cy="156955"/>
              <a:chOff x="1317737" y="6651580"/>
              <a:chExt cx="683450" cy="206420"/>
            </a:xfrm>
          </p:grpSpPr>
          <p:sp>
            <p:nvSpPr>
              <p:cNvPr id="96" name="Freeform: Shape 95">
                <a:extLst>
                  <a:ext uri="{FF2B5EF4-FFF2-40B4-BE49-F238E27FC236}">
                    <a16:creationId xmlns:a16="http://schemas.microsoft.com/office/drawing/2014/main" id="{3EF68A69-94CB-46BB-B832-4D2445BD20F0}"/>
                  </a:ext>
                </a:extLst>
              </p:cNvPr>
              <p:cNvSpPr/>
              <p:nvPr/>
            </p:nvSpPr>
            <p:spPr>
              <a:xfrm>
                <a:off x="1758961" y="6675120"/>
                <a:ext cx="182880" cy="182880"/>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7" name="Freeform: Shape 96">
                <a:extLst>
                  <a:ext uri="{FF2B5EF4-FFF2-40B4-BE49-F238E27FC236}">
                    <a16:creationId xmlns:a16="http://schemas.microsoft.com/office/drawing/2014/main" id="{5ACF420C-5C81-4CB0-9111-5EC2706064FC}"/>
                  </a:ext>
                </a:extLst>
              </p:cNvPr>
              <p:cNvSpPr/>
              <p:nvPr/>
            </p:nvSpPr>
            <p:spPr>
              <a:xfrm>
                <a:off x="1317737" y="6675120"/>
                <a:ext cx="182880" cy="182880"/>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8" name="Freeform: Shape 97">
                <a:extLst>
                  <a:ext uri="{FF2B5EF4-FFF2-40B4-BE49-F238E27FC236}">
                    <a16:creationId xmlns:a16="http://schemas.microsoft.com/office/drawing/2014/main" id="{051660AA-1A9E-4409-B8B0-13D429038434}"/>
                  </a:ext>
                </a:extLst>
              </p:cNvPr>
              <p:cNvSpPr/>
              <p:nvPr/>
            </p:nvSpPr>
            <p:spPr>
              <a:xfrm>
                <a:off x="1340959" y="6675120"/>
                <a:ext cx="182880" cy="18288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99" name="Freeform: Shape 98">
                <a:extLst>
                  <a:ext uri="{FF2B5EF4-FFF2-40B4-BE49-F238E27FC236}">
                    <a16:creationId xmlns:a16="http://schemas.microsoft.com/office/drawing/2014/main" id="{D2E5E104-7D04-45F4-AD25-14F79F34B069}"/>
                  </a:ext>
                </a:extLst>
              </p:cNvPr>
              <p:cNvSpPr/>
              <p:nvPr/>
            </p:nvSpPr>
            <p:spPr>
              <a:xfrm>
                <a:off x="1778313" y="6675120"/>
                <a:ext cx="182880" cy="18288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0" name="Freeform: Shape 99">
                <a:extLst>
                  <a:ext uri="{FF2B5EF4-FFF2-40B4-BE49-F238E27FC236}">
                    <a16:creationId xmlns:a16="http://schemas.microsoft.com/office/drawing/2014/main" id="{390C9996-371C-4089-8E0C-998610C0855B}"/>
                  </a:ext>
                </a:extLst>
              </p:cNvPr>
              <p:cNvSpPr/>
              <p:nvPr/>
            </p:nvSpPr>
            <p:spPr>
              <a:xfrm>
                <a:off x="1378372" y="6675120"/>
                <a:ext cx="182880" cy="182880"/>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1" name="Freeform: Shape 100">
                <a:extLst>
                  <a:ext uri="{FF2B5EF4-FFF2-40B4-BE49-F238E27FC236}">
                    <a16:creationId xmlns:a16="http://schemas.microsoft.com/office/drawing/2014/main" id="{B3BD3271-6940-40A8-8C15-ECF0C9741C20}"/>
                  </a:ext>
                </a:extLst>
              </p:cNvPr>
              <p:cNvSpPr/>
              <p:nvPr/>
            </p:nvSpPr>
            <p:spPr>
              <a:xfrm>
                <a:off x="1818307" y="6675120"/>
                <a:ext cx="182880" cy="182880"/>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2" name="Freeform: Shape 101">
                <a:extLst>
                  <a:ext uri="{FF2B5EF4-FFF2-40B4-BE49-F238E27FC236}">
                    <a16:creationId xmlns:a16="http://schemas.microsoft.com/office/drawing/2014/main" id="{12115297-F3AD-439B-A475-DC9C83847498}"/>
                  </a:ext>
                </a:extLst>
              </p:cNvPr>
              <p:cNvSpPr/>
              <p:nvPr/>
            </p:nvSpPr>
            <p:spPr>
              <a:xfrm>
                <a:off x="1524158" y="6651580"/>
                <a:ext cx="182880"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3" name="Freeform: Shape 102">
                <a:extLst>
                  <a:ext uri="{FF2B5EF4-FFF2-40B4-BE49-F238E27FC236}">
                    <a16:creationId xmlns:a16="http://schemas.microsoft.com/office/drawing/2014/main" id="{519C57EB-1D63-4C00-B797-9CD2CD0D5C5D}"/>
                  </a:ext>
                </a:extLst>
              </p:cNvPr>
              <p:cNvSpPr/>
              <p:nvPr/>
            </p:nvSpPr>
            <p:spPr>
              <a:xfrm>
                <a:off x="1540929" y="6675120"/>
                <a:ext cx="182880" cy="182880"/>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4" name="Freeform: Shape 103">
                <a:extLst>
                  <a:ext uri="{FF2B5EF4-FFF2-40B4-BE49-F238E27FC236}">
                    <a16:creationId xmlns:a16="http://schemas.microsoft.com/office/drawing/2014/main" id="{1539BB89-3076-47E6-94E0-5C015277B54A}"/>
                  </a:ext>
                </a:extLst>
              </p:cNvPr>
              <p:cNvSpPr/>
              <p:nvPr/>
            </p:nvSpPr>
            <p:spPr>
              <a:xfrm>
                <a:off x="1589954" y="6675120"/>
                <a:ext cx="182880" cy="182880"/>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5" name="Freeform: Shape 104">
                <a:extLst>
                  <a:ext uri="{FF2B5EF4-FFF2-40B4-BE49-F238E27FC236}">
                    <a16:creationId xmlns:a16="http://schemas.microsoft.com/office/drawing/2014/main" id="{7BFED10F-4B5A-452A-94B6-C01A65F90A14}"/>
                  </a:ext>
                </a:extLst>
              </p:cNvPr>
              <p:cNvSpPr/>
              <p:nvPr/>
            </p:nvSpPr>
            <p:spPr>
              <a:xfrm>
                <a:off x="1402886" y="6675120"/>
                <a:ext cx="193519" cy="182880"/>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06" name="Freeform: Shape 105">
                <a:extLst>
                  <a:ext uri="{FF2B5EF4-FFF2-40B4-BE49-F238E27FC236}">
                    <a16:creationId xmlns:a16="http://schemas.microsoft.com/office/drawing/2014/main" id="{5301C80A-9F7B-46E1-AAB7-27CD0B700AFD}"/>
                  </a:ext>
                </a:extLst>
              </p:cNvPr>
              <p:cNvSpPr/>
              <p:nvPr/>
            </p:nvSpPr>
            <p:spPr>
              <a:xfrm>
                <a:off x="1628658" y="6675120"/>
                <a:ext cx="206421" cy="182880"/>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cxnSp>
        <p:nvCxnSpPr>
          <p:cNvPr id="122" name="Straight Connector 121">
            <a:extLst>
              <a:ext uri="{FF2B5EF4-FFF2-40B4-BE49-F238E27FC236}">
                <a16:creationId xmlns:a16="http://schemas.microsoft.com/office/drawing/2014/main" id="{9E81B769-866F-46F2-A155-83EED7C480D9}"/>
              </a:ext>
              <a:ext uri="{C183D7F6-B498-43B3-948B-1728B52AA6E4}">
                <adec:decorative xmlns:adec="http://schemas.microsoft.com/office/drawing/2017/decorative" val="1"/>
              </a:ext>
            </a:extLst>
          </p:cNvPr>
          <p:cNvCxnSpPr>
            <a:cxnSpLocks/>
          </p:cNvCxnSpPr>
          <p:nvPr/>
        </p:nvCxnSpPr>
        <p:spPr>
          <a:xfrm>
            <a:off x="5771254" y="2924197"/>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37" name="Group 136">
            <a:extLst>
              <a:ext uri="{FF2B5EF4-FFF2-40B4-BE49-F238E27FC236}">
                <a16:creationId xmlns:a16="http://schemas.microsoft.com/office/drawing/2014/main" id="{FD451CEF-F41A-4F9B-8917-F09131BC2D25}"/>
              </a:ext>
              <a:ext uri="{C183D7F6-B498-43B3-948B-1728B52AA6E4}">
                <adec:decorative xmlns:adec="http://schemas.microsoft.com/office/drawing/2017/decorative" val="1"/>
              </a:ext>
            </a:extLst>
          </p:cNvPr>
          <p:cNvGrpSpPr/>
          <p:nvPr/>
        </p:nvGrpSpPr>
        <p:grpSpPr>
          <a:xfrm>
            <a:off x="722184" y="3269085"/>
            <a:ext cx="522238" cy="522238"/>
            <a:chOff x="724354" y="2781602"/>
            <a:chExt cx="438218" cy="438964"/>
          </a:xfrm>
        </p:grpSpPr>
        <p:sp>
          <p:nvSpPr>
            <p:cNvPr id="138" name="Oval 137">
              <a:extLst>
                <a:ext uri="{FF2B5EF4-FFF2-40B4-BE49-F238E27FC236}">
                  <a16:creationId xmlns:a16="http://schemas.microsoft.com/office/drawing/2014/main" id="{8F971932-7F73-4F96-B3C4-19A50A182FF2}"/>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39" name="Trackers_EADF">
              <a:extLst>
                <a:ext uri="{FF2B5EF4-FFF2-40B4-BE49-F238E27FC236}">
                  <a16:creationId xmlns:a16="http://schemas.microsoft.com/office/drawing/2014/main" id="{B9A19F48-CC34-4432-BD70-3A1223EC6D7D}"/>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cxnSp>
        <p:nvCxnSpPr>
          <p:cNvPr id="151" name="Straight Connector 150">
            <a:extLst>
              <a:ext uri="{FF2B5EF4-FFF2-40B4-BE49-F238E27FC236}">
                <a16:creationId xmlns:a16="http://schemas.microsoft.com/office/drawing/2014/main" id="{CAEE90B4-8034-4523-9126-9FBA4E3DD8CE}"/>
              </a:ext>
              <a:ext uri="{C183D7F6-B498-43B3-948B-1728B52AA6E4}">
                <adec:decorative xmlns:adec="http://schemas.microsoft.com/office/drawing/2017/decorative" val="1"/>
              </a:ext>
            </a:extLst>
          </p:cNvPr>
          <p:cNvCxnSpPr>
            <a:cxnSpLocks/>
          </p:cNvCxnSpPr>
          <p:nvPr/>
        </p:nvCxnSpPr>
        <p:spPr>
          <a:xfrm>
            <a:off x="5771254" y="4036906"/>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62" name="Group 161">
            <a:extLst>
              <a:ext uri="{FF2B5EF4-FFF2-40B4-BE49-F238E27FC236}">
                <a16:creationId xmlns:a16="http://schemas.microsoft.com/office/drawing/2014/main" id="{694C3DC3-1C65-49D0-9C84-E2A0951EDFD9}"/>
              </a:ext>
              <a:ext uri="{C183D7F6-B498-43B3-948B-1728B52AA6E4}">
                <adec:decorative xmlns:adec="http://schemas.microsoft.com/office/drawing/2017/decorative" val="1"/>
              </a:ext>
            </a:extLst>
          </p:cNvPr>
          <p:cNvGrpSpPr>
            <a:grpSpLocks/>
          </p:cNvGrpSpPr>
          <p:nvPr/>
        </p:nvGrpSpPr>
        <p:grpSpPr>
          <a:xfrm>
            <a:off x="722184" y="4381642"/>
            <a:ext cx="522238" cy="522238"/>
            <a:chOff x="7039782" y="1468393"/>
            <a:chExt cx="751672" cy="751672"/>
          </a:xfrm>
        </p:grpSpPr>
        <p:sp>
          <p:nvSpPr>
            <p:cNvPr id="163" name="Oval 162">
              <a:extLst>
                <a:ext uri="{FF2B5EF4-FFF2-40B4-BE49-F238E27FC236}">
                  <a16:creationId xmlns:a16="http://schemas.microsoft.com/office/drawing/2014/main" id="{4D5FA340-1EA0-4179-8EAA-75FF6BAD6C74}"/>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64" name="list_4">
              <a:extLst>
                <a:ext uri="{FF2B5EF4-FFF2-40B4-BE49-F238E27FC236}">
                  <a16:creationId xmlns:a16="http://schemas.microsoft.com/office/drawing/2014/main" id="{C19752A4-15DC-4458-8668-A785B5483389}"/>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172" name="Straight Connector 171">
            <a:extLst>
              <a:ext uri="{FF2B5EF4-FFF2-40B4-BE49-F238E27FC236}">
                <a16:creationId xmlns:a16="http://schemas.microsoft.com/office/drawing/2014/main" id="{1486705D-0AB2-4E11-B0C4-43077B6D6E6C}"/>
              </a:ext>
              <a:ext uri="{C183D7F6-B498-43B3-948B-1728B52AA6E4}">
                <adec:decorative xmlns:adec="http://schemas.microsoft.com/office/drawing/2017/decorative" val="1"/>
              </a:ext>
            </a:extLst>
          </p:cNvPr>
          <p:cNvCxnSpPr>
            <a:cxnSpLocks/>
          </p:cNvCxnSpPr>
          <p:nvPr/>
        </p:nvCxnSpPr>
        <p:spPr>
          <a:xfrm>
            <a:off x="5771254" y="5149615"/>
            <a:ext cx="497091" cy="0"/>
          </a:xfrm>
          <a:prstGeom prst="line">
            <a:avLst/>
          </a:prstGeom>
          <a:ln w="28575" cap="rnd">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79" name="Group 178">
            <a:extLst>
              <a:ext uri="{FF2B5EF4-FFF2-40B4-BE49-F238E27FC236}">
                <a16:creationId xmlns:a16="http://schemas.microsoft.com/office/drawing/2014/main" id="{5DD77671-6B58-4A7A-B1A8-50608DBE5A97}"/>
              </a:ext>
              <a:ext uri="{C183D7F6-B498-43B3-948B-1728B52AA6E4}">
                <adec:decorative xmlns:adec="http://schemas.microsoft.com/office/drawing/2017/decorative" val="1"/>
              </a:ext>
            </a:extLst>
          </p:cNvPr>
          <p:cNvGrpSpPr>
            <a:grpSpLocks/>
          </p:cNvGrpSpPr>
          <p:nvPr/>
        </p:nvGrpSpPr>
        <p:grpSpPr>
          <a:xfrm>
            <a:off x="722184" y="5494200"/>
            <a:ext cx="522238" cy="522238"/>
            <a:chOff x="724354" y="3721051"/>
            <a:chExt cx="438218" cy="438218"/>
          </a:xfrm>
        </p:grpSpPr>
        <p:sp>
          <p:nvSpPr>
            <p:cNvPr id="180" name="Oval 179">
              <a:extLst>
                <a:ext uri="{FF2B5EF4-FFF2-40B4-BE49-F238E27FC236}">
                  <a16:creationId xmlns:a16="http://schemas.microsoft.com/office/drawing/2014/main" id="{66E40807-C98E-4B2E-82E3-AB324CC7CA7F}"/>
                </a:ext>
                <a:ext uri="{C183D7F6-B498-43B3-948B-1728B52AA6E4}">
                  <adec:decorative xmlns:adec="http://schemas.microsoft.com/office/drawing/2017/decorative" val="1"/>
                </a:ext>
              </a:extLst>
            </p:cNvPr>
            <p:cNvSpPr>
              <a:spLocks/>
            </p:cNvSpPr>
            <p:nvPr/>
          </p:nvSpPr>
          <p:spPr bwMode="auto">
            <a:xfrm>
              <a:off x="724354" y="3721051"/>
              <a:ext cx="438218" cy="438218"/>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81" name="Business applications">
              <a:extLst>
                <a:ext uri="{FF2B5EF4-FFF2-40B4-BE49-F238E27FC236}">
                  <a16:creationId xmlns:a16="http://schemas.microsoft.com/office/drawing/2014/main" id="{88C207EF-5D75-4985-A833-4DDA0EFDF44A}"/>
                </a:ext>
                <a:ext uri="{C183D7F6-B498-43B3-948B-1728B52AA6E4}">
                  <adec:decorative xmlns:adec="http://schemas.microsoft.com/office/drawing/2017/decorative" val="1"/>
                </a:ext>
              </a:extLst>
            </p:cNvPr>
            <p:cNvSpPr>
              <a:spLocks noChangeAspect="1" noEditPoints="1"/>
            </p:cNvSpPr>
            <p:nvPr/>
          </p:nvSpPr>
          <p:spPr bwMode="auto">
            <a:xfrm>
              <a:off x="826310" y="3843880"/>
              <a:ext cx="234306" cy="192560"/>
            </a:xfrm>
            <a:custGeom>
              <a:avLst/>
              <a:gdLst>
                <a:gd name="T0" fmla="*/ 196 w 449"/>
                <a:gd name="T1" fmla="*/ 369 h 369"/>
                <a:gd name="T2" fmla="*/ 0 w 449"/>
                <a:gd name="T3" fmla="*/ 369 h 369"/>
                <a:gd name="T4" fmla="*/ 99 w 449"/>
                <a:gd name="T5" fmla="*/ 240 h 369"/>
                <a:gd name="T6" fmla="*/ 196 w 449"/>
                <a:gd name="T7" fmla="*/ 369 h 369"/>
                <a:gd name="T8" fmla="*/ 442 w 449"/>
                <a:gd name="T9" fmla="*/ 67 h 369"/>
                <a:gd name="T10" fmla="*/ 229 w 449"/>
                <a:gd name="T11" fmla="*/ 369 h 369"/>
                <a:gd name="T12" fmla="*/ 449 w 449"/>
                <a:gd name="T13" fmla="*/ 369 h 369"/>
                <a:gd name="T14" fmla="*/ 442 w 449"/>
                <a:gd name="T15" fmla="*/ 67 h 369"/>
                <a:gd name="T16" fmla="*/ 240 w 449"/>
                <a:gd name="T17" fmla="*/ 168 h 369"/>
                <a:gd name="T18" fmla="*/ 101 w 449"/>
                <a:gd name="T19" fmla="*/ 369 h 369"/>
                <a:gd name="T20" fmla="*/ 379 w 449"/>
                <a:gd name="T21" fmla="*/ 369 h 369"/>
                <a:gd name="T22" fmla="*/ 240 w 449"/>
                <a:gd name="T23" fmla="*/ 168 h 369"/>
                <a:gd name="T24" fmla="*/ 398 w 449"/>
                <a:gd name="T25" fmla="*/ 48 h 369"/>
                <a:gd name="T26" fmla="*/ 398 w 449"/>
                <a:gd name="T27" fmla="*/ 48 h 369"/>
                <a:gd name="T28" fmla="*/ 371 w 449"/>
                <a:gd name="T29" fmla="*/ 77 h 369"/>
                <a:gd name="T30" fmla="*/ 382 w 449"/>
                <a:gd name="T31" fmla="*/ 65 h 369"/>
                <a:gd name="T32" fmla="*/ 349 w 449"/>
                <a:gd name="T33" fmla="*/ 102 h 369"/>
                <a:gd name="T34" fmla="*/ 360 w 449"/>
                <a:gd name="T35" fmla="*/ 90 h 369"/>
                <a:gd name="T36" fmla="*/ 328 w 449"/>
                <a:gd name="T37" fmla="*/ 126 h 369"/>
                <a:gd name="T38" fmla="*/ 338 w 449"/>
                <a:gd name="T39" fmla="*/ 114 h 369"/>
                <a:gd name="T40" fmla="*/ 305 w 449"/>
                <a:gd name="T41" fmla="*/ 150 h 369"/>
                <a:gd name="T42" fmla="*/ 316 w 449"/>
                <a:gd name="T43" fmla="*/ 138 h 369"/>
                <a:gd name="T44" fmla="*/ 283 w 449"/>
                <a:gd name="T45" fmla="*/ 175 h 369"/>
                <a:gd name="T46" fmla="*/ 294 w 449"/>
                <a:gd name="T47" fmla="*/ 163 h 369"/>
                <a:gd name="T48" fmla="*/ 261 w 449"/>
                <a:gd name="T49" fmla="*/ 199 h 369"/>
                <a:gd name="T50" fmla="*/ 273 w 449"/>
                <a:gd name="T51" fmla="*/ 187 h 369"/>
                <a:gd name="T52" fmla="*/ 239 w 449"/>
                <a:gd name="T53" fmla="*/ 223 h 369"/>
                <a:gd name="T54" fmla="*/ 250 w 449"/>
                <a:gd name="T55" fmla="*/ 211 h 369"/>
                <a:gd name="T56" fmla="*/ 217 w 449"/>
                <a:gd name="T57" fmla="*/ 248 h 369"/>
                <a:gd name="T58" fmla="*/ 229 w 449"/>
                <a:gd name="T59" fmla="*/ 236 h 369"/>
                <a:gd name="T60" fmla="*/ 195 w 449"/>
                <a:gd name="T61" fmla="*/ 273 h 369"/>
                <a:gd name="T62" fmla="*/ 206 w 449"/>
                <a:gd name="T63" fmla="*/ 260 h 369"/>
                <a:gd name="T64" fmla="*/ 174 w 449"/>
                <a:gd name="T65" fmla="*/ 296 h 369"/>
                <a:gd name="T66" fmla="*/ 185 w 449"/>
                <a:gd name="T67" fmla="*/ 284 h 369"/>
                <a:gd name="T68" fmla="*/ 151 w 449"/>
                <a:gd name="T69" fmla="*/ 321 h 369"/>
                <a:gd name="T70" fmla="*/ 162 w 449"/>
                <a:gd name="T71" fmla="*/ 309 h 369"/>
                <a:gd name="T72" fmla="*/ 130 w 449"/>
                <a:gd name="T73" fmla="*/ 346 h 369"/>
                <a:gd name="T74" fmla="*/ 141 w 449"/>
                <a:gd name="T75" fmla="*/ 333 h 369"/>
                <a:gd name="T76" fmla="*/ 107 w 449"/>
                <a:gd name="T77" fmla="*/ 369 h 369"/>
                <a:gd name="T78" fmla="*/ 119 w 449"/>
                <a:gd name="T79" fmla="*/ 358 h 369"/>
                <a:gd name="T80" fmla="*/ 438 w 449"/>
                <a:gd name="T81" fmla="*/ 28 h 369"/>
                <a:gd name="T82" fmla="*/ 438 w 449"/>
                <a:gd name="T83" fmla="*/ 28 h 369"/>
                <a:gd name="T84" fmla="*/ 444 w 449"/>
                <a:gd name="T85" fmla="*/ 25 h 369"/>
                <a:gd name="T86" fmla="*/ 444 w 449"/>
                <a:gd name="T87" fmla="*/ 0 h 369"/>
                <a:gd name="T88" fmla="*/ 419 w 449"/>
                <a:gd name="T89" fmla="*/ 0 h 369"/>
                <a:gd name="T90" fmla="*/ 444 w 449"/>
                <a:gd name="T91" fmla="*/ 0 h 369"/>
                <a:gd name="T92" fmla="*/ 395 w 449"/>
                <a:gd name="T93" fmla="*/ 50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49" h="369">
                  <a:moveTo>
                    <a:pt x="196" y="369"/>
                  </a:moveTo>
                  <a:lnTo>
                    <a:pt x="0" y="369"/>
                  </a:lnTo>
                  <a:lnTo>
                    <a:pt x="99" y="240"/>
                  </a:lnTo>
                  <a:lnTo>
                    <a:pt x="196" y="369"/>
                  </a:lnTo>
                  <a:moveTo>
                    <a:pt x="442" y="67"/>
                  </a:moveTo>
                  <a:lnTo>
                    <a:pt x="229" y="369"/>
                  </a:lnTo>
                  <a:lnTo>
                    <a:pt x="449" y="369"/>
                  </a:lnTo>
                  <a:lnTo>
                    <a:pt x="442" y="67"/>
                  </a:lnTo>
                  <a:moveTo>
                    <a:pt x="240" y="168"/>
                  </a:moveTo>
                  <a:lnTo>
                    <a:pt x="101" y="369"/>
                  </a:lnTo>
                  <a:lnTo>
                    <a:pt x="379" y="369"/>
                  </a:lnTo>
                  <a:lnTo>
                    <a:pt x="240" y="168"/>
                  </a:lnTo>
                  <a:moveTo>
                    <a:pt x="398" y="48"/>
                  </a:moveTo>
                  <a:lnTo>
                    <a:pt x="398" y="48"/>
                  </a:lnTo>
                  <a:moveTo>
                    <a:pt x="371" y="77"/>
                  </a:moveTo>
                  <a:lnTo>
                    <a:pt x="382" y="65"/>
                  </a:lnTo>
                  <a:moveTo>
                    <a:pt x="349" y="102"/>
                  </a:moveTo>
                  <a:lnTo>
                    <a:pt x="360" y="90"/>
                  </a:lnTo>
                  <a:moveTo>
                    <a:pt x="328" y="126"/>
                  </a:moveTo>
                  <a:lnTo>
                    <a:pt x="338" y="114"/>
                  </a:lnTo>
                  <a:moveTo>
                    <a:pt x="305" y="150"/>
                  </a:moveTo>
                  <a:lnTo>
                    <a:pt x="316" y="138"/>
                  </a:lnTo>
                  <a:moveTo>
                    <a:pt x="283" y="175"/>
                  </a:moveTo>
                  <a:lnTo>
                    <a:pt x="294" y="163"/>
                  </a:lnTo>
                  <a:moveTo>
                    <a:pt x="261" y="199"/>
                  </a:moveTo>
                  <a:lnTo>
                    <a:pt x="273" y="187"/>
                  </a:lnTo>
                  <a:moveTo>
                    <a:pt x="239" y="223"/>
                  </a:moveTo>
                  <a:lnTo>
                    <a:pt x="250" y="211"/>
                  </a:lnTo>
                  <a:moveTo>
                    <a:pt x="217" y="248"/>
                  </a:moveTo>
                  <a:lnTo>
                    <a:pt x="229" y="236"/>
                  </a:lnTo>
                  <a:moveTo>
                    <a:pt x="195" y="273"/>
                  </a:moveTo>
                  <a:lnTo>
                    <a:pt x="206" y="260"/>
                  </a:lnTo>
                  <a:moveTo>
                    <a:pt x="174" y="296"/>
                  </a:moveTo>
                  <a:lnTo>
                    <a:pt x="185" y="284"/>
                  </a:lnTo>
                  <a:moveTo>
                    <a:pt x="151" y="321"/>
                  </a:moveTo>
                  <a:lnTo>
                    <a:pt x="162" y="309"/>
                  </a:lnTo>
                  <a:moveTo>
                    <a:pt x="130" y="346"/>
                  </a:moveTo>
                  <a:lnTo>
                    <a:pt x="141" y="333"/>
                  </a:lnTo>
                  <a:moveTo>
                    <a:pt x="107" y="369"/>
                  </a:moveTo>
                  <a:lnTo>
                    <a:pt x="119" y="358"/>
                  </a:lnTo>
                  <a:moveTo>
                    <a:pt x="438" y="28"/>
                  </a:moveTo>
                  <a:lnTo>
                    <a:pt x="438" y="28"/>
                  </a:lnTo>
                  <a:moveTo>
                    <a:pt x="444" y="25"/>
                  </a:moveTo>
                  <a:lnTo>
                    <a:pt x="444" y="0"/>
                  </a:lnTo>
                  <a:lnTo>
                    <a:pt x="419" y="0"/>
                  </a:lnTo>
                  <a:moveTo>
                    <a:pt x="444" y="0"/>
                  </a:moveTo>
                  <a:lnTo>
                    <a:pt x="395" y="50"/>
                  </a:lnTo>
                </a:path>
              </a:pathLst>
            </a:custGeom>
            <a:noFill/>
            <a:ln w="12700" cap="flat">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gradFill>
                <a:effectLst/>
                <a:uLnTx/>
                <a:uFillTx/>
                <a:latin typeface="Segoe UI"/>
                <a:ea typeface="+mn-ea"/>
                <a:cs typeface="+mn-cs"/>
              </a:endParaRPr>
            </a:p>
          </p:txBody>
        </p:sp>
      </p:grpSp>
      <p:pic>
        <p:nvPicPr>
          <p:cNvPr id="191" name="Picture 190" descr="Two young employees sitting in a coffee table working on a laptop">
            <a:extLst>
              <a:ext uri="{FF2B5EF4-FFF2-40B4-BE49-F238E27FC236}">
                <a16:creationId xmlns:a16="http://schemas.microsoft.com/office/drawing/2014/main" id="{18EAC8C2-BE84-4584-AF9B-4C62BD7EF1DD}"/>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Tree>
    <p:custDataLst>
      <p:tags r:id="rId1"/>
    </p:custDataLst>
    <p:extLst>
      <p:ext uri="{BB962C8B-B14F-4D97-AF65-F5344CB8AC3E}">
        <p14:creationId xmlns:p14="http://schemas.microsoft.com/office/powerpoint/2010/main" val="338295638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Learning 1</a:t>
            </a:r>
          </a:p>
        </p:txBody>
      </p:sp>
      <p:sp>
        <p:nvSpPr>
          <p:cNvPr id="3" name="TextBox 2"/>
          <p:cNvSpPr txBox="1"/>
          <p:nvPr/>
        </p:nvSpPr>
        <p:spPr>
          <a:xfrm>
            <a:off x="731520" y="4480560"/>
            <a:ext cx="9144000" cy="6400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800" b="0">
                <a:solidFill>
                  <a:srgbClr val="FFFFFF"/>
                </a:solidFill>
                <a:latin typeface="Segoe UI"/>
              </a:defRPr>
            </a:pPr>
            <a:r>
              <a:rPr kumimoji="0" sz="1800" b="0" i="0" u="none" strike="noStrike" kern="1200" cap="none" spc="0" normalizeH="0" baseline="0" noProof="0">
                <a:ln>
                  <a:noFill/>
                </a:ln>
                <a:solidFill>
                  <a:srgbClr val="FFFFFF"/>
                </a:solidFill>
                <a:effectLst/>
                <a:uLnTx/>
                <a:uFillTx/>
                <a:latin typeface="Segoe UI"/>
                <a:ea typeface="+mn-ea"/>
                <a:cs typeface="+mn-cs"/>
              </a:rPr>
              <a:t>AI Governance over Traditional IT</a:t>
            </a: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The five drivers of AI value</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5" name="Rectangle: Rounded Corners 4" descr="Circular diagram titled “Frontier Transformation” with five interconnected components:  Business Strategy – The alignment of AI investments with strategic business outcomes and measurable impact. Organization &amp; Culture – The vision, operating model, skills, resources, and culture to drive AI adoption. AI Strategy &amp; Experience – The organization’s AI expertise and repeatable processes to create sustainable value. AI Governance &amp; Security – The controls and processes to ensure secure, compliant, and responsible AI. Technology &amp; Data Strategy – The data and infrastructure needed to run AI solutions at scale securely and reliably.">
            <a:extLst>
              <a:ext uri="{FF2B5EF4-FFF2-40B4-BE49-F238E27FC236}">
                <a16:creationId xmlns:a16="http://schemas.microsoft.com/office/drawing/2014/main" id="{62B2C420-4962-35BA-76B2-486243C572E5}"/>
              </a:ext>
              <a:ext uri="{C183D7F6-B498-43B3-948B-1728B52AA6E4}">
                <adec:decorative xmlns:adec="http://schemas.microsoft.com/office/drawing/2017/decorative" val="0"/>
              </a:ext>
            </a:extLst>
          </p:cNvPr>
          <p:cNvSpPr>
            <a:spLocks/>
          </p:cNvSpPr>
          <p:nvPr/>
        </p:nvSpPr>
        <p:spPr bwMode="auto">
          <a:xfrm>
            <a:off x="422610" y="1647001"/>
            <a:ext cx="11018520" cy="4846768"/>
          </a:xfrm>
          <a:prstGeom prst="roundRect">
            <a:avLst>
              <a:gd name="adj" fmla="val 349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30000" noProof="0">
              <a:ln>
                <a:noFill/>
              </a:ln>
              <a:solidFill>
                <a:srgbClr val="FFFFFF"/>
              </a:solidFill>
              <a:effectLst/>
              <a:uLnTx/>
              <a:uFillTx/>
              <a:latin typeface="Segoe UI"/>
              <a:ea typeface="+mn-ea"/>
              <a:cs typeface="Segoe UI" pitchFamily="34" charset="0"/>
            </a:endParaRPr>
          </a:p>
        </p:txBody>
      </p:sp>
      <p:sp>
        <p:nvSpPr>
          <p:cNvPr id="7" name="TextBox 6">
            <a:extLst>
              <a:ext uri="{FF2B5EF4-FFF2-40B4-BE49-F238E27FC236}">
                <a16:creationId xmlns:a16="http://schemas.microsoft.com/office/drawing/2014/main" id="{F37AA2EA-CD92-6F08-F431-FFA2322C6D07}"/>
              </a:ext>
              <a:ext uri="{C183D7F6-B498-43B3-948B-1728B52AA6E4}">
                <adec:decorative xmlns:adec="http://schemas.microsoft.com/office/drawing/2017/decorative" val="1"/>
              </a:ext>
            </a:extLst>
          </p:cNvPr>
          <p:cNvSpPr txBox="1">
            <a:spLocks/>
          </p:cNvSpPr>
          <p:nvPr/>
        </p:nvSpPr>
        <p:spPr>
          <a:xfrm>
            <a:off x="4636880" y="2076678"/>
            <a:ext cx="2620296" cy="492443"/>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mj-lt"/>
              </a:rPr>
              <a:t>Business </a:t>
            </a:r>
            <a:br>
              <a:rPr kumimoji="0" lang="en-US" sz="1600" b="0" i="0" u="none" strike="noStrike" kern="0" cap="none" spc="0" normalizeH="0" baseline="0" noProof="0">
                <a:ln>
                  <a:noFill/>
                </a:ln>
                <a:effectLst/>
                <a:uLnTx/>
                <a:uFillTx/>
                <a:latin typeface="+mj-lt"/>
              </a:rPr>
            </a:br>
            <a:r>
              <a:rPr kumimoji="0" lang="en-US" sz="1600" b="0" i="0" u="none" strike="noStrike" kern="0" cap="none" spc="0" normalizeH="0" baseline="0" noProof="0">
                <a:ln>
                  <a:noFill/>
                </a:ln>
                <a:effectLst/>
                <a:uLnTx/>
                <a:uFillTx/>
                <a:latin typeface="+mj-lt"/>
              </a:rPr>
              <a:t>Strategy</a:t>
            </a:r>
            <a:endParaRPr kumimoji="0" lang="en-US" sz="1400" b="0" i="0" u="none" strike="noStrike" kern="1200" cap="none" spc="0" normalizeH="0" baseline="0" noProof="0">
              <a:ln>
                <a:noFill/>
              </a:ln>
              <a:effectLst/>
              <a:uLnTx/>
              <a:uFillTx/>
              <a:latin typeface="+mj-lt"/>
            </a:endParaRPr>
          </a:p>
        </p:txBody>
      </p:sp>
      <p:sp>
        <p:nvSpPr>
          <p:cNvPr id="9" name="TextBox 8">
            <a:extLst>
              <a:ext uri="{FF2B5EF4-FFF2-40B4-BE49-F238E27FC236}">
                <a16:creationId xmlns:a16="http://schemas.microsoft.com/office/drawing/2014/main" id="{5385B9F4-170E-459C-6F3C-929F2E573D00}"/>
              </a:ext>
              <a:ext uri="{C183D7F6-B498-43B3-948B-1728B52AA6E4}">
                <adec:decorative xmlns:adec="http://schemas.microsoft.com/office/drawing/2017/decorative" val="1"/>
              </a:ext>
            </a:extLst>
          </p:cNvPr>
          <p:cNvSpPr txBox="1">
            <a:spLocks/>
          </p:cNvSpPr>
          <p:nvPr/>
        </p:nvSpPr>
        <p:spPr>
          <a:xfrm>
            <a:off x="2902638" y="3542854"/>
            <a:ext cx="1343317" cy="49244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mj-lt"/>
              </a:rPr>
              <a:t>Technology &amp; </a:t>
            </a:r>
            <a:br>
              <a:rPr kumimoji="0" lang="en-US" sz="1600" b="0" i="0" u="none" strike="noStrike" kern="0" cap="none" spc="0" normalizeH="0" baseline="0" noProof="0">
                <a:ln>
                  <a:noFill/>
                </a:ln>
                <a:effectLst/>
                <a:uLnTx/>
                <a:uFillTx/>
                <a:latin typeface="+mj-lt"/>
              </a:rPr>
            </a:br>
            <a:r>
              <a:rPr kumimoji="0" lang="en-US" sz="1600" b="0" i="0" u="none" strike="noStrike" kern="0" cap="none" spc="0" normalizeH="0" baseline="0" noProof="0">
                <a:ln>
                  <a:noFill/>
                </a:ln>
                <a:effectLst/>
                <a:uLnTx/>
                <a:uFillTx/>
                <a:latin typeface="+mj-lt"/>
              </a:rPr>
              <a:t>Data Strategy</a:t>
            </a:r>
            <a:endParaRPr kumimoji="0" lang="en-US" sz="1400" b="0" i="0" u="none" strike="noStrike" kern="1200" cap="none" spc="0" normalizeH="0" baseline="0" noProof="0">
              <a:ln>
                <a:noFill/>
              </a:ln>
              <a:effectLst/>
              <a:uLnTx/>
              <a:uFillTx/>
              <a:latin typeface="+mj-lt"/>
            </a:endParaRPr>
          </a:p>
        </p:txBody>
      </p:sp>
      <p:sp>
        <p:nvSpPr>
          <p:cNvPr id="10" name="TextBox 9">
            <a:extLst>
              <a:ext uri="{FF2B5EF4-FFF2-40B4-BE49-F238E27FC236}">
                <a16:creationId xmlns:a16="http://schemas.microsoft.com/office/drawing/2014/main" id="{A4E6AA95-24CF-59F7-BB45-332C20A33D46}"/>
              </a:ext>
              <a:ext uri="{C183D7F6-B498-43B3-948B-1728B52AA6E4}">
                <adec:decorative xmlns:adec="http://schemas.microsoft.com/office/drawing/2017/decorative" val="1"/>
              </a:ext>
            </a:extLst>
          </p:cNvPr>
          <p:cNvSpPr txBox="1">
            <a:spLocks/>
          </p:cNvSpPr>
          <p:nvPr/>
        </p:nvSpPr>
        <p:spPr>
          <a:xfrm>
            <a:off x="7279976" y="5287971"/>
            <a:ext cx="1207062" cy="492443"/>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mj-lt"/>
              </a:rPr>
              <a:t>AI Strategy </a:t>
            </a:r>
            <a:br>
              <a:rPr kumimoji="0" lang="en-US" sz="1600" b="0" i="0" u="none" strike="noStrike" kern="0" cap="none" spc="0" normalizeH="0" baseline="0" noProof="0">
                <a:ln>
                  <a:noFill/>
                </a:ln>
                <a:effectLst/>
                <a:uLnTx/>
                <a:uFillTx/>
                <a:latin typeface="+mj-lt"/>
              </a:rPr>
            </a:br>
            <a:r>
              <a:rPr kumimoji="0" lang="en-US" sz="1600" b="0" i="0" u="none" strike="noStrike" kern="0" cap="none" spc="0" normalizeH="0" baseline="0" noProof="0">
                <a:ln>
                  <a:noFill/>
                </a:ln>
                <a:effectLst/>
                <a:uLnTx/>
                <a:uFillTx/>
                <a:latin typeface="+mj-lt"/>
              </a:rPr>
              <a:t>&amp; Experience</a:t>
            </a:r>
            <a:endParaRPr kumimoji="0" lang="en-US" sz="1400" b="0" i="0" u="none" strike="noStrike" kern="1200" cap="none" spc="0" normalizeH="0" baseline="0" noProof="0">
              <a:ln>
                <a:noFill/>
              </a:ln>
              <a:effectLst/>
              <a:uLnTx/>
              <a:uFillTx/>
              <a:latin typeface="+mj-lt"/>
            </a:endParaRPr>
          </a:p>
        </p:txBody>
      </p:sp>
      <p:sp>
        <p:nvSpPr>
          <p:cNvPr id="11" name="TextBox 10">
            <a:extLst>
              <a:ext uri="{FF2B5EF4-FFF2-40B4-BE49-F238E27FC236}">
                <a16:creationId xmlns:a16="http://schemas.microsoft.com/office/drawing/2014/main" id="{EFB729C7-E4E8-C0E0-7B54-ACD675A3783D}"/>
              </a:ext>
              <a:ext uri="{C183D7F6-B498-43B3-948B-1728B52AA6E4}">
                <adec:decorative xmlns:adec="http://schemas.microsoft.com/office/drawing/2017/decorative" val="1"/>
              </a:ext>
            </a:extLst>
          </p:cNvPr>
          <p:cNvSpPr txBox="1">
            <a:spLocks/>
          </p:cNvSpPr>
          <p:nvPr/>
        </p:nvSpPr>
        <p:spPr>
          <a:xfrm>
            <a:off x="7617784" y="3542854"/>
            <a:ext cx="1261564" cy="492443"/>
          </a:xfrm>
          <a:prstGeom prst="rect">
            <a:avLst/>
          </a:prstGeom>
          <a:noFill/>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mj-lt"/>
              </a:rPr>
              <a:t>Organization </a:t>
            </a:r>
            <a:br>
              <a:rPr kumimoji="0" lang="en-US" sz="1600" b="0" i="0" u="none" strike="noStrike" kern="0" cap="none" spc="0" normalizeH="0" baseline="0" noProof="0">
                <a:ln>
                  <a:noFill/>
                </a:ln>
                <a:effectLst/>
                <a:uLnTx/>
                <a:uFillTx/>
                <a:latin typeface="+mj-lt"/>
              </a:rPr>
            </a:br>
            <a:r>
              <a:rPr kumimoji="0" lang="en-US" sz="1600" b="0" i="0" u="none" strike="noStrike" kern="0" cap="none" spc="0" normalizeH="0" baseline="0" noProof="0">
                <a:ln>
                  <a:noFill/>
                </a:ln>
                <a:effectLst/>
                <a:uLnTx/>
                <a:uFillTx/>
                <a:latin typeface="+mj-lt"/>
              </a:rPr>
              <a:t>&amp; Culture</a:t>
            </a:r>
            <a:endParaRPr kumimoji="0" lang="en-US" sz="1400" b="0" i="0" u="none" strike="noStrike" kern="1200" cap="none" spc="0" normalizeH="0" baseline="0" noProof="0">
              <a:ln>
                <a:noFill/>
              </a:ln>
              <a:effectLst/>
              <a:uLnTx/>
              <a:uFillTx/>
              <a:latin typeface="+mj-lt"/>
            </a:endParaRPr>
          </a:p>
        </p:txBody>
      </p:sp>
      <p:sp>
        <p:nvSpPr>
          <p:cNvPr id="12" name="Oval 11">
            <a:extLst>
              <a:ext uri="{FF2B5EF4-FFF2-40B4-BE49-F238E27FC236}">
                <a16:creationId xmlns:a16="http://schemas.microsoft.com/office/drawing/2014/main" id="{2E814EC0-2CF3-FDEB-1A6F-BD18680E17E6}"/>
              </a:ext>
              <a:ext uri="{C183D7F6-B498-43B3-948B-1728B52AA6E4}">
                <adec:decorative xmlns:adec="http://schemas.microsoft.com/office/drawing/2017/decorative" val="1"/>
              </a:ext>
            </a:extLst>
          </p:cNvPr>
          <p:cNvSpPr>
            <a:spLocks noChangeAspect="1"/>
          </p:cNvSpPr>
          <p:nvPr/>
        </p:nvSpPr>
        <p:spPr bwMode="auto">
          <a:xfrm rot="16200000">
            <a:off x="4553497" y="3078161"/>
            <a:ext cx="2712514" cy="2712514"/>
          </a:xfrm>
          <a:prstGeom prst="ellipse">
            <a:avLst/>
          </a:prstGeom>
          <a:solidFill>
            <a:schemeClr val="bg1"/>
          </a:solidFill>
          <a:ln w="76200">
            <a:solidFill>
              <a:schemeClr val="bg1">
                <a:lumMod val="85000"/>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mj-lt"/>
              <a:ea typeface="Segoe UI" pitchFamily="34" charset="0"/>
              <a:cs typeface="Segoe UI" pitchFamily="34" charset="0"/>
            </a:endParaRPr>
          </a:p>
        </p:txBody>
      </p:sp>
      <p:sp>
        <p:nvSpPr>
          <p:cNvPr id="13" name="TextBox 12">
            <a:extLst>
              <a:ext uri="{FF2B5EF4-FFF2-40B4-BE49-F238E27FC236}">
                <a16:creationId xmlns:a16="http://schemas.microsoft.com/office/drawing/2014/main" id="{76CBF11E-1DAF-5826-D23A-DDF0325A9429}"/>
              </a:ext>
              <a:ext uri="{C183D7F6-B498-43B3-948B-1728B52AA6E4}">
                <adec:decorative xmlns:adec="http://schemas.microsoft.com/office/drawing/2017/decorative" val="1"/>
              </a:ext>
            </a:extLst>
          </p:cNvPr>
          <p:cNvSpPr txBox="1">
            <a:spLocks/>
          </p:cNvSpPr>
          <p:nvPr/>
        </p:nvSpPr>
        <p:spPr>
          <a:xfrm>
            <a:off x="4697764" y="4037436"/>
            <a:ext cx="2423980" cy="738664"/>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i="0" u="none" strike="noStrike" kern="0" cap="none" spc="0" normalizeH="0" baseline="0" noProof="0" dirty="0">
                <a:ln>
                  <a:noFill/>
                </a:ln>
                <a:solidFill>
                  <a:schemeClr val="tx2"/>
                </a:solidFill>
                <a:effectLst/>
                <a:uLnTx/>
                <a:uFillTx/>
                <a:latin typeface="+mj-lt"/>
                <a:ea typeface="+mj-ea"/>
                <a:cs typeface="+mj-cs"/>
              </a:rPr>
              <a:t>AI Transformation</a:t>
            </a:r>
            <a:endParaRPr kumimoji="0" lang="en-US" sz="2000" i="0" u="none" strike="noStrike" kern="1200" cap="none" spc="0" normalizeH="0" baseline="0" noProof="0" dirty="0">
              <a:ln>
                <a:noFill/>
              </a:ln>
              <a:solidFill>
                <a:schemeClr val="tx2"/>
              </a:solidFill>
              <a:effectLst/>
              <a:uLnTx/>
              <a:uFillTx/>
              <a:latin typeface="+mj-lt"/>
              <a:ea typeface="+mj-ea"/>
              <a:cs typeface="+mj-cs"/>
            </a:endParaRPr>
          </a:p>
        </p:txBody>
      </p:sp>
      <p:grpSp>
        <p:nvGrpSpPr>
          <p:cNvPr id="14" name="Group 13">
            <a:extLst>
              <a:ext uri="{FF2B5EF4-FFF2-40B4-BE49-F238E27FC236}">
                <a16:creationId xmlns:a16="http://schemas.microsoft.com/office/drawing/2014/main" id="{F898E192-DF4C-1829-004D-50B95DDE26AF}"/>
              </a:ext>
              <a:ext uri="{C183D7F6-B498-43B3-948B-1728B52AA6E4}">
                <adec:decorative xmlns:adec="http://schemas.microsoft.com/office/drawing/2017/decorative" val="1"/>
              </a:ext>
            </a:extLst>
          </p:cNvPr>
          <p:cNvGrpSpPr/>
          <p:nvPr/>
        </p:nvGrpSpPr>
        <p:grpSpPr>
          <a:xfrm>
            <a:off x="5612857" y="1476781"/>
            <a:ext cx="567354" cy="567354"/>
            <a:chOff x="1345213" y="6341932"/>
            <a:chExt cx="516068" cy="516068"/>
          </a:xfrm>
        </p:grpSpPr>
        <p:sp>
          <p:nvSpPr>
            <p:cNvPr id="15" name="Oval 14">
              <a:extLst>
                <a:ext uri="{FF2B5EF4-FFF2-40B4-BE49-F238E27FC236}">
                  <a16:creationId xmlns:a16="http://schemas.microsoft.com/office/drawing/2014/main" id="{52FA62CA-3A5B-BD9F-1F1F-7F6B6361C86E}"/>
                </a:ext>
              </a:extLst>
            </p:cNvPr>
            <p:cNvSpPr>
              <a:spLocks/>
            </p:cNvSpPr>
            <p:nvPr/>
          </p:nvSpPr>
          <p:spPr bwMode="auto">
            <a:xfrm rot="10800000">
              <a:off x="1345213" y="6341932"/>
              <a:ext cx="516068" cy="516068"/>
            </a:xfrm>
            <a:prstGeom prst="ellipse">
              <a:avLst/>
            </a:pr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endParaRPr kumimoji="0" lang="en-US" sz="5141" b="1" i="0" u="none" strike="noStrike" kern="1200" cap="none" spc="0" normalizeH="0" baseline="0" noProof="0">
                <a:ln w="3175">
                  <a:noFill/>
                </a:ln>
                <a:effectLst/>
                <a:uLnTx/>
                <a:uFillTx/>
                <a:latin typeface="+mj-lt"/>
                <a:ea typeface="+mn-ea"/>
                <a:cs typeface="Segoe Sans Display Semibold" pitchFamily="2" charset="0"/>
              </a:endParaRPr>
            </a:p>
          </p:txBody>
        </p:sp>
        <p:sp>
          <p:nvSpPr>
            <p:cNvPr id="16" name="Freeform: Shape 15" descr="Icon of an arrow moving from point circle on the bottom left to top right with two cross marks">
              <a:extLst>
                <a:ext uri="{FF2B5EF4-FFF2-40B4-BE49-F238E27FC236}">
                  <a16:creationId xmlns:a16="http://schemas.microsoft.com/office/drawing/2014/main" id="{35B6042C-884A-C3F1-56EA-ABE911326DC1}"/>
                </a:ext>
              </a:extLst>
            </p:cNvPr>
            <p:cNvSpPr>
              <a:spLocks noChangeAspect="1"/>
            </p:cNvSpPr>
            <p:nvPr/>
          </p:nvSpPr>
          <p:spPr>
            <a:xfrm>
              <a:off x="1489613" y="6630756"/>
              <a:ext cx="227268" cy="227244"/>
            </a:xfrm>
            <a:custGeom>
              <a:avLst/>
              <a:gdLst>
                <a:gd name="connsiteX0" fmla="*/ 125635 w 765566"/>
                <a:gd name="connsiteY0" fmla="*/ 561137 h 765489"/>
                <a:gd name="connsiteX1" fmla="*/ 47149 w 765566"/>
                <a:gd name="connsiteY1" fmla="*/ 639718 h 765489"/>
                <a:gd name="connsiteX2" fmla="*/ 125635 w 765566"/>
                <a:gd name="connsiteY2" fmla="*/ 718299 h 765489"/>
                <a:gd name="connsiteX3" fmla="*/ 204216 w 765566"/>
                <a:gd name="connsiteY3" fmla="*/ 639718 h 765489"/>
                <a:gd name="connsiteX4" fmla="*/ 125635 w 765566"/>
                <a:gd name="connsiteY4" fmla="*/ 561137 h 765489"/>
                <a:gd name="connsiteX5" fmla="*/ 482977 w 765566"/>
                <a:gd name="connsiteY5" fmla="*/ 451741 h 765489"/>
                <a:gd name="connsiteX6" fmla="*/ 505491 w 765566"/>
                <a:gd name="connsiteY6" fmla="*/ 458266 h 765489"/>
                <a:gd name="connsiteX7" fmla="*/ 509302 w 765566"/>
                <a:gd name="connsiteY7" fmla="*/ 461504 h 765489"/>
                <a:gd name="connsiteX8" fmla="*/ 608838 w 765566"/>
                <a:gd name="connsiteY8" fmla="*/ 561041 h 765489"/>
                <a:gd name="connsiteX9" fmla="*/ 708374 w 765566"/>
                <a:gd name="connsiteY9" fmla="*/ 461599 h 765489"/>
                <a:gd name="connsiteX10" fmla="*/ 752094 w 765566"/>
                <a:gd name="connsiteY10" fmla="*/ 458361 h 765489"/>
                <a:gd name="connsiteX11" fmla="*/ 751903 w 765566"/>
                <a:gd name="connsiteY11" fmla="*/ 458171 h 765489"/>
                <a:gd name="connsiteX12" fmla="*/ 755713 w 765566"/>
                <a:gd name="connsiteY12" fmla="*/ 461409 h 765489"/>
                <a:gd name="connsiteX13" fmla="*/ 758952 w 765566"/>
                <a:gd name="connsiteY13" fmla="*/ 505224 h 765489"/>
                <a:gd name="connsiteX14" fmla="*/ 755713 w 765566"/>
                <a:gd name="connsiteY14" fmla="*/ 509034 h 765489"/>
                <a:gd name="connsiteX15" fmla="*/ 656177 w 765566"/>
                <a:gd name="connsiteY15" fmla="*/ 608570 h 765489"/>
                <a:gd name="connsiteX16" fmla="*/ 755713 w 765566"/>
                <a:gd name="connsiteY16" fmla="*/ 708107 h 765489"/>
                <a:gd name="connsiteX17" fmla="*/ 758952 w 765566"/>
                <a:gd name="connsiteY17" fmla="*/ 751826 h 765489"/>
                <a:gd name="connsiteX18" fmla="*/ 755713 w 765566"/>
                <a:gd name="connsiteY18" fmla="*/ 755636 h 765489"/>
                <a:gd name="connsiteX19" fmla="*/ 711898 w 765566"/>
                <a:gd name="connsiteY19" fmla="*/ 758875 h 765489"/>
                <a:gd name="connsiteX20" fmla="*/ 708088 w 765566"/>
                <a:gd name="connsiteY20" fmla="*/ 755636 h 765489"/>
                <a:gd name="connsiteX21" fmla="*/ 608552 w 765566"/>
                <a:gd name="connsiteY21" fmla="*/ 656100 h 765489"/>
                <a:gd name="connsiteX22" fmla="*/ 509111 w 765566"/>
                <a:gd name="connsiteY22" fmla="*/ 755636 h 765489"/>
                <a:gd name="connsiteX23" fmla="*/ 465391 w 765566"/>
                <a:gd name="connsiteY23" fmla="*/ 758875 h 765489"/>
                <a:gd name="connsiteX24" fmla="*/ 461581 w 765566"/>
                <a:gd name="connsiteY24" fmla="*/ 755636 h 765489"/>
                <a:gd name="connsiteX25" fmla="*/ 458343 w 765566"/>
                <a:gd name="connsiteY25" fmla="*/ 711821 h 765489"/>
                <a:gd name="connsiteX26" fmla="*/ 461581 w 765566"/>
                <a:gd name="connsiteY26" fmla="*/ 708011 h 765489"/>
                <a:gd name="connsiteX27" fmla="*/ 561118 w 765566"/>
                <a:gd name="connsiteY27" fmla="*/ 608475 h 765489"/>
                <a:gd name="connsiteX28" fmla="*/ 461677 w 765566"/>
                <a:gd name="connsiteY28" fmla="*/ 509034 h 765489"/>
                <a:gd name="connsiteX29" fmla="*/ 458438 w 765566"/>
                <a:gd name="connsiteY29" fmla="*/ 465314 h 765489"/>
                <a:gd name="connsiteX30" fmla="*/ 461677 w 765566"/>
                <a:gd name="connsiteY30" fmla="*/ 461504 h 765489"/>
                <a:gd name="connsiteX31" fmla="*/ 482977 w 765566"/>
                <a:gd name="connsiteY31" fmla="*/ 451741 h 765489"/>
                <a:gd name="connsiteX32" fmla="*/ 31301 w 765566"/>
                <a:gd name="connsiteY32" fmla="*/ 161 h 765489"/>
                <a:gd name="connsiteX33" fmla="*/ 53816 w 765566"/>
                <a:gd name="connsiteY33" fmla="*/ 6686 h 765489"/>
                <a:gd name="connsiteX34" fmla="*/ 57625 w 765566"/>
                <a:gd name="connsiteY34" fmla="*/ 9924 h 765489"/>
                <a:gd name="connsiteX35" fmla="*/ 157162 w 765566"/>
                <a:gd name="connsiteY35" fmla="*/ 109461 h 765489"/>
                <a:gd name="connsiteX36" fmla="*/ 256698 w 765566"/>
                <a:gd name="connsiteY36" fmla="*/ 10019 h 765489"/>
                <a:gd name="connsiteX37" fmla="*/ 300418 w 765566"/>
                <a:gd name="connsiteY37" fmla="*/ 6781 h 765489"/>
                <a:gd name="connsiteX38" fmla="*/ 300227 w 765566"/>
                <a:gd name="connsiteY38" fmla="*/ 6591 h 765489"/>
                <a:gd name="connsiteX39" fmla="*/ 304037 w 765566"/>
                <a:gd name="connsiteY39" fmla="*/ 9829 h 765489"/>
                <a:gd name="connsiteX40" fmla="*/ 307276 w 765566"/>
                <a:gd name="connsiteY40" fmla="*/ 53644 h 765489"/>
                <a:gd name="connsiteX41" fmla="*/ 304037 w 765566"/>
                <a:gd name="connsiteY41" fmla="*/ 57454 h 765489"/>
                <a:gd name="connsiteX42" fmla="*/ 204501 w 765566"/>
                <a:gd name="connsiteY42" fmla="*/ 156990 h 765489"/>
                <a:gd name="connsiteX43" fmla="*/ 304037 w 765566"/>
                <a:gd name="connsiteY43" fmla="*/ 256526 h 765489"/>
                <a:gd name="connsiteX44" fmla="*/ 307276 w 765566"/>
                <a:gd name="connsiteY44" fmla="*/ 300246 h 765489"/>
                <a:gd name="connsiteX45" fmla="*/ 304037 w 765566"/>
                <a:gd name="connsiteY45" fmla="*/ 304056 h 765489"/>
                <a:gd name="connsiteX46" fmla="*/ 260222 w 765566"/>
                <a:gd name="connsiteY46" fmla="*/ 307295 h 765489"/>
                <a:gd name="connsiteX47" fmla="*/ 256412 w 765566"/>
                <a:gd name="connsiteY47" fmla="*/ 304056 h 765489"/>
                <a:gd name="connsiteX48" fmla="*/ 156876 w 765566"/>
                <a:gd name="connsiteY48" fmla="*/ 204520 h 765489"/>
                <a:gd name="connsiteX49" fmla="*/ 57435 w 765566"/>
                <a:gd name="connsiteY49" fmla="*/ 304056 h 765489"/>
                <a:gd name="connsiteX50" fmla="*/ 13715 w 765566"/>
                <a:gd name="connsiteY50" fmla="*/ 307295 h 765489"/>
                <a:gd name="connsiteX51" fmla="*/ 9905 w 765566"/>
                <a:gd name="connsiteY51" fmla="*/ 304056 h 765489"/>
                <a:gd name="connsiteX52" fmla="*/ 6667 w 765566"/>
                <a:gd name="connsiteY52" fmla="*/ 260241 h 765489"/>
                <a:gd name="connsiteX53" fmla="*/ 9905 w 765566"/>
                <a:gd name="connsiteY53" fmla="*/ 256431 h 765489"/>
                <a:gd name="connsiteX54" fmla="*/ 109442 w 765566"/>
                <a:gd name="connsiteY54" fmla="*/ 156895 h 765489"/>
                <a:gd name="connsiteX55" fmla="*/ 10000 w 765566"/>
                <a:gd name="connsiteY55" fmla="*/ 57454 h 765489"/>
                <a:gd name="connsiteX56" fmla="*/ 6762 w 765566"/>
                <a:gd name="connsiteY56" fmla="*/ 13734 h 765489"/>
                <a:gd name="connsiteX57" fmla="*/ 10000 w 765566"/>
                <a:gd name="connsiteY57" fmla="*/ 9924 h 765489"/>
                <a:gd name="connsiteX58" fmla="*/ 31301 w 765566"/>
                <a:gd name="connsiteY58" fmla="*/ 161 h 765489"/>
                <a:gd name="connsiteX59" fmla="*/ 620935 w 765566"/>
                <a:gd name="connsiteY59" fmla="*/ 18 h 765489"/>
                <a:gd name="connsiteX60" fmla="*/ 735140 w 765566"/>
                <a:gd name="connsiteY60" fmla="*/ 18 h 765489"/>
                <a:gd name="connsiteX61" fmla="*/ 765429 w 765566"/>
                <a:gd name="connsiteY61" fmla="*/ 30308 h 765489"/>
                <a:gd name="connsiteX62" fmla="*/ 765429 w 765566"/>
                <a:gd name="connsiteY62" fmla="*/ 144512 h 765489"/>
                <a:gd name="connsiteX63" fmla="*/ 765429 w 765566"/>
                <a:gd name="connsiteY63" fmla="*/ 146608 h 765489"/>
                <a:gd name="connsiteX64" fmla="*/ 734092 w 765566"/>
                <a:gd name="connsiteY64" fmla="*/ 175754 h 765489"/>
                <a:gd name="connsiteX65" fmla="*/ 704945 w 765566"/>
                <a:gd name="connsiteY65" fmla="*/ 144417 h 765489"/>
                <a:gd name="connsiteX66" fmla="*/ 704945 w 765566"/>
                <a:gd name="connsiteY66" fmla="*/ 103269 h 765489"/>
                <a:gd name="connsiteX67" fmla="*/ 231802 w 765566"/>
                <a:gd name="connsiteY67" fmla="*/ 576413 h 765489"/>
                <a:gd name="connsiteX68" fmla="*/ 241498 w 765566"/>
                <a:gd name="connsiteY68" fmla="*/ 590794 h 765489"/>
                <a:gd name="connsiteX69" fmla="*/ 251365 w 765566"/>
                <a:gd name="connsiteY69" fmla="*/ 639718 h 765489"/>
                <a:gd name="connsiteX70" fmla="*/ 125635 w 765566"/>
                <a:gd name="connsiteY70" fmla="*/ 765448 h 765489"/>
                <a:gd name="connsiteX71" fmla="*/ 0 w 765566"/>
                <a:gd name="connsiteY71" fmla="*/ 639718 h 765489"/>
                <a:gd name="connsiteX72" fmla="*/ 125635 w 765566"/>
                <a:gd name="connsiteY72" fmla="*/ 514083 h 765489"/>
                <a:gd name="connsiteX73" fmla="*/ 174614 w 765566"/>
                <a:gd name="connsiteY73" fmla="*/ 523949 h 765489"/>
                <a:gd name="connsiteX74" fmla="*/ 188912 w 765566"/>
                <a:gd name="connsiteY74" fmla="*/ 533578 h 765489"/>
                <a:gd name="connsiteX75" fmla="*/ 661988 w 765566"/>
                <a:gd name="connsiteY75" fmla="*/ 60502 h 765489"/>
                <a:gd name="connsiteX76" fmla="*/ 620840 w 765566"/>
                <a:gd name="connsiteY76" fmla="*/ 60502 h 765489"/>
                <a:gd name="connsiteX77" fmla="*/ 618744 w 765566"/>
                <a:gd name="connsiteY77" fmla="*/ 60502 h 765489"/>
                <a:gd name="connsiteX78" fmla="*/ 589598 w 765566"/>
                <a:gd name="connsiteY78" fmla="*/ 29165 h 765489"/>
                <a:gd name="connsiteX79" fmla="*/ 620935 w 765566"/>
                <a:gd name="connsiteY79" fmla="*/ 18 h 765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765566" h="765489">
                  <a:moveTo>
                    <a:pt x="125635" y="561137"/>
                  </a:moveTo>
                  <a:cubicBezTo>
                    <a:pt x="82296" y="561137"/>
                    <a:pt x="47149" y="596284"/>
                    <a:pt x="47149" y="639718"/>
                  </a:cubicBezTo>
                  <a:cubicBezTo>
                    <a:pt x="47149" y="683152"/>
                    <a:pt x="82391" y="718299"/>
                    <a:pt x="125635" y="718299"/>
                  </a:cubicBezTo>
                  <a:cubicBezTo>
                    <a:pt x="169069" y="718299"/>
                    <a:pt x="204216" y="683152"/>
                    <a:pt x="204216" y="639718"/>
                  </a:cubicBezTo>
                  <a:cubicBezTo>
                    <a:pt x="204216" y="596284"/>
                    <a:pt x="168974" y="561137"/>
                    <a:pt x="125635" y="561137"/>
                  </a:cubicBezTo>
                  <a:close/>
                  <a:moveTo>
                    <a:pt x="482977" y="451741"/>
                  </a:moveTo>
                  <a:cubicBezTo>
                    <a:pt x="490775" y="451169"/>
                    <a:pt x="498776" y="453313"/>
                    <a:pt x="505491" y="458266"/>
                  </a:cubicBezTo>
                  <a:lnTo>
                    <a:pt x="509302" y="461504"/>
                  </a:lnTo>
                  <a:lnTo>
                    <a:pt x="608838" y="561041"/>
                  </a:lnTo>
                  <a:lnTo>
                    <a:pt x="708374" y="461599"/>
                  </a:lnTo>
                  <a:cubicBezTo>
                    <a:pt x="720185" y="449789"/>
                    <a:pt x="738759" y="448455"/>
                    <a:pt x="752094" y="458361"/>
                  </a:cubicBezTo>
                  <a:lnTo>
                    <a:pt x="751903" y="458171"/>
                  </a:lnTo>
                  <a:lnTo>
                    <a:pt x="755713" y="461409"/>
                  </a:lnTo>
                  <a:cubicBezTo>
                    <a:pt x="767524" y="473220"/>
                    <a:pt x="768858" y="491794"/>
                    <a:pt x="758952" y="505224"/>
                  </a:cubicBezTo>
                  <a:lnTo>
                    <a:pt x="755713" y="509034"/>
                  </a:lnTo>
                  <a:lnTo>
                    <a:pt x="656177" y="608570"/>
                  </a:lnTo>
                  <a:lnTo>
                    <a:pt x="755713" y="708107"/>
                  </a:lnTo>
                  <a:cubicBezTo>
                    <a:pt x="767429" y="719918"/>
                    <a:pt x="768858" y="738491"/>
                    <a:pt x="758952" y="751826"/>
                  </a:cubicBezTo>
                  <a:lnTo>
                    <a:pt x="755713" y="755636"/>
                  </a:lnTo>
                  <a:cubicBezTo>
                    <a:pt x="743902" y="767447"/>
                    <a:pt x="725329" y="768781"/>
                    <a:pt x="711898" y="758875"/>
                  </a:cubicBezTo>
                  <a:lnTo>
                    <a:pt x="708088" y="755636"/>
                  </a:lnTo>
                  <a:lnTo>
                    <a:pt x="608552" y="656100"/>
                  </a:lnTo>
                  <a:lnTo>
                    <a:pt x="509111" y="755636"/>
                  </a:lnTo>
                  <a:cubicBezTo>
                    <a:pt x="497300" y="767352"/>
                    <a:pt x="478726" y="768781"/>
                    <a:pt x="465391" y="758875"/>
                  </a:cubicBezTo>
                  <a:lnTo>
                    <a:pt x="461581" y="755636"/>
                  </a:lnTo>
                  <a:cubicBezTo>
                    <a:pt x="449770" y="743825"/>
                    <a:pt x="448437" y="725252"/>
                    <a:pt x="458343" y="711821"/>
                  </a:cubicBezTo>
                  <a:lnTo>
                    <a:pt x="461581" y="708011"/>
                  </a:lnTo>
                  <a:lnTo>
                    <a:pt x="561118" y="608475"/>
                  </a:lnTo>
                  <a:lnTo>
                    <a:pt x="461677" y="509034"/>
                  </a:lnTo>
                  <a:cubicBezTo>
                    <a:pt x="449865" y="497223"/>
                    <a:pt x="448532" y="478649"/>
                    <a:pt x="458438" y="465314"/>
                  </a:cubicBezTo>
                  <a:lnTo>
                    <a:pt x="461677" y="461504"/>
                  </a:lnTo>
                  <a:cubicBezTo>
                    <a:pt x="467582" y="455599"/>
                    <a:pt x="475178" y="452313"/>
                    <a:pt x="482977" y="451741"/>
                  </a:cubicBezTo>
                  <a:close/>
                  <a:moveTo>
                    <a:pt x="31301" y="161"/>
                  </a:moveTo>
                  <a:cubicBezTo>
                    <a:pt x="39099" y="-410"/>
                    <a:pt x="47100" y="1733"/>
                    <a:pt x="53816" y="6686"/>
                  </a:cubicBezTo>
                  <a:lnTo>
                    <a:pt x="57625" y="9924"/>
                  </a:lnTo>
                  <a:lnTo>
                    <a:pt x="157162" y="109461"/>
                  </a:lnTo>
                  <a:lnTo>
                    <a:pt x="256698" y="10019"/>
                  </a:lnTo>
                  <a:cubicBezTo>
                    <a:pt x="268509" y="-1791"/>
                    <a:pt x="287083" y="-3125"/>
                    <a:pt x="300418" y="6781"/>
                  </a:cubicBezTo>
                  <a:lnTo>
                    <a:pt x="300227" y="6591"/>
                  </a:lnTo>
                  <a:lnTo>
                    <a:pt x="304037" y="9829"/>
                  </a:lnTo>
                  <a:cubicBezTo>
                    <a:pt x="315848" y="21640"/>
                    <a:pt x="317182" y="40214"/>
                    <a:pt x="307276" y="53644"/>
                  </a:cubicBezTo>
                  <a:lnTo>
                    <a:pt x="304037" y="57454"/>
                  </a:lnTo>
                  <a:lnTo>
                    <a:pt x="204501" y="156990"/>
                  </a:lnTo>
                  <a:lnTo>
                    <a:pt x="304037" y="256526"/>
                  </a:lnTo>
                  <a:cubicBezTo>
                    <a:pt x="315753" y="268338"/>
                    <a:pt x="317182" y="286911"/>
                    <a:pt x="307276" y="300246"/>
                  </a:cubicBezTo>
                  <a:lnTo>
                    <a:pt x="304037" y="304056"/>
                  </a:lnTo>
                  <a:cubicBezTo>
                    <a:pt x="292226" y="315867"/>
                    <a:pt x="273652" y="317201"/>
                    <a:pt x="260222" y="307295"/>
                  </a:cubicBezTo>
                  <a:lnTo>
                    <a:pt x="256412" y="304056"/>
                  </a:lnTo>
                  <a:lnTo>
                    <a:pt x="156876" y="204520"/>
                  </a:lnTo>
                  <a:lnTo>
                    <a:pt x="57435" y="304056"/>
                  </a:lnTo>
                  <a:cubicBezTo>
                    <a:pt x="45624" y="315772"/>
                    <a:pt x="27050" y="317201"/>
                    <a:pt x="13715" y="307295"/>
                  </a:cubicBezTo>
                  <a:lnTo>
                    <a:pt x="9905" y="304056"/>
                  </a:lnTo>
                  <a:cubicBezTo>
                    <a:pt x="-1906" y="292245"/>
                    <a:pt x="-3239" y="273672"/>
                    <a:pt x="6667" y="260241"/>
                  </a:cubicBezTo>
                  <a:lnTo>
                    <a:pt x="9905" y="256431"/>
                  </a:lnTo>
                  <a:lnTo>
                    <a:pt x="109442" y="156895"/>
                  </a:lnTo>
                  <a:lnTo>
                    <a:pt x="10000" y="57454"/>
                  </a:lnTo>
                  <a:cubicBezTo>
                    <a:pt x="-1810" y="45643"/>
                    <a:pt x="-3144" y="27069"/>
                    <a:pt x="6762" y="13734"/>
                  </a:cubicBezTo>
                  <a:lnTo>
                    <a:pt x="10000" y="9924"/>
                  </a:lnTo>
                  <a:cubicBezTo>
                    <a:pt x="15906" y="4018"/>
                    <a:pt x="23502" y="732"/>
                    <a:pt x="31301" y="161"/>
                  </a:cubicBezTo>
                  <a:close/>
                  <a:moveTo>
                    <a:pt x="620935" y="18"/>
                  </a:moveTo>
                  <a:lnTo>
                    <a:pt x="735140" y="18"/>
                  </a:lnTo>
                  <a:cubicBezTo>
                    <a:pt x="751904" y="18"/>
                    <a:pt x="765429" y="13639"/>
                    <a:pt x="765429" y="30308"/>
                  </a:cubicBezTo>
                  <a:lnTo>
                    <a:pt x="765429" y="144512"/>
                  </a:lnTo>
                  <a:cubicBezTo>
                    <a:pt x="765429" y="145179"/>
                    <a:pt x="765429" y="145941"/>
                    <a:pt x="765429" y="146608"/>
                  </a:cubicBezTo>
                  <a:cubicBezTo>
                    <a:pt x="764858" y="163277"/>
                    <a:pt x="750761" y="176326"/>
                    <a:pt x="734092" y="175754"/>
                  </a:cubicBezTo>
                  <a:cubicBezTo>
                    <a:pt x="717423" y="175183"/>
                    <a:pt x="704374" y="161086"/>
                    <a:pt x="704945" y="144417"/>
                  </a:cubicBezTo>
                  <a:lnTo>
                    <a:pt x="704945" y="103269"/>
                  </a:lnTo>
                  <a:lnTo>
                    <a:pt x="231802" y="576413"/>
                  </a:lnTo>
                  <a:lnTo>
                    <a:pt x="241498" y="590794"/>
                  </a:lnTo>
                  <a:cubicBezTo>
                    <a:pt x="247853" y="605827"/>
                    <a:pt x="251365" y="622359"/>
                    <a:pt x="251365" y="639718"/>
                  </a:cubicBezTo>
                  <a:cubicBezTo>
                    <a:pt x="251365" y="709155"/>
                    <a:pt x="195072" y="765448"/>
                    <a:pt x="125635" y="765448"/>
                  </a:cubicBezTo>
                  <a:cubicBezTo>
                    <a:pt x="56198" y="765448"/>
                    <a:pt x="0" y="709155"/>
                    <a:pt x="0" y="639718"/>
                  </a:cubicBezTo>
                  <a:cubicBezTo>
                    <a:pt x="0" y="570280"/>
                    <a:pt x="56293" y="514083"/>
                    <a:pt x="125635" y="514083"/>
                  </a:cubicBezTo>
                  <a:cubicBezTo>
                    <a:pt x="143018" y="514083"/>
                    <a:pt x="159567" y="517596"/>
                    <a:pt x="174614" y="523949"/>
                  </a:cubicBezTo>
                  <a:lnTo>
                    <a:pt x="188912" y="533578"/>
                  </a:lnTo>
                  <a:lnTo>
                    <a:pt x="661988" y="60502"/>
                  </a:lnTo>
                  <a:lnTo>
                    <a:pt x="620840" y="60502"/>
                  </a:lnTo>
                  <a:cubicBezTo>
                    <a:pt x="620173" y="60502"/>
                    <a:pt x="619411" y="60502"/>
                    <a:pt x="618744" y="60502"/>
                  </a:cubicBezTo>
                  <a:cubicBezTo>
                    <a:pt x="602076" y="59930"/>
                    <a:pt x="589026" y="45833"/>
                    <a:pt x="589598" y="29165"/>
                  </a:cubicBezTo>
                  <a:cubicBezTo>
                    <a:pt x="590169" y="12496"/>
                    <a:pt x="604266" y="-553"/>
                    <a:pt x="620935" y="1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effectLst/>
                <a:uLnTx/>
                <a:uFillTx/>
                <a:latin typeface="+mj-lt"/>
                <a:ea typeface="+mn-ea"/>
                <a:cs typeface="+mn-cs"/>
              </a:endParaRPr>
            </a:p>
          </p:txBody>
        </p:sp>
      </p:grpSp>
      <p:grpSp>
        <p:nvGrpSpPr>
          <p:cNvPr id="17" name="Group 16">
            <a:extLst>
              <a:ext uri="{FF2B5EF4-FFF2-40B4-BE49-F238E27FC236}">
                <a16:creationId xmlns:a16="http://schemas.microsoft.com/office/drawing/2014/main" id="{0702F55F-87E6-5629-ADAD-60AF1691844E}"/>
              </a:ext>
              <a:ext uri="{C183D7F6-B498-43B3-948B-1728B52AA6E4}">
                <adec:decorative xmlns:adec="http://schemas.microsoft.com/office/drawing/2017/decorative" val="1"/>
              </a:ext>
            </a:extLst>
          </p:cNvPr>
          <p:cNvGrpSpPr/>
          <p:nvPr/>
        </p:nvGrpSpPr>
        <p:grpSpPr>
          <a:xfrm>
            <a:off x="4428838" y="2230176"/>
            <a:ext cx="567354" cy="567354"/>
            <a:chOff x="3592350" y="6341932"/>
            <a:chExt cx="516068" cy="516068"/>
          </a:xfrm>
        </p:grpSpPr>
        <p:sp>
          <p:nvSpPr>
            <p:cNvPr id="18" name="Oval 17">
              <a:extLst>
                <a:ext uri="{FF2B5EF4-FFF2-40B4-BE49-F238E27FC236}">
                  <a16:creationId xmlns:a16="http://schemas.microsoft.com/office/drawing/2014/main" id="{B4974BC7-3F53-BEE4-5787-D204B4A3E527}"/>
                </a:ext>
              </a:extLst>
            </p:cNvPr>
            <p:cNvSpPr>
              <a:spLocks/>
            </p:cNvSpPr>
            <p:nvPr/>
          </p:nvSpPr>
          <p:spPr bwMode="auto">
            <a:xfrm rot="10800000">
              <a:off x="3592350" y="6341932"/>
              <a:ext cx="516068" cy="516068"/>
            </a:xfrm>
            <a:prstGeom prst="ellipse">
              <a:avLst/>
            </a:pr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endParaRPr kumimoji="0" lang="en-US" sz="5141" b="1" i="0" u="none" strike="noStrike" kern="1200" cap="none" spc="0" normalizeH="0" baseline="0" noProof="0">
                <a:ln w="3175">
                  <a:noFill/>
                </a:ln>
                <a:effectLst/>
                <a:uLnTx/>
                <a:uFillTx/>
                <a:latin typeface="+mj-lt"/>
                <a:ea typeface="+mn-ea"/>
                <a:cs typeface="Segoe Sans Display Semibold" pitchFamily="2" charset="0"/>
              </a:endParaRPr>
            </a:p>
          </p:txBody>
        </p:sp>
        <p:sp>
          <p:nvSpPr>
            <p:cNvPr id="19" name="Freeform: Shape 18" descr="Icon of binary code of ones and zeros">
              <a:extLst>
                <a:ext uri="{FF2B5EF4-FFF2-40B4-BE49-F238E27FC236}">
                  <a16:creationId xmlns:a16="http://schemas.microsoft.com/office/drawing/2014/main" id="{CCF398EA-5B13-EACF-A6B2-96E594DF4831}"/>
                </a:ext>
              </a:extLst>
            </p:cNvPr>
            <p:cNvSpPr>
              <a:spLocks noChangeAspect="1"/>
            </p:cNvSpPr>
            <p:nvPr/>
          </p:nvSpPr>
          <p:spPr>
            <a:xfrm>
              <a:off x="3717284" y="6641384"/>
              <a:ext cx="266200" cy="216616"/>
            </a:xfrm>
            <a:custGeom>
              <a:avLst/>
              <a:gdLst>
                <a:gd name="connsiteX0" fmla="*/ 421552 w 457200"/>
                <a:gd name="connsiteY0" fmla="*/ 298928 h 399723"/>
                <a:gd name="connsiteX1" fmla="*/ 403809 w 457200"/>
                <a:gd name="connsiteY1" fmla="*/ 316671 h 399723"/>
                <a:gd name="connsiteX2" fmla="*/ 403809 w 457200"/>
                <a:gd name="connsiteY2" fmla="*/ 364237 h 399723"/>
                <a:gd name="connsiteX3" fmla="*/ 421552 w 457200"/>
                <a:gd name="connsiteY3" fmla="*/ 381926 h 399723"/>
                <a:gd name="connsiteX4" fmla="*/ 421660 w 457200"/>
                <a:gd name="connsiteY4" fmla="*/ 381926 h 399723"/>
                <a:gd name="connsiteX5" fmla="*/ 439403 w 457200"/>
                <a:gd name="connsiteY5" fmla="*/ 364237 h 399723"/>
                <a:gd name="connsiteX6" fmla="*/ 439403 w 457200"/>
                <a:gd name="connsiteY6" fmla="*/ 316671 h 399723"/>
                <a:gd name="connsiteX7" fmla="*/ 421660 w 457200"/>
                <a:gd name="connsiteY7" fmla="*/ 298928 h 399723"/>
                <a:gd name="connsiteX8" fmla="*/ 262405 w 457200"/>
                <a:gd name="connsiteY8" fmla="*/ 298928 h 399723"/>
                <a:gd name="connsiteX9" fmla="*/ 244662 w 457200"/>
                <a:gd name="connsiteY9" fmla="*/ 316671 h 399723"/>
                <a:gd name="connsiteX10" fmla="*/ 244662 w 457200"/>
                <a:gd name="connsiteY10" fmla="*/ 364237 h 399723"/>
                <a:gd name="connsiteX11" fmla="*/ 262405 w 457200"/>
                <a:gd name="connsiteY11" fmla="*/ 381926 h 399723"/>
                <a:gd name="connsiteX12" fmla="*/ 262513 w 457200"/>
                <a:gd name="connsiteY12" fmla="*/ 381926 h 399723"/>
                <a:gd name="connsiteX13" fmla="*/ 280256 w 457200"/>
                <a:gd name="connsiteY13" fmla="*/ 364237 h 399723"/>
                <a:gd name="connsiteX14" fmla="*/ 280256 w 457200"/>
                <a:gd name="connsiteY14" fmla="*/ 316671 h 399723"/>
                <a:gd name="connsiteX15" fmla="*/ 262513 w 457200"/>
                <a:gd name="connsiteY15" fmla="*/ 298928 h 399723"/>
                <a:gd name="connsiteX16" fmla="*/ 103259 w 457200"/>
                <a:gd name="connsiteY16" fmla="*/ 298928 h 399723"/>
                <a:gd name="connsiteX17" fmla="*/ 85516 w 457200"/>
                <a:gd name="connsiteY17" fmla="*/ 316671 h 399723"/>
                <a:gd name="connsiteX18" fmla="*/ 85516 w 457200"/>
                <a:gd name="connsiteY18" fmla="*/ 364237 h 399723"/>
                <a:gd name="connsiteX19" fmla="*/ 103259 w 457200"/>
                <a:gd name="connsiteY19" fmla="*/ 381926 h 399723"/>
                <a:gd name="connsiteX20" fmla="*/ 103367 w 457200"/>
                <a:gd name="connsiteY20" fmla="*/ 381926 h 399723"/>
                <a:gd name="connsiteX21" fmla="*/ 121110 w 457200"/>
                <a:gd name="connsiteY21" fmla="*/ 364237 h 399723"/>
                <a:gd name="connsiteX22" fmla="*/ 121110 w 457200"/>
                <a:gd name="connsiteY22" fmla="*/ 316671 h 399723"/>
                <a:gd name="connsiteX23" fmla="*/ 103367 w 457200"/>
                <a:gd name="connsiteY23" fmla="*/ 298928 h 399723"/>
                <a:gd name="connsiteX24" fmla="*/ 421552 w 457200"/>
                <a:gd name="connsiteY24" fmla="*/ 281131 h 399723"/>
                <a:gd name="connsiteX25" fmla="*/ 421660 w 457200"/>
                <a:gd name="connsiteY25" fmla="*/ 281131 h 399723"/>
                <a:gd name="connsiteX26" fmla="*/ 457200 w 457200"/>
                <a:gd name="connsiteY26" fmla="*/ 316671 h 399723"/>
                <a:gd name="connsiteX27" fmla="*/ 457200 w 457200"/>
                <a:gd name="connsiteY27" fmla="*/ 364237 h 399723"/>
                <a:gd name="connsiteX28" fmla="*/ 421660 w 457200"/>
                <a:gd name="connsiteY28" fmla="*/ 399723 h 399723"/>
                <a:gd name="connsiteX29" fmla="*/ 421552 w 457200"/>
                <a:gd name="connsiteY29" fmla="*/ 399723 h 399723"/>
                <a:gd name="connsiteX30" fmla="*/ 386012 w 457200"/>
                <a:gd name="connsiteY30" fmla="*/ 364237 h 399723"/>
                <a:gd name="connsiteX31" fmla="*/ 386012 w 457200"/>
                <a:gd name="connsiteY31" fmla="*/ 316671 h 399723"/>
                <a:gd name="connsiteX32" fmla="*/ 421552 w 457200"/>
                <a:gd name="connsiteY32" fmla="*/ 281131 h 399723"/>
                <a:gd name="connsiteX33" fmla="*/ 262405 w 457200"/>
                <a:gd name="connsiteY33" fmla="*/ 281131 h 399723"/>
                <a:gd name="connsiteX34" fmla="*/ 262513 w 457200"/>
                <a:gd name="connsiteY34" fmla="*/ 281131 h 399723"/>
                <a:gd name="connsiteX35" fmla="*/ 298053 w 457200"/>
                <a:gd name="connsiteY35" fmla="*/ 316671 h 399723"/>
                <a:gd name="connsiteX36" fmla="*/ 298053 w 457200"/>
                <a:gd name="connsiteY36" fmla="*/ 364237 h 399723"/>
                <a:gd name="connsiteX37" fmla="*/ 262513 w 457200"/>
                <a:gd name="connsiteY37" fmla="*/ 399723 h 399723"/>
                <a:gd name="connsiteX38" fmla="*/ 262405 w 457200"/>
                <a:gd name="connsiteY38" fmla="*/ 399723 h 399723"/>
                <a:gd name="connsiteX39" fmla="*/ 226865 w 457200"/>
                <a:gd name="connsiteY39" fmla="*/ 364237 h 399723"/>
                <a:gd name="connsiteX40" fmla="*/ 226865 w 457200"/>
                <a:gd name="connsiteY40" fmla="*/ 316671 h 399723"/>
                <a:gd name="connsiteX41" fmla="*/ 262405 w 457200"/>
                <a:gd name="connsiteY41" fmla="*/ 281131 h 399723"/>
                <a:gd name="connsiteX42" fmla="*/ 103259 w 457200"/>
                <a:gd name="connsiteY42" fmla="*/ 281131 h 399723"/>
                <a:gd name="connsiteX43" fmla="*/ 103367 w 457200"/>
                <a:gd name="connsiteY43" fmla="*/ 281131 h 399723"/>
                <a:gd name="connsiteX44" fmla="*/ 138907 w 457200"/>
                <a:gd name="connsiteY44" fmla="*/ 316671 h 399723"/>
                <a:gd name="connsiteX45" fmla="*/ 138907 w 457200"/>
                <a:gd name="connsiteY45" fmla="*/ 364237 h 399723"/>
                <a:gd name="connsiteX46" fmla="*/ 103367 w 457200"/>
                <a:gd name="connsiteY46" fmla="*/ 399723 h 399723"/>
                <a:gd name="connsiteX47" fmla="*/ 103259 w 457200"/>
                <a:gd name="connsiteY47" fmla="*/ 399723 h 399723"/>
                <a:gd name="connsiteX48" fmla="*/ 67719 w 457200"/>
                <a:gd name="connsiteY48" fmla="*/ 364237 h 399723"/>
                <a:gd name="connsiteX49" fmla="*/ 67719 w 457200"/>
                <a:gd name="connsiteY49" fmla="*/ 316671 h 399723"/>
                <a:gd name="connsiteX50" fmla="*/ 103259 w 457200"/>
                <a:gd name="connsiteY50" fmla="*/ 281131 h 399723"/>
                <a:gd name="connsiteX51" fmla="*/ 356782 w 457200"/>
                <a:gd name="connsiteY51" fmla="*/ 281077 h 399723"/>
                <a:gd name="connsiteX52" fmla="*/ 365680 w 457200"/>
                <a:gd name="connsiteY52" fmla="*/ 289976 h 399723"/>
                <a:gd name="connsiteX53" fmla="*/ 365680 w 457200"/>
                <a:gd name="connsiteY53" fmla="*/ 390770 h 399723"/>
                <a:gd name="connsiteX54" fmla="*/ 356782 w 457200"/>
                <a:gd name="connsiteY54" fmla="*/ 399669 h 399723"/>
                <a:gd name="connsiteX55" fmla="*/ 347883 w 457200"/>
                <a:gd name="connsiteY55" fmla="*/ 390770 h 399723"/>
                <a:gd name="connsiteX56" fmla="*/ 347883 w 457200"/>
                <a:gd name="connsiteY56" fmla="*/ 314082 h 399723"/>
                <a:gd name="connsiteX57" fmla="*/ 331758 w 457200"/>
                <a:gd name="connsiteY57" fmla="*/ 327187 h 399723"/>
                <a:gd name="connsiteX58" fmla="*/ 319678 w 457200"/>
                <a:gd name="connsiteY58" fmla="*/ 324167 h 399723"/>
                <a:gd name="connsiteX59" fmla="*/ 322590 w 457200"/>
                <a:gd name="connsiteY59" fmla="*/ 311925 h 399723"/>
                <a:gd name="connsiteX60" fmla="*/ 340872 w 457200"/>
                <a:gd name="connsiteY60" fmla="*/ 295530 h 399723"/>
                <a:gd name="connsiteX61" fmla="*/ 347236 w 457200"/>
                <a:gd name="connsiteY61" fmla="*/ 287873 h 399723"/>
                <a:gd name="connsiteX62" fmla="*/ 349447 w 457200"/>
                <a:gd name="connsiteY62" fmla="*/ 284960 h 399723"/>
                <a:gd name="connsiteX63" fmla="*/ 349555 w 457200"/>
                <a:gd name="connsiteY63" fmla="*/ 284798 h 399723"/>
                <a:gd name="connsiteX64" fmla="*/ 356782 w 457200"/>
                <a:gd name="connsiteY64" fmla="*/ 281077 h 399723"/>
                <a:gd name="connsiteX65" fmla="*/ 197636 w 457200"/>
                <a:gd name="connsiteY65" fmla="*/ 281077 h 399723"/>
                <a:gd name="connsiteX66" fmla="*/ 206534 w 457200"/>
                <a:gd name="connsiteY66" fmla="*/ 289976 h 399723"/>
                <a:gd name="connsiteX67" fmla="*/ 206534 w 457200"/>
                <a:gd name="connsiteY67" fmla="*/ 390770 h 399723"/>
                <a:gd name="connsiteX68" fmla="*/ 197636 w 457200"/>
                <a:gd name="connsiteY68" fmla="*/ 399669 h 399723"/>
                <a:gd name="connsiteX69" fmla="*/ 188737 w 457200"/>
                <a:gd name="connsiteY69" fmla="*/ 390770 h 399723"/>
                <a:gd name="connsiteX70" fmla="*/ 188737 w 457200"/>
                <a:gd name="connsiteY70" fmla="*/ 314082 h 399723"/>
                <a:gd name="connsiteX71" fmla="*/ 172612 w 457200"/>
                <a:gd name="connsiteY71" fmla="*/ 327187 h 399723"/>
                <a:gd name="connsiteX72" fmla="*/ 160532 w 457200"/>
                <a:gd name="connsiteY72" fmla="*/ 324167 h 399723"/>
                <a:gd name="connsiteX73" fmla="*/ 163444 w 457200"/>
                <a:gd name="connsiteY73" fmla="*/ 311925 h 399723"/>
                <a:gd name="connsiteX74" fmla="*/ 181726 w 457200"/>
                <a:gd name="connsiteY74" fmla="*/ 295530 h 399723"/>
                <a:gd name="connsiteX75" fmla="*/ 188090 w 457200"/>
                <a:gd name="connsiteY75" fmla="*/ 287873 h 399723"/>
                <a:gd name="connsiteX76" fmla="*/ 190301 w 457200"/>
                <a:gd name="connsiteY76" fmla="*/ 284960 h 399723"/>
                <a:gd name="connsiteX77" fmla="*/ 190409 w 457200"/>
                <a:gd name="connsiteY77" fmla="*/ 284798 h 399723"/>
                <a:gd name="connsiteX78" fmla="*/ 197636 w 457200"/>
                <a:gd name="connsiteY78" fmla="*/ 281077 h 399723"/>
                <a:gd name="connsiteX79" fmla="*/ 38436 w 457200"/>
                <a:gd name="connsiteY79" fmla="*/ 281077 h 399723"/>
                <a:gd name="connsiteX80" fmla="*/ 47334 w 457200"/>
                <a:gd name="connsiteY80" fmla="*/ 289976 h 399723"/>
                <a:gd name="connsiteX81" fmla="*/ 47334 w 457200"/>
                <a:gd name="connsiteY81" fmla="*/ 390770 h 399723"/>
                <a:gd name="connsiteX82" fmla="*/ 38436 w 457200"/>
                <a:gd name="connsiteY82" fmla="*/ 399669 h 399723"/>
                <a:gd name="connsiteX83" fmla="*/ 29537 w 457200"/>
                <a:gd name="connsiteY83" fmla="*/ 390770 h 399723"/>
                <a:gd name="connsiteX84" fmla="*/ 29537 w 457200"/>
                <a:gd name="connsiteY84" fmla="*/ 314082 h 399723"/>
                <a:gd name="connsiteX85" fmla="*/ 13412 w 457200"/>
                <a:gd name="connsiteY85" fmla="*/ 327187 h 399723"/>
                <a:gd name="connsiteX86" fmla="*/ 1332 w 457200"/>
                <a:gd name="connsiteY86" fmla="*/ 324167 h 399723"/>
                <a:gd name="connsiteX87" fmla="*/ 4244 w 457200"/>
                <a:gd name="connsiteY87" fmla="*/ 311925 h 399723"/>
                <a:gd name="connsiteX88" fmla="*/ 22526 w 457200"/>
                <a:gd name="connsiteY88" fmla="*/ 295530 h 399723"/>
                <a:gd name="connsiteX89" fmla="*/ 28890 w 457200"/>
                <a:gd name="connsiteY89" fmla="*/ 287873 h 399723"/>
                <a:gd name="connsiteX90" fmla="*/ 31101 w 457200"/>
                <a:gd name="connsiteY90" fmla="*/ 284960 h 399723"/>
                <a:gd name="connsiteX91" fmla="*/ 31209 w 457200"/>
                <a:gd name="connsiteY91" fmla="*/ 284798 h 399723"/>
                <a:gd name="connsiteX92" fmla="*/ 38436 w 457200"/>
                <a:gd name="connsiteY92" fmla="*/ 281077 h 399723"/>
                <a:gd name="connsiteX93" fmla="*/ 353923 w 457200"/>
                <a:gd name="connsiteY93" fmla="*/ 158388 h 399723"/>
                <a:gd name="connsiteX94" fmla="*/ 336180 w 457200"/>
                <a:gd name="connsiteY94" fmla="*/ 176131 h 399723"/>
                <a:gd name="connsiteX95" fmla="*/ 336180 w 457200"/>
                <a:gd name="connsiteY95" fmla="*/ 223697 h 399723"/>
                <a:gd name="connsiteX96" fmla="*/ 353923 w 457200"/>
                <a:gd name="connsiteY96" fmla="*/ 241386 h 399723"/>
                <a:gd name="connsiteX97" fmla="*/ 354030 w 457200"/>
                <a:gd name="connsiteY97" fmla="*/ 241386 h 399723"/>
                <a:gd name="connsiteX98" fmla="*/ 371774 w 457200"/>
                <a:gd name="connsiteY98" fmla="*/ 223697 h 399723"/>
                <a:gd name="connsiteX99" fmla="*/ 371774 w 457200"/>
                <a:gd name="connsiteY99" fmla="*/ 176131 h 399723"/>
                <a:gd name="connsiteX100" fmla="*/ 354030 w 457200"/>
                <a:gd name="connsiteY100" fmla="*/ 158388 h 399723"/>
                <a:gd name="connsiteX101" fmla="*/ 194722 w 457200"/>
                <a:gd name="connsiteY101" fmla="*/ 158388 h 399723"/>
                <a:gd name="connsiteX102" fmla="*/ 176979 w 457200"/>
                <a:gd name="connsiteY102" fmla="*/ 176131 h 399723"/>
                <a:gd name="connsiteX103" fmla="*/ 176979 w 457200"/>
                <a:gd name="connsiteY103" fmla="*/ 223697 h 399723"/>
                <a:gd name="connsiteX104" fmla="*/ 194722 w 457200"/>
                <a:gd name="connsiteY104" fmla="*/ 241386 h 399723"/>
                <a:gd name="connsiteX105" fmla="*/ 194830 w 457200"/>
                <a:gd name="connsiteY105" fmla="*/ 241386 h 399723"/>
                <a:gd name="connsiteX106" fmla="*/ 212573 w 457200"/>
                <a:gd name="connsiteY106" fmla="*/ 223697 h 399723"/>
                <a:gd name="connsiteX107" fmla="*/ 212573 w 457200"/>
                <a:gd name="connsiteY107" fmla="*/ 176131 h 399723"/>
                <a:gd name="connsiteX108" fmla="*/ 194830 w 457200"/>
                <a:gd name="connsiteY108" fmla="*/ 158388 h 399723"/>
                <a:gd name="connsiteX109" fmla="*/ 35577 w 457200"/>
                <a:gd name="connsiteY109" fmla="*/ 158388 h 399723"/>
                <a:gd name="connsiteX110" fmla="*/ 17834 w 457200"/>
                <a:gd name="connsiteY110" fmla="*/ 176131 h 399723"/>
                <a:gd name="connsiteX111" fmla="*/ 17834 w 457200"/>
                <a:gd name="connsiteY111" fmla="*/ 223697 h 399723"/>
                <a:gd name="connsiteX112" fmla="*/ 35577 w 457200"/>
                <a:gd name="connsiteY112" fmla="*/ 241386 h 399723"/>
                <a:gd name="connsiteX113" fmla="*/ 35685 w 457200"/>
                <a:gd name="connsiteY113" fmla="*/ 241386 h 399723"/>
                <a:gd name="connsiteX114" fmla="*/ 53428 w 457200"/>
                <a:gd name="connsiteY114" fmla="*/ 223697 h 399723"/>
                <a:gd name="connsiteX115" fmla="*/ 53428 w 457200"/>
                <a:gd name="connsiteY115" fmla="*/ 176131 h 399723"/>
                <a:gd name="connsiteX116" fmla="*/ 35685 w 457200"/>
                <a:gd name="connsiteY116" fmla="*/ 158388 h 399723"/>
                <a:gd name="connsiteX117" fmla="*/ 448300 w 457200"/>
                <a:gd name="connsiteY117" fmla="*/ 140591 h 399723"/>
                <a:gd name="connsiteX118" fmla="*/ 457198 w 457200"/>
                <a:gd name="connsiteY118" fmla="*/ 149489 h 399723"/>
                <a:gd name="connsiteX119" fmla="*/ 457198 w 457200"/>
                <a:gd name="connsiteY119" fmla="*/ 250285 h 399723"/>
                <a:gd name="connsiteX120" fmla="*/ 448300 w 457200"/>
                <a:gd name="connsiteY120" fmla="*/ 259183 h 399723"/>
                <a:gd name="connsiteX121" fmla="*/ 439401 w 457200"/>
                <a:gd name="connsiteY121" fmla="*/ 250285 h 399723"/>
                <a:gd name="connsiteX122" fmla="*/ 439401 w 457200"/>
                <a:gd name="connsiteY122" fmla="*/ 173596 h 399723"/>
                <a:gd name="connsiteX123" fmla="*/ 423276 w 457200"/>
                <a:gd name="connsiteY123" fmla="*/ 186701 h 399723"/>
                <a:gd name="connsiteX124" fmla="*/ 411196 w 457200"/>
                <a:gd name="connsiteY124" fmla="*/ 183681 h 399723"/>
                <a:gd name="connsiteX125" fmla="*/ 414108 w 457200"/>
                <a:gd name="connsiteY125" fmla="*/ 171439 h 399723"/>
                <a:gd name="connsiteX126" fmla="*/ 432390 w 457200"/>
                <a:gd name="connsiteY126" fmla="*/ 155044 h 399723"/>
                <a:gd name="connsiteX127" fmla="*/ 438754 w 457200"/>
                <a:gd name="connsiteY127" fmla="*/ 147387 h 399723"/>
                <a:gd name="connsiteX128" fmla="*/ 440965 w 457200"/>
                <a:gd name="connsiteY128" fmla="*/ 144474 h 399723"/>
                <a:gd name="connsiteX129" fmla="*/ 441073 w 457200"/>
                <a:gd name="connsiteY129" fmla="*/ 144312 h 399723"/>
                <a:gd name="connsiteX130" fmla="*/ 448300 w 457200"/>
                <a:gd name="connsiteY130" fmla="*/ 140591 h 399723"/>
                <a:gd name="connsiteX131" fmla="*/ 353923 w 457200"/>
                <a:gd name="connsiteY131" fmla="*/ 140591 h 399723"/>
                <a:gd name="connsiteX132" fmla="*/ 354030 w 457200"/>
                <a:gd name="connsiteY132" fmla="*/ 140591 h 399723"/>
                <a:gd name="connsiteX133" fmla="*/ 389570 w 457200"/>
                <a:gd name="connsiteY133" fmla="*/ 176131 h 399723"/>
                <a:gd name="connsiteX134" fmla="*/ 389570 w 457200"/>
                <a:gd name="connsiteY134" fmla="*/ 223697 h 399723"/>
                <a:gd name="connsiteX135" fmla="*/ 354030 w 457200"/>
                <a:gd name="connsiteY135" fmla="*/ 259183 h 399723"/>
                <a:gd name="connsiteX136" fmla="*/ 353923 w 457200"/>
                <a:gd name="connsiteY136" fmla="*/ 259183 h 399723"/>
                <a:gd name="connsiteX137" fmla="*/ 318383 w 457200"/>
                <a:gd name="connsiteY137" fmla="*/ 223697 h 399723"/>
                <a:gd name="connsiteX138" fmla="*/ 318383 w 457200"/>
                <a:gd name="connsiteY138" fmla="*/ 176131 h 399723"/>
                <a:gd name="connsiteX139" fmla="*/ 353923 w 457200"/>
                <a:gd name="connsiteY139" fmla="*/ 140591 h 399723"/>
                <a:gd name="connsiteX140" fmla="*/ 194722 w 457200"/>
                <a:gd name="connsiteY140" fmla="*/ 140591 h 399723"/>
                <a:gd name="connsiteX141" fmla="*/ 194830 w 457200"/>
                <a:gd name="connsiteY141" fmla="*/ 140591 h 399723"/>
                <a:gd name="connsiteX142" fmla="*/ 230370 w 457200"/>
                <a:gd name="connsiteY142" fmla="*/ 176131 h 399723"/>
                <a:gd name="connsiteX143" fmla="*/ 230370 w 457200"/>
                <a:gd name="connsiteY143" fmla="*/ 223697 h 399723"/>
                <a:gd name="connsiteX144" fmla="*/ 194830 w 457200"/>
                <a:gd name="connsiteY144" fmla="*/ 259183 h 399723"/>
                <a:gd name="connsiteX145" fmla="*/ 194722 w 457200"/>
                <a:gd name="connsiteY145" fmla="*/ 259183 h 399723"/>
                <a:gd name="connsiteX146" fmla="*/ 159182 w 457200"/>
                <a:gd name="connsiteY146" fmla="*/ 223697 h 399723"/>
                <a:gd name="connsiteX147" fmla="*/ 159182 w 457200"/>
                <a:gd name="connsiteY147" fmla="*/ 176131 h 399723"/>
                <a:gd name="connsiteX148" fmla="*/ 194722 w 457200"/>
                <a:gd name="connsiteY148" fmla="*/ 140591 h 399723"/>
                <a:gd name="connsiteX149" fmla="*/ 35577 w 457200"/>
                <a:gd name="connsiteY149" fmla="*/ 140591 h 399723"/>
                <a:gd name="connsiteX150" fmla="*/ 35685 w 457200"/>
                <a:gd name="connsiteY150" fmla="*/ 140591 h 399723"/>
                <a:gd name="connsiteX151" fmla="*/ 71225 w 457200"/>
                <a:gd name="connsiteY151" fmla="*/ 176131 h 399723"/>
                <a:gd name="connsiteX152" fmla="*/ 71225 w 457200"/>
                <a:gd name="connsiteY152" fmla="*/ 223697 h 399723"/>
                <a:gd name="connsiteX153" fmla="*/ 35685 w 457200"/>
                <a:gd name="connsiteY153" fmla="*/ 259183 h 399723"/>
                <a:gd name="connsiteX154" fmla="*/ 35577 w 457200"/>
                <a:gd name="connsiteY154" fmla="*/ 259183 h 399723"/>
                <a:gd name="connsiteX155" fmla="*/ 37 w 457200"/>
                <a:gd name="connsiteY155" fmla="*/ 223697 h 399723"/>
                <a:gd name="connsiteX156" fmla="*/ 37 w 457200"/>
                <a:gd name="connsiteY156" fmla="*/ 176131 h 399723"/>
                <a:gd name="connsiteX157" fmla="*/ 35577 w 457200"/>
                <a:gd name="connsiteY157" fmla="*/ 140591 h 399723"/>
                <a:gd name="connsiteX158" fmla="*/ 289154 w 457200"/>
                <a:gd name="connsiteY158" fmla="*/ 140537 h 399723"/>
                <a:gd name="connsiteX159" fmla="*/ 298052 w 457200"/>
                <a:gd name="connsiteY159" fmla="*/ 149435 h 399723"/>
                <a:gd name="connsiteX160" fmla="*/ 298052 w 457200"/>
                <a:gd name="connsiteY160" fmla="*/ 250230 h 399723"/>
                <a:gd name="connsiteX161" fmla="*/ 289154 w 457200"/>
                <a:gd name="connsiteY161" fmla="*/ 259129 h 399723"/>
                <a:gd name="connsiteX162" fmla="*/ 280255 w 457200"/>
                <a:gd name="connsiteY162" fmla="*/ 250230 h 399723"/>
                <a:gd name="connsiteX163" fmla="*/ 280255 w 457200"/>
                <a:gd name="connsiteY163" fmla="*/ 173542 h 399723"/>
                <a:gd name="connsiteX164" fmla="*/ 264130 w 457200"/>
                <a:gd name="connsiteY164" fmla="*/ 186647 h 399723"/>
                <a:gd name="connsiteX165" fmla="*/ 252050 w 457200"/>
                <a:gd name="connsiteY165" fmla="*/ 183627 h 399723"/>
                <a:gd name="connsiteX166" fmla="*/ 254962 w 457200"/>
                <a:gd name="connsiteY166" fmla="*/ 171385 h 399723"/>
                <a:gd name="connsiteX167" fmla="*/ 273244 w 457200"/>
                <a:gd name="connsiteY167" fmla="*/ 154990 h 399723"/>
                <a:gd name="connsiteX168" fmla="*/ 279608 w 457200"/>
                <a:gd name="connsiteY168" fmla="*/ 147332 h 399723"/>
                <a:gd name="connsiteX169" fmla="*/ 281819 w 457200"/>
                <a:gd name="connsiteY169" fmla="*/ 144420 h 399723"/>
                <a:gd name="connsiteX170" fmla="*/ 281927 w 457200"/>
                <a:gd name="connsiteY170" fmla="*/ 144258 h 399723"/>
                <a:gd name="connsiteX171" fmla="*/ 289154 w 457200"/>
                <a:gd name="connsiteY171" fmla="*/ 140537 h 399723"/>
                <a:gd name="connsiteX172" fmla="*/ 129953 w 457200"/>
                <a:gd name="connsiteY172" fmla="*/ 140537 h 399723"/>
                <a:gd name="connsiteX173" fmla="*/ 138851 w 457200"/>
                <a:gd name="connsiteY173" fmla="*/ 149435 h 399723"/>
                <a:gd name="connsiteX174" fmla="*/ 138851 w 457200"/>
                <a:gd name="connsiteY174" fmla="*/ 250230 h 399723"/>
                <a:gd name="connsiteX175" fmla="*/ 129953 w 457200"/>
                <a:gd name="connsiteY175" fmla="*/ 259129 h 399723"/>
                <a:gd name="connsiteX176" fmla="*/ 121054 w 457200"/>
                <a:gd name="connsiteY176" fmla="*/ 250230 h 399723"/>
                <a:gd name="connsiteX177" fmla="*/ 121054 w 457200"/>
                <a:gd name="connsiteY177" fmla="*/ 173542 h 399723"/>
                <a:gd name="connsiteX178" fmla="*/ 104929 w 457200"/>
                <a:gd name="connsiteY178" fmla="*/ 186647 h 399723"/>
                <a:gd name="connsiteX179" fmla="*/ 92849 w 457200"/>
                <a:gd name="connsiteY179" fmla="*/ 183627 h 399723"/>
                <a:gd name="connsiteX180" fmla="*/ 95761 w 457200"/>
                <a:gd name="connsiteY180" fmla="*/ 171385 h 399723"/>
                <a:gd name="connsiteX181" fmla="*/ 114043 w 457200"/>
                <a:gd name="connsiteY181" fmla="*/ 154990 h 399723"/>
                <a:gd name="connsiteX182" fmla="*/ 120407 w 457200"/>
                <a:gd name="connsiteY182" fmla="*/ 147332 h 399723"/>
                <a:gd name="connsiteX183" fmla="*/ 122618 w 457200"/>
                <a:gd name="connsiteY183" fmla="*/ 144420 h 399723"/>
                <a:gd name="connsiteX184" fmla="*/ 122726 w 457200"/>
                <a:gd name="connsiteY184" fmla="*/ 144258 h 399723"/>
                <a:gd name="connsiteX185" fmla="*/ 129953 w 457200"/>
                <a:gd name="connsiteY185" fmla="*/ 140537 h 399723"/>
                <a:gd name="connsiteX186" fmla="*/ 103262 w 457200"/>
                <a:gd name="connsiteY186" fmla="*/ 17851 h 399723"/>
                <a:gd name="connsiteX187" fmla="*/ 85519 w 457200"/>
                <a:gd name="connsiteY187" fmla="*/ 35594 h 399723"/>
                <a:gd name="connsiteX188" fmla="*/ 85519 w 457200"/>
                <a:gd name="connsiteY188" fmla="*/ 83160 h 399723"/>
                <a:gd name="connsiteX189" fmla="*/ 103262 w 457200"/>
                <a:gd name="connsiteY189" fmla="*/ 100849 h 399723"/>
                <a:gd name="connsiteX190" fmla="*/ 103370 w 457200"/>
                <a:gd name="connsiteY190" fmla="*/ 100849 h 399723"/>
                <a:gd name="connsiteX191" fmla="*/ 121113 w 457200"/>
                <a:gd name="connsiteY191" fmla="*/ 83160 h 399723"/>
                <a:gd name="connsiteX192" fmla="*/ 121113 w 457200"/>
                <a:gd name="connsiteY192" fmla="*/ 35594 h 399723"/>
                <a:gd name="connsiteX193" fmla="*/ 103370 w 457200"/>
                <a:gd name="connsiteY193" fmla="*/ 17851 h 399723"/>
                <a:gd name="connsiteX194" fmla="*/ 262406 w 457200"/>
                <a:gd name="connsiteY194" fmla="*/ 17849 h 399723"/>
                <a:gd name="connsiteX195" fmla="*/ 244663 w 457200"/>
                <a:gd name="connsiteY195" fmla="*/ 35592 h 399723"/>
                <a:gd name="connsiteX196" fmla="*/ 244663 w 457200"/>
                <a:gd name="connsiteY196" fmla="*/ 83158 h 399723"/>
                <a:gd name="connsiteX197" fmla="*/ 262406 w 457200"/>
                <a:gd name="connsiteY197" fmla="*/ 100847 h 399723"/>
                <a:gd name="connsiteX198" fmla="*/ 262514 w 457200"/>
                <a:gd name="connsiteY198" fmla="*/ 100847 h 399723"/>
                <a:gd name="connsiteX199" fmla="*/ 280257 w 457200"/>
                <a:gd name="connsiteY199" fmla="*/ 83158 h 399723"/>
                <a:gd name="connsiteX200" fmla="*/ 280257 w 457200"/>
                <a:gd name="connsiteY200" fmla="*/ 35592 h 399723"/>
                <a:gd name="connsiteX201" fmla="*/ 262514 w 457200"/>
                <a:gd name="connsiteY201" fmla="*/ 17849 h 399723"/>
                <a:gd name="connsiteX202" fmla="*/ 421552 w 457200"/>
                <a:gd name="connsiteY202" fmla="*/ 17848 h 399723"/>
                <a:gd name="connsiteX203" fmla="*/ 403809 w 457200"/>
                <a:gd name="connsiteY203" fmla="*/ 35591 h 399723"/>
                <a:gd name="connsiteX204" fmla="*/ 403809 w 457200"/>
                <a:gd name="connsiteY204" fmla="*/ 83157 h 399723"/>
                <a:gd name="connsiteX205" fmla="*/ 421552 w 457200"/>
                <a:gd name="connsiteY205" fmla="*/ 100846 h 399723"/>
                <a:gd name="connsiteX206" fmla="*/ 421660 w 457200"/>
                <a:gd name="connsiteY206" fmla="*/ 100846 h 399723"/>
                <a:gd name="connsiteX207" fmla="*/ 439403 w 457200"/>
                <a:gd name="connsiteY207" fmla="*/ 83157 h 399723"/>
                <a:gd name="connsiteX208" fmla="*/ 439403 w 457200"/>
                <a:gd name="connsiteY208" fmla="*/ 35591 h 399723"/>
                <a:gd name="connsiteX209" fmla="*/ 421660 w 457200"/>
                <a:gd name="connsiteY209" fmla="*/ 17848 h 399723"/>
                <a:gd name="connsiteX210" fmla="*/ 197639 w 457200"/>
                <a:gd name="connsiteY210" fmla="*/ 54 h 399723"/>
                <a:gd name="connsiteX211" fmla="*/ 206537 w 457200"/>
                <a:gd name="connsiteY211" fmla="*/ 8952 h 399723"/>
                <a:gd name="connsiteX212" fmla="*/ 206537 w 457200"/>
                <a:gd name="connsiteY212" fmla="*/ 109747 h 399723"/>
                <a:gd name="connsiteX213" fmla="*/ 197639 w 457200"/>
                <a:gd name="connsiteY213" fmla="*/ 118646 h 399723"/>
                <a:gd name="connsiteX214" fmla="*/ 188740 w 457200"/>
                <a:gd name="connsiteY214" fmla="*/ 109747 h 399723"/>
                <a:gd name="connsiteX215" fmla="*/ 188740 w 457200"/>
                <a:gd name="connsiteY215" fmla="*/ 33059 h 399723"/>
                <a:gd name="connsiteX216" fmla="*/ 172615 w 457200"/>
                <a:gd name="connsiteY216" fmla="*/ 46164 h 399723"/>
                <a:gd name="connsiteX217" fmla="*/ 160535 w 457200"/>
                <a:gd name="connsiteY217" fmla="*/ 43144 h 399723"/>
                <a:gd name="connsiteX218" fmla="*/ 163447 w 457200"/>
                <a:gd name="connsiteY218" fmla="*/ 30902 h 399723"/>
                <a:gd name="connsiteX219" fmla="*/ 181729 w 457200"/>
                <a:gd name="connsiteY219" fmla="*/ 14507 h 399723"/>
                <a:gd name="connsiteX220" fmla="*/ 188093 w 457200"/>
                <a:gd name="connsiteY220" fmla="*/ 6850 h 399723"/>
                <a:gd name="connsiteX221" fmla="*/ 190304 w 457200"/>
                <a:gd name="connsiteY221" fmla="*/ 3937 h 399723"/>
                <a:gd name="connsiteX222" fmla="*/ 190412 w 457200"/>
                <a:gd name="connsiteY222" fmla="*/ 3775 h 399723"/>
                <a:gd name="connsiteX223" fmla="*/ 197639 w 457200"/>
                <a:gd name="connsiteY223" fmla="*/ 54 h 399723"/>
                <a:gd name="connsiteX224" fmla="*/ 103262 w 457200"/>
                <a:gd name="connsiteY224" fmla="*/ 54 h 399723"/>
                <a:gd name="connsiteX225" fmla="*/ 103370 w 457200"/>
                <a:gd name="connsiteY225" fmla="*/ 54 h 399723"/>
                <a:gd name="connsiteX226" fmla="*/ 138910 w 457200"/>
                <a:gd name="connsiteY226" fmla="*/ 35594 h 399723"/>
                <a:gd name="connsiteX227" fmla="*/ 138910 w 457200"/>
                <a:gd name="connsiteY227" fmla="*/ 83160 h 399723"/>
                <a:gd name="connsiteX228" fmla="*/ 103370 w 457200"/>
                <a:gd name="connsiteY228" fmla="*/ 118646 h 399723"/>
                <a:gd name="connsiteX229" fmla="*/ 103262 w 457200"/>
                <a:gd name="connsiteY229" fmla="*/ 118646 h 399723"/>
                <a:gd name="connsiteX230" fmla="*/ 67722 w 457200"/>
                <a:gd name="connsiteY230" fmla="*/ 83160 h 399723"/>
                <a:gd name="connsiteX231" fmla="*/ 67722 w 457200"/>
                <a:gd name="connsiteY231" fmla="*/ 35594 h 399723"/>
                <a:gd name="connsiteX232" fmla="*/ 103262 w 457200"/>
                <a:gd name="connsiteY232" fmla="*/ 54 h 399723"/>
                <a:gd name="connsiteX233" fmla="*/ 356784 w 457200"/>
                <a:gd name="connsiteY233" fmla="*/ 53 h 399723"/>
                <a:gd name="connsiteX234" fmla="*/ 365682 w 457200"/>
                <a:gd name="connsiteY234" fmla="*/ 8951 h 399723"/>
                <a:gd name="connsiteX235" fmla="*/ 365682 w 457200"/>
                <a:gd name="connsiteY235" fmla="*/ 109746 h 399723"/>
                <a:gd name="connsiteX236" fmla="*/ 356784 w 457200"/>
                <a:gd name="connsiteY236" fmla="*/ 118645 h 399723"/>
                <a:gd name="connsiteX237" fmla="*/ 347885 w 457200"/>
                <a:gd name="connsiteY237" fmla="*/ 109746 h 399723"/>
                <a:gd name="connsiteX238" fmla="*/ 347885 w 457200"/>
                <a:gd name="connsiteY238" fmla="*/ 33058 h 399723"/>
                <a:gd name="connsiteX239" fmla="*/ 331760 w 457200"/>
                <a:gd name="connsiteY239" fmla="*/ 46163 h 399723"/>
                <a:gd name="connsiteX240" fmla="*/ 319680 w 457200"/>
                <a:gd name="connsiteY240" fmla="*/ 43143 h 399723"/>
                <a:gd name="connsiteX241" fmla="*/ 322592 w 457200"/>
                <a:gd name="connsiteY241" fmla="*/ 30901 h 399723"/>
                <a:gd name="connsiteX242" fmla="*/ 340874 w 457200"/>
                <a:gd name="connsiteY242" fmla="*/ 14506 h 399723"/>
                <a:gd name="connsiteX243" fmla="*/ 347238 w 457200"/>
                <a:gd name="connsiteY243" fmla="*/ 6849 h 399723"/>
                <a:gd name="connsiteX244" fmla="*/ 349449 w 457200"/>
                <a:gd name="connsiteY244" fmla="*/ 3936 h 399723"/>
                <a:gd name="connsiteX245" fmla="*/ 349557 w 457200"/>
                <a:gd name="connsiteY245" fmla="*/ 3774 h 399723"/>
                <a:gd name="connsiteX246" fmla="*/ 356784 w 457200"/>
                <a:gd name="connsiteY246" fmla="*/ 53 h 399723"/>
                <a:gd name="connsiteX247" fmla="*/ 262406 w 457200"/>
                <a:gd name="connsiteY247" fmla="*/ 52 h 399723"/>
                <a:gd name="connsiteX248" fmla="*/ 262514 w 457200"/>
                <a:gd name="connsiteY248" fmla="*/ 52 h 399723"/>
                <a:gd name="connsiteX249" fmla="*/ 298054 w 457200"/>
                <a:gd name="connsiteY249" fmla="*/ 35592 h 399723"/>
                <a:gd name="connsiteX250" fmla="*/ 298054 w 457200"/>
                <a:gd name="connsiteY250" fmla="*/ 83158 h 399723"/>
                <a:gd name="connsiteX251" fmla="*/ 262514 w 457200"/>
                <a:gd name="connsiteY251" fmla="*/ 118644 h 399723"/>
                <a:gd name="connsiteX252" fmla="*/ 262406 w 457200"/>
                <a:gd name="connsiteY252" fmla="*/ 118644 h 399723"/>
                <a:gd name="connsiteX253" fmla="*/ 226866 w 457200"/>
                <a:gd name="connsiteY253" fmla="*/ 83158 h 399723"/>
                <a:gd name="connsiteX254" fmla="*/ 226866 w 457200"/>
                <a:gd name="connsiteY254" fmla="*/ 35592 h 399723"/>
                <a:gd name="connsiteX255" fmla="*/ 262406 w 457200"/>
                <a:gd name="connsiteY255" fmla="*/ 52 h 399723"/>
                <a:gd name="connsiteX256" fmla="*/ 421552 w 457200"/>
                <a:gd name="connsiteY256" fmla="*/ 51 h 399723"/>
                <a:gd name="connsiteX257" fmla="*/ 421660 w 457200"/>
                <a:gd name="connsiteY257" fmla="*/ 51 h 399723"/>
                <a:gd name="connsiteX258" fmla="*/ 457200 w 457200"/>
                <a:gd name="connsiteY258" fmla="*/ 35591 h 399723"/>
                <a:gd name="connsiteX259" fmla="*/ 457200 w 457200"/>
                <a:gd name="connsiteY259" fmla="*/ 83157 h 399723"/>
                <a:gd name="connsiteX260" fmla="*/ 421660 w 457200"/>
                <a:gd name="connsiteY260" fmla="*/ 118643 h 399723"/>
                <a:gd name="connsiteX261" fmla="*/ 421552 w 457200"/>
                <a:gd name="connsiteY261" fmla="*/ 118643 h 399723"/>
                <a:gd name="connsiteX262" fmla="*/ 386012 w 457200"/>
                <a:gd name="connsiteY262" fmla="*/ 83157 h 399723"/>
                <a:gd name="connsiteX263" fmla="*/ 386012 w 457200"/>
                <a:gd name="connsiteY263" fmla="*/ 35591 h 399723"/>
                <a:gd name="connsiteX264" fmla="*/ 421552 w 457200"/>
                <a:gd name="connsiteY264" fmla="*/ 51 h 399723"/>
                <a:gd name="connsiteX265" fmla="*/ 38439 w 457200"/>
                <a:gd name="connsiteY265" fmla="*/ 0 h 399723"/>
                <a:gd name="connsiteX266" fmla="*/ 47337 w 457200"/>
                <a:gd name="connsiteY266" fmla="*/ 8898 h 399723"/>
                <a:gd name="connsiteX267" fmla="*/ 47337 w 457200"/>
                <a:gd name="connsiteY267" fmla="*/ 109693 h 399723"/>
                <a:gd name="connsiteX268" fmla="*/ 38439 w 457200"/>
                <a:gd name="connsiteY268" fmla="*/ 118592 h 399723"/>
                <a:gd name="connsiteX269" fmla="*/ 29540 w 457200"/>
                <a:gd name="connsiteY269" fmla="*/ 109693 h 399723"/>
                <a:gd name="connsiteX270" fmla="*/ 29540 w 457200"/>
                <a:gd name="connsiteY270" fmla="*/ 33005 h 399723"/>
                <a:gd name="connsiteX271" fmla="*/ 13415 w 457200"/>
                <a:gd name="connsiteY271" fmla="*/ 46110 h 399723"/>
                <a:gd name="connsiteX272" fmla="*/ 1335 w 457200"/>
                <a:gd name="connsiteY272" fmla="*/ 43090 h 399723"/>
                <a:gd name="connsiteX273" fmla="*/ 4247 w 457200"/>
                <a:gd name="connsiteY273" fmla="*/ 30848 h 399723"/>
                <a:gd name="connsiteX274" fmla="*/ 22529 w 457200"/>
                <a:gd name="connsiteY274" fmla="*/ 14453 h 399723"/>
                <a:gd name="connsiteX275" fmla="*/ 28893 w 457200"/>
                <a:gd name="connsiteY275" fmla="*/ 6795 h 399723"/>
                <a:gd name="connsiteX276" fmla="*/ 31104 w 457200"/>
                <a:gd name="connsiteY276" fmla="*/ 3883 h 399723"/>
                <a:gd name="connsiteX277" fmla="*/ 31212 w 457200"/>
                <a:gd name="connsiteY277" fmla="*/ 3721 h 399723"/>
                <a:gd name="connsiteX278" fmla="*/ 38439 w 457200"/>
                <a:gd name="connsiteY278" fmla="*/ 0 h 399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Lst>
              <a:rect l="l" t="t" r="r" b="b"/>
              <a:pathLst>
                <a:path w="457200" h="399723">
                  <a:moveTo>
                    <a:pt x="421552" y="298928"/>
                  </a:moveTo>
                  <a:cubicBezTo>
                    <a:pt x="411737" y="298928"/>
                    <a:pt x="403809" y="306909"/>
                    <a:pt x="403809" y="316671"/>
                  </a:cubicBezTo>
                  <a:lnTo>
                    <a:pt x="403809" y="364237"/>
                  </a:lnTo>
                  <a:cubicBezTo>
                    <a:pt x="403809" y="373998"/>
                    <a:pt x="411737" y="381926"/>
                    <a:pt x="421552" y="381926"/>
                  </a:cubicBezTo>
                  <a:lnTo>
                    <a:pt x="421660" y="381926"/>
                  </a:lnTo>
                  <a:cubicBezTo>
                    <a:pt x="431421" y="381926"/>
                    <a:pt x="439403" y="373998"/>
                    <a:pt x="439403" y="364237"/>
                  </a:cubicBezTo>
                  <a:lnTo>
                    <a:pt x="439403" y="316671"/>
                  </a:lnTo>
                  <a:cubicBezTo>
                    <a:pt x="439403" y="306909"/>
                    <a:pt x="431421" y="298928"/>
                    <a:pt x="421660" y="298928"/>
                  </a:cubicBezTo>
                  <a:close/>
                  <a:moveTo>
                    <a:pt x="262405" y="298928"/>
                  </a:moveTo>
                  <a:cubicBezTo>
                    <a:pt x="252590" y="298928"/>
                    <a:pt x="244662" y="306909"/>
                    <a:pt x="244662" y="316671"/>
                  </a:cubicBezTo>
                  <a:lnTo>
                    <a:pt x="244662" y="364237"/>
                  </a:lnTo>
                  <a:cubicBezTo>
                    <a:pt x="244662" y="373998"/>
                    <a:pt x="252590" y="381926"/>
                    <a:pt x="262405" y="381926"/>
                  </a:cubicBezTo>
                  <a:lnTo>
                    <a:pt x="262513" y="381926"/>
                  </a:lnTo>
                  <a:cubicBezTo>
                    <a:pt x="272274" y="381926"/>
                    <a:pt x="280256" y="373998"/>
                    <a:pt x="280256" y="364237"/>
                  </a:cubicBezTo>
                  <a:lnTo>
                    <a:pt x="280256" y="316671"/>
                  </a:lnTo>
                  <a:cubicBezTo>
                    <a:pt x="280256" y="306909"/>
                    <a:pt x="272274" y="298928"/>
                    <a:pt x="262513" y="298928"/>
                  </a:cubicBezTo>
                  <a:close/>
                  <a:moveTo>
                    <a:pt x="103259" y="298928"/>
                  </a:moveTo>
                  <a:cubicBezTo>
                    <a:pt x="93444" y="298928"/>
                    <a:pt x="85516" y="306909"/>
                    <a:pt x="85516" y="316671"/>
                  </a:cubicBezTo>
                  <a:lnTo>
                    <a:pt x="85516" y="364237"/>
                  </a:lnTo>
                  <a:cubicBezTo>
                    <a:pt x="85516" y="373998"/>
                    <a:pt x="93444" y="381926"/>
                    <a:pt x="103259" y="381926"/>
                  </a:cubicBezTo>
                  <a:lnTo>
                    <a:pt x="103367" y="381926"/>
                  </a:lnTo>
                  <a:cubicBezTo>
                    <a:pt x="113128" y="381926"/>
                    <a:pt x="121110" y="373998"/>
                    <a:pt x="121110" y="364237"/>
                  </a:cubicBezTo>
                  <a:lnTo>
                    <a:pt x="121110" y="316671"/>
                  </a:lnTo>
                  <a:cubicBezTo>
                    <a:pt x="121110" y="306909"/>
                    <a:pt x="113128" y="298928"/>
                    <a:pt x="103367" y="298928"/>
                  </a:cubicBezTo>
                  <a:close/>
                  <a:moveTo>
                    <a:pt x="421552" y="281131"/>
                  </a:moveTo>
                  <a:lnTo>
                    <a:pt x="421660" y="281131"/>
                  </a:lnTo>
                  <a:cubicBezTo>
                    <a:pt x="441290" y="281131"/>
                    <a:pt x="457200" y="297041"/>
                    <a:pt x="457200" y="316671"/>
                  </a:cubicBezTo>
                  <a:lnTo>
                    <a:pt x="457200" y="364237"/>
                  </a:lnTo>
                  <a:cubicBezTo>
                    <a:pt x="457200" y="383813"/>
                    <a:pt x="441290" y="399723"/>
                    <a:pt x="421660" y="399723"/>
                  </a:cubicBezTo>
                  <a:lnTo>
                    <a:pt x="421552" y="399723"/>
                  </a:lnTo>
                  <a:cubicBezTo>
                    <a:pt x="401922" y="399723"/>
                    <a:pt x="386012" y="383813"/>
                    <a:pt x="386012" y="364237"/>
                  </a:cubicBezTo>
                  <a:lnTo>
                    <a:pt x="386012" y="316671"/>
                  </a:lnTo>
                  <a:cubicBezTo>
                    <a:pt x="386012" y="297041"/>
                    <a:pt x="401922" y="281131"/>
                    <a:pt x="421552" y="281131"/>
                  </a:cubicBezTo>
                  <a:close/>
                  <a:moveTo>
                    <a:pt x="262405" y="281131"/>
                  </a:moveTo>
                  <a:lnTo>
                    <a:pt x="262513" y="281131"/>
                  </a:lnTo>
                  <a:cubicBezTo>
                    <a:pt x="282143" y="281131"/>
                    <a:pt x="298053" y="297041"/>
                    <a:pt x="298053" y="316671"/>
                  </a:cubicBezTo>
                  <a:lnTo>
                    <a:pt x="298053" y="364237"/>
                  </a:lnTo>
                  <a:cubicBezTo>
                    <a:pt x="298053" y="383813"/>
                    <a:pt x="282143" y="399723"/>
                    <a:pt x="262513" y="399723"/>
                  </a:cubicBezTo>
                  <a:lnTo>
                    <a:pt x="262405" y="399723"/>
                  </a:lnTo>
                  <a:cubicBezTo>
                    <a:pt x="242775" y="399723"/>
                    <a:pt x="226865" y="383813"/>
                    <a:pt x="226865" y="364237"/>
                  </a:cubicBezTo>
                  <a:lnTo>
                    <a:pt x="226865" y="316671"/>
                  </a:lnTo>
                  <a:cubicBezTo>
                    <a:pt x="226865" y="297041"/>
                    <a:pt x="242775" y="281131"/>
                    <a:pt x="262405" y="281131"/>
                  </a:cubicBezTo>
                  <a:close/>
                  <a:moveTo>
                    <a:pt x="103259" y="281131"/>
                  </a:moveTo>
                  <a:lnTo>
                    <a:pt x="103367" y="281131"/>
                  </a:lnTo>
                  <a:cubicBezTo>
                    <a:pt x="122997" y="281131"/>
                    <a:pt x="138907" y="297041"/>
                    <a:pt x="138907" y="316671"/>
                  </a:cubicBezTo>
                  <a:lnTo>
                    <a:pt x="138907" y="364237"/>
                  </a:lnTo>
                  <a:cubicBezTo>
                    <a:pt x="138907" y="383813"/>
                    <a:pt x="122997" y="399723"/>
                    <a:pt x="103367" y="399723"/>
                  </a:cubicBezTo>
                  <a:lnTo>
                    <a:pt x="103259" y="399723"/>
                  </a:lnTo>
                  <a:cubicBezTo>
                    <a:pt x="83629" y="399723"/>
                    <a:pt x="67719" y="383813"/>
                    <a:pt x="67719" y="364237"/>
                  </a:cubicBezTo>
                  <a:lnTo>
                    <a:pt x="67719" y="316671"/>
                  </a:lnTo>
                  <a:cubicBezTo>
                    <a:pt x="67719" y="297041"/>
                    <a:pt x="83629" y="281131"/>
                    <a:pt x="103259" y="281131"/>
                  </a:cubicBezTo>
                  <a:close/>
                  <a:moveTo>
                    <a:pt x="356782" y="281077"/>
                  </a:moveTo>
                  <a:cubicBezTo>
                    <a:pt x="361690" y="281077"/>
                    <a:pt x="365680" y="285068"/>
                    <a:pt x="365680" y="289976"/>
                  </a:cubicBezTo>
                  <a:lnTo>
                    <a:pt x="365680" y="390770"/>
                  </a:lnTo>
                  <a:cubicBezTo>
                    <a:pt x="365680" y="395678"/>
                    <a:pt x="361690" y="399669"/>
                    <a:pt x="356782" y="399669"/>
                  </a:cubicBezTo>
                  <a:cubicBezTo>
                    <a:pt x="351874" y="399669"/>
                    <a:pt x="347883" y="395678"/>
                    <a:pt x="347883" y="390770"/>
                  </a:cubicBezTo>
                  <a:lnTo>
                    <a:pt x="347883" y="314082"/>
                  </a:lnTo>
                  <a:cubicBezTo>
                    <a:pt x="343138" y="318828"/>
                    <a:pt x="337583" y="323736"/>
                    <a:pt x="331758" y="327187"/>
                  </a:cubicBezTo>
                  <a:cubicBezTo>
                    <a:pt x="327606" y="329614"/>
                    <a:pt x="322213" y="328320"/>
                    <a:pt x="319678" y="324167"/>
                  </a:cubicBezTo>
                  <a:cubicBezTo>
                    <a:pt x="317089" y="319960"/>
                    <a:pt x="318384" y="314514"/>
                    <a:pt x="322590" y="311925"/>
                  </a:cubicBezTo>
                  <a:cubicBezTo>
                    <a:pt x="328792" y="308204"/>
                    <a:pt x="335479" y="301679"/>
                    <a:pt x="340872" y="295530"/>
                  </a:cubicBezTo>
                  <a:cubicBezTo>
                    <a:pt x="343515" y="292564"/>
                    <a:pt x="345726" y="289868"/>
                    <a:pt x="347236" y="287873"/>
                  </a:cubicBezTo>
                  <a:cubicBezTo>
                    <a:pt x="347991" y="286955"/>
                    <a:pt x="348746" y="285931"/>
                    <a:pt x="349447" y="284960"/>
                  </a:cubicBezTo>
                  <a:cubicBezTo>
                    <a:pt x="349447" y="284960"/>
                    <a:pt x="349555" y="284798"/>
                    <a:pt x="349555" y="284798"/>
                  </a:cubicBezTo>
                  <a:cubicBezTo>
                    <a:pt x="351227" y="282480"/>
                    <a:pt x="353924" y="281077"/>
                    <a:pt x="356782" y="281077"/>
                  </a:cubicBezTo>
                  <a:close/>
                  <a:moveTo>
                    <a:pt x="197636" y="281077"/>
                  </a:moveTo>
                  <a:cubicBezTo>
                    <a:pt x="202544" y="281077"/>
                    <a:pt x="206534" y="285068"/>
                    <a:pt x="206534" y="289976"/>
                  </a:cubicBezTo>
                  <a:lnTo>
                    <a:pt x="206534" y="390770"/>
                  </a:lnTo>
                  <a:cubicBezTo>
                    <a:pt x="206534" y="395678"/>
                    <a:pt x="202544" y="399669"/>
                    <a:pt x="197636" y="399669"/>
                  </a:cubicBezTo>
                  <a:cubicBezTo>
                    <a:pt x="192728" y="399669"/>
                    <a:pt x="188737" y="395678"/>
                    <a:pt x="188737" y="390770"/>
                  </a:cubicBezTo>
                  <a:lnTo>
                    <a:pt x="188737" y="314082"/>
                  </a:lnTo>
                  <a:cubicBezTo>
                    <a:pt x="183992" y="318828"/>
                    <a:pt x="178437" y="323736"/>
                    <a:pt x="172612" y="327187"/>
                  </a:cubicBezTo>
                  <a:cubicBezTo>
                    <a:pt x="168460" y="329614"/>
                    <a:pt x="163067" y="328320"/>
                    <a:pt x="160532" y="324167"/>
                  </a:cubicBezTo>
                  <a:cubicBezTo>
                    <a:pt x="157943" y="319960"/>
                    <a:pt x="159238" y="314514"/>
                    <a:pt x="163444" y="311925"/>
                  </a:cubicBezTo>
                  <a:cubicBezTo>
                    <a:pt x="169646" y="308204"/>
                    <a:pt x="176333" y="301679"/>
                    <a:pt x="181726" y="295530"/>
                  </a:cubicBezTo>
                  <a:cubicBezTo>
                    <a:pt x="184369" y="292564"/>
                    <a:pt x="186580" y="289868"/>
                    <a:pt x="188090" y="287873"/>
                  </a:cubicBezTo>
                  <a:cubicBezTo>
                    <a:pt x="188845" y="286955"/>
                    <a:pt x="189600" y="285931"/>
                    <a:pt x="190301" y="284960"/>
                  </a:cubicBezTo>
                  <a:cubicBezTo>
                    <a:pt x="190301" y="284960"/>
                    <a:pt x="190409" y="284798"/>
                    <a:pt x="190409" y="284798"/>
                  </a:cubicBezTo>
                  <a:cubicBezTo>
                    <a:pt x="192081" y="282480"/>
                    <a:pt x="194778" y="281077"/>
                    <a:pt x="197636" y="281077"/>
                  </a:cubicBezTo>
                  <a:close/>
                  <a:moveTo>
                    <a:pt x="38436" y="281077"/>
                  </a:moveTo>
                  <a:cubicBezTo>
                    <a:pt x="43344" y="281077"/>
                    <a:pt x="47334" y="285068"/>
                    <a:pt x="47334" y="289976"/>
                  </a:cubicBezTo>
                  <a:lnTo>
                    <a:pt x="47334" y="390770"/>
                  </a:lnTo>
                  <a:cubicBezTo>
                    <a:pt x="47334" y="395678"/>
                    <a:pt x="43344" y="399669"/>
                    <a:pt x="38436" y="399669"/>
                  </a:cubicBezTo>
                  <a:cubicBezTo>
                    <a:pt x="33528" y="399669"/>
                    <a:pt x="29537" y="395678"/>
                    <a:pt x="29537" y="390770"/>
                  </a:cubicBezTo>
                  <a:lnTo>
                    <a:pt x="29537" y="314082"/>
                  </a:lnTo>
                  <a:cubicBezTo>
                    <a:pt x="24792" y="318828"/>
                    <a:pt x="19237" y="323736"/>
                    <a:pt x="13412" y="327187"/>
                  </a:cubicBezTo>
                  <a:cubicBezTo>
                    <a:pt x="9260" y="329614"/>
                    <a:pt x="3867" y="328320"/>
                    <a:pt x="1332" y="324167"/>
                  </a:cubicBezTo>
                  <a:cubicBezTo>
                    <a:pt x="-1257" y="319960"/>
                    <a:pt x="38" y="314514"/>
                    <a:pt x="4244" y="311925"/>
                  </a:cubicBezTo>
                  <a:cubicBezTo>
                    <a:pt x="10446" y="308204"/>
                    <a:pt x="17133" y="301679"/>
                    <a:pt x="22526" y="295530"/>
                  </a:cubicBezTo>
                  <a:cubicBezTo>
                    <a:pt x="25169" y="292564"/>
                    <a:pt x="27380" y="289868"/>
                    <a:pt x="28890" y="287873"/>
                  </a:cubicBezTo>
                  <a:cubicBezTo>
                    <a:pt x="29645" y="286955"/>
                    <a:pt x="30400" y="285931"/>
                    <a:pt x="31101" y="284960"/>
                  </a:cubicBezTo>
                  <a:cubicBezTo>
                    <a:pt x="31101" y="284960"/>
                    <a:pt x="31209" y="284798"/>
                    <a:pt x="31209" y="284798"/>
                  </a:cubicBezTo>
                  <a:cubicBezTo>
                    <a:pt x="32881" y="282480"/>
                    <a:pt x="35578" y="281077"/>
                    <a:pt x="38436" y="281077"/>
                  </a:cubicBezTo>
                  <a:close/>
                  <a:moveTo>
                    <a:pt x="353923" y="158388"/>
                  </a:moveTo>
                  <a:cubicBezTo>
                    <a:pt x="344162" y="158388"/>
                    <a:pt x="336180" y="166369"/>
                    <a:pt x="336180" y="176131"/>
                  </a:cubicBezTo>
                  <a:lnTo>
                    <a:pt x="336180" y="223697"/>
                  </a:lnTo>
                  <a:cubicBezTo>
                    <a:pt x="336180" y="233458"/>
                    <a:pt x="344162" y="241386"/>
                    <a:pt x="353923" y="241386"/>
                  </a:cubicBezTo>
                  <a:lnTo>
                    <a:pt x="354030" y="241386"/>
                  </a:lnTo>
                  <a:cubicBezTo>
                    <a:pt x="363846" y="241386"/>
                    <a:pt x="371774" y="233458"/>
                    <a:pt x="371774" y="223697"/>
                  </a:cubicBezTo>
                  <a:lnTo>
                    <a:pt x="371774" y="176131"/>
                  </a:lnTo>
                  <a:cubicBezTo>
                    <a:pt x="371774" y="166369"/>
                    <a:pt x="363846" y="158388"/>
                    <a:pt x="354030" y="158388"/>
                  </a:cubicBezTo>
                  <a:close/>
                  <a:moveTo>
                    <a:pt x="194722" y="158388"/>
                  </a:moveTo>
                  <a:cubicBezTo>
                    <a:pt x="184961" y="158388"/>
                    <a:pt x="176979" y="166369"/>
                    <a:pt x="176979" y="176131"/>
                  </a:cubicBezTo>
                  <a:lnTo>
                    <a:pt x="176979" y="223697"/>
                  </a:lnTo>
                  <a:cubicBezTo>
                    <a:pt x="176979" y="233458"/>
                    <a:pt x="184961" y="241386"/>
                    <a:pt x="194722" y="241386"/>
                  </a:cubicBezTo>
                  <a:lnTo>
                    <a:pt x="194830" y="241386"/>
                  </a:lnTo>
                  <a:cubicBezTo>
                    <a:pt x="204645" y="241386"/>
                    <a:pt x="212573" y="233458"/>
                    <a:pt x="212573" y="223697"/>
                  </a:cubicBezTo>
                  <a:lnTo>
                    <a:pt x="212573" y="176131"/>
                  </a:lnTo>
                  <a:cubicBezTo>
                    <a:pt x="212573" y="166369"/>
                    <a:pt x="204645" y="158388"/>
                    <a:pt x="194830" y="158388"/>
                  </a:cubicBezTo>
                  <a:close/>
                  <a:moveTo>
                    <a:pt x="35577" y="158388"/>
                  </a:moveTo>
                  <a:cubicBezTo>
                    <a:pt x="25816" y="158388"/>
                    <a:pt x="17834" y="166369"/>
                    <a:pt x="17834" y="176131"/>
                  </a:cubicBezTo>
                  <a:lnTo>
                    <a:pt x="17834" y="223697"/>
                  </a:lnTo>
                  <a:cubicBezTo>
                    <a:pt x="17834" y="233458"/>
                    <a:pt x="25816" y="241386"/>
                    <a:pt x="35577" y="241386"/>
                  </a:cubicBezTo>
                  <a:lnTo>
                    <a:pt x="35685" y="241386"/>
                  </a:lnTo>
                  <a:cubicBezTo>
                    <a:pt x="45500" y="241386"/>
                    <a:pt x="53428" y="233458"/>
                    <a:pt x="53428" y="223697"/>
                  </a:cubicBezTo>
                  <a:lnTo>
                    <a:pt x="53428" y="176131"/>
                  </a:lnTo>
                  <a:cubicBezTo>
                    <a:pt x="53428" y="166369"/>
                    <a:pt x="45500" y="158388"/>
                    <a:pt x="35685" y="158388"/>
                  </a:cubicBezTo>
                  <a:close/>
                  <a:moveTo>
                    <a:pt x="448300" y="140591"/>
                  </a:moveTo>
                  <a:cubicBezTo>
                    <a:pt x="453208" y="140591"/>
                    <a:pt x="457198" y="144582"/>
                    <a:pt x="457198" y="149489"/>
                  </a:cubicBezTo>
                  <a:lnTo>
                    <a:pt x="457198" y="250285"/>
                  </a:lnTo>
                  <a:cubicBezTo>
                    <a:pt x="457198" y="255192"/>
                    <a:pt x="453208" y="259183"/>
                    <a:pt x="448300" y="259183"/>
                  </a:cubicBezTo>
                  <a:cubicBezTo>
                    <a:pt x="443392" y="259183"/>
                    <a:pt x="439401" y="255192"/>
                    <a:pt x="439401" y="250285"/>
                  </a:cubicBezTo>
                  <a:lnTo>
                    <a:pt x="439401" y="173596"/>
                  </a:lnTo>
                  <a:cubicBezTo>
                    <a:pt x="434656" y="178342"/>
                    <a:pt x="429101" y="183250"/>
                    <a:pt x="423276" y="186701"/>
                  </a:cubicBezTo>
                  <a:cubicBezTo>
                    <a:pt x="419124" y="189128"/>
                    <a:pt x="413731" y="187834"/>
                    <a:pt x="411196" y="183681"/>
                  </a:cubicBezTo>
                  <a:cubicBezTo>
                    <a:pt x="408607" y="179474"/>
                    <a:pt x="409902" y="174028"/>
                    <a:pt x="414108" y="171439"/>
                  </a:cubicBezTo>
                  <a:cubicBezTo>
                    <a:pt x="420310" y="167718"/>
                    <a:pt x="426997" y="161193"/>
                    <a:pt x="432390" y="155044"/>
                  </a:cubicBezTo>
                  <a:cubicBezTo>
                    <a:pt x="435033" y="152078"/>
                    <a:pt x="437244" y="149382"/>
                    <a:pt x="438754" y="147387"/>
                  </a:cubicBezTo>
                  <a:cubicBezTo>
                    <a:pt x="439509" y="146469"/>
                    <a:pt x="440264" y="145445"/>
                    <a:pt x="440965" y="144474"/>
                  </a:cubicBezTo>
                  <a:cubicBezTo>
                    <a:pt x="440965" y="144474"/>
                    <a:pt x="441073" y="144312"/>
                    <a:pt x="441073" y="144312"/>
                  </a:cubicBezTo>
                  <a:cubicBezTo>
                    <a:pt x="442745" y="141994"/>
                    <a:pt x="445442" y="140591"/>
                    <a:pt x="448300" y="140591"/>
                  </a:cubicBezTo>
                  <a:close/>
                  <a:moveTo>
                    <a:pt x="353923" y="140591"/>
                  </a:moveTo>
                  <a:lnTo>
                    <a:pt x="354030" y="140591"/>
                  </a:lnTo>
                  <a:cubicBezTo>
                    <a:pt x="373661" y="140591"/>
                    <a:pt x="389570" y="156501"/>
                    <a:pt x="389570" y="176131"/>
                  </a:cubicBezTo>
                  <a:lnTo>
                    <a:pt x="389570" y="223697"/>
                  </a:lnTo>
                  <a:cubicBezTo>
                    <a:pt x="389570" y="243273"/>
                    <a:pt x="373661" y="259183"/>
                    <a:pt x="354030" y="259183"/>
                  </a:cubicBezTo>
                  <a:lnTo>
                    <a:pt x="353923" y="259183"/>
                  </a:lnTo>
                  <a:cubicBezTo>
                    <a:pt x="334292" y="259183"/>
                    <a:pt x="318383" y="243273"/>
                    <a:pt x="318383" y="223697"/>
                  </a:cubicBezTo>
                  <a:lnTo>
                    <a:pt x="318383" y="176131"/>
                  </a:lnTo>
                  <a:cubicBezTo>
                    <a:pt x="318383" y="156501"/>
                    <a:pt x="334292" y="140591"/>
                    <a:pt x="353923" y="140591"/>
                  </a:cubicBezTo>
                  <a:close/>
                  <a:moveTo>
                    <a:pt x="194722" y="140591"/>
                  </a:moveTo>
                  <a:lnTo>
                    <a:pt x="194830" y="140591"/>
                  </a:lnTo>
                  <a:cubicBezTo>
                    <a:pt x="214460" y="140591"/>
                    <a:pt x="230370" y="156501"/>
                    <a:pt x="230370" y="176131"/>
                  </a:cubicBezTo>
                  <a:lnTo>
                    <a:pt x="230370" y="223697"/>
                  </a:lnTo>
                  <a:cubicBezTo>
                    <a:pt x="230370" y="243273"/>
                    <a:pt x="214460" y="259183"/>
                    <a:pt x="194830" y="259183"/>
                  </a:cubicBezTo>
                  <a:lnTo>
                    <a:pt x="194722" y="259183"/>
                  </a:lnTo>
                  <a:cubicBezTo>
                    <a:pt x="175092" y="259183"/>
                    <a:pt x="159182" y="243273"/>
                    <a:pt x="159182" y="223697"/>
                  </a:cubicBezTo>
                  <a:lnTo>
                    <a:pt x="159182" y="176131"/>
                  </a:lnTo>
                  <a:cubicBezTo>
                    <a:pt x="159182" y="156501"/>
                    <a:pt x="175092" y="140591"/>
                    <a:pt x="194722" y="140591"/>
                  </a:cubicBezTo>
                  <a:close/>
                  <a:moveTo>
                    <a:pt x="35577" y="140591"/>
                  </a:moveTo>
                  <a:lnTo>
                    <a:pt x="35685" y="140591"/>
                  </a:lnTo>
                  <a:cubicBezTo>
                    <a:pt x="55315" y="140591"/>
                    <a:pt x="71225" y="156501"/>
                    <a:pt x="71225" y="176131"/>
                  </a:cubicBezTo>
                  <a:lnTo>
                    <a:pt x="71225" y="223697"/>
                  </a:lnTo>
                  <a:cubicBezTo>
                    <a:pt x="71225" y="243273"/>
                    <a:pt x="55315" y="259183"/>
                    <a:pt x="35685" y="259183"/>
                  </a:cubicBezTo>
                  <a:lnTo>
                    <a:pt x="35577" y="259183"/>
                  </a:lnTo>
                  <a:cubicBezTo>
                    <a:pt x="15947" y="259183"/>
                    <a:pt x="37" y="243273"/>
                    <a:pt x="37" y="223697"/>
                  </a:cubicBezTo>
                  <a:lnTo>
                    <a:pt x="37" y="176131"/>
                  </a:lnTo>
                  <a:cubicBezTo>
                    <a:pt x="37" y="156501"/>
                    <a:pt x="15947" y="140591"/>
                    <a:pt x="35577" y="140591"/>
                  </a:cubicBezTo>
                  <a:close/>
                  <a:moveTo>
                    <a:pt x="289154" y="140537"/>
                  </a:moveTo>
                  <a:cubicBezTo>
                    <a:pt x="294062" y="140537"/>
                    <a:pt x="298052" y="144528"/>
                    <a:pt x="298052" y="149435"/>
                  </a:cubicBezTo>
                  <a:lnTo>
                    <a:pt x="298052" y="250230"/>
                  </a:lnTo>
                  <a:cubicBezTo>
                    <a:pt x="298052" y="255138"/>
                    <a:pt x="294062" y="259129"/>
                    <a:pt x="289154" y="259129"/>
                  </a:cubicBezTo>
                  <a:cubicBezTo>
                    <a:pt x="284246" y="259129"/>
                    <a:pt x="280255" y="255138"/>
                    <a:pt x="280255" y="250230"/>
                  </a:cubicBezTo>
                  <a:lnTo>
                    <a:pt x="280255" y="173542"/>
                  </a:lnTo>
                  <a:cubicBezTo>
                    <a:pt x="275510" y="178288"/>
                    <a:pt x="269955" y="183196"/>
                    <a:pt x="264130" y="186647"/>
                  </a:cubicBezTo>
                  <a:cubicBezTo>
                    <a:pt x="259978" y="189074"/>
                    <a:pt x="254585" y="187780"/>
                    <a:pt x="252050" y="183627"/>
                  </a:cubicBezTo>
                  <a:cubicBezTo>
                    <a:pt x="249461" y="179420"/>
                    <a:pt x="250756" y="173974"/>
                    <a:pt x="254962" y="171385"/>
                  </a:cubicBezTo>
                  <a:cubicBezTo>
                    <a:pt x="261164" y="167664"/>
                    <a:pt x="267851" y="161139"/>
                    <a:pt x="273244" y="154990"/>
                  </a:cubicBezTo>
                  <a:cubicBezTo>
                    <a:pt x="275887" y="152024"/>
                    <a:pt x="278098" y="149328"/>
                    <a:pt x="279608" y="147332"/>
                  </a:cubicBezTo>
                  <a:cubicBezTo>
                    <a:pt x="280363" y="146415"/>
                    <a:pt x="281118" y="145391"/>
                    <a:pt x="281819" y="144420"/>
                  </a:cubicBezTo>
                  <a:cubicBezTo>
                    <a:pt x="281819" y="144420"/>
                    <a:pt x="281927" y="144258"/>
                    <a:pt x="281927" y="144258"/>
                  </a:cubicBezTo>
                  <a:cubicBezTo>
                    <a:pt x="283599" y="141939"/>
                    <a:pt x="286296" y="140537"/>
                    <a:pt x="289154" y="140537"/>
                  </a:cubicBezTo>
                  <a:close/>
                  <a:moveTo>
                    <a:pt x="129953" y="140537"/>
                  </a:moveTo>
                  <a:cubicBezTo>
                    <a:pt x="134861" y="140537"/>
                    <a:pt x="138851" y="144528"/>
                    <a:pt x="138851" y="149435"/>
                  </a:cubicBezTo>
                  <a:lnTo>
                    <a:pt x="138851" y="250230"/>
                  </a:lnTo>
                  <a:cubicBezTo>
                    <a:pt x="138851" y="255138"/>
                    <a:pt x="134861" y="259129"/>
                    <a:pt x="129953" y="259129"/>
                  </a:cubicBezTo>
                  <a:cubicBezTo>
                    <a:pt x="125045" y="259129"/>
                    <a:pt x="121054" y="255138"/>
                    <a:pt x="121054" y="250230"/>
                  </a:cubicBezTo>
                  <a:lnTo>
                    <a:pt x="121054" y="173542"/>
                  </a:lnTo>
                  <a:cubicBezTo>
                    <a:pt x="116309" y="178288"/>
                    <a:pt x="110754" y="183196"/>
                    <a:pt x="104929" y="186647"/>
                  </a:cubicBezTo>
                  <a:cubicBezTo>
                    <a:pt x="100777" y="189074"/>
                    <a:pt x="95384" y="187780"/>
                    <a:pt x="92849" y="183627"/>
                  </a:cubicBezTo>
                  <a:cubicBezTo>
                    <a:pt x="90260" y="179420"/>
                    <a:pt x="91555" y="173974"/>
                    <a:pt x="95761" y="171385"/>
                  </a:cubicBezTo>
                  <a:cubicBezTo>
                    <a:pt x="101963" y="167664"/>
                    <a:pt x="108650" y="161139"/>
                    <a:pt x="114043" y="154990"/>
                  </a:cubicBezTo>
                  <a:cubicBezTo>
                    <a:pt x="116686" y="152024"/>
                    <a:pt x="118897" y="149328"/>
                    <a:pt x="120407" y="147332"/>
                  </a:cubicBezTo>
                  <a:cubicBezTo>
                    <a:pt x="121162" y="146415"/>
                    <a:pt x="121917" y="145391"/>
                    <a:pt x="122618" y="144420"/>
                  </a:cubicBezTo>
                  <a:cubicBezTo>
                    <a:pt x="122618" y="144420"/>
                    <a:pt x="122726" y="144258"/>
                    <a:pt x="122726" y="144258"/>
                  </a:cubicBezTo>
                  <a:cubicBezTo>
                    <a:pt x="124398" y="141939"/>
                    <a:pt x="127095" y="140537"/>
                    <a:pt x="129953" y="140537"/>
                  </a:cubicBezTo>
                  <a:close/>
                  <a:moveTo>
                    <a:pt x="103262" y="17851"/>
                  </a:moveTo>
                  <a:cubicBezTo>
                    <a:pt x="93447" y="17851"/>
                    <a:pt x="85519" y="25832"/>
                    <a:pt x="85519" y="35594"/>
                  </a:cubicBezTo>
                  <a:lnTo>
                    <a:pt x="85519" y="83160"/>
                  </a:lnTo>
                  <a:cubicBezTo>
                    <a:pt x="85519" y="92921"/>
                    <a:pt x="93447" y="100849"/>
                    <a:pt x="103262" y="100849"/>
                  </a:cubicBezTo>
                  <a:lnTo>
                    <a:pt x="103370" y="100849"/>
                  </a:lnTo>
                  <a:cubicBezTo>
                    <a:pt x="113131" y="100849"/>
                    <a:pt x="121113" y="92921"/>
                    <a:pt x="121113" y="83160"/>
                  </a:cubicBezTo>
                  <a:lnTo>
                    <a:pt x="121113" y="35594"/>
                  </a:lnTo>
                  <a:cubicBezTo>
                    <a:pt x="121113" y="25832"/>
                    <a:pt x="113131" y="17851"/>
                    <a:pt x="103370" y="17851"/>
                  </a:cubicBezTo>
                  <a:close/>
                  <a:moveTo>
                    <a:pt x="262406" y="17849"/>
                  </a:moveTo>
                  <a:cubicBezTo>
                    <a:pt x="252591" y="17849"/>
                    <a:pt x="244663" y="25830"/>
                    <a:pt x="244663" y="35592"/>
                  </a:cubicBezTo>
                  <a:lnTo>
                    <a:pt x="244663" y="83158"/>
                  </a:lnTo>
                  <a:cubicBezTo>
                    <a:pt x="244663" y="92919"/>
                    <a:pt x="252591" y="100847"/>
                    <a:pt x="262406" y="100847"/>
                  </a:cubicBezTo>
                  <a:lnTo>
                    <a:pt x="262514" y="100847"/>
                  </a:lnTo>
                  <a:cubicBezTo>
                    <a:pt x="272275" y="100847"/>
                    <a:pt x="280257" y="92919"/>
                    <a:pt x="280257" y="83158"/>
                  </a:cubicBezTo>
                  <a:lnTo>
                    <a:pt x="280257" y="35592"/>
                  </a:lnTo>
                  <a:cubicBezTo>
                    <a:pt x="280257" y="25830"/>
                    <a:pt x="272275" y="17849"/>
                    <a:pt x="262514" y="17849"/>
                  </a:cubicBezTo>
                  <a:close/>
                  <a:moveTo>
                    <a:pt x="421552" y="17848"/>
                  </a:moveTo>
                  <a:cubicBezTo>
                    <a:pt x="411737" y="17848"/>
                    <a:pt x="403809" y="25829"/>
                    <a:pt x="403809" y="35591"/>
                  </a:cubicBezTo>
                  <a:lnTo>
                    <a:pt x="403809" y="83157"/>
                  </a:lnTo>
                  <a:cubicBezTo>
                    <a:pt x="403809" y="92918"/>
                    <a:pt x="411737" y="100846"/>
                    <a:pt x="421552" y="100846"/>
                  </a:cubicBezTo>
                  <a:lnTo>
                    <a:pt x="421660" y="100846"/>
                  </a:lnTo>
                  <a:cubicBezTo>
                    <a:pt x="431421" y="100846"/>
                    <a:pt x="439403" y="92918"/>
                    <a:pt x="439403" y="83157"/>
                  </a:cubicBezTo>
                  <a:lnTo>
                    <a:pt x="439403" y="35591"/>
                  </a:lnTo>
                  <a:cubicBezTo>
                    <a:pt x="439403" y="25829"/>
                    <a:pt x="431421" y="17848"/>
                    <a:pt x="421660" y="17848"/>
                  </a:cubicBezTo>
                  <a:close/>
                  <a:moveTo>
                    <a:pt x="197639" y="54"/>
                  </a:moveTo>
                  <a:cubicBezTo>
                    <a:pt x="202547" y="54"/>
                    <a:pt x="206537" y="4045"/>
                    <a:pt x="206537" y="8952"/>
                  </a:cubicBezTo>
                  <a:lnTo>
                    <a:pt x="206537" y="109747"/>
                  </a:lnTo>
                  <a:cubicBezTo>
                    <a:pt x="206537" y="114655"/>
                    <a:pt x="202547" y="118646"/>
                    <a:pt x="197639" y="118646"/>
                  </a:cubicBezTo>
                  <a:cubicBezTo>
                    <a:pt x="192731" y="118646"/>
                    <a:pt x="188740" y="114655"/>
                    <a:pt x="188740" y="109747"/>
                  </a:cubicBezTo>
                  <a:lnTo>
                    <a:pt x="188740" y="33059"/>
                  </a:lnTo>
                  <a:cubicBezTo>
                    <a:pt x="183995" y="37805"/>
                    <a:pt x="178440" y="42713"/>
                    <a:pt x="172615" y="46164"/>
                  </a:cubicBezTo>
                  <a:cubicBezTo>
                    <a:pt x="168463" y="48591"/>
                    <a:pt x="163070" y="47297"/>
                    <a:pt x="160535" y="43144"/>
                  </a:cubicBezTo>
                  <a:cubicBezTo>
                    <a:pt x="157946" y="38937"/>
                    <a:pt x="159241" y="33491"/>
                    <a:pt x="163447" y="30902"/>
                  </a:cubicBezTo>
                  <a:cubicBezTo>
                    <a:pt x="169649" y="27181"/>
                    <a:pt x="176336" y="20656"/>
                    <a:pt x="181729" y="14507"/>
                  </a:cubicBezTo>
                  <a:cubicBezTo>
                    <a:pt x="184372" y="11541"/>
                    <a:pt x="186583" y="8845"/>
                    <a:pt x="188093" y="6850"/>
                  </a:cubicBezTo>
                  <a:cubicBezTo>
                    <a:pt x="188848" y="5932"/>
                    <a:pt x="189603" y="4908"/>
                    <a:pt x="190304" y="3937"/>
                  </a:cubicBezTo>
                  <a:cubicBezTo>
                    <a:pt x="190304" y="3937"/>
                    <a:pt x="190412" y="3775"/>
                    <a:pt x="190412" y="3775"/>
                  </a:cubicBezTo>
                  <a:cubicBezTo>
                    <a:pt x="192084" y="1457"/>
                    <a:pt x="194781" y="54"/>
                    <a:pt x="197639" y="54"/>
                  </a:cubicBezTo>
                  <a:close/>
                  <a:moveTo>
                    <a:pt x="103262" y="54"/>
                  </a:moveTo>
                  <a:lnTo>
                    <a:pt x="103370" y="54"/>
                  </a:lnTo>
                  <a:cubicBezTo>
                    <a:pt x="123000" y="54"/>
                    <a:pt x="138910" y="15964"/>
                    <a:pt x="138910" y="35594"/>
                  </a:cubicBezTo>
                  <a:lnTo>
                    <a:pt x="138910" y="83160"/>
                  </a:lnTo>
                  <a:cubicBezTo>
                    <a:pt x="138910" y="102736"/>
                    <a:pt x="123000" y="118646"/>
                    <a:pt x="103370" y="118646"/>
                  </a:cubicBezTo>
                  <a:lnTo>
                    <a:pt x="103262" y="118646"/>
                  </a:lnTo>
                  <a:cubicBezTo>
                    <a:pt x="83632" y="118646"/>
                    <a:pt x="67722" y="102736"/>
                    <a:pt x="67722" y="83160"/>
                  </a:cubicBezTo>
                  <a:lnTo>
                    <a:pt x="67722" y="35594"/>
                  </a:lnTo>
                  <a:cubicBezTo>
                    <a:pt x="67722" y="15964"/>
                    <a:pt x="83632" y="54"/>
                    <a:pt x="103262" y="54"/>
                  </a:cubicBezTo>
                  <a:close/>
                  <a:moveTo>
                    <a:pt x="356784" y="53"/>
                  </a:moveTo>
                  <a:cubicBezTo>
                    <a:pt x="361692" y="53"/>
                    <a:pt x="365682" y="4044"/>
                    <a:pt x="365682" y="8951"/>
                  </a:cubicBezTo>
                  <a:lnTo>
                    <a:pt x="365682" y="109746"/>
                  </a:lnTo>
                  <a:cubicBezTo>
                    <a:pt x="365682" y="114654"/>
                    <a:pt x="361692" y="118645"/>
                    <a:pt x="356784" y="118645"/>
                  </a:cubicBezTo>
                  <a:cubicBezTo>
                    <a:pt x="351876" y="118645"/>
                    <a:pt x="347885" y="114654"/>
                    <a:pt x="347885" y="109746"/>
                  </a:cubicBezTo>
                  <a:lnTo>
                    <a:pt x="347885" y="33058"/>
                  </a:lnTo>
                  <a:cubicBezTo>
                    <a:pt x="343140" y="37804"/>
                    <a:pt x="337585" y="42712"/>
                    <a:pt x="331760" y="46163"/>
                  </a:cubicBezTo>
                  <a:cubicBezTo>
                    <a:pt x="327608" y="48590"/>
                    <a:pt x="322215" y="47296"/>
                    <a:pt x="319680" y="43143"/>
                  </a:cubicBezTo>
                  <a:cubicBezTo>
                    <a:pt x="317091" y="38936"/>
                    <a:pt x="318386" y="33490"/>
                    <a:pt x="322592" y="30901"/>
                  </a:cubicBezTo>
                  <a:cubicBezTo>
                    <a:pt x="328794" y="27180"/>
                    <a:pt x="335481" y="20655"/>
                    <a:pt x="340874" y="14506"/>
                  </a:cubicBezTo>
                  <a:cubicBezTo>
                    <a:pt x="343517" y="11540"/>
                    <a:pt x="345728" y="8844"/>
                    <a:pt x="347238" y="6849"/>
                  </a:cubicBezTo>
                  <a:cubicBezTo>
                    <a:pt x="347993" y="5931"/>
                    <a:pt x="348748" y="4907"/>
                    <a:pt x="349449" y="3936"/>
                  </a:cubicBezTo>
                  <a:cubicBezTo>
                    <a:pt x="349449" y="3936"/>
                    <a:pt x="349557" y="3774"/>
                    <a:pt x="349557" y="3774"/>
                  </a:cubicBezTo>
                  <a:cubicBezTo>
                    <a:pt x="351229" y="1456"/>
                    <a:pt x="353926" y="53"/>
                    <a:pt x="356784" y="53"/>
                  </a:cubicBezTo>
                  <a:close/>
                  <a:moveTo>
                    <a:pt x="262406" y="52"/>
                  </a:moveTo>
                  <a:lnTo>
                    <a:pt x="262514" y="52"/>
                  </a:lnTo>
                  <a:cubicBezTo>
                    <a:pt x="282144" y="52"/>
                    <a:pt x="298054" y="15962"/>
                    <a:pt x="298054" y="35592"/>
                  </a:cubicBezTo>
                  <a:lnTo>
                    <a:pt x="298054" y="83158"/>
                  </a:lnTo>
                  <a:cubicBezTo>
                    <a:pt x="298054" y="102734"/>
                    <a:pt x="282144" y="118644"/>
                    <a:pt x="262514" y="118644"/>
                  </a:cubicBezTo>
                  <a:lnTo>
                    <a:pt x="262406" y="118644"/>
                  </a:lnTo>
                  <a:cubicBezTo>
                    <a:pt x="242776" y="118644"/>
                    <a:pt x="226866" y="102734"/>
                    <a:pt x="226866" y="83158"/>
                  </a:cubicBezTo>
                  <a:lnTo>
                    <a:pt x="226866" y="35592"/>
                  </a:lnTo>
                  <a:cubicBezTo>
                    <a:pt x="226866" y="15962"/>
                    <a:pt x="242776" y="52"/>
                    <a:pt x="262406" y="52"/>
                  </a:cubicBezTo>
                  <a:close/>
                  <a:moveTo>
                    <a:pt x="421552" y="51"/>
                  </a:moveTo>
                  <a:lnTo>
                    <a:pt x="421660" y="51"/>
                  </a:lnTo>
                  <a:cubicBezTo>
                    <a:pt x="441290" y="51"/>
                    <a:pt x="457200" y="15961"/>
                    <a:pt x="457200" y="35591"/>
                  </a:cubicBezTo>
                  <a:lnTo>
                    <a:pt x="457200" y="83157"/>
                  </a:lnTo>
                  <a:cubicBezTo>
                    <a:pt x="457200" y="102733"/>
                    <a:pt x="441290" y="118643"/>
                    <a:pt x="421660" y="118643"/>
                  </a:cubicBezTo>
                  <a:lnTo>
                    <a:pt x="421552" y="118643"/>
                  </a:lnTo>
                  <a:cubicBezTo>
                    <a:pt x="401922" y="118643"/>
                    <a:pt x="386012" y="102733"/>
                    <a:pt x="386012" y="83157"/>
                  </a:cubicBezTo>
                  <a:lnTo>
                    <a:pt x="386012" y="35591"/>
                  </a:lnTo>
                  <a:cubicBezTo>
                    <a:pt x="386012" y="15961"/>
                    <a:pt x="401922" y="51"/>
                    <a:pt x="421552" y="51"/>
                  </a:cubicBezTo>
                  <a:close/>
                  <a:moveTo>
                    <a:pt x="38439" y="0"/>
                  </a:moveTo>
                  <a:cubicBezTo>
                    <a:pt x="43346" y="0"/>
                    <a:pt x="47337" y="3991"/>
                    <a:pt x="47337" y="8898"/>
                  </a:cubicBezTo>
                  <a:lnTo>
                    <a:pt x="47337" y="109693"/>
                  </a:lnTo>
                  <a:cubicBezTo>
                    <a:pt x="47337" y="114601"/>
                    <a:pt x="43346" y="118592"/>
                    <a:pt x="38439" y="118592"/>
                  </a:cubicBezTo>
                  <a:cubicBezTo>
                    <a:pt x="33531" y="118592"/>
                    <a:pt x="29540" y="114601"/>
                    <a:pt x="29540" y="109693"/>
                  </a:cubicBezTo>
                  <a:lnTo>
                    <a:pt x="29540" y="33005"/>
                  </a:lnTo>
                  <a:cubicBezTo>
                    <a:pt x="24794" y="37751"/>
                    <a:pt x="19239" y="42659"/>
                    <a:pt x="13415" y="46110"/>
                  </a:cubicBezTo>
                  <a:cubicBezTo>
                    <a:pt x="9263" y="48537"/>
                    <a:pt x="3870" y="47243"/>
                    <a:pt x="1335" y="43090"/>
                  </a:cubicBezTo>
                  <a:cubicBezTo>
                    <a:pt x="-1254" y="38883"/>
                    <a:pt x="40" y="33437"/>
                    <a:pt x="4247" y="30848"/>
                  </a:cubicBezTo>
                  <a:cubicBezTo>
                    <a:pt x="10449" y="27127"/>
                    <a:pt x="17136" y="20601"/>
                    <a:pt x="22529" y="14453"/>
                  </a:cubicBezTo>
                  <a:cubicBezTo>
                    <a:pt x="25171" y="11487"/>
                    <a:pt x="27383" y="8791"/>
                    <a:pt x="28893" y="6795"/>
                  </a:cubicBezTo>
                  <a:cubicBezTo>
                    <a:pt x="29648" y="5878"/>
                    <a:pt x="30403" y="4854"/>
                    <a:pt x="31104" y="3883"/>
                  </a:cubicBezTo>
                  <a:cubicBezTo>
                    <a:pt x="31104" y="3883"/>
                    <a:pt x="31212" y="3721"/>
                    <a:pt x="31212" y="3721"/>
                  </a:cubicBezTo>
                  <a:cubicBezTo>
                    <a:pt x="32884" y="1402"/>
                    <a:pt x="35580" y="0"/>
                    <a:pt x="38439"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effectLst/>
                <a:uLnTx/>
                <a:uFillTx/>
                <a:latin typeface="+mj-lt"/>
                <a:ea typeface="+mn-ea"/>
                <a:cs typeface="+mn-cs"/>
              </a:endParaRPr>
            </a:p>
          </p:txBody>
        </p:sp>
      </p:grpSp>
      <p:grpSp>
        <p:nvGrpSpPr>
          <p:cNvPr id="20" name="Group 19">
            <a:extLst>
              <a:ext uri="{FF2B5EF4-FFF2-40B4-BE49-F238E27FC236}">
                <a16:creationId xmlns:a16="http://schemas.microsoft.com/office/drawing/2014/main" id="{A3D08DC6-F9D0-FA90-1B9C-E4D829D49A9F}"/>
              </a:ext>
              <a:ext uri="{C183D7F6-B498-43B3-948B-1728B52AA6E4}">
                <adec:decorative xmlns:adec="http://schemas.microsoft.com/office/drawing/2017/decorative" val="1"/>
              </a:ext>
            </a:extLst>
          </p:cNvPr>
          <p:cNvGrpSpPr/>
          <p:nvPr/>
        </p:nvGrpSpPr>
        <p:grpSpPr>
          <a:xfrm>
            <a:off x="6529741" y="3975293"/>
            <a:ext cx="567354" cy="567354"/>
            <a:chOff x="5839488" y="6341932"/>
            <a:chExt cx="516068" cy="516068"/>
          </a:xfrm>
        </p:grpSpPr>
        <p:sp>
          <p:nvSpPr>
            <p:cNvPr id="21" name="Oval 20">
              <a:extLst>
                <a:ext uri="{FF2B5EF4-FFF2-40B4-BE49-F238E27FC236}">
                  <a16:creationId xmlns:a16="http://schemas.microsoft.com/office/drawing/2014/main" id="{D0F94EBA-391B-86ED-E53B-908D8D8C1D3B}"/>
                </a:ext>
              </a:extLst>
            </p:cNvPr>
            <p:cNvSpPr>
              <a:spLocks/>
            </p:cNvSpPr>
            <p:nvPr/>
          </p:nvSpPr>
          <p:spPr bwMode="auto">
            <a:xfrm rot="10800000">
              <a:off x="5839488" y="6341932"/>
              <a:ext cx="516068" cy="516068"/>
            </a:xfrm>
            <a:prstGeom prst="ellipse">
              <a:avLst/>
            </a:pr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endParaRPr kumimoji="0" lang="en-US" sz="5141" b="1" i="0" u="none" strike="noStrike" kern="1200" cap="none" spc="0" normalizeH="0" baseline="0" noProof="0">
                <a:ln w="3175">
                  <a:noFill/>
                </a:ln>
                <a:effectLst/>
                <a:uLnTx/>
                <a:uFillTx/>
                <a:latin typeface="+mj-lt"/>
                <a:ea typeface="+mn-ea"/>
                <a:cs typeface="Segoe Sans Display Semibold" pitchFamily="2" charset="0"/>
              </a:endParaRPr>
            </a:p>
          </p:txBody>
        </p:sp>
        <p:sp>
          <p:nvSpPr>
            <p:cNvPr id="22" name="Graphic 5" descr="Icon of a circuit brain">
              <a:extLst>
                <a:ext uri="{FF2B5EF4-FFF2-40B4-BE49-F238E27FC236}">
                  <a16:creationId xmlns:a16="http://schemas.microsoft.com/office/drawing/2014/main" id="{13B99B2B-63CB-1080-9852-5B403BE26A19}"/>
                </a:ext>
              </a:extLst>
            </p:cNvPr>
            <p:cNvSpPr>
              <a:spLocks noChangeAspect="1"/>
            </p:cNvSpPr>
            <p:nvPr/>
          </p:nvSpPr>
          <p:spPr>
            <a:xfrm>
              <a:off x="5958550" y="6580008"/>
              <a:ext cx="277944" cy="277992"/>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effectLst/>
                <a:uLnTx/>
                <a:uFillTx/>
                <a:latin typeface="+mj-lt"/>
                <a:ea typeface="+mn-ea"/>
                <a:cs typeface="+mn-cs"/>
              </a:endParaRPr>
            </a:p>
          </p:txBody>
        </p:sp>
      </p:grpSp>
      <p:grpSp>
        <p:nvGrpSpPr>
          <p:cNvPr id="23" name="Group 22">
            <a:extLst>
              <a:ext uri="{FF2B5EF4-FFF2-40B4-BE49-F238E27FC236}">
                <a16:creationId xmlns:a16="http://schemas.microsoft.com/office/drawing/2014/main" id="{FC934E84-864C-8747-405E-AE0FD0F751ED}"/>
              </a:ext>
              <a:ext uri="{C183D7F6-B498-43B3-948B-1728B52AA6E4}">
                <adec:decorative xmlns:adec="http://schemas.microsoft.com/office/drawing/2017/decorative" val="1"/>
              </a:ext>
            </a:extLst>
          </p:cNvPr>
          <p:cNvGrpSpPr/>
          <p:nvPr/>
        </p:nvGrpSpPr>
        <p:grpSpPr>
          <a:xfrm>
            <a:off x="6867547" y="2230176"/>
            <a:ext cx="567354" cy="567354"/>
            <a:chOff x="8086627" y="6341932"/>
            <a:chExt cx="516068" cy="516068"/>
          </a:xfrm>
        </p:grpSpPr>
        <p:sp>
          <p:nvSpPr>
            <p:cNvPr id="24" name="Oval 23">
              <a:extLst>
                <a:ext uri="{FF2B5EF4-FFF2-40B4-BE49-F238E27FC236}">
                  <a16:creationId xmlns:a16="http://schemas.microsoft.com/office/drawing/2014/main" id="{48877E3B-66CA-B333-8F34-F8F929EBDDE0}"/>
                </a:ext>
              </a:extLst>
            </p:cNvPr>
            <p:cNvSpPr>
              <a:spLocks/>
            </p:cNvSpPr>
            <p:nvPr/>
          </p:nvSpPr>
          <p:spPr bwMode="auto">
            <a:xfrm rot="10800000">
              <a:off x="8086627" y="6341932"/>
              <a:ext cx="516068" cy="516068"/>
            </a:xfrm>
            <a:prstGeom prst="ellipse">
              <a:avLst/>
            </a:pr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endParaRPr kumimoji="0" lang="en-US" sz="5141" b="1" i="0" u="none" strike="noStrike" kern="1200" cap="none" spc="0" normalizeH="0" baseline="0" noProof="0">
                <a:ln w="3175">
                  <a:noFill/>
                </a:ln>
                <a:effectLst/>
                <a:uLnTx/>
                <a:uFillTx/>
                <a:latin typeface="+mj-lt"/>
                <a:ea typeface="+mn-ea"/>
                <a:cs typeface="Segoe Sans Display Semibold" pitchFamily="2" charset="0"/>
              </a:endParaRPr>
            </a:p>
          </p:txBody>
        </p:sp>
        <p:sp>
          <p:nvSpPr>
            <p:cNvPr id="25" name="Graphic 31" descr="Icon of a group of three people">
              <a:extLst>
                <a:ext uri="{FF2B5EF4-FFF2-40B4-BE49-F238E27FC236}">
                  <a16:creationId xmlns:a16="http://schemas.microsoft.com/office/drawing/2014/main" id="{C9274C58-35C4-E6A2-F97D-737BFB96EEA8}"/>
                </a:ext>
              </a:extLst>
            </p:cNvPr>
            <p:cNvSpPr>
              <a:spLocks/>
            </p:cNvSpPr>
            <p:nvPr/>
          </p:nvSpPr>
          <p:spPr>
            <a:xfrm>
              <a:off x="8204355" y="6605386"/>
              <a:ext cx="280610" cy="252614"/>
            </a:xfrm>
            <a:custGeom>
              <a:avLst/>
              <a:gdLst>
                <a:gd name="connsiteX0" fmla="*/ 198244 w 311045"/>
                <a:gd name="connsiteY0" fmla="*/ 186583 h 280014"/>
                <a:gd name="connsiteX1" fmla="*/ 225454 w 311045"/>
                <a:gd name="connsiteY1" fmla="*/ 213793 h 280014"/>
                <a:gd name="connsiteX2" fmla="*/ 225437 w 311045"/>
                <a:gd name="connsiteY2" fmla="*/ 228752 h 280014"/>
                <a:gd name="connsiteX3" fmla="*/ 156524 w 311045"/>
                <a:gd name="connsiteY3" fmla="*/ 280014 h 280014"/>
                <a:gd name="connsiteX4" fmla="*/ 85517 w 311045"/>
                <a:gd name="connsiteY4" fmla="*/ 229342 h 280014"/>
                <a:gd name="connsiteX5" fmla="*/ 85517 w 311045"/>
                <a:gd name="connsiteY5" fmla="*/ 213793 h 280014"/>
                <a:gd name="connsiteX6" fmla="*/ 112727 w 311045"/>
                <a:gd name="connsiteY6" fmla="*/ 186583 h 280014"/>
                <a:gd name="connsiteX7" fmla="*/ 198244 w 311045"/>
                <a:gd name="connsiteY7" fmla="*/ 186583 h 280014"/>
                <a:gd name="connsiteX8" fmla="*/ 198244 w 311045"/>
                <a:gd name="connsiteY8" fmla="*/ 209906 h 280014"/>
                <a:gd name="connsiteX9" fmla="*/ 112727 w 311045"/>
                <a:gd name="connsiteY9" fmla="*/ 209906 h 280014"/>
                <a:gd name="connsiteX10" fmla="*/ 108840 w 311045"/>
                <a:gd name="connsiteY10" fmla="*/ 213793 h 280014"/>
                <a:gd name="connsiteX11" fmla="*/ 108840 w 311045"/>
                <a:gd name="connsiteY11" fmla="*/ 229342 h 280014"/>
                <a:gd name="connsiteX12" fmla="*/ 156524 w 311045"/>
                <a:gd name="connsiteY12" fmla="*/ 256692 h 280014"/>
                <a:gd name="connsiteX13" fmla="*/ 202132 w 311045"/>
                <a:gd name="connsiteY13" fmla="*/ 229373 h 280014"/>
                <a:gd name="connsiteX14" fmla="*/ 202132 w 311045"/>
                <a:gd name="connsiteY14" fmla="*/ 213793 h 280014"/>
                <a:gd name="connsiteX15" fmla="*/ 198244 w 311045"/>
                <a:gd name="connsiteY15" fmla="*/ 209906 h 280014"/>
                <a:gd name="connsiteX16" fmla="*/ 27210 w 311045"/>
                <a:gd name="connsiteY16" fmla="*/ 108840 h 280014"/>
                <a:gd name="connsiteX17" fmla="*/ 95251 w 311045"/>
                <a:gd name="connsiteY17" fmla="*/ 108842 h 280014"/>
                <a:gd name="connsiteX18" fmla="*/ 93292 w 311045"/>
                <a:gd name="connsiteY18" fmla="*/ 124389 h 280014"/>
                <a:gd name="connsiteX19" fmla="*/ 93771 w 311045"/>
                <a:gd name="connsiteY19" fmla="*/ 132152 h 280014"/>
                <a:gd name="connsiteX20" fmla="*/ 27210 w 311045"/>
                <a:gd name="connsiteY20" fmla="*/ 132163 h 280014"/>
                <a:gd name="connsiteX21" fmla="*/ 23323 w 311045"/>
                <a:gd name="connsiteY21" fmla="*/ 136050 h 280014"/>
                <a:gd name="connsiteX22" fmla="*/ 23323 w 311045"/>
                <a:gd name="connsiteY22" fmla="*/ 151599 h 280014"/>
                <a:gd name="connsiteX23" fmla="*/ 71007 w 311045"/>
                <a:gd name="connsiteY23" fmla="*/ 178949 h 280014"/>
                <a:gd name="connsiteX24" fmla="*/ 89783 w 311045"/>
                <a:gd name="connsiteY24" fmla="*/ 177747 h 280014"/>
                <a:gd name="connsiteX25" fmla="*/ 71542 w 311045"/>
                <a:gd name="connsiteY25" fmla="*/ 202259 h 280014"/>
                <a:gd name="connsiteX26" fmla="*/ 71007 w 311045"/>
                <a:gd name="connsiteY26" fmla="*/ 202272 h 280014"/>
                <a:gd name="connsiteX27" fmla="*/ 0 w 311045"/>
                <a:gd name="connsiteY27" fmla="*/ 151599 h 280014"/>
                <a:gd name="connsiteX28" fmla="*/ 0 w 311045"/>
                <a:gd name="connsiteY28" fmla="*/ 136050 h 280014"/>
                <a:gd name="connsiteX29" fmla="*/ 27210 w 311045"/>
                <a:gd name="connsiteY29" fmla="*/ 108840 h 280014"/>
                <a:gd name="connsiteX30" fmla="*/ 283762 w 311045"/>
                <a:gd name="connsiteY30" fmla="*/ 108840 h 280014"/>
                <a:gd name="connsiteX31" fmla="*/ 310972 w 311045"/>
                <a:gd name="connsiteY31" fmla="*/ 136050 h 280014"/>
                <a:gd name="connsiteX32" fmla="*/ 310955 w 311045"/>
                <a:gd name="connsiteY32" fmla="*/ 151009 h 280014"/>
                <a:gd name="connsiteX33" fmla="*/ 242042 w 311045"/>
                <a:gd name="connsiteY33" fmla="*/ 202272 h 280014"/>
                <a:gd name="connsiteX34" fmla="*/ 239425 w 311045"/>
                <a:gd name="connsiteY34" fmla="*/ 202245 h 280014"/>
                <a:gd name="connsiteX35" fmla="*/ 220484 w 311045"/>
                <a:gd name="connsiteY35" fmla="*/ 177266 h 280014"/>
                <a:gd name="connsiteX36" fmla="*/ 242042 w 311045"/>
                <a:gd name="connsiteY36" fmla="*/ 178949 h 280014"/>
                <a:gd name="connsiteX37" fmla="*/ 287649 w 311045"/>
                <a:gd name="connsiteY37" fmla="*/ 151630 h 280014"/>
                <a:gd name="connsiteX38" fmla="*/ 287649 w 311045"/>
                <a:gd name="connsiteY38" fmla="*/ 136050 h 280014"/>
                <a:gd name="connsiteX39" fmla="*/ 283762 w 311045"/>
                <a:gd name="connsiteY39" fmla="*/ 132163 h 280014"/>
                <a:gd name="connsiteX40" fmla="*/ 217201 w 311045"/>
                <a:gd name="connsiteY40" fmla="*/ 132151 h 280014"/>
                <a:gd name="connsiteX41" fmla="*/ 217680 w 311045"/>
                <a:gd name="connsiteY41" fmla="*/ 124389 h 280014"/>
                <a:gd name="connsiteX42" fmla="*/ 215721 w 311045"/>
                <a:gd name="connsiteY42" fmla="*/ 108842 h 280014"/>
                <a:gd name="connsiteX43" fmla="*/ 283762 w 311045"/>
                <a:gd name="connsiteY43" fmla="*/ 108840 h 280014"/>
                <a:gd name="connsiteX44" fmla="*/ 155486 w 311045"/>
                <a:gd name="connsiteY44" fmla="*/ 77743 h 280014"/>
                <a:gd name="connsiteX45" fmla="*/ 202132 w 311045"/>
                <a:gd name="connsiteY45" fmla="*/ 124389 h 280014"/>
                <a:gd name="connsiteX46" fmla="*/ 155486 w 311045"/>
                <a:gd name="connsiteY46" fmla="*/ 171034 h 280014"/>
                <a:gd name="connsiteX47" fmla="*/ 108840 w 311045"/>
                <a:gd name="connsiteY47" fmla="*/ 124389 h 280014"/>
                <a:gd name="connsiteX48" fmla="*/ 155486 w 311045"/>
                <a:gd name="connsiteY48" fmla="*/ 77743 h 280014"/>
                <a:gd name="connsiteX49" fmla="*/ 155486 w 311045"/>
                <a:gd name="connsiteY49" fmla="*/ 101066 h 280014"/>
                <a:gd name="connsiteX50" fmla="*/ 132163 w 311045"/>
                <a:gd name="connsiteY50" fmla="*/ 124389 h 280014"/>
                <a:gd name="connsiteX51" fmla="*/ 155486 w 311045"/>
                <a:gd name="connsiteY51" fmla="*/ 147712 h 280014"/>
                <a:gd name="connsiteX52" fmla="*/ 178809 w 311045"/>
                <a:gd name="connsiteY52" fmla="*/ 124389 h 280014"/>
                <a:gd name="connsiteX53" fmla="*/ 155486 w 311045"/>
                <a:gd name="connsiteY53" fmla="*/ 101066 h 280014"/>
                <a:gd name="connsiteX54" fmla="*/ 69969 w 311045"/>
                <a:gd name="connsiteY54" fmla="*/ 0 h 280014"/>
                <a:gd name="connsiteX55" fmla="*/ 116614 w 311045"/>
                <a:gd name="connsiteY55" fmla="*/ 46646 h 280014"/>
                <a:gd name="connsiteX56" fmla="*/ 69969 w 311045"/>
                <a:gd name="connsiteY56" fmla="*/ 93292 h 280014"/>
                <a:gd name="connsiteX57" fmla="*/ 23323 w 311045"/>
                <a:gd name="connsiteY57" fmla="*/ 46646 h 280014"/>
                <a:gd name="connsiteX58" fmla="*/ 69969 w 311045"/>
                <a:gd name="connsiteY58" fmla="*/ 0 h 280014"/>
                <a:gd name="connsiteX59" fmla="*/ 241003 w 311045"/>
                <a:gd name="connsiteY59" fmla="*/ 0 h 280014"/>
                <a:gd name="connsiteX60" fmla="*/ 287649 w 311045"/>
                <a:gd name="connsiteY60" fmla="*/ 46646 h 280014"/>
                <a:gd name="connsiteX61" fmla="*/ 241003 w 311045"/>
                <a:gd name="connsiteY61" fmla="*/ 93292 h 280014"/>
                <a:gd name="connsiteX62" fmla="*/ 194357 w 311045"/>
                <a:gd name="connsiteY62" fmla="*/ 46646 h 280014"/>
                <a:gd name="connsiteX63" fmla="*/ 241003 w 311045"/>
                <a:gd name="connsiteY63" fmla="*/ 0 h 280014"/>
                <a:gd name="connsiteX64" fmla="*/ 69969 w 311045"/>
                <a:gd name="connsiteY64" fmla="*/ 23323 h 280014"/>
                <a:gd name="connsiteX65" fmla="*/ 46646 w 311045"/>
                <a:gd name="connsiteY65" fmla="*/ 46646 h 280014"/>
                <a:gd name="connsiteX66" fmla="*/ 69969 w 311045"/>
                <a:gd name="connsiteY66" fmla="*/ 69969 h 280014"/>
                <a:gd name="connsiteX67" fmla="*/ 93292 w 311045"/>
                <a:gd name="connsiteY67" fmla="*/ 46646 h 280014"/>
                <a:gd name="connsiteX68" fmla="*/ 69969 w 311045"/>
                <a:gd name="connsiteY68" fmla="*/ 23323 h 280014"/>
                <a:gd name="connsiteX69" fmla="*/ 241003 w 311045"/>
                <a:gd name="connsiteY69" fmla="*/ 23323 h 280014"/>
                <a:gd name="connsiteX70" fmla="*/ 217680 w 311045"/>
                <a:gd name="connsiteY70" fmla="*/ 46646 h 280014"/>
                <a:gd name="connsiteX71" fmla="*/ 241003 w 311045"/>
                <a:gd name="connsiteY71" fmla="*/ 69969 h 280014"/>
                <a:gd name="connsiteX72" fmla="*/ 264326 w 311045"/>
                <a:gd name="connsiteY72" fmla="*/ 46646 h 280014"/>
                <a:gd name="connsiteX73" fmla="*/ 241003 w 311045"/>
                <a:gd name="connsiteY73" fmla="*/ 23323 h 280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11045" h="280014">
                  <a:moveTo>
                    <a:pt x="198244" y="186583"/>
                  </a:moveTo>
                  <a:cubicBezTo>
                    <a:pt x="213272" y="186583"/>
                    <a:pt x="225454" y="198765"/>
                    <a:pt x="225454" y="213793"/>
                  </a:cubicBezTo>
                  <a:lnTo>
                    <a:pt x="225437" y="228752"/>
                  </a:lnTo>
                  <a:cubicBezTo>
                    <a:pt x="227252" y="262790"/>
                    <a:pt x="201943" y="280014"/>
                    <a:pt x="156524" y="280014"/>
                  </a:cubicBezTo>
                  <a:cubicBezTo>
                    <a:pt x="111295" y="280014"/>
                    <a:pt x="85517" y="263070"/>
                    <a:pt x="85517" y="229342"/>
                  </a:cubicBezTo>
                  <a:lnTo>
                    <a:pt x="85517" y="213793"/>
                  </a:lnTo>
                  <a:cubicBezTo>
                    <a:pt x="85517" y="198765"/>
                    <a:pt x="97700" y="186583"/>
                    <a:pt x="112727" y="186583"/>
                  </a:cubicBezTo>
                  <a:lnTo>
                    <a:pt x="198244" y="186583"/>
                  </a:lnTo>
                  <a:close/>
                  <a:moveTo>
                    <a:pt x="198244" y="209906"/>
                  </a:moveTo>
                  <a:lnTo>
                    <a:pt x="112727" y="209906"/>
                  </a:lnTo>
                  <a:cubicBezTo>
                    <a:pt x="110580" y="209906"/>
                    <a:pt x="108840" y="211646"/>
                    <a:pt x="108840" y="213793"/>
                  </a:cubicBezTo>
                  <a:lnTo>
                    <a:pt x="108840" y="229342"/>
                  </a:lnTo>
                  <a:cubicBezTo>
                    <a:pt x="108840" y="247630"/>
                    <a:pt x="122627" y="256692"/>
                    <a:pt x="156524" y="256692"/>
                  </a:cubicBezTo>
                  <a:cubicBezTo>
                    <a:pt x="190232" y="256692"/>
                    <a:pt x="203103" y="247930"/>
                    <a:pt x="202132" y="229373"/>
                  </a:cubicBezTo>
                  <a:lnTo>
                    <a:pt x="202132" y="213793"/>
                  </a:lnTo>
                  <a:cubicBezTo>
                    <a:pt x="202132" y="211646"/>
                    <a:pt x="200392" y="209906"/>
                    <a:pt x="198244" y="209906"/>
                  </a:cubicBezTo>
                  <a:close/>
                  <a:moveTo>
                    <a:pt x="27210" y="108840"/>
                  </a:moveTo>
                  <a:lnTo>
                    <a:pt x="95251" y="108842"/>
                  </a:lnTo>
                  <a:cubicBezTo>
                    <a:pt x="93972" y="113811"/>
                    <a:pt x="93292" y="119020"/>
                    <a:pt x="93292" y="124389"/>
                  </a:cubicBezTo>
                  <a:cubicBezTo>
                    <a:pt x="93292" y="127018"/>
                    <a:pt x="93455" y="129610"/>
                    <a:pt x="93771" y="132152"/>
                  </a:cubicBezTo>
                  <a:lnTo>
                    <a:pt x="27210" y="132163"/>
                  </a:lnTo>
                  <a:cubicBezTo>
                    <a:pt x="25063" y="132163"/>
                    <a:pt x="23323" y="133903"/>
                    <a:pt x="23323" y="136050"/>
                  </a:cubicBezTo>
                  <a:lnTo>
                    <a:pt x="23323" y="151599"/>
                  </a:lnTo>
                  <a:cubicBezTo>
                    <a:pt x="23323" y="169887"/>
                    <a:pt x="37109" y="178949"/>
                    <a:pt x="71007" y="178949"/>
                  </a:cubicBezTo>
                  <a:cubicBezTo>
                    <a:pt x="78189" y="178949"/>
                    <a:pt x="84425" y="178552"/>
                    <a:pt x="89783" y="177747"/>
                  </a:cubicBezTo>
                  <a:cubicBezTo>
                    <a:pt x="80995" y="183313"/>
                    <a:pt x="74407" y="192009"/>
                    <a:pt x="71542" y="202259"/>
                  </a:cubicBezTo>
                  <a:lnTo>
                    <a:pt x="71007" y="202272"/>
                  </a:lnTo>
                  <a:cubicBezTo>
                    <a:pt x="25777" y="202272"/>
                    <a:pt x="0" y="185327"/>
                    <a:pt x="0" y="151599"/>
                  </a:cubicBezTo>
                  <a:lnTo>
                    <a:pt x="0" y="136050"/>
                  </a:lnTo>
                  <a:cubicBezTo>
                    <a:pt x="0" y="121022"/>
                    <a:pt x="12182" y="108840"/>
                    <a:pt x="27210" y="108840"/>
                  </a:cubicBezTo>
                  <a:close/>
                  <a:moveTo>
                    <a:pt x="283762" y="108840"/>
                  </a:moveTo>
                  <a:cubicBezTo>
                    <a:pt x="298789" y="108840"/>
                    <a:pt x="310972" y="121022"/>
                    <a:pt x="310972" y="136050"/>
                  </a:cubicBezTo>
                  <a:lnTo>
                    <a:pt x="310955" y="151009"/>
                  </a:lnTo>
                  <a:cubicBezTo>
                    <a:pt x="312769" y="185047"/>
                    <a:pt x="287461" y="202272"/>
                    <a:pt x="242042" y="202272"/>
                  </a:cubicBezTo>
                  <a:lnTo>
                    <a:pt x="239425" y="202245"/>
                  </a:lnTo>
                  <a:cubicBezTo>
                    <a:pt x="236480" y="191717"/>
                    <a:pt x="229606" y="182831"/>
                    <a:pt x="220484" y="177266"/>
                  </a:cubicBezTo>
                  <a:cubicBezTo>
                    <a:pt x="226496" y="178394"/>
                    <a:pt x="233653" y="178949"/>
                    <a:pt x="242042" y="178949"/>
                  </a:cubicBezTo>
                  <a:cubicBezTo>
                    <a:pt x="275749" y="178949"/>
                    <a:pt x="288621" y="170187"/>
                    <a:pt x="287649" y="151630"/>
                  </a:cubicBezTo>
                  <a:lnTo>
                    <a:pt x="287649" y="136050"/>
                  </a:lnTo>
                  <a:cubicBezTo>
                    <a:pt x="287649" y="133903"/>
                    <a:pt x="285909" y="132163"/>
                    <a:pt x="283762" y="132163"/>
                  </a:cubicBezTo>
                  <a:lnTo>
                    <a:pt x="217201" y="132151"/>
                  </a:lnTo>
                  <a:cubicBezTo>
                    <a:pt x="217517" y="129608"/>
                    <a:pt x="217680" y="127018"/>
                    <a:pt x="217680" y="124389"/>
                  </a:cubicBezTo>
                  <a:cubicBezTo>
                    <a:pt x="217680" y="119020"/>
                    <a:pt x="217001" y="113811"/>
                    <a:pt x="215721" y="108842"/>
                  </a:cubicBezTo>
                  <a:lnTo>
                    <a:pt x="283762" y="108840"/>
                  </a:lnTo>
                  <a:close/>
                  <a:moveTo>
                    <a:pt x="155486" y="77743"/>
                  </a:moveTo>
                  <a:cubicBezTo>
                    <a:pt x="181248" y="77743"/>
                    <a:pt x="202132" y="98627"/>
                    <a:pt x="202132" y="124389"/>
                  </a:cubicBezTo>
                  <a:cubicBezTo>
                    <a:pt x="202132" y="150151"/>
                    <a:pt x="181248" y="171034"/>
                    <a:pt x="155486" y="171034"/>
                  </a:cubicBezTo>
                  <a:cubicBezTo>
                    <a:pt x="129723" y="171034"/>
                    <a:pt x="108840" y="150151"/>
                    <a:pt x="108840" y="124389"/>
                  </a:cubicBezTo>
                  <a:cubicBezTo>
                    <a:pt x="108840" y="98627"/>
                    <a:pt x="129723" y="77743"/>
                    <a:pt x="155486" y="77743"/>
                  </a:cubicBezTo>
                  <a:close/>
                  <a:moveTo>
                    <a:pt x="155486" y="101066"/>
                  </a:moveTo>
                  <a:cubicBezTo>
                    <a:pt x="142605" y="101066"/>
                    <a:pt x="132163" y="111508"/>
                    <a:pt x="132163" y="124389"/>
                  </a:cubicBezTo>
                  <a:cubicBezTo>
                    <a:pt x="132163" y="137269"/>
                    <a:pt x="142605" y="147712"/>
                    <a:pt x="155486" y="147712"/>
                  </a:cubicBezTo>
                  <a:cubicBezTo>
                    <a:pt x="168366" y="147712"/>
                    <a:pt x="178809" y="137269"/>
                    <a:pt x="178809" y="124389"/>
                  </a:cubicBezTo>
                  <a:cubicBezTo>
                    <a:pt x="178809" y="111508"/>
                    <a:pt x="168366" y="101066"/>
                    <a:pt x="155486" y="101066"/>
                  </a:cubicBezTo>
                  <a:close/>
                  <a:moveTo>
                    <a:pt x="69969" y="0"/>
                  </a:moveTo>
                  <a:cubicBezTo>
                    <a:pt x="95730" y="0"/>
                    <a:pt x="116614" y="20884"/>
                    <a:pt x="116614" y="46646"/>
                  </a:cubicBezTo>
                  <a:cubicBezTo>
                    <a:pt x="116614" y="72407"/>
                    <a:pt x="95730" y="93292"/>
                    <a:pt x="69969" y="93292"/>
                  </a:cubicBezTo>
                  <a:cubicBezTo>
                    <a:pt x="44207" y="93292"/>
                    <a:pt x="23323" y="72407"/>
                    <a:pt x="23323" y="46646"/>
                  </a:cubicBezTo>
                  <a:cubicBezTo>
                    <a:pt x="23323" y="20884"/>
                    <a:pt x="44207" y="0"/>
                    <a:pt x="69969" y="0"/>
                  </a:cubicBezTo>
                  <a:close/>
                  <a:moveTo>
                    <a:pt x="241003" y="0"/>
                  </a:moveTo>
                  <a:cubicBezTo>
                    <a:pt x="266766" y="0"/>
                    <a:pt x="287649" y="20884"/>
                    <a:pt x="287649" y="46646"/>
                  </a:cubicBezTo>
                  <a:cubicBezTo>
                    <a:pt x="287649" y="72407"/>
                    <a:pt x="266766" y="93292"/>
                    <a:pt x="241003" y="93292"/>
                  </a:cubicBezTo>
                  <a:cubicBezTo>
                    <a:pt x="215241" y="93292"/>
                    <a:pt x="194357" y="72407"/>
                    <a:pt x="194357" y="46646"/>
                  </a:cubicBezTo>
                  <a:cubicBezTo>
                    <a:pt x="194357" y="20884"/>
                    <a:pt x="215241" y="0"/>
                    <a:pt x="241003" y="0"/>
                  </a:cubicBezTo>
                  <a:close/>
                  <a:moveTo>
                    <a:pt x="69969" y="23323"/>
                  </a:moveTo>
                  <a:cubicBezTo>
                    <a:pt x="57088" y="23323"/>
                    <a:pt x="46646" y="33765"/>
                    <a:pt x="46646" y="46646"/>
                  </a:cubicBezTo>
                  <a:cubicBezTo>
                    <a:pt x="46646" y="59527"/>
                    <a:pt x="57088" y="69969"/>
                    <a:pt x="69969" y="69969"/>
                  </a:cubicBezTo>
                  <a:cubicBezTo>
                    <a:pt x="82850" y="69969"/>
                    <a:pt x="93292" y="59527"/>
                    <a:pt x="93292" y="46646"/>
                  </a:cubicBezTo>
                  <a:cubicBezTo>
                    <a:pt x="93292" y="33765"/>
                    <a:pt x="82850" y="23323"/>
                    <a:pt x="69969" y="23323"/>
                  </a:cubicBezTo>
                  <a:close/>
                  <a:moveTo>
                    <a:pt x="241003" y="23323"/>
                  </a:moveTo>
                  <a:cubicBezTo>
                    <a:pt x="228123" y="23323"/>
                    <a:pt x="217680" y="33765"/>
                    <a:pt x="217680" y="46646"/>
                  </a:cubicBezTo>
                  <a:cubicBezTo>
                    <a:pt x="217680" y="59527"/>
                    <a:pt x="228123" y="69969"/>
                    <a:pt x="241003" y="69969"/>
                  </a:cubicBezTo>
                  <a:cubicBezTo>
                    <a:pt x="253883" y="69969"/>
                    <a:pt x="264326" y="59527"/>
                    <a:pt x="264326" y="46646"/>
                  </a:cubicBezTo>
                  <a:cubicBezTo>
                    <a:pt x="264326" y="33765"/>
                    <a:pt x="253883" y="23323"/>
                    <a:pt x="241003" y="23323"/>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effectLst/>
                <a:uLnTx/>
                <a:uFillTx/>
                <a:latin typeface="+mj-lt"/>
                <a:ea typeface="+mn-ea"/>
                <a:cs typeface="+mn-cs"/>
              </a:endParaRPr>
            </a:p>
          </p:txBody>
        </p:sp>
      </p:grpSp>
      <p:grpSp>
        <p:nvGrpSpPr>
          <p:cNvPr id="26" name="Group 25">
            <a:extLst>
              <a:ext uri="{FF2B5EF4-FFF2-40B4-BE49-F238E27FC236}">
                <a16:creationId xmlns:a16="http://schemas.microsoft.com/office/drawing/2014/main" id="{5C558DBE-6CC2-A4B6-C739-1820922F08E9}"/>
              </a:ext>
              <a:ext uri="{C183D7F6-B498-43B3-948B-1728B52AA6E4}">
                <adec:decorative xmlns:adec="http://schemas.microsoft.com/office/drawing/2017/decorative" val="1"/>
              </a:ext>
            </a:extLst>
          </p:cNvPr>
          <p:cNvGrpSpPr/>
          <p:nvPr/>
        </p:nvGrpSpPr>
        <p:grpSpPr>
          <a:xfrm>
            <a:off x="4750832" y="4034160"/>
            <a:ext cx="567354" cy="567354"/>
            <a:chOff x="10317480" y="6309360"/>
            <a:chExt cx="548640" cy="548640"/>
          </a:xfrm>
        </p:grpSpPr>
        <p:sp>
          <p:nvSpPr>
            <p:cNvPr id="27" name="Oval 26">
              <a:extLst>
                <a:ext uri="{FF2B5EF4-FFF2-40B4-BE49-F238E27FC236}">
                  <a16:creationId xmlns:a16="http://schemas.microsoft.com/office/drawing/2014/main" id="{D9C47F44-9D5D-1E3A-2FC8-FA2AB4C21582}"/>
                </a:ext>
              </a:extLst>
            </p:cNvPr>
            <p:cNvSpPr>
              <a:spLocks/>
            </p:cNvSpPr>
            <p:nvPr/>
          </p:nvSpPr>
          <p:spPr bwMode="auto">
            <a:xfrm rot="10800000">
              <a:off x="10317480" y="6309360"/>
              <a:ext cx="548640" cy="548640"/>
            </a:xfrm>
            <a:prstGeom prst="ellipse">
              <a:avLst/>
            </a:pr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endParaRPr kumimoji="0" lang="en-US" sz="5141" b="1" i="0" u="none" strike="noStrike" kern="1200" cap="none" spc="0" normalizeH="0" baseline="0" noProof="0">
                <a:ln w="3175">
                  <a:noFill/>
                </a:ln>
                <a:effectLst/>
                <a:uLnTx/>
                <a:uFillTx/>
                <a:latin typeface="+mj-lt"/>
                <a:ea typeface="+mn-ea"/>
                <a:cs typeface="Segoe Sans Display Semibold" pitchFamily="2" charset="0"/>
              </a:endParaRPr>
            </a:p>
          </p:txBody>
        </p:sp>
        <p:sp>
          <p:nvSpPr>
            <p:cNvPr id="28" name="Oval 27">
              <a:extLst>
                <a:ext uri="{FF2B5EF4-FFF2-40B4-BE49-F238E27FC236}">
                  <a16:creationId xmlns:a16="http://schemas.microsoft.com/office/drawing/2014/main" id="{3BED198F-50A5-F5CC-F973-30DAF3C83434}"/>
                </a:ext>
              </a:extLst>
            </p:cNvPr>
            <p:cNvSpPr>
              <a:spLocks/>
            </p:cNvSpPr>
            <p:nvPr/>
          </p:nvSpPr>
          <p:spPr bwMode="auto">
            <a:xfrm rot="10800000">
              <a:off x="10333766" y="6341932"/>
              <a:ext cx="516068" cy="516068"/>
            </a:xfrm>
            <a:prstGeom prst="ellipse">
              <a:avLst/>
            </a:pr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endParaRPr kumimoji="0" lang="en-US" sz="5141" b="1" i="0" u="none" strike="noStrike" kern="1200" cap="none" spc="0" normalizeH="0" baseline="0" noProof="0">
                <a:ln w="3175">
                  <a:noFill/>
                </a:ln>
                <a:effectLst/>
                <a:uLnTx/>
                <a:uFillTx/>
                <a:latin typeface="+mj-lt"/>
                <a:ea typeface="+mn-ea"/>
                <a:cs typeface="Segoe Sans Display Semibold" pitchFamily="2" charset="0"/>
              </a:endParaRPr>
            </a:p>
          </p:txBody>
        </p:sp>
        <p:sp>
          <p:nvSpPr>
            <p:cNvPr id="29" name="Graphic 78" descr="Icon of a government building">
              <a:extLst>
                <a:ext uri="{FF2B5EF4-FFF2-40B4-BE49-F238E27FC236}">
                  <a16:creationId xmlns:a16="http://schemas.microsoft.com/office/drawing/2014/main" id="{3EAFF8C3-16E8-28DD-C1B3-1D65345BA88C}"/>
                </a:ext>
              </a:extLst>
            </p:cNvPr>
            <p:cNvSpPr>
              <a:spLocks/>
            </p:cNvSpPr>
            <p:nvPr/>
          </p:nvSpPr>
          <p:spPr>
            <a:xfrm>
              <a:off x="10452222" y="6578846"/>
              <a:ext cx="279154" cy="279154"/>
            </a:xfrm>
            <a:custGeom>
              <a:avLst/>
              <a:gdLst>
                <a:gd name="connsiteX0" fmla="*/ 208681 w 309156"/>
                <a:gd name="connsiteY0" fmla="*/ 150714 h 309156"/>
                <a:gd name="connsiteX1" fmla="*/ 197087 w 309156"/>
                <a:gd name="connsiteY1" fmla="*/ 139121 h 309156"/>
                <a:gd name="connsiteX2" fmla="*/ 185494 w 309156"/>
                <a:gd name="connsiteY2" fmla="*/ 150714 h 309156"/>
                <a:gd name="connsiteX3" fmla="*/ 185494 w 309156"/>
                <a:gd name="connsiteY3" fmla="*/ 181630 h 309156"/>
                <a:gd name="connsiteX4" fmla="*/ 197087 w 309156"/>
                <a:gd name="connsiteY4" fmla="*/ 193223 h 309156"/>
                <a:gd name="connsiteX5" fmla="*/ 208681 w 309156"/>
                <a:gd name="connsiteY5" fmla="*/ 181630 h 309156"/>
                <a:gd name="connsiteX6" fmla="*/ 208681 w 309156"/>
                <a:gd name="connsiteY6" fmla="*/ 150714 h 309156"/>
                <a:gd name="connsiteX7" fmla="*/ 150714 w 309156"/>
                <a:gd name="connsiteY7" fmla="*/ 139121 h 309156"/>
                <a:gd name="connsiteX8" fmla="*/ 162307 w 309156"/>
                <a:gd name="connsiteY8" fmla="*/ 150714 h 309156"/>
                <a:gd name="connsiteX9" fmla="*/ 162307 w 309156"/>
                <a:gd name="connsiteY9" fmla="*/ 181630 h 309156"/>
                <a:gd name="connsiteX10" fmla="*/ 150714 w 309156"/>
                <a:gd name="connsiteY10" fmla="*/ 193223 h 309156"/>
                <a:gd name="connsiteX11" fmla="*/ 139121 w 309156"/>
                <a:gd name="connsiteY11" fmla="*/ 181630 h 309156"/>
                <a:gd name="connsiteX12" fmla="*/ 139121 w 309156"/>
                <a:gd name="connsiteY12" fmla="*/ 150714 h 309156"/>
                <a:gd name="connsiteX13" fmla="*/ 150714 w 309156"/>
                <a:gd name="connsiteY13" fmla="*/ 139121 h 309156"/>
                <a:gd name="connsiteX14" fmla="*/ 115934 w 309156"/>
                <a:gd name="connsiteY14" fmla="*/ 150714 h 309156"/>
                <a:gd name="connsiteX15" fmla="*/ 104340 w 309156"/>
                <a:gd name="connsiteY15" fmla="*/ 139121 h 309156"/>
                <a:gd name="connsiteX16" fmla="*/ 92747 w 309156"/>
                <a:gd name="connsiteY16" fmla="*/ 150714 h 309156"/>
                <a:gd name="connsiteX17" fmla="*/ 92747 w 309156"/>
                <a:gd name="connsiteY17" fmla="*/ 181630 h 309156"/>
                <a:gd name="connsiteX18" fmla="*/ 104340 w 309156"/>
                <a:gd name="connsiteY18" fmla="*/ 193223 h 309156"/>
                <a:gd name="connsiteX19" fmla="*/ 115934 w 309156"/>
                <a:gd name="connsiteY19" fmla="*/ 181630 h 309156"/>
                <a:gd name="connsiteX20" fmla="*/ 115934 w 309156"/>
                <a:gd name="connsiteY20" fmla="*/ 150714 h 309156"/>
                <a:gd name="connsiteX21" fmla="*/ 57967 w 309156"/>
                <a:gd name="connsiteY21" fmla="*/ 208681 h 309156"/>
                <a:gd name="connsiteX22" fmla="*/ 69560 w 309156"/>
                <a:gd name="connsiteY22" fmla="*/ 220274 h 309156"/>
                <a:gd name="connsiteX23" fmla="*/ 69560 w 309156"/>
                <a:gd name="connsiteY23" fmla="*/ 258919 h 309156"/>
                <a:gd name="connsiteX24" fmla="*/ 57967 w 309156"/>
                <a:gd name="connsiteY24" fmla="*/ 270512 h 309156"/>
                <a:gd name="connsiteX25" fmla="*/ 46374 w 309156"/>
                <a:gd name="connsiteY25" fmla="*/ 258919 h 309156"/>
                <a:gd name="connsiteX26" fmla="*/ 46374 w 309156"/>
                <a:gd name="connsiteY26" fmla="*/ 220274 h 309156"/>
                <a:gd name="connsiteX27" fmla="*/ 57967 w 309156"/>
                <a:gd name="connsiteY27" fmla="*/ 208681 h 309156"/>
                <a:gd name="connsiteX28" fmla="*/ 262783 w 309156"/>
                <a:gd name="connsiteY28" fmla="*/ 220274 h 309156"/>
                <a:gd name="connsiteX29" fmla="*/ 251190 w 309156"/>
                <a:gd name="connsiteY29" fmla="*/ 208681 h 309156"/>
                <a:gd name="connsiteX30" fmla="*/ 239596 w 309156"/>
                <a:gd name="connsiteY30" fmla="*/ 220274 h 309156"/>
                <a:gd name="connsiteX31" fmla="*/ 239596 w 309156"/>
                <a:gd name="connsiteY31" fmla="*/ 258919 h 309156"/>
                <a:gd name="connsiteX32" fmla="*/ 251190 w 309156"/>
                <a:gd name="connsiteY32" fmla="*/ 270512 h 309156"/>
                <a:gd name="connsiteX33" fmla="*/ 262783 w 309156"/>
                <a:gd name="connsiteY33" fmla="*/ 258919 h 309156"/>
                <a:gd name="connsiteX34" fmla="*/ 262783 w 309156"/>
                <a:gd name="connsiteY34" fmla="*/ 220274 h 309156"/>
                <a:gd name="connsiteX35" fmla="*/ 150714 w 309156"/>
                <a:gd name="connsiteY35" fmla="*/ 0 h 309156"/>
                <a:gd name="connsiteX36" fmla="*/ 208681 w 309156"/>
                <a:gd name="connsiteY36" fmla="*/ 0 h 309156"/>
                <a:gd name="connsiteX37" fmla="*/ 216410 w 309156"/>
                <a:gd name="connsiteY37" fmla="*/ 7729 h 309156"/>
                <a:gd name="connsiteX38" fmla="*/ 216410 w 309156"/>
                <a:gd name="connsiteY38" fmla="*/ 38645 h 309156"/>
                <a:gd name="connsiteX39" fmla="*/ 208681 w 309156"/>
                <a:gd name="connsiteY39" fmla="*/ 46374 h 309156"/>
                <a:gd name="connsiteX40" fmla="*/ 162307 w 309156"/>
                <a:gd name="connsiteY40" fmla="*/ 46374 h 309156"/>
                <a:gd name="connsiteX41" fmla="*/ 162307 w 309156"/>
                <a:gd name="connsiteY41" fmla="*/ 62103 h 309156"/>
                <a:gd name="connsiteX42" fmla="*/ 262783 w 309156"/>
                <a:gd name="connsiteY42" fmla="*/ 170036 h 309156"/>
                <a:gd name="connsiteX43" fmla="*/ 274377 w 309156"/>
                <a:gd name="connsiteY43" fmla="*/ 170036 h 309156"/>
                <a:gd name="connsiteX44" fmla="*/ 309157 w 309156"/>
                <a:gd name="connsiteY44" fmla="*/ 204816 h 309156"/>
                <a:gd name="connsiteX45" fmla="*/ 309157 w 309156"/>
                <a:gd name="connsiteY45" fmla="*/ 297563 h 309156"/>
                <a:gd name="connsiteX46" fmla="*/ 297563 w 309156"/>
                <a:gd name="connsiteY46" fmla="*/ 309157 h 309156"/>
                <a:gd name="connsiteX47" fmla="*/ 11593 w 309156"/>
                <a:gd name="connsiteY47" fmla="*/ 309157 h 309156"/>
                <a:gd name="connsiteX48" fmla="*/ 0 w 309156"/>
                <a:gd name="connsiteY48" fmla="*/ 297563 h 309156"/>
                <a:gd name="connsiteX49" fmla="*/ 0 w 309156"/>
                <a:gd name="connsiteY49" fmla="*/ 204816 h 309156"/>
                <a:gd name="connsiteX50" fmla="*/ 34780 w 309156"/>
                <a:gd name="connsiteY50" fmla="*/ 170036 h 309156"/>
                <a:gd name="connsiteX51" fmla="*/ 46374 w 309156"/>
                <a:gd name="connsiteY51" fmla="*/ 170036 h 309156"/>
                <a:gd name="connsiteX52" fmla="*/ 139121 w 309156"/>
                <a:gd name="connsiteY52" fmla="*/ 62927 h 309156"/>
                <a:gd name="connsiteX53" fmla="*/ 139121 w 309156"/>
                <a:gd name="connsiteY53" fmla="*/ 11593 h 309156"/>
                <a:gd name="connsiteX54" fmla="*/ 150714 w 309156"/>
                <a:gd name="connsiteY54" fmla="*/ 0 h 309156"/>
                <a:gd name="connsiteX55" fmla="*/ 154578 w 309156"/>
                <a:gd name="connsiteY55" fmla="*/ 85018 h 309156"/>
                <a:gd name="connsiteX56" fmla="*/ 69560 w 309156"/>
                <a:gd name="connsiteY56" fmla="*/ 170036 h 309156"/>
                <a:gd name="connsiteX57" fmla="*/ 69560 w 309156"/>
                <a:gd name="connsiteY57" fmla="*/ 181630 h 309156"/>
                <a:gd name="connsiteX58" fmla="*/ 57967 w 309156"/>
                <a:gd name="connsiteY58" fmla="*/ 193223 h 309156"/>
                <a:gd name="connsiteX59" fmla="*/ 34780 w 309156"/>
                <a:gd name="connsiteY59" fmla="*/ 193223 h 309156"/>
                <a:gd name="connsiteX60" fmla="*/ 23187 w 309156"/>
                <a:gd name="connsiteY60" fmla="*/ 204816 h 309156"/>
                <a:gd name="connsiteX61" fmla="*/ 23187 w 309156"/>
                <a:gd name="connsiteY61" fmla="*/ 285970 h 309156"/>
                <a:gd name="connsiteX62" fmla="*/ 115934 w 309156"/>
                <a:gd name="connsiteY62" fmla="*/ 285970 h 309156"/>
                <a:gd name="connsiteX63" fmla="*/ 115934 w 309156"/>
                <a:gd name="connsiteY63" fmla="*/ 243461 h 309156"/>
                <a:gd name="connsiteX64" fmla="*/ 127527 w 309156"/>
                <a:gd name="connsiteY64" fmla="*/ 231868 h 309156"/>
                <a:gd name="connsiteX65" fmla="*/ 181630 w 309156"/>
                <a:gd name="connsiteY65" fmla="*/ 231868 h 309156"/>
                <a:gd name="connsiteX66" fmla="*/ 193223 w 309156"/>
                <a:gd name="connsiteY66" fmla="*/ 243461 h 309156"/>
                <a:gd name="connsiteX67" fmla="*/ 193223 w 309156"/>
                <a:gd name="connsiteY67" fmla="*/ 285970 h 309156"/>
                <a:gd name="connsiteX68" fmla="*/ 285970 w 309156"/>
                <a:gd name="connsiteY68" fmla="*/ 285970 h 309156"/>
                <a:gd name="connsiteX69" fmla="*/ 285970 w 309156"/>
                <a:gd name="connsiteY69" fmla="*/ 204816 h 309156"/>
                <a:gd name="connsiteX70" fmla="*/ 274377 w 309156"/>
                <a:gd name="connsiteY70" fmla="*/ 193223 h 309156"/>
                <a:gd name="connsiteX71" fmla="*/ 251190 w 309156"/>
                <a:gd name="connsiteY71" fmla="*/ 193223 h 309156"/>
                <a:gd name="connsiteX72" fmla="*/ 239596 w 309156"/>
                <a:gd name="connsiteY72" fmla="*/ 181630 h 309156"/>
                <a:gd name="connsiteX73" fmla="*/ 239596 w 309156"/>
                <a:gd name="connsiteY73" fmla="*/ 170036 h 309156"/>
                <a:gd name="connsiteX74" fmla="*/ 154578 w 309156"/>
                <a:gd name="connsiteY74" fmla="*/ 85018 h 309156"/>
                <a:gd name="connsiteX75" fmla="*/ 170036 w 309156"/>
                <a:gd name="connsiteY75" fmla="*/ 255054 h 309156"/>
                <a:gd name="connsiteX76" fmla="*/ 139121 w 309156"/>
                <a:gd name="connsiteY76" fmla="*/ 255054 h 309156"/>
                <a:gd name="connsiteX77" fmla="*/ 139121 w 309156"/>
                <a:gd name="connsiteY77" fmla="*/ 285970 h 309156"/>
                <a:gd name="connsiteX78" fmla="*/ 170036 w 309156"/>
                <a:gd name="connsiteY78" fmla="*/ 285970 h 309156"/>
                <a:gd name="connsiteX79" fmla="*/ 170036 w 309156"/>
                <a:gd name="connsiteY79" fmla="*/ 255054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9156" h="309156">
                  <a:moveTo>
                    <a:pt x="208681" y="150714"/>
                  </a:moveTo>
                  <a:cubicBezTo>
                    <a:pt x="208681" y="144311"/>
                    <a:pt x="203490" y="139121"/>
                    <a:pt x="197087" y="139121"/>
                  </a:cubicBezTo>
                  <a:cubicBezTo>
                    <a:pt x="190685" y="139121"/>
                    <a:pt x="185494" y="144311"/>
                    <a:pt x="185494" y="150714"/>
                  </a:cubicBezTo>
                  <a:lnTo>
                    <a:pt x="185494" y="181630"/>
                  </a:lnTo>
                  <a:cubicBezTo>
                    <a:pt x="185494" y="188032"/>
                    <a:pt x="190685" y="193223"/>
                    <a:pt x="197087" y="193223"/>
                  </a:cubicBezTo>
                  <a:cubicBezTo>
                    <a:pt x="203490" y="193223"/>
                    <a:pt x="208681" y="188032"/>
                    <a:pt x="208681" y="181630"/>
                  </a:cubicBezTo>
                  <a:lnTo>
                    <a:pt x="208681" y="150714"/>
                  </a:lnTo>
                  <a:close/>
                  <a:moveTo>
                    <a:pt x="150714" y="139121"/>
                  </a:moveTo>
                  <a:cubicBezTo>
                    <a:pt x="157117" y="139121"/>
                    <a:pt x="162307" y="144311"/>
                    <a:pt x="162307" y="150714"/>
                  </a:cubicBezTo>
                  <a:lnTo>
                    <a:pt x="162307" y="181630"/>
                  </a:lnTo>
                  <a:cubicBezTo>
                    <a:pt x="162307" y="188032"/>
                    <a:pt x="157117" y="193223"/>
                    <a:pt x="150714" y="193223"/>
                  </a:cubicBezTo>
                  <a:cubicBezTo>
                    <a:pt x="144311" y="193223"/>
                    <a:pt x="139121" y="188032"/>
                    <a:pt x="139121" y="181630"/>
                  </a:cubicBezTo>
                  <a:lnTo>
                    <a:pt x="139121" y="150714"/>
                  </a:lnTo>
                  <a:cubicBezTo>
                    <a:pt x="139121" y="144311"/>
                    <a:pt x="144311" y="139121"/>
                    <a:pt x="150714" y="139121"/>
                  </a:cubicBezTo>
                  <a:close/>
                  <a:moveTo>
                    <a:pt x="115934" y="150714"/>
                  </a:moveTo>
                  <a:cubicBezTo>
                    <a:pt x="115934" y="144311"/>
                    <a:pt x="110743" y="139121"/>
                    <a:pt x="104340" y="139121"/>
                  </a:cubicBezTo>
                  <a:cubicBezTo>
                    <a:pt x="97938" y="139121"/>
                    <a:pt x="92747" y="144311"/>
                    <a:pt x="92747" y="150714"/>
                  </a:cubicBezTo>
                  <a:lnTo>
                    <a:pt x="92747" y="181630"/>
                  </a:lnTo>
                  <a:cubicBezTo>
                    <a:pt x="92747" y="188032"/>
                    <a:pt x="97938" y="193223"/>
                    <a:pt x="104340" y="193223"/>
                  </a:cubicBezTo>
                  <a:cubicBezTo>
                    <a:pt x="110743" y="193223"/>
                    <a:pt x="115934" y="188032"/>
                    <a:pt x="115934" y="181630"/>
                  </a:cubicBezTo>
                  <a:lnTo>
                    <a:pt x="115934" y="150714"/>
                  </a:lnTo>
                  <a:close/>
                  <a:moveTo>
                    <a:pt x="57967" y="208681"/>
                  </a:moveTo>
                  <a:cubicBezTo>
                    <a:pt x="64370" y="208681"/>
                    <a:pt x="69560" y="213872"/>
                    <a:pt x="69560" y="220274"/>
                  </a:cubicBezTo>
                  <a:lnTo>
                    <a:pt x="69560" y="258919"/>
                  </a:lnTo>
                  <a:cubicBezTo>
                    <a:pt x="69560" y="265321"/>
                    <a:pt x="64370" y="270512"/>
                    <a:pt x="57967" y="270512"/>
                  </a:cubicBezTo>
                  <a:cubicBezTo>
                    <a:pt x="51564" y="270512"/>
                    <a:pt x="46374" y="265321"/>
                    <a:pt x="46374" y="258919"/>
                  </a:cubicBezTo>
                  <a:lnTo>
                    <a:pt x="46374" y="220274"/>
                  </a:lnTo>
                  <a:cubicBezTo>
                    <a:pt x="46374" y="213872"/>
                    <a:pt x="51564" y="208681"/>
                    <a:pt x="57967" y="208681"/>
                  </a:cubicBezTo>
                  <a:close/>
                  <a:moveTo>
                    <a:pt x="262783" y="220274"/>
                  </a:moveTo>
                  <a:cubicBezTo>
                    <a:pt x="262783" y="213872"/>
                    <a:pt x="257592" y="208681"/>
                    <a:pt x="251190" y="208681"/>
                  </a:cubicBezTo>
                  <a:cubicBezTo>
                    <a:pt x="244787" y="208681"/>
                    <a:pt x="239596" y="213872"/>
                    <a:pt x="239596" y="220274"/>
                  </a:cubicBezTo>
                  <a:lnTo>
                    <a:pt x="239596" y="258919"/>
                  </a:lnTo>
                  <a:cubicBezTo>
                    <a:pt x="239596" y="265321"/>
                    <a:pt x="244787" y="270512"/>
                    <a:pt x="251190" y="270512"/>
                  </a:cubicBezTo>
                  <a:cubicBezTo>
                    <a:pt x="257592" y="270512"/>
                    <a:pt x="262783" y="265321"/>
                    <a:pt x="262783" y="258919"/>
                  </a:cubicBezTo>
                  <a:lnTo>
                    <a:pt x="262783" y="220274"/>
                  </a:lnTo>
                  <a:close/>
                  <a:moveTo>
                    <a:pt x="150714" y="0"/>
                  </a:moveTo>
                  <a:lnTo>
                    <a:pt x="208681" y="0"/>
                  </a:lnTo>
                  <a:cubicBezTo>
                    <a:pt x="212949" y="0"/>
                    <a:pt x="216410" y="3460"/>
                    <a:pt x="216410" y="7729"/>
                  </a:cubicBezTo>
                  <a:lnTo>
                    <a:pt x="216410" y="38645"/>
                  </a:lnTo>
                  <a:cubicBezTo>
                    <a:pt x="216410" y="42913"/>
                    <a:pt x="212949" y="46374"/>
                    <a:pt x="208681" y="46374"/>
                  </a:cubicBezTo>
                  <a:lnTo>
                    <a:pt x="162307" y="46374"/>
                  </a:lnTo>
                  <a:lnTo>
                    <a:pt x="162307" y="62103"/>
                  </a:lnTo>
                  <a:cubicBezTo>
                    <a:pt x="218459" y="66066"/>
                    <a:pt x="262783" y="112875"/>
                    <a:pt x="262783" y="170036"/>
                  </a:cubicBezTo>
                  <a:lnTo>
                    <a:pt x="274377" y="170036"/>
                  </a:lnTo>
                  <a:cubicBezTo>
                    <a:pt x="293584" y="170036"/>
                    <a:pt x="309157" y="185608"/>
                    <a:pt x="309157" y="204816"/>
                  </a:cubicBezTo>
                  <a:lnTo>
                    <a:pt x="309157" y="297563"/>
                  </a:lnTo>
                  <a:cubicBezTo>
                    <a:pt x="309157" y="303966"/>
                    <a:pt x="303966" y="309157"/>
                    <a:pt x="297563" y="309157"/>
                  </a:cubicBezTo>
                  <a:lnTo>
                    <a:pt x="11593" y="309157"/>
                  </a:lnTo>
                  <a:cubicBezTo>
                    <a:pt x="5191" y="309157"/>
                    <a:pt x="0" y="303966"/>
                    <a:pt x="0" y="297563"/>
                  </a:cubicBezTo>
                  <a:lnTo>
                    <a:pt x="0" y="204816"/>
                  </a:lnTo>
                  <a:cubicBezTo>
                    <a:pt x="0" y="185608"/>
                    <a:pt x="15572" y="170036"/>
                    <a:pt x="34780" y="170036"/>
                  </a:cubicBezTo>
                  <a:lnTo>
                    <a:pt x="46374" y="170036"/>
                  </a:lnTo>
                  <a:cubicBezTo>
                    <a:pt x="46374" y="115525"/>
                    <a:pt x="86683" y="70428"/>
                    <a:pt x="139121" y="62927"/>
                  </a:cubicBezTo>
                  <a:lnTo>
                    <a:pt x="139121" y="11593"/>
                  </a:lnTo>
                  <a:cubicBezTo>
                    <a:pt x="139121" y="5191"/>
                    <a:pt x="144311" y="0"/>
                    <a:pt x="150714" y="0"/>
                  </a:cubicBezTo>
                  <a:close/>
                  <a:moveTo>
                    <a:pt x="154578" y="85018"/>
                  </a:moveTo>
                  <a:cubicBezTo>
                    <a:pt x="107624" y="85018"/>
                    <a:pt x="69560" y="123082"/>
                    <a:pt x="69560" y="170036"/>
                  </a:cubicBezTo>
                  <a:lnTo>
                    <a:pt x="69560" y="181630"/>
                  </a:lnTo>
                  <a:cubicBezTo>
                    <a:pt x="69560" y="188032"/>
                    <a:pt x="64370" y="193223"/>
                    <a:pt x="57967" y="193223"/>
                  </a:cubicBezTo>
                  <a:lnTo>
                    <a:pt x="34780" y="193223"/>
                  </a:lnTo>
                  <a:cubicBezTo>
                    <a:pt x="28377" y="193223"/>
                    <a:pt x="23187" y="198414"/>
                    <a:pt x="23187" y="204816"/>
                  </a:cubicBezTo>
                  <a:lnTo>
                    <a:pt x="23187" y="285970"/>
                  </a:lnTo>
                  <a:lnTo>
                    <a:pt x="115934" y="285970"/>
                  </a:lnTo>
                  <a:lnTo>
                    <a:pt x="115934" y="243461"/>
                  </a:lnTo>
                  <a:cubicBezTo>
                    <a:pt x="115934" y="237058"/>
                    <a:pt x="121124" y="231868"/>
                    <a:pt x="127527" y="231868"/>
                  </a:cubicBezTo>
                  <a:lnTo>
                    <a:pt x="181630" y="231868"/>
                  </a:lnTo>
                  <a:cubicBezTo>
                    <a:pt x="188032" y="231868"/>
                    <a:pt x="193223" y="237058"/>
                    <a:pt x="193223" y="243461"/>
                  </a:cubicBezTo>
                  <a:lnTo>
                    <a:pt x="193223" y="285970"/>
                  </a:lnTo>
                  <a:lnTo>
                    <a:pt x="285970" y="285970"/>
                  </a:lnTo>
                  <a:lnTo>
                    <a:pt x="285970" y="204816"/>
                  </a:lnTo>
                  <a:cubicBezTo>
                    <a:pt x="285970" y="198414"/>
                    <a:pt x="280779" y="193223"/>
                    <a:pt x="274377" y="193223"/>
                  </a:cubicBezTo>
                  <a:lnTo>
                    <a:pt x="251190" y="193223"/>
                  </a:lnTo>
                  <a:cubicBezTo>
                    <a:pt x="244787" y="193223"/>
                    <a:pt x="239596" y="188032"/>
                    <a:pt x="239596" y="181630"/>
                  </a:cubicBezTo>
                  <a:lnTo>
                    <a:pt x="239596" y="170036"/>
                  </a:lnTo>
                  <a:cubicBezTo>
                    <a:pt x="239596" y="123082"/>
                    <a:pt x="201533" y="85018"/>
                    <a:pt x="154578" y="85018"/>
                  </a:cubicBezTo>
                  <a:close/>
                  <a:moveTo>
                    <a:pt x="170036" y="255054"/>
                  </a:moveTo>
                  <a:lnTo>
                    <a:pt x="139121" y="255054"/>
                  </a:lnTo>
                  <a:lnTo>
                    <a:pt x="139121" y="285970"/>
                  </a:lnTo>
                  <a:lnTo>
                    <a:pt x="170036" y="285970"/>
                  </a:lnTo>
                  <a:lnTo>
                    <a:pt x="170036" y="255054"/>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effectLst/>
                <a:uLnTx/>
                <a:uFillTx/>
                <a:latin typeface="+mj-lt"/>
                <a:ea typeface="+mn-ea"/>
                <a:cs typeface="+mn-cs"/>
              </a:endParaRPr>
            </a:p>
          </p:txBody>
        </p:sp>
      </p:grpSp>
      <p:sp>
        <p:nvSpPr>
          <p:cNvPr id="30" name="TextBox 29">
            <a:extLst>
              <a:ext uri="{FF2B5EF4-FFF2-40B4-BE49-F238E27FC236}">
                <a16:creationId xmlns:a16="http://schemas.microsoft.com/office/drawing/2014/main" id="{73C9665D-5986-F42E-10EA-BE643A404321}"/>
              </a:ext>
              <a:ext uri="{C183D7F6-B498-43B3-948B-1728B52AA6E4}">
                <adec:decorative xmlns:adec="http://schemas.microsoft.com/office/drawing/2017/decorative" val="1"/>
              </a:ext>
            </a:extLst>
          </p:cNvPr>
          <p:cNvSpPr txBox="1">
            <a:spLocks/>
          </p:cNvSpPr>
          <p:nvPr/>
        </p:nvSpPr>
        <p:spPr>
          <a:xfrm>
            <a:off x="3208603" y="5287971"/>
            <a:ext cx="1359347" cy="49244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mj-lt"/>
              </a:rPr>
              <a:t>AI Governance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effectLst/>
                <a:uLnTx/>
                <a:uFillTx/>
                <a:latin typeface="+mj-lt"/>
              </a:rPr>
              <a:t>&amp; Security</a:t>
            </a:r>
            <a:endParaRPr kumimoji="0" lang="en-US" sz="1400" b="0" i="0" u="none" strike="noStrike" kern="1200" cap="none" spc="0" normalizeH="0" baseline="0" noProof="0">
              <a:ln>
                <a:noFill/>
              </a:ln>
              <a:effectLst/>
              <a:uLnTx/>
              <a:uFillTx/>
              <a:latin typeface="+mj-lt"/>
            </a:endParaRPr>
          </a:p>
        </p:txBody>
      </p:sp>
      <p:sp>
        <p:nvSpPr>
          <p:cNvPr id="31" name="Rectangle: Rounded Corners 30">
            <a:extLst>
              <a:ext uri="{FF2B5EF4-FFF2-40B4-BE49-F238E27FC236}">
                <a16:creationId xmlns:a16="http://schemas.microsoft.com/office/drawing/2014/main" id="{B8651507-B8F5-B621-E1F4-F981F043F444}"/>
              </a:ext>
              <a:ext uri="{C183D7F6-B498-43B3-948B-1728B52AA6E4}">
                <adec:decorative xmlns:adec="http://schemas.microsoft.com/office/drawing/2017/decorative" val="1"/>
              </a:ext>
            </a:extLst>
          </p:cNvPr>
          <p:cNvSpPr>
            <a:spLocks/>
          </p:cNvSpPr>
          <p:nvPr/>
        </p:nvSpPr>
        <p:spPr bwMode="auto">
          <a:xfrm>
            <a:off x="557165" y="1784161"/>
            <a:ext cx="10749409" cy="4572448"/>
          </a:xfrm>
          <a:prstGeom prst="roundRect">
            <a:avLst>
              <a:gd name="adj" fmla="val 1566"/>
            </a:avLst>
          </a:prstGeom>
          <a:noFill/>
          <a:ln w="6350">
            <a:gradFill>
              <a:gsLst>
                <a:gs pos="0">
                  <a:srgbClr val="0A6BBA">
                    <a:alpha val="50000"/>
                  </a:srgbClr>
                </a:gs>
                <a:gs pos="80000">
                  <a:srgbClr val="AC36AF">
                    <a:alpha val="5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2" name="TextBox 6">
            <a:extLst>
              <a:ext uri="{FF2B5EF4-FFF2-40B4-BE49-F238E27FC236}">
                <a16:creationId xmlns:a16="http://schemas.microsoft.com/office/drawing/2014/main" id="{7E59A8D8-7012-0764-5BF6-8D107611962B}"/>
              </a:ext>
              <a:ext uri="{C183D7F6-B498-43B3-948B-1728B52AA6E4}">
                <adec:decorative xmlns:adec="http://schemas.microsoft.com/office/drawing/2017/decorative" val="1"/>
              </a:ext>
            </a:extLst>
          </p:cNvPr>
          <p:cNvSpPr txBox="1"/>
          <p:nvPr/>
        </p:nvSpPr>
        <p:spPr>
          <a:xfrm>
            <a:off x="6602052" y="2007291"/>
            <a:ext cx="2319145" cy="634166"/>
          </a:xfrm>
          <a:prstGeom prst="wedgeRoundRectCallout">
            <a:avLst>
              <a:gd name="adj1" fmla="val -54195"/>
              <a:gd name="adj2" fmla="val 22295"/>
              <a:gd name="adj3" fmla="val 16667"/>
            </a:avLst>
          </a:prstGeom>
          <a:solidFill>
            <a:srgbClr val="DDF0FF"/>
          </a:solidFill>
          <a:ln w="6350">
            <a:solidFill>
              <a:schemeClr val="accent2">
                <a:lumMod val="20000"/>
                <a:lumOff val="80000"/>
              </a:schemeClr>
            </a:solidFill>
          </a:ln>
          <a:effectLst/>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a:ln>
                  <a:noFill/>
                </a:ln>
                <a:effectLst/>
                <a:uLnTx/>
                <a:uFillTx/>
              </a:rPr>
              <a:t>The alignment of AI investments with strategic business outcomes and measurable impact</a:t>
            </a:r>
          </a:p>
        </p:txBody>
      </p:sp>
      <p:sp>
        <p:nvSpPr>
          <p:cNvPr id="33" name="TextBox 6">
            <a:extLst>
              <a:ext uri="{FF2B5EF4-FFF2-40B4-BE49-F238E27FC236}">
                <a16:creationId xmlns:a16="http://schemas.microsoft.com/office/drawing/2014/main" id="{CD2DE8C3-79A9-E4E5-81A1-430483D512B6}"/>
              </a:ext>
              <a:ext uri="{C183D7F6-B498-43B3-948B-1728B52AA6E4}">
                <adec:decorative xmlns:adec="http://schemas.microsoft.com/office/drawing/2017/decorative" val="1"/>
              </a:ext>
            </a:extLst>
          </p:cNvPr>
          <p:cNvSpPr txBox="1">
            <a:spLocks/>
          </p:cNvSpPr>
          <p:nvPr/>
        </p:nvSpPr>
        <p:spPr>
          <a:xfrm>
            <a:off x="9127958" y="3471992"/>
            <a:ext cx="1945892" cy="634166"/>
          </a:xfrm>
          <a:prstGeom prst="wedgeRoundRectCallout">
            <a:avLst>
              <a:gd name="adj1" fmla="val -54774"/>
              <a:gd name="adj2" fmla="val 23296"/>
              <a:gd name="adj3" fmla="val 16667"/>
            </a:avLst>
          </a:prstGeom>
          <a:solidFill>
            <a:srgbClr val="DDF0FF"/>
          </a:solidFill>
          <a:ln w="6350">
            <a:solidFill>
              <a:schemeClr val="accent2">
                <a:lumMod val="20000"/>
                <a:lumOff val="80000"/>
              </a:schemeClr>
            </a:solidFill>
          </a:ln>
          <a:effectLst/>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a:ln>
                  <a:noFill/>
                </a:ln>
                <a:effectLst/>
                <a:uLnTx/>
                <a:uFillTx/>
              </a:rPr>
              <a:t>The vision, operating model, skills, resources, and culture </a:t>
            </a:r>
            <a:br>
              <a:rPr kumimoji="0" lang="en-US" sz="1100" b="0" i="0" u="none" strike="noStrike" kern="1200" cap="none" spc="0" normalizeH="0" baseline="0" noProof="0">
                <a:ln>
                  <a:noFill/>
                </a:ln>
                <a:effectLst/>
                <a:uLnTx/>
                <a:uFillTx/>
              </a:rPr>
            </a:br>
            <a:r>
              <a:rPr kumimoji="0" lang="en-US" sz="1100" b="0" i="0" u="none" strike="noStrike" kern="1200" cap="none" spc="0" normalizeH="0" baseline="0" noProof="0">
                <a:ln>
                  <a:noFill/>
                </a:ln>
                <a:effectLst/>
                <a:uLnTx/>
                <a:uFillTx/>
              </a:rPr>
              <a:t>to drive AI adoption</a:t>
            </a:r>
          </a:p>
        </p:txBody>
      </p:sp>
      <p:sp>
        <p:nvSpPr>
          <p:cNvPr id="34" name="TextBox 6">
            <a:extLst>
              <a:ext uri="{FF2B5EF4-FFF2-40B4-BE49-F238E27FC236}">
                <a16:creationId xmlns:a16="http://schemas.microsoft.com/office/drawing/2014/main" id="{75FA05E4-9A58-65A2-1877-2B395B614FC8}"/>
              </a:ext>
              <a:ext uri="{C183D7F6-B498-43B3-948B-1728B52AA6E4}">
                <adec:decorative xmlns:adec="http://schemas.microsoft.com/office/drawing/2017/decorative" val="1"/>
              </a:ext>
            </a:extLst>
          </p:cNvPr>
          <p:cNvSpPr txBox="1">
            <a:spLocks/>
          </p:cNvSpPr>
          <p:nvPr/>
        </p:nvSpPr>
        <p:spPr>
          <a:xfrm>
            <a:off x="8768696" y="5217110"/>
            <a:ext cx="2119734" cy="634166"/>
          </a:xfrm>
          <a:prstGeom prst="wedgeRoundRectCallout">
            <a:avLst>
              <a:gd name="adj1" fmla="val -54678"/>
              <a:gd name="adj2" fmla="val 23296"/>
              <a:gd name="adj3" fmla="val 16667"/>
            </a:avLst>
          </a:prstGeom>
          <a:solidFill>
            <a:srgbClr val="DDF0FF"/>
          </a:solidFill>
          <a:ln w="6350">
            <a:solidFill>
              <a:schemeClr val="accent2">
                <a:lumMod val="20000"/>
                <a:lumOff val="80000"/>
              </a:schemeClr>
            </a:solidFill>
          </a:ln>
          <a:effectLst/>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a:ln>
                  <a:noFill/>
                </a:ln>
                <a:effectLst/>
                <a:uLnTx/>
                <a:uFillTx/>
              </a:rPr>
              <a:t>The organization’s AI expertise and repeatable processes to create sustainable value</a:t>
            </a:r>
          </a:p>
        </p:txBody>
      </p:sp>
      <p:sp>
        <p:nvSpPr>
          <p:cNvPr id="35" name="TextBox 6">
            <a:extLst>
              <a:ext uri="{FF2B5EF4-FFF2-40B4-BE49-F238E27FC236}">
                <a16:creationId xmlns:a16="http://schemas.microsoft.com/office/drawing/2014/main" id="{32493932-8101-9593-5663-947AC88EC47C}"/>
              </a:ext>
              <a:ext uri="{C183D7F6-B498-43B3-948B-1728B52AA6E4}">
                <adec:decorative xmlns:adec="http://schemas.microsoft.com/office/drawing/2017/decorative" val="1"/>
              </a:ext>
            </a:extLst>
          </p:cNvPr>
          <p:cNvSpPr txBox="1">
            <a:spLocks/>
          </p:cNvSpPr>
          <p:nvPr/>
        </p:nvSpPr>
        <p:spPr>
          <a:xfrm flipH="1">
            <a:off x="959497" y="5217110"/>
            <a:ext cx="2119734" cy="634166"/>
          </a:xfrm>
          <a:prstGeom prst="wedgeRoundRectCallout">
            <a:avLst>
              <a:gd name="adj1" fmla="val -54528"/>
              <a:gd name="adj2" fmla="val 22545"/>
              <a:gd name="adj3" fmla="val 16667"/>
            </a:avLst>
          </a:prstGeom>
          <a:solidFill>
            <a:srgbClr val="DDF0FF"/>
          </a:solidFill>
          <a:ln w="6350">
            <a:solidFill>
              <a:schemeClr val="accent2">
                <a:lumMod val="20000"/>
                <a:lumOff val="80000"/>
              </a:schemeClr>
            </a:solidFill>
          </a:ln>
          <a:effectLst/>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a:ln>
                  <a:noFill/>
                </a:ln>
                <a:effectLst/>
                <a:uLnTx/>
                <a:uFillTx/>
              </a:rPr>
              <a:t>The controls and processes to ensure secure, compliant and responsible AI</a:t>
            </a:r>
          </a:p>
        </p:txBody>
      </p:sp>
      <p:sp>
        <p:nvSpPr>
          <p:cNvPr id="36" name="TextBox 6">
            <a:extLst>
              <a:ext uri="{FF2B5EF4-FFF2-40B4-BE49-F238E27FC236}">
                <a16:creationId xmlns:a16="http://schemas.microsoft.com/office/drawing/2014/main" id="{E818C5E7-A6C0-1176-8629-53CFD90F7A53}"/>
              </a:ext>
              <a:ext uri="{C183D7F6-B498-43B3-948B-1728B52AA6E4}">
                <adec:decorative xmlns:adec="http://schemas.microsoft.com/office/drawing/2017/decorative" val="1"/>
              </a:ext>
            </a:extLst>
          </p:cNvPr>
          <p:cNvSpPr txBox="1">
            <a:spLocks/>
          </p:cNvSpPr>
          <p:nvPr/>
        </p:nvSpPr>
        <p:spPr>
          <a:xfrm flipH="1">
            <a:off x="789889" y="3471992"/>
            <a:ext cx="1945892" cy="634166"/>
          </a:xfrm>
          <a:prstGeom prst="wedgeRoundRectCallout">
            <a:avLst>
              <a:gd name="adj1" fmla="val -54448"/>
              <a:gd name="adj2" fmla="val 22169"/>
              <a:gd name="adj3" fmla="val 16667"/>
            </a:avLst>
          </a:prstGeom>
          <a:solidFill>
            <a:srgbClr val="DDF0FF"/>
          </a:solidFill>
          <a:ln w="6350">
            <a:solidFill>
              <a:schemeClr val="accent2">
                <a:lumMod val="20000"/>
                <a:lumOff val="80000"/>
              </a:schemeClr>
            </a:solidFill>
          </a:ln>
          <a:effectLst/>
        </p:spPr>
        <p:txBody>
          <a:bodyPr wrap="squar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100" b="0" i="0" u="none" strike="noStrike" kern="1200" cap="none" spc="0" normalizeH="0" baseline="0" noProof="0">
                <a:ln>
                  <a:noFill/>
                </a:ln>
                <a:effectLst/>
                <a:uLnTx/>
                <a:uFillTx/>
              </a:rPr>
              <a:t>The data and infrastructure needed to run AI solutions at scale securely and reliably</a:t>
            </a:r>
          </a:p>
        </p:txBody>
      </p:sp>
      <p:sp>
        <p:nvSpPr>
          <p:cNvPr id="37" name="Rectangle: Rounded Corners 36">
            <a:extLst>
              <a:ext uri="{FF2B5EF4-FFF2-40B4-BE49-F238E27FC236}">
                <a16:creationId xmlns:a16="http://schemas.microsoft.com/office/drawing/2014/main" id="{055840D7-D54F-824C-6AC3-288C2B444DE4}"/>
              </a:ext>
              <a:ext uri="{C183D7F6-B498-43B3-948B-1728B52AA6E4}">
                <adec:decorative xmlns:adec="http://schemas.microsoft.com/office/drawing/2017/decorative" val="1"/>
              </a:ext>
            </a:extLst>
          </p:cNvPr>
          <p:cNvSpPr>
            <a:spLocks/>
          </p:cNvSpPr>
          <p:nvPr/>
        </p:nvSpPr>
        <p:spPr bwMode="auto">
          <a:xfrm>
            <a:off x="789889" y="4916499"/>
            <a:ext cx="4676633" cy="1266689"/>
          </a:xfrm>
          <a:prstGeom prst="roundRect">
            <a:avLst>
              <a:gd name="adj" fmla="val 8675"/>
            </a:avLst>
          </a:prstGeom>
          <a:noFill/>
          <a:ln w="12700">
            <a:solidFill>
              <a:schemeClr val="accent2"/>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9" name="TextBox 38">
            <a:extLst>
              <a:ext uri="{FF2B5EF4-FFF2-40B4-BE49-F238E27FC236}">
                <a16:creationId xmlns:a16="http://schemas.microsoft.com/office/drawing/2014/main" id="{8C206EA3-34A5-D550-0E36-6C13C8C6DDF9}"/>
              </a:ext>
            </a:extLst>
          </p:cNvPr>
          <p:cNvSpPr txBox="1"/>
          <p:nvPr/>
        </p:nvSpPr>
        <p:spPr>
          <a:xfrm>
            <a:off x="506051" y="1266337"/>
            <a:ext cx="10800523" cy="369332"/>
          </a:xfrm>
          <a:prstGeom prst="rect">
            <a:avLst/>
          </a:prstGeom>
          <a:noFill/>
        </p:spPr>
        <p:txBody>
          <a:bodyPr wrap="square">
            <a:spAutoFit/>
          </a:bodyPr>
          <a:lstStyle/>
          <a:p>
            <a:pPr algn="ctr"/>
            <a:r>
              <a:rPr kumimoji="0" lang="en-US" sz="1800" i="0" u="none" strike="noStrike" kern="1200" cap="none" spc="-50" normalizeH="0" baseline="0" noProof="0" dirty="0">
                <a:ln w="3175">
                  <a:noFill/>
                </a:ln>
                <a:solidFill>
                  <a:schemeClr val="accent2"/>
                </a:solidFill>
                <a:effectLst/>
                <a:uLnTx/>
                <a:uFillTx/>
                <a:ea typeface="+mj-ea"/>
                <a:cs typeface="+mj-cs"/>
              </a:rPr>
              <a:t>Connected AI readiness for successful Organization Transformation</a:t>
            </a:r>
            <a:endParaRPr lang="en-GB"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0A7BF-7763-9A0E-FDEB-2B973E7ED6D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1EA009-A0E2-86CB-39CB-11C24F75B760}"/>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01A55055-704B-3120-CFDF-C210D0F28B6D}"/>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US" sz="2400" dirty="0"/>
              <a:t>Where do organizations get stuck?</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621FEF9A-5B44-F818-0F46-46801621EB11}"/>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5259CC2F-1840-8FE7-748C-2661AA87CD3D}"/>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111" name="Rectangle: Rounded Corners 4">
            <a:extLst>
              <a:ext uri="{FF2B5EF4-FFF2-40B4-BE49-F238E27FC236}">
                <a16:creationId xmlns:a16="http://schemas.microsoft.com/office/drawing/2014/main" id="{5F2766F4-4344-9BF5-1A3B-DC92024AC788}"/>
              </a:ext>
              <a:ext uri="{C183D7F6-B498-43B3-948B-1728B52AA6E4}">
                <adec:decorative xmlns:adec="http://schemas.microsoft.com/office/drawing/2017/decorative" val="1"/>
              </a:ext>
            </a:extLst>
          </p:cNvPr>
          <p:cNvSpPr>
            <a:spLocks/>
          </p:cNvSpPr>
          <p:nvPr/>
        </p:nvSpPr>
        <p:spPr bwMode="auto">
          <a:xfrm>
            <a:off x="586740" y="1336485"/>
            <a:ext cx="11018520" cy="5110035"/>
          </a:xfrm>
          <a:prstGeom prst="roundRect">
            <a:avLst>
              <a:gd name="adj" fmla="val 3310"/>
            </a:avLst>
          </a:prstGeom>
          <a:solidFill>
            <a:schemeClr val="bg1"/>
          </a:solidFill>
          <a:ln w="3175">
            <a:solidFill>
              <a:schemeClr val="tx2"/>
            </a:solid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noProof="0" dirty="0">
              <a:solidFill>
                <a:schemeClr val="bg1"/>
              </a:solidFill>
              <a:latin typeface="Segoe UI"/>
              <a:cs typeface="Segoe UI" pitchFamily="34" charset="0"/>
            </a:endParaRPr>
          </a:p>
        </p:txBody>
      </p:sp>
      <p:sp>
        <p:nvSpPr>
          <p:cNvPr id="112" name="Rectangle: Rounded Corners 111">
            <a:extLst>
              <a:ext uri="{FF2B5EF4-FFF2-40B4-BE49-F238E27FC236}">
                <a16:creationId xmlns:a16="http://schemas.microsoft.com/office/drawing/2014/main" id="{36373A46-0A67-8E81-86CE-C4C99A37E98E}"/>
              </a:ext>
            </a:extLst>
          </p:cNvPr>
          <p:cNvSpPr>
            <a:spLocks/>
          </p:cNvSpPr>
          <p:nvPr/>
        </p:nvSpPr>
        <p:spPr bwMode="auto">
          <a:xfrm>
            <a:off x="721295" y="1467997"/>
            <a:ext cx="10749409" cy="4841363"/>
          </a:xfrm>
          <a:prstGeom prst="roundRect">
            <a:avLst>
              <a:gd name="adj" fmla="val 1479"/>
            </a:avLst>
          </a:prstGeom>
          <a:noFill/>
          <a:ln w="63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noProof="0">
              <a:solidFill>
                <a:srgbClr val="FFFFFF"/>
              </a:solidFill>
              <a:ea typeface="Segoe UI" pitchFamily="34" charset="0"/>
              <a:cs typeface="Segoe UI" pitchFamily="34" charset="0"/>
            </a:endParaRPr>
          </a:p>
        </p:txBody>
      </p:sp>
      <p:sp>
        <p:nvSpPr>
          <p:cNvPr id="113" name="Graphic 3">
            <a:extLst>
              <a:ext uri="{FF2B5EF4-FFF2-40B4-BE49-F238E27FC236}">
                <a16:creationId xmlns:a16="http://schemas.microsoft.com/office/drawing/2014/main" id="{5DC3DE91-0A0D-2724-3322-60C52815136D}"/>
              </a:ext>
            </a:extLst>
          </p:cNvPr>
          <p:cNvSpPr>
            <a:spLocks/>
          </p:cNvSpPr>
          <p:nvPr/>
        </p:nvSpPr>
        <p:spPr>
          <a:xfrm>
            <a:off x="1810244" y="2305380"/>
            <a:ext cx="8156324" cy="2947136"/>
          </a:xfrm>
          <a:custGeom>
            <a:avLst/>
            <a:gdLst>
              <a:gd name="connsiteX0" fmla="*/ 0 w 6454997"/>
              <a:gd name="connsiteY0" fmla="*/ 2223421 h 2223448"/>
              <a:gd name="connsiteX1" fmla="*/ 6454998 w 6454997"/>
              <a:gd name="connsiteY1" fmla="*/ 0 h 2223448"/>
            </a:gdLst>
            <a:ahLst/>
            <a:cxnLst>
              <a:cxn ang="0">
                <a:pos x="connsiteX0" y="connsiteY0"/>
              </a:cxn>
              <a:cxn ang="0">
                <a:pos x="connsiteX1" y="connsiteY1"/>
              </a:cxn>
            </a:cxnLst>
            <a:rect l="l" t="t" r="r" b="b"/>
            <a:pathLst>
              <a:path w="6454997" h="2223448">
                <a:moveTo>
                  <a:pt x="0" y="2223421"/>
                </a:moveTo>
                <a:cubicBezTo>
                  <a:pt x="3148108" y="2229326"/>
                  <a:pt x="5860066" y="1295210"/>
                  <a:pt x="6454998" y="0"/>
                </a:cubicBezTo>
              </a:path>
            </a:pathLst>
          </a:custGeom>
          <a:noFill/>
          <a:ln w="12700" cap="flat">
            <a:solidFill>
              <a:srgbClr val="AC36AF"/>
            </a:solidFill>
            <a:prstDash val="solid"/>
            <a:round/>
          </a:ln>
        </p:spPr>
        <p:txBody>
          <a:bodyPr rtlCol="0" anchor="ctr"/>
          <a:lstStyle/>
          <a:p>
            <a:endParaRPr lang="en-US" noProof="0" dirty="0"/>
          </a:p>
        </p:txBody>
      </p:sp>
      <p:sp>
        <p:nvSpPr>
          <p:cNvPr id="114" name="Oval 113">
            <a:extLst>
              <a:ext uri="{FF2B5EF4-FFF2-40B4-BE49-F238E27FC236}">
                <a16:creationId xmlns:a16="http://schemas.microsoft.com/office/drawing/2014/main" id="{A52E2056-D411-C761-433D-7AB48F1C1360}"/>
              </a:ext>
              <a:ext uri="{C183D7F6-B498-43B3-948B-1728B52AA6E4}">
                <adec:decorative xmlns:adec="http://schemas.microsoft.com/office/drawing/2017/decorative" val="1"/>
              </a:ext>
            </a:extLst>
          </p:cNvPr>
          <p:cNvSpPr>
            <a:spLocks/>
          </p:cNvSpPr>
          <p:nvPr/>
        </p:nvSpPr>
        <p:spPr bwMode="auto">
          <a:xfrm>
            <a:off x="1230060" y="4866292"/>
            <a:ext cx="723254" cy="715356"/>
          </a:xfrm>
          <a:prstGeom prst="ellipse">
            <a:avLst/>
          </a:prstGeom>
          <a:solidFill>
            <a:schemeClr val="accent1"/>
          </a:solidFill>
          <a:ln>
            <a:noFill/>
          </a:ln>
          <a:effectLst/>
        </p:spPr>
        <p:txBody>
          <a:bodyPr wrap="square" lIns="0" tIns="0" rIns="0" bIns="0" anchor="ctr" anchorCtr="0">
            <a:noAutofit/>
          </a:bodyPr>
          <a:lstStyle/>
          <a:p>
            <a:pPr algn="ctr" defTabSz="914367" fontAlgn="base">
              <a:spcBef>
                <a:spcPct val="0"/>
              </a:spcBef>
              <a:spcAft>
                <a:spcPct val="0"/>
              </a:spcAft>
            </a:pPr>
            <a:endParaRPr lang="en-US" b="1" kern="0" noProof="0">
              <a:ln w="3175">
                <a:noFill/>
              </a:ln>
              <a:gradFill>
                <a:gsLst>
                  <a:gs pos="55747">
                    <a:srgbClr val="000000"/>
                  </a:gs>
                  <a:gs pos="37000">
                    <a:srgbClr val="000000"/>
                  </a:gs>
                </a:gsLst>
                <a:lin ang="5400000" scaled="1"/>
              </a:gradFill>
              <a:latin typeface="+mj-lt"/>
              <a:cs typeface="Segoe UI" pitchFamily="34" charset="0"/>
            </a:endParaRPr>
          </a:p>
        </p:txBody>
      </p:sp>
      <p:sp>
        <p:nvSpPr>
          <p:cNvPr id="115" name="Oval 114">
            <a:extLst>
              <a:ext uri="{FF2B5EF4-FFF2-40B4-BE49-F238E27FC236}">
                <a16:creationId xmlns:a16="http://schemas.microsoft.com/office/drawing/2014/main" id="{4B6C118A-D743-8BD2-C131-2041CDF00B3F}"/>
              </a:ext>
              <a:ext uri="{C183D7F6-B498-43B3-948B-1728B52AA6E4}">
                <adec:decorative xmlns:adec="http://schemas.microsoft.com/office/drawing/2017/decorative" val="1"/>
              </a:ext>
            </a:extLst>
          </p:cNvPr>
          <p:cNvSpPr>
            <a:spLocks/>
          </p:cNvSpPr>
          <p:nvPr/>
        </p:nvSpPr>
        <p:spPr bwMode="auto">
          <a:xfrm>
            <a:off x="9725232" y="1679633"/>
            <a:ext cx="723254" cy="715356"/>
          </a:xfrm>
          <a:prstGeom prst="ellipse">
            <a:avLst/>
          </a:prstGeom>
          <a:solidFill>
            <a:schemeClr val="accent1"/>
          </a:solidFill>
          <a:ln>
            <a:noFill/>
          </a:ln>
          <a:effectLst/>
        </p:spPr>
        <p:txBody>
          <a:bodyPr wrap="square" lIns="0" tIns="0" rIns="0" bIns="0" anchor="ctr" anchorCtr="0">
            <a:noAutofit/>
          </a:bodyPr>
          <a:lstStyle/>
          <a:p>
            <a:pPr algn="ctr" defTabSz="914367" fontAlgn="base">
              <a:spcBef>
                <a:spcPct val="0"/>
              </a:spcBef>
              <a:spcAft>
                <a:spcPct val="0"/>
              </a:spcAft>
            </a:pPr>
            <a:endParaRPr lang="en-US" b="1" kern="0" noProof="0">
              <a:ln w="3175">
                <a:noFill/>
              </a:ln>
              <a:gradFill>
                <a:gsLst>
                  <a:gs pos="55747">
                    <a:srgbClr val="000000"/>
                  </a:gs>
                  <a:gs pos="37000">
                    <a:srgbClr val="000000"/>
                  </a:gs>
                </a:gsLst>
                <a:lin ang="5400000" scaled="1"/>
              </a:gradFill>
              <a:latin typeface="Segoe UI Semibold"/>
              <a:cs typeface="Segoe UI" pitchFamily="34" charset="0"/>
            </a:endParaRPr>
          </a:p>
        </p:txBody>
      </p:sp>
      <p:sp>
        <p:nvSpPr>
          <p:cNvPr id="116" name="Oval 115">
            <a:extLst>
              <a:ext uri="{FF2B5EF4-FFF2-40B4-BE49-F238E27FC236}">
                <a16:creationId xmlns:a16="http://schemas.microsoft.com/office/drawing/2014/main" id="{305412BC-1843-8DB8-73C1-386AFAE5131C}"/>
              </a:ext>
              <a:ext uri="{C183D7F6-B498-43B3-948B-1728B52AA6E4}">
                <adec:decorative xmlns:adec="http://schemas.microsoft.com/office/drawing/2017/decorative" val="1"/>
              </a:ext>
            </a:extLst>
          </p:cNvPr>
          <p:cNvSpPr>
            <a:spLocks/>
          </p:cNvSpPr>
          <p:nvPr/>
        </p:nvSpPr>
        <p:spPr bwMode="auto">
          <a:xfrm>
            <a:off x="7810063" y="3566782"/>
            <a:ext cx="723254" cy="715356"/>
          </a:xfrm>
          <a:prstGeom prst="ellipse">
            <a:avLst/>
          </a:prstGeom>
          <a:solidFill>
            <a:schemeClr val="accent1"/>
          </a:solidFill>
          <a:ln>
            <a:noFill/>
          </a:ln>
          <a:effectLst/>
        </p:spPr>
        <p:txBody>
          <a:bodyPr wrap="square" lIns="0" tIns="0" rIns="0" bIns="0" anchor="ctr" anchorCtr="0">
            <a:noAutofit/>
          </a:bodyPr>
          <a:lstStyle/>
          <a:p>
            <a:pPr algn="ctr" defTabSz="914367" fontAlgn="base">
              <a:spcBef>
                <a:spcPct val="0"/>
              </a:spcBef>
              <a:spcAft>
                <a:spcPct val="0"/>
              </a:spcAft>
            </a:pPr>
            <a:endParaRPr lang="en-US" b="1" kern="0" noProof="0">
              <a:ln w="3175">
                <a:noFill/>
              </a:ln>
              <a:gradFill>
                <a:gsLst>
                  <a:gs pos="55747">
                    <a:srgbClr val="000000"/>
                  </a:gs>
                  <a:gs pos="37000">
                    <a:srgbClr val="000000"/>
                  </a:gs>
                </a:gsLst>
                <a:lin ang="5400000" scaled="1"/>
              </a:gradFill>
              <a:latin typeface="Segoe UI Semibold"/>
              <a:cs typeface="Segoe UI" pitchFamily="34" charset="0"/>
            </a:endParaRPr>
          </a:p>
        </p:txBody>
      </p:sp>
      <p:sp>
        <p:nvSpPr>
          <p:cNvPr id="117" name="Oval 116">
            <a:extLst>
              <a:ext uri="{FF2B5EF4-FFF2-40B4-BE49-F238E27FC236}">
                <a16:creationId xmlns:a16="http://schemas.microsoft.com/office/drawing/2014/main" id="{DEF06424-C590-F750-26C5-93F2A53E6CC1}"/>
              </a:ext>
              <a:ext uri="{C183D7F6-B498-43B3-948B-1728B52AA6E4}">
                <adec:decorative xmlns:adec="http://schemas.microsoft.com/office/drawing/2017/decorative" val="1"/>
              </a:ext>
            </a:extLst>
          </p:cNvPr>
          <p:cNvSpPr>
            <a:spLocks/>
          </p:cNvSpPr>
          <p:nvPr/>
        </p:nvSpPr>
        <p:spPr bwMode="auto">
          <a:xfrm>
            <a:off x="3539329" y="4763890"/>
            <a:ext cx="723254" cy="715356"/>
          </a:xfrm>
          <a:prstGeom prst="ellipse">
            <a:avLst/>
          </a:prstGeom>
          <a:solidFill>
            <a:schemeClr val="accent1"/>
          </a:solidFill>
          <a:ln>
            <a:noFill/>
          </a:ln>
          <a:effectLst/>
        </p:spPr>
        <p:txBody>
          <a:bodyPr wrap="square" lIns="0" tIns="0" rIns="0" bIns="0" anchor="ctr" anchorCtr="0">
            <a:noAutofit/>
          </a:bodyPr>
          <a:lstStyle/>
          <a:p>
            <a:pPr algn="ctr" defTabSz="914367" fontAlgn="base">
              <a:spcBef>
                <a:spcPct val="0"/>
              </a:spcBef>
              <a:spcAft>
                <a:spcPct val="0"/>
              </a:spcAft>
            </a:pPr>
            <a:endParaRPr lang="en-US" b="1" kern="0" noProof="0">
              <a:ln w="3175">
                <a:noFill/>
              </a:ln>
              <a:gradFill>
                <a:gsLst>
                  <a:gs pos="55747">
                    <a:srgbClr val="000000"/>
                  </a:gs>
                  <a:gs pos="37000">
                    <a:srgbClr val="000000"/>
                  </a:gs>
                </a:gsLst>
                <a:lin ang="5400000" scaled="1"/>
              </a:gradFill>
              <a:latin typeface="Segoe UI Semibold"/>
              <a:cs typeface="Segoe UI" pitchFamily="34" charset="0"/>
            </a:endParaRPr>
          </a:p>
        </p:txBody>
      </p:sp>
      <p:sp>
        <p:nvSpPr>
          <p:cNvPr id="118" name="TextBox 117">
            <a:extLst>
              <a:ext uri="{FF2B5EF4-FFF2-40B4-BE49-F238E27FC236}">
                <a16:creationId xmlns:a16="http://schemas.microsoft.com/office/drawing/2014/main" id="{199E018A-B9E1-97EC-D458-74E7E266F332}"/>
              </a:ext>
            </a:extLst>
          </p:cNvPr>
          <p:cNvSpPr txBox="1">
            <a:spLocks/>
          </p:cNvSpPr>
          <p:nvPr/>
        </p:nvSpPr>
        <p:spPr>
          <a:xfrm>
            <a:off x="1311610" y="4482911"/>
            <a:ext cx="560153" cy="246221"/>
          </a:xfrm>
          <a:prstGeom prst="rect">
            <a:avLst/>
          </a:prstGeom>
          <a:noFill/>
        </p:spPr>
        <p:txBody>
          <a:bodyPr wrap="none" lIns="0" tIns="0" rIns="0" bIns="0">
            <a:spAutoFit/>
          </a:bodyPr>
          <a:lstStyle/>
          <a:p>
            <a:pPr algn="ctr">
              <a:defRPr/>
            </a:pPr>
            <a:r>
              <a:rPr lang="en-US" sz="1600" noProof="0">
                <a:latin typeface="+mj-lt"/>
              </a:rPr>
              <a:t>Intent</a:t>
            </a:r>
          </a:p>
        </p:txBody>
      </p:sp>
      <p:sp>
        <p:nvSpPr>
          <p:cNvPr id="119" name="TextBox 118">
            <a:extLst>
              <a:ext uri="{FF2B5EF4-FFF2-40B4-BE49-F238E27FC236}">
                <a16:creationId xmlns:a16="http://schemas.microsoft.com/office/drawing/2014/main" id="{01D6589E-AAC2-9FA6-65FB-15FDB734E69B}"/>
              </a:ext>
            </a:extLst>
          </p:cNvPr>
          <p:cNvSpPr txBox="1">
            <a:spLocks/>
          </p:cNvSpPr>
          <p:nvPr/>
        </p:nvSpPr>
        <p:spPr>
          <a:xfrm>
            <a:off x="3498250" y="4134287"/>
            <a:ext cx="805413" cy="492443"/>
          </a:xfrm>
          <a:prstGeom prst="rect">
            <a:avLst/>
          </a:prstGeom>
          <a:noFill/>
        </p:spPr>
        <p:txBody>
          <a:bodyPr wrap="none" lIns="0" tIns="0" rIns="0" bIns="0" anchor="b">
            <a:spAutoFit/>
          </a:bodyPr>
          <a:lstStyle/>
          <a:p>
            <a:pPr algn="ctr">
              <a:defRPr/>
            </a:pPr>
            <a:r>
              <a:rPr lang="en-US" sz="1600" noProof="0">
                <a:latin typeface="+mj-lt"/>
              </a:rPr>
              <a:t>Proof of </a:t>
            </a:r>
            <a:br>
              <a:rPr lang="en-US" sz="1600" noProof="0">
                <a:latin typeface="+mj-lt"/>
              </a:rPr>
            </a:br>
            <a:r>
              <a:rPr lang="en-US" sz="1600" noProof="0">
                <a:latin typeface="+mj-lt"/>
              </a:rPr>
              <a:t>Concept</a:t>
            </a:r>
          </a:p>
        </p:txBody>
      </p:sp>
      <p:sp>
        <p:nvSpPr>
          <p:cNvPr id="120" name="TextBox 119">
            <a:extLst>
              <a:ext uri="{FF2B5EF4-FFF2-40B4-BE49-F238E27FC236}">
                <a16:creationId xmlns:a16="http://schemas.microsoft.com/office/drawing/2014/main" id="{0BB49F4D-9C98-859B-CE34-748952AF9455}"/>
              </a:ext>
            </a:extLst>
          </p:cNvPr>
          <p:cNvSpPr txBox="1">
            <a:spLocks/>
          </p:cNvSpPr>
          <p:nvPr/>
        </p:nvSpPr>
        <p:spPr>
          <a:xfrm>
            <a:off x="7396285" y="2937179"/>
            <a:ext cx="1550810" cy="492443"/>
          </a:xfrm>
          <a:prstGeom prst="rect">
            <a:avLst/>
          </a:prstGeom>
          <a:noFill/>
        </p:spPr>
        <p:txBody>
          <a:bodyPr wrap="none" lIns="0" tIns="0" rIns="0" bIns="0" anchor="b">
            <a:spAutoFit/>
          </a:bodyPr>
          <a:lstStyle/>
          <a:p>
            <a:pPr algn="ctr">
              <a:defRPr/>
            </a:pPr>
            <a:r>
              <a:rPr lang="en-US" sz="1600" noProof="0">
                <a:latin typeface="+mj-lt"/>
              </a:rPr>
              <a:t>Production AI in </a:t>
            </a:r>
            <a:br>
              <a:rPr lang="en-US" sz="1600" noProof="0">
                <a:latin typeface="+mj-lt"/>
              </a:rPr>
            </a:br>
            <a:r>
              <a:rPr lang="en-US" sz="1600" noProof="0">
                <a:latin typeface="+mj-lt"/>
              </a:rPr>
              <a:t>Core Processes</a:t>
            </a:r>
          </a:p>
        </p:txBody>
      </p:sp>
      <p:sp>
        <p:nvSpPr>
          <p:cNvPr id="121" name="TextBox 120">
            <a:extLst>
              <a:ext uri="{FF2B5EF4-FFF2-40B4-BE49-F238E27FC236}">
                <a16:creationId xmlns:a16="http://schemas.microsoft.com/office/drawing/2014/main" id="{9DB86D0F-75FC-BFA4-8912-4FD180163914}"/>
              </a:ext>
            </a:extLst>
          </p:cNvPr>
          <p:cNvSpPr txBox="1">
            <a:spLocks/>
          </p:cNvSpPr>
          <p:nvPr/>
        </p:nvSpPr>
        <p:spPr>
          <a:xfrm>
            <a:off x="8621461" y="1791089"/>
            <a:ext cx="966610" cy="492443"/>
          </a:xfrm>
          <a:prstGeom prst="rect">
            <a:avLst/>
          </a:prstGeom>
          <a:noFill/>
        </p:spPr>
        <p:txBody>
          <a:bodyPr wrap="none" lIns="0" tIns="0" rIns="0" bIns="0">
            <a:spAutoFit/>
          </a:bodyPr>
          <a:lstStyle/>
          <a:p>
            <a:pPr algn="r">
              <a:defRPr/>
            </a:pPr>
            <a:r>
              <a:rPr lang="en-US" sz="1600" noProof="0">
                <a:latin typeface="+mj-lt"/>
              </a:rPr>
              <a:t>Agentic AI</a:t>
            </a:r>
            <a:br>
              <a:rPr lang="en-US" sz="1600" noProof="0">
                <a:latin typeface="+mj-lt"/>
              </a:rPr>
            </a:br>
            <a:r>
              <a:rPr lang="en-US" sz="1600" noProof="0">
                <a:latin typeface="+mj-lt"/>
              </a:rPr>
              <a:t>Systems</a:t>
            </a:r>
          </a:p>
        </p:txBody>
      </p:sp>
      <p:cxnSp>
        <p:nvCxnSpPr>
          <p:cNvPr id="122" name="Straight Connector 121">
            <a:extLst>
              <a:ext uri="{FF2B5EF4-FFF2-40B4-BE49-F238E27FC236}">
                <a16:creationId xmlns:a16="http://schemas.microsoft.com/office/drawing/2014/main" id="{A2729707-AA15-F56D-7328-9A57D36312C1}"/>
              </a:ext>
            </a:extLst>
          </p:cNvPr>
          <p:cNvCxnSpPr>
            <a:cxnSpLocks/>
            <a:endCxn id="123" idx="0"/>
          </p:cNvCxnSpPr>
          <p:nvPr/>
        </p:nvCxnSpPr>
        <p:spPr>
          <a:xfrm>
            <a:off x="6094478" y="1620316"/>
            <a:ext cx="0" cy="2751033"/>
          </a:xfrm>
          <a:prstGeom prst="line">
            <a:avLst/>
          </a:prstGeom>
          <a:ln w="9525">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3" name="Oval 122">
            <a:extLst>
              <a:ext uri="{FF2B5EF4-FFF2-40B4-BE49-F238E27FC236}">
                <a16:creationId xmlns:a16="http://schemas.microsoft.com/office/drawing/2014/main" id="{2463494E-8AF6-74FA-0D4E-BB980DB7A45D}"/>
              </a:ext>
              <a:ext uri="{C183D7F6-B498-43B3-948B-1728B52AA6E4}">
                <adec:decorative xmlns:adec="http://schemas.microsoft.com/office/drawing/2017/decorative" val="1"/>
              </a:ext>
            </a:extLst>
          </p:cNvPr>
          <p:cNvSpPr>
            <a:spLocks/>
          </p:cNvSpPr>
          <p:nvPr/>
        </p:nvSpPr>
        <p:spPr bwMode="auto">
          <a:xfrm>
            <a:off x="5732851" y="4371349"/>
            <a:ext cx="723254" cy="715356"/>
          </a:xfrm>
          <a:prstGeom prst="ellipse">
            <a:avLst/>
          </a:prstGeom>
          <a:solidFill>
            <a:schemeClr val="accent1"/>
          </a:solidFill>
          <a:ln>
            <a:noFill/>
          </a:ln>
          <a:effectLst/>
        </p:spPr>
        <p:txBody>
          <a:bodyPr wrap="square" lIns="0" tIns="0" rIns="0" bIns="0" anchor="ctr" anchorCtr="0">
            <a:noAutofit/>
          </a:bodyPr>
          <a:lstStyle/>
          <a:p>
            <a:pPr algn="ctr" defTabSz="914367" fontAlgn="base">
              <a:spcBef>
                <a:spcPct val="0"/>
              </a:spcBef>
              <a:spcAft>
                <a:spcPct val="0"/>
              </a:spcAft>
            </a:pPr>
            <a:endParaRPr lang="en-US" b="1" kern="0" noProof="0">
              <a:ln w="3175">
                <a:noFill/>
              </a:ln>
              <a:gradFill>
                <a:gsLst>
                  <a:gs pos="55747">
                    <a:srgbClr val="000000"/>
                  </a:gs>
                  <a:gs pos="37000">
                    <a:srgbClr val="000000"/>
                  </a:gs>
                </a:gsLst>
                <a:lin ang="5400000" scaled="1"/>
              </a:gradFill>
              <a:latin typeface="Segoe UI Semibold"/>
              <a:cs typeface="Segoe UI" pitchFamily="34" charset="0"/>
            </a:endParaRPr>
          </a:p>
        </p:txBody>
      </p:sp>
      <p:sp>
        <p:nvSpPr>
          <p:cNvPr id="124" name="TextBox 123">
            <a:extLst>
              <a:ext uri="{FF2B5EF4-FFF2-40B4-BE49-F238E27FC236}">
                <a16:creationId xmlns:a16="http://schemas.microsoft.com/office/drawing/2014/main" id="{2F61BA0C-FFC0-D6AB-0FF3-0F65BD000300}"/>
              </a:ext>
            </a:extLst>
          </p:cNvPr>
          <p:cNvSpPr txBox="1">
            <a:spLocks/>
          </p:cNvSpPr>
          <p:nvPr/>
        </p:nvSpPr>
        <p:spPr>
          <a:xfrm>
            <a:off x="5428077" y="3741746"/>
            <a:ext cx="1332802" cy="492443"/>
          </a:xfrm>
          <a:prstGeom prst="rect">
            <a:avLst/>
          </a:prstGeom>
          <a:solidFill>
            <a:schemeClr val="bg1"/>
          </a:solidFill>
        </p:spPr>
        <p:txBody>
          <a:bodyPr wrap="none" lIns="0" tIns="0" rIns="0" bIns="0" anchor="b">
            <a:spAutoFit/>
          </a:bodyPr>
          <a:lstStyle/>
          <a:p>
            <a:pPr algn="ctr">
              <a:defRPr/>
            </a:pPr>
            <a:r>
              <a:rPr lang="en-US" sz="1600" noProof="0">
                <a:latin typeface="+mj-lt"/>
              </a:rPr>
              <a:t>Production AI </a:t>
            </a:r>
            <a:br>
              <a:rPr lang="en-US" sz="1600" noProof="0">
                <a:latin typeface="+mj-lt"/>
              </a:rPr>
            </a:br>
            <a:r>
              <a:rPr lang="en-US" sz="1600" noProof="0">
                <a:latin typeface="+mj-lt"/>
              </a:rPr>
              <a:t>in Periphery</a:t>
            </a:r>
          </a:p>
        </p:txBody>
      </p:sp>
      <p:grpSp>
        <p:nvGrpSpPr>
          <p:cNvPr id="125" name="Group 124">
            <a:extLst>
              <a:ext uri="{FF2B5EF4-FFF2-40B4-BE49-F238E27FC236}">
                <a16:creationId xmlns:a16="http://schemas.microsoft.com/office/drawing/2014/main" id="{6C0A619B-225A-A1BF-5D3C-47B85D373DB3}"/>
              </a:ext>
            </a:extLst>
          </p:cNvPr>
          <p:cNvGrpSpPr>
            <a:grpSpLocks/>
          </p:cNvGrpSpPr>
          <p:nvPr/>
        </p:nvGrpSpPr>
        <p:grpSpPr>
          <a:xfrm>
            <a:off x="6638985" y="4654024"/>
            <a:ext cx="1136708" cy="1478487"/>
            <a:chOff x="6883342" y="4839648"/>
            <a:chExt cx="1136708" cy="1478487"/>
          </a:xfrm>
        </p:grpSpPr>
        <p:sp>
          <p:nvSpPr>
            <p:cNvPr id="126" name="Rectangle: Rounded Corners 125">
              <a:extLst>
                <a:ext uri="{FF2B5EF4-FFF2-40B4-BE49-F238E27FC236}">
                  <a16:creationId xmlns:a16="http://schemas.microsoft.com/office/drawing/2014/main" id="{3EFDA771-9300-7917-F0DD-CDF01FA116AB}"/>
                </a:ext>
              </a:extLst>
            </p:cNvPr>
            <p:cNvSpPr>
              <a:spLocks/>
            </p:cNvSpPr>
            <p:nvPr/>
          </p:nvSpPr>
          <p:spPr>
            <a:xfrm>
              <a:off x="6883342" y="4839648"/>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a:ln>
                    <a:noFill/>
                  </a:ln>
                  <a:effectLst/>
                  <a:uLnTx/>
                  <a:uFillTx/>
                  <a:latin typeface="+mj-lt"/>
                  <a:ea typeface="+mn-ea"/>
                  <a:cs typeface="Segoe UI" pitchFamily="34" charset="0"/>
                </a:rPr>
                <a:t>Benefits</a:t>
              </a:r>
            </a:p>
          </p:txBody>
        </p:sp>
        <p:sp>
          <p:nvSpPr>
            <p:cNvPr id="127" name="Rectangle: Rounded Corners 126">
              <a:extLst>
                <a:ext uri="{FF2B5EF4-FFF2-40B4-BE49-F238E27FC236}">
                  <a16:creationId xmlns:a16="http://schemas.microsoft.com/office/drawing/2014/main" id="{5E9BAAD2-F7F2-A56F-FE08-1E2DF5F98591}"/>
                </a:ext>
              </a:extLst>
            </p:cNvPr>
            <p:cNvSpPr>
              <a:spLocks/>
            </p:cNvSpPr>
            <p:nvPr/>
          </p:nvSpPr>
          <p:spPr>
            <a:xfrm>
              <a:off x="6883342" y="5148147"/>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Governance</a:t>
              </a:r>
            </a:p>
          </p:txBody>
        </p:sp>
        <p:sp>
          <p:nvSpPr>
            <p:cNvPr id="128" name="Rectangle: Rounded Corners 127">
              <a:extLst>
                <a:ext uri="{FF2B5EF4-FFF2-40B4-BE49-F238E27FC236}">
                  <a16:creationId xmlns:a16="http://schemas.microsoft.com/office/drawing/2014/main" id="{F3B21E36-CB2F-948D-FB0C-098FED693F8E}"/>
                </a:ext>
              </a:extLst>
            </p:cNvPr>
            <p:cNvSpPr>
              <a:spLocks/>
            </p:cNvSpPr>
            <p:nvPr/>
          </p:nvSpPr>
          <p:spPr>
            <a:xfrm>
              <a:off x="6883342" y="5456646"/>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Development</a:t>
              </a:r>
            </a:p>
          </p:txBody>
        </p:sp>
        <p:sp>
          <p:nvSpPr>
            <p:cNvPr id="129" name="Rectangle: Rounded Corners 128">
              <a:extLst>
                <a:ext uri="{FF2B5EF4-FFF2-40B4-BE49-F238E27FC236}">
                  <a16:creationId xmlns:a16="http://schemas.microsoft.com/office/drawing/2014/main" id="{86ABA9B0-AA32-87C0-9430-8D6445073621}"/>
                </a:ext>
              </a:extLst>
            </p:cNvPr>
            <p:cNvSpPr>
              <a:spLocks/>
            </p:cNvSpPr>
            <p:nvPr/>
          </p:nvSpPr>
          <p:spPr>
            <a:xfrm>
              <a:off x="6883342" y="5765145"/>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Infrastructure</a:t>
              </a:r>
            </a:p>
          </p:txBody>
        </p:sp>
        <p:sp>
          <p:nvSpPr>
            <p:cNvPr id="130" name="Rectangle: Rounded Corners 129">
              <a:extLst>
                <a:ext uri="{FF2B5EF4-FFF2-40B4-BE49-F238E27FC236}">
                  <a16:creationId xmlns:a16="http://schemas.microsoft.com/office/drawing/2014/main" id="{EB3C8F4F-88BF-76C8-1F49-E4A7CA284291}"/>
                </a:ext>
              </a:extLst>
            </p:cNvPr>
            <p:cNvSpPr>
              <a:spLocks/>
            </p:cNvSpPr>
            <p:nvPr/>
          </p:nvSpPr>
          <p:spPr>
            <a:xfrm>
              <a:off x="6883342" y="6073644"/>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Users</a:t>
              </a:r>
            </a:p>
          </p:txBody>
        </p:sp>
        <p:sp>
          <p:nvSpPr>
            <p:cNvPr id="131" name="Oval 130">
              <a:extLst>
                <a:ext uri="{FF2B5EF4-FFF2-40B4-BE49-F238E27FC236}">
                  <a16:creationId xmlns:a16="http://schemas.microsoft.com/office/drawing/2014/main" id="{10047A4C-4443-3C00-9741-E424CEFC0C9B}"/>
                </a:ext>
                <a:ext uri="{C183D7F6-B498-43B3-948B-1728B52AA6E4}">
                  <adec:decorative xmlns:adec="http://schemas.microsoft.com/office/drawing/2017/decorative" val="1"/>
                </a:ext>
              </a:extLst>
            </p:cNvPr>
            <p:cNvSpPr>
              <a:spLocks/>
            </p:cNvSpPr>
            <p:nvPr/>
          </p:nvSpPr>
          <p:spPr>
            <a:xfrm>
              <a:off x="6939005" y="6123247"/>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32" name="Oval 131">
              <a:extLst>
                <a:ext uri="{FF2B5EF4-FFF2-40B4-BE49-F238E27FC236}">
                  <a16:creationId xmlns:a16="http://schemas.microsoft.com/office/drawing/2014/main" id="{E14D8A11-ABE3-5FC0-FAE4-1D50AD67F674}"/>
                </a:ext>
                <a:ext uri="{C183D7F6-B498-43B3-948B-1728B52AA6E4}">
                  <adec:decorative xmlns:adec="http://schemas.microsoft.com/office/drawing/2017/decorative" val="1"/>
                </a:ext>
              </a:extLst>
            </p:cNvPr>
            <p:cNvSpPr>
              <a:spLocks/>
            </p:cNvSpPr>
            <p:nvPr/>
          </p:nvSpPr>
          <p:spPr>
            <a:xfrm>
              <a:off x="6939005" y="5814748"/>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33" name="Oval 132">
              <a:extLst>
                <a:ext uri="{FF2B5EF4-FFF2-40B4-BE49-F238E27FC236}">
                  <a16:creationId xmlns:a16="http://schemas.microsoft.com/office/drawing/2014/main" id="{B17F26B6-A3B6-8216-FF3E-35FE8E0C955D}"/>
                </a:ext>
                <a:ext uri="{C183D7F6-B498-43B3-948B-1728B52AA6E4}">
                  <adec:decorative xmlns:adec="http://schemas.microsoft.com/office/drawing/2017/decorative" val="1"/>
                </a:ext>
              </a:extLst>
            </p:cNvPr>
            <p:cNvSpPr>
              <a:spLocks/>
            </p:cNvSpPr>
            <p:nvPr/>
          </p:nvSpPr>
          <p:spPr>
            <a:xfrm>
              <a:off x="6939005" y="5506249"/>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34" name="Oval 133">
              <a:extLst>
                <a:ext uri="{FF2B5EF4-FFF2-40B4-BE49-F238E27FC236}">
                  <a16:creationId xmlns:a16="http://schemas.microsoft.com/office/drawing/2014/main" id="{48EA85AD-5EA6-B6D3-C513-40694B23F331}"/>
                </a:ext>
                <a:ext uri="{C183D7F6-B498-43B3-948B-1728B52AA6E4}">
                  <adec:decorative xmlns:adec="http://schemas.microsoft.com/office/drawing/2017/decorative" val="1"/>
                </a:ext>
              </a:extLst>
            </p:cNvPr>
            <p:cNvSpPr>
              <a:spLocks/>
            </p:cNvSpPr>
            <p:nvPr/>
          </p:nvSpPr>
          <p:spPr>
            <a:xfrm>
              <a:off x="6939005" y="5197750"/>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35" name="Oval 134">
              <a:extLst>
                <a:ext uri="{FF2B5EF4-FFF2-40B4-BE49-F238E27FC236}">
                  <a16:creationId xmlns:a16="http://schemas.microsoft.com/office/drawing/2014/main" id="{9E70E58F-6310-BB72-41C1-AA32EDC8A6E9}"/>
                </a:ext>
                <a:ext uri="{C183D7F6-B498-43B3-948B-1728B52AA6E4}">
                  <adec:decorative xmlns:adec="http://schemas.microsoft.com/office/drawing/2017/decorative" val="1"/>
                </a:ext>
              </a:extLst>
            </p:cNvPr>
            <p:cNvSpPr>
              <a:spLocks/>
            </p:cNvSpPr>
            <p:nvPr/>
          </p:nvSpPr>
          <p:spPr>
            <a:xfrm>
              <a:off x="6939005" y="4889251"/>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36" name="Group 135">
            <a:extLst>
              <a:ext uri="{FF2B5EF4-FFF2-40B4-BE49-F238E27FC236}">
                <a16:creationId xmlns:a16="http://schemas.microsoft.com/office/drawing/2014/main" id="{B95FD544-62E9-F1C9-7716-06D05B243328}"/>
              </a:ext>
            </a:extLst>
          </p:cNvPr>
          <p:cNvGrpSpPr>
            <a:grpSpLocks/>
          </p:cNvGrpSpPr>
          <p:nvPr/>
        </p:nvGrpSpPr>
        <p:grpSpPr>
          <a:xfrm>
            <a:off x="8716198" y="3953395"/>
            <a:ext cx="1136708" cy="1478487"/>
            <a:chOff x="6883342" y="4839648"/>
            <a:chExt cx="1136708" cy="1478487"/>
          </a:xfrm>
        </p:grpSpPr>
        <p:sp>
          <p:nvSpPr>
            <p:cNvPr id="137" name="Rectangle: Rounded Corners 136">
              <a:extLst>
                <a:ext uri="{FF2B5EF4-FFF2-40B4-BE49-F238E27FC236}">
                  <a16:creationId xmlns:a16="http://schemas.microsoft.com/office/drawing/2014/main" id="{AAD425F6-48DD-BD3C-0AC1-4139637BB57A}"/>
                </a:ext>
              </a:extLst>
            </p:cNvPr>
            <p:cNvSpPr>
              <a:spLocks/>
            </p:cNvSpPr>
            <p:nvPr/>
          </p:nvSpPr>
          <p:spPr>
            <a:xfrm>
              <a:off x="6883342" y="4839648"/>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a:ln>
                    <a:noFill/>
                  </a:ln>
                  <a:effectLst/>
                  <a:uLnTx/>
                  <a:uFillTx/>
                  <a:latin typeface="+mj-lt"/>
                  <a:ea typeface="+mn-ea"/>
                  <a:cs typeface="Segoe UI" pitchFamily="34" charset="0"/>
                </a:rPr>
                <a:t>Benefits</a:t>
              </a:r>
            </a:p>
          </p:txBody>
        </p:sp>
        <p:sp>
          <p:nvSpPr>
            <p:cNvPr id="138" name="Rectangle: Rounded Corners 137">
              <a:extLst>
                <a:ext uri="{FF2B5EF4-FFF2-40B4-BE49-F238E27FC236}">
                  <a16:creationId xmlns:a16="http://schemas.microsoft.com/office/drawing/2014/main" id="{4ED122E9-04B6-DE8C-16D8-9244D52B4F75}"/>
                </a:ext>
              </a:extLst>
            </p:cNvPr>
            <p:cNvSpPr>
              <a:spLocks/>
            </p:cNvSpPr>
            <p:nvPr/>
          </p:nvSpPr>
          <p:spPr>
            <a:xfrm>
              <a:off x="6883342" y="5148147"/>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Governance</a:t>
              </a:r>
            </a:p>
          </p:txBody>
        </p:sp>
        <p:sp>
          <p:nvSpPr>
            <p:cNvPr id="139" name="Rectangle: Rounded Corners 138">
              <a:extLst>
                <a:ext uri="{FF2B5EF4-FFF2-40B4-BE49-F238E27FC236}">
                  <a16:creationId xmlns:a16="http://schemas.microsoft.com/office/drawing/2014/main" id="{EBAFAC6F-DE75-117E-B1E9-0D6B901A7FEC}"/>
                </a:ext>
              </a:extLst>
            </p:cNvPr>
            <p:cNvSpPr>
              <a:spLocks/>
            </p:cNvSpPr>
            <p:nvPr/>
          </p:nvSpPr>
          <p:spPr>
            <a:xfrm>
              <a:off x="6883342" y="5456646"/>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Development</a:t>
              </a:r>
            </a:p>
          </p:txBody>
        </p:sp>
        <p:sp>
          <p:nvSpPr>
            <p:cNvPr id="140" name="Rectangle: Rounded Corners 139">
              <a:extLst>
                <a:ext uri="{FF2B5EF4-FFF2-40B4-BE49-F238E27FC236}">
                  <a16:creationId xmlns:a16="http://schemas.microsoft.com/office/drawing/2014/main" id="{86672A5E-B1B5-814E-21EE-B1F5EC2CEC30}"/>
                </a:ext>
              </a:extLst>
            </p:cNvPr>
            <p:cNvSpPr>
              <a:spLocks/>
            </p:cNvSpPr>
            <p:nvPr/>
          </p:nvSpPr>
          <p:spPr>
            <a:xfrm>
              <a:off x="6883342" y="5765145"/>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Infrastructure</a:t>
              </a:r>
            </a:p>
          </p:txBody>
        </p:sp>
        <p:sp>
          <p:nvSpPr>
            <p:cNvPr id="141" name="Rectangle: Rounded Corners 140">
              <a:extLst>
                <a:ext uri="{FF2B5EF4-FFF2-40B4-BE49-F238E27FC236}">
                  <a16:creationId xmlns:a16="http://schemas.microsoft.com/office/drawing/2014/main" id="{C8FEC782-88F8-3E8A-718C-793C622404B5}"/>
                </a:ext>
              </a:extLst>
            </p:cNvPr>
            <p:cNvSpPr>
              <a:spLocks/>
            </p:cNvSpPr>
            <p:nvPr/>
          </p:nvSpPr>
          <p:spPr>
            <a:xfrm>
              <a:off x="6883342" y="6073644"/>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Users</a:t>
              </a:r>
            </a:p>
          </p:txBody>
        </p:sp>
        <p:sp>
          <p:nvSpPr>
            <p:cNvPr id="142" name="Oval 141">
              <a:extLst>
                <a:ext uri="{FF2B5EF4-FFF2-40B4-BE49-F238E27FC236}">
                  <a16:creationId xmlns:a16="http://schemas.microsoft.com/office/drawing/2014/main" id="{CA0F33A7-7458-E5C6-20BA-67EDF4259DF9}"/>
                </a:ext>
                <a:ext uri="{C183D7F6-B498-43B3-948B-1728B52AA6E4}">
                  <adec:decorative xmlns:adec="http://schemas.microsoft.com/office/drawing/2017/decorative" val="1"/>
                </a:ext>
              </a:extLst>
            </p:cNvPr>
            <p:cNvSpPr>
              <a:spLocks/>
            </p:cNvSpPr>
            <p:nvPr/>
          </p:nvSpPr>
          <p:spPr>
            <a:xfrm>
              <a:off x="6939005" y="6123247"/>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sp>
          <p:nvSpPr>
            <p:cNvPr id="143" name="Oval 142">
              <a:extLst>
                <a:ext uri="{FF2B5EF4-FFF2-40B4-BE49-F238E27FC236}">
                  <a16:creationId xmlns:a16="http://schemas.microsoft.com/office/drawing/2014/main" id="{92572343-337B-C220-BD59-552D24A91BA4}"/>
                </a:ext>
                <a:ext uri="{C183D7F6-B498-43B3-948B-1728B52AA6E4}">
                  <adec:decorative xmlns:adec="http://schemas.microsoft.com/office/drawing/2017/decorative" val="1"/>
                </a:ext>
              </a:extLst>
            </p:cNvPr>
            <p:cNvSpPr>
              <a:spLocks/>
            </p:cNvSpPr>
            <p:nvPr/>
          </p:nvSpPr>
          <p:spPr>
            <a:xfrm>
              <a:off x="6939005" y="5814748"/>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sp>
          <p:nvSpPr>
            <p:cNvPr id="144" name="Oval 143">
              <a:extLst>
                <a:ext uri="{FF2B5EF4-FFF2-40B4-BE49-F238E27FC236}">
                  <a16:creationId xmlns:a16="http://schemas.microsoft.com/office/drawing/2014/main" id="{620D1892-E469-8E8F-1BC8-EF266E6BF510}"/>
                </a:ext>
                <a:ext uri="{C183D7F6-B498-43B3-948B-1728B52AA6E4}">
                  <adec:decorative xmlns:adec="http://schemas.microsoft.com/office/drawing/2017/decorative" val="1"/>
                </a:ext>
              </a:extLst>
            </p:cNvPr>
            <p:cNvSpPr>
              <a:spLocks/>
            </p:cNvSpPr>
            <p:nvPr/>
          </p:nvSpPr>
          <p:spPr>
            <a:xfrm>
              <a:off x="6939005" y="5506249"/>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45" name="Oval 144">
              <a:extLst>
                <a:ext uri="{FF2B5EF4-FFF2-40B4-BE49-F238E27FC236}">
                  <a16:creationId xmlns:a16="http://schemas.microsoft.com/office/drawing/2014/main" id="{6108B86F-2CBC-6528-3701-82DA006E2D42}"/>
                </a:ext>
                <a:ext uri="{C183D7F6-B498-43B3-948B-1728B52AA6E4}">
                  <adec:decorative xmlns:adec="http://schemas.microsoft.com/office/drawing/2017/decorative" val="1"/>
                </a:ext>
              </a:extLst>
            </p:cNvPr>
            <p:cNvSpPr>
              <a:spLocks/>
            </p:cNvSpPr>
            <p:nvPr/>
          </p:nvSpPr>
          <p:spPr>
            <a:xfrm>
              <a:off x="6939005" y="5197750"/>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46" name="Oval 145">
              <a:extLst>
                <a:ext uri="{FF2B5EF4-FFF2-40B4-BE49-F238E27FC236}">
                  <a16:creationId xmlns:a16="http://schemas.microsoft.com/office/drawing/2014/main" id="{A67CD8B6-2C5F-288D-CF0D-0FCB9C8E20B1}"/>
                </a:ext>
                <a:ext uri="{C183D7F6-B498-43B3-948B-1728B52AA6E4}">
                  <adec:decorative xmlns:adec="http://schemas.microsoft.com/office/drawing/2017/decorative" val="1"/>
                </a:ext>
              </a:extLst>
            </p:cNvPr>
            <p:cNvSpPr>
              <a:spLocks/>
            </p:cNvSpPr>
            <p:nvPr/>
          </p:nvSpPr>
          <p:spPr>
            <a:xfrm>
              <a:off x="6939005" y="4889251"/>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grpSp>
      <p:grpSp>
        <p:nvGrpSpPr>
          <p:cNvPr id="147" name="Group 146">
            <a:extLst>
              <a:ext uri="{FF2B5EF4-FFF2-40B4-BE49-F238E27FC236}">
                <a16:creationId xmlns:a16="http://schemas.microsoft.com/office/drawing/2014/main" id="{B85184CD-E606-42CA-8A78-2A85BFDA80E6}"/>
              </a:ext>
            </a:extLst>
          </p:cNvPr>
          <p:cNvGrpSpPr>
            <a:grpSpLocks/>
          </p:cNvGrpSpPr>
          <p:nvPr/>
        </p:nvGrpSpPr>
        <p:grpSpPr>
          <a:xfrm>
            <a:off x="10059676" y="2582872"/>
            <a:ext cx="1136708" cy="1478487"/>
            <a:chOff x="6883342" y="4839648"/>
            <a:chExt cx="1136708" cy="1478487"/>
          </a:xfrm>
        </p:grpSpPr>
        <p:sp>
          <p:nvSpPr>
            <p:cNvPr id="148" name="Rectangle: Rounded Corners 147">
              <a:extLst>
                <a:ext uri="{FF2B5EF4-FFF2-40B4-BE49-F238E27FC236}">
                  <a16:creationId xmlns:a16="http://schemas.microsoft.com/office/drawing/2014/main" id="{D9612130-7842-924F-EE1E-D6BCE5986412}"/>
                </a:ext>
              </a:extLst>
            </p:cNvPr>
            <p:cNvSpPr>
              <a:spLocks/>
            </p:cNvSpPr>
            <p:nvPr/>
          </p:nvSpPr>
          <p:spPr>
            <a:xfrm>
              <a:off x="6883342" y="4839648"/>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a:ln>
                    <a:noFill/>
                  </a:ln>
                  <a:effectLst/>
                  <a:uLnTx/>
                  <a:uFillTx/>
                  <a:latin typeface="+mj-lt"/>
                  <a:ea typeface="+mn-ea"/>
                  <a:cs typeface="Segoe UI" pitchFamily="34" charset="0"/>
                </a:rPr>
                <a:t>Benefits</a:t>
              </a:r>
            </a:p>
          </p:txBody>
        </p:sp>
        <p:sp>
          <p:nvSpPr>
            <p:cNvPr id="149" name="Rectangle: Rounded Corners 148">
              <a:extLst>
                <a:ext uri="{FF2B5EF4-FFF2-40B4-BE49-F238E27FC236}">
                  <a16:creationId xmlns:a16="http://schemas.microsoft.com/office/drawing/2014/main" id="{A8305F58-6DA3-F150-77CC-217353131EAF}"/>
                </a:ext>
              </a:extLst>
            </p:cNvPr>
            <p:cNvSpPr>
              <a:spLocks/>
            </p:cNvSpPr>
            <p:nvPr/>
          </p:nvSpPr>
          <p:spPr>
            <a:xfrm>
              <a:off x="6883342" y="5148147"/>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Governance</a:t>
              </a:r>
            </a:p>
          </p:txBody>
        </p:sp>
        <p:sp>
          <p:nvSpPr>
            <p:cNvPr id="150" name="Rectangle: Rounded Corners 149">
              <a:extLst>
                <a:ext uri="{FF2B5EF4-FFF2-40B4-BE49-F238E27FC236}">
                  <a16:creationId xmlns:a16="http://schemas.microsoft.com/office/drawing/2014/main" id="{7B7F6099-890A-62F1-D4BB-B0FD71829FB0}"/>
                </a:ext>
              </a:extLst>
            </p:cNvPr>
            <p:cNvSpPr>
              <a:spLocks/>
            </p:cNvSpPr>
            <p:nvPr/>
          </p:nvSpPr>
          <p:spPr>
            <a:xfrm>
              <a:off x="6883342" y="5456646"/>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Development</a:t>
              </a:r>
            </a:p>
          </p:txBody>
        </p:sp>
        <p:sp>
          <p:nvSpPr>
            <p:cNvPr id="151" name="Rectangle: Rounded Corners 150">
              <a:extLst>
                <a:ext uri="{FF2B5EF4-FFF2-40B4-BE49-F238E27FC236}">
                  <a16:creationId xmlns:a16="http://schemas.microsoft.com/office/drawing/2014/main" id="{E412B491-0341-980F-228A-4DB2FD72DA68}"/>
                </a:ext>
              </a:extLst>
            </p:cNvPr>
            <p:cNvSpPr>
              <a:spLocks/>
            </p:cNvSpPr>
            <p:nvPr/>
          </p:nvSpPr>
          <p:spPr>
            <a:xfrm>
              <a:off x="6883342" y="5765145"/>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Infrastructure</a:t>
              </a:r>
            </a:p>
          </p:txBody>
        </p:sp>
        <p:sp>
          <p:nvSpPr>
            <p:cNvPr id="152" name="Rectangle: Rounded Corners 151">
              <a:extLst>
                <a:ext uri="{FF2B5EF4-FFF2-40B4-BE49-F238E27FC236}">
                  <a16:creationId xmlns:a16="http://schemas.microsoft.com/office/drawing/2014/main" id="{BECCF092-14CC-138D-9D3A-F1849A40F16E}"/>
                </a:ext>
              </a:extLst>
            </p:cNvPr>
            <p:cNvSpPr>
              <a:spLocks/>
            </p:cNvSpPr>
            <p:nvPr/>
          </p:nvSpPr>
          <p:spPr>
            <a:xfrm>
              <a:off x="6883342" y="6073644"/>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Users</a:t>
              </a:r>
            </a:p>
          </p:txBody>
        </p:sp>
        <p:sp>
          <p:nvSpPr>
            <p:cNvPr id="153" name="Oval 152">
              <a:extLst>
                <a:ext uri="{FF2B5EF4-FFF2-40B4-BE49-F238E27FC236}">
                  <a16:creationId xmlns:a16="http://schemas.microsoft.com/office/drawing/2014/main" id="{41247BDE-069F-135B-DC9A-E1D3CE82E908}"/>
                </a:ext>
                <a:ext uri="{C183D7F6-B498-43B3-948B-1728B52AA6E4}">
                  <adec:decorative xmlns:adec="http://schemas.microsoft.com/office/drawing/2017/decorative" val="1"/>
                </a:ext>
              </a:extLst>
            </p:cNvPr>
            <p:cNvSpPr>
              <a:spLocks/>
            </p:cNvSpPr>
            <p:nvPr/>
          </p:nvSpPr>
          <p:spPr>
            <a:xfrm>
              <a:off x="6939005" y="6123247"/>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sp>
          <p:nvSpPr>
            <p:cNvPr id="154" name="Oval 153">
              <a:extLst>
                <a:ext uri="{FF2B5EF4-FFF2-40B4-BE49-F238E27FC236}">
                  <a16:creationId xmlns:a16="http://schemas.microsoft.com/office/drawing/2014/main" id="{A8EAB492-198D-363C-A513-92E61CD1AB42}"/>
                </a:ext>
                <a:ext uri="{C183D7F6-B498-43B3-948B-1728B52AA6E4}">
                  <adec:decorative xmlns:adec="http://schemas.microsoft.com/office/drawing/2017/decorative" val="1"/>
                </a:ext>
              </a:extLst>
            </p:cNvPr>
            <p:cNvSpPr>
              <a:spLocks/>
            </p:cNvSpPr>
            <p:nvPr/>
          </p:nvSpPr>
          <p:spPr>
            <a:xfrm>
              <a:off x="6939005" y="5814748"/>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sp>
          <p:nvSpPr>
            <p:cNvPr id="155" name="Oval 154">
              <a:extLst>
                <a:ext uri="{FF2B5EF4-FFF2-40B4-BE49-F238E27FC236}">
                  <a16:creationId xmlns:a16="http://schemas.microsoft.com/office/drawing/2014/main" id="{850D8BD7-B0D2-2F92-5482-AAC8A2BACCBA}"/>
                </a:ext>
                <a:ext uri="{C183D7F6-B498-43B3-948B-1728B52AA6E4}">
                  <adec:decorative xmlns:adec="http://schemas.microsoft.com/office/drawing/2017/decorative" val="1"/>
                </a:ext>
              </a:extLst>
            </p:cNvPr>
            <p:cNvSpPr>
              <a:spLocks/>
            </p:cNvSpPr>
            <p:nvPr/>
          </p:nvSpPr>
          <p:spPr>
            <a:xfrm>
              <a:off x="6939005" y="5506249"/>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sp>
          <p:nvSpPr>
            <p:cNvPr id="156" name="Oval 155">
              <a:extLst>
                <a:ext uri="{FF2B5EF4-FFF2-40B4-BE49-F238E27FC236}">
                  <a16:creationId xmlns:a16="http://schemas.microsoft.com/office/drawing/2014/main" id="{154BBD3B-9E5E-CC61-8FD7-4341CF30ADC2}"/>
                </a:ext>
                <a:ext uri="{C183D7F6-B498-43B3-948B-1728B52AA6E4}">
                  <adec:decorative xmlns:adec="http://schemas.microsoft.com/office/drawing/2017/decorative" val="1"/>
                </a:ext>
              </a:extLst>
            </p:cNvPr>
            <p:cNvSpPr>
              <a:spLocks/>
            </p:cNvSpPr>
            <p:nvPr/>
          </p:nvSpPr>
          <p:spPr>
            <a:xfrm>
              <a:off x="6939005" y="5197750"/>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sp>
          <p:nvSpPr>
            <p:cNvPr id="157" name="Oval 156">
              <a:extLst>
                <a:ext uri="{FF2B5EF4-FFF2-40B4-BE49-F238E27FC236}">
                  <a16:creationId xmlns:a16="http://schemas.microsoft.com/office/drawing/2014/main" id="{212A1387-11B6-549A-6D70-AB4DAC6CA7AB}"/>
                </a:ext>
                <a:ext uri="{C183D7F6-B498-43B3-948B-1728B52AA6E4}">
                  <adec:decorative xmlns:adec="http://schemas.microsoft.com/office/drawing/2017/decorative" val="1"/>
                </a:ext>
              </a:extLst>
            </p:cNvPr>
            <p:cNvSpPr>
              <a:spLocks/>
            </p:cNvSpPr>
            <p:nvPr/>
          </p:nvSpPr>
          <p:spPr>
            <a:xfrm>
              <a:off x="6939005" y="4889251"/>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grpSp>
      <p:grpSp>
        <p:nvGrpSpPr>
          <p:cNvPr id="158" name="Group 157">
            <a:extLst>
              <a:ext uri="{FF2B5EF4-FFF2-40B4-BE49-F238E27FC236}">
                <a16:creationId xmlns:a16="http://schemas.microsoft.com/office/drawing/2014/main" id="{4B83B195-E7C3-D9F3-C2F9-05C81055C3E9}"/>
              </a:ext>
            </a:extLst>
          </p:cNvPr>
          <p:cNvGrpSpPr/>
          <p:nvPr/>
        </p:nvGrpSpPr>
        <p:grpSpPr>
          <a:xfrm>
            <a:off x="3332602" y="2781419"/>
            <a:ext cx="1136708" cy="1169988"/>
            <a:chOff x="3334124" y="2913568"/>
            <a:chExt cx="1136708" cy="1169988"/>
          </a:xfrm>
        </p:grpSpPr>
        <p:sp>
          <p:nvSpPr>
            <p:cNvPr id="159" name="Rectangle: Rounded Corners 158">
              <a:extLst>
                <a:ext uri="{FF2B5EF4-FFF2-40B4-BE49-F238E27FC236}">
                  <a16:creationId xmlns:a16="http://schemas.microsoft.com/office/drawing/2014/main" id="{AB7F76E9-774D-9E6C-335E-0F1FCA368B7C}"/>
                </a:ext>
              </a:extLst>
            </p:cNvPr>
            <p:cNvSpPr>
              <a:spLocks/>
            </p:cNvSpPr>
            <p:nvPr/>
          </p:nvSpPr>
          <p:spPr>
            <a:xfrm>
              <a:off x="3334124" y="2913568"/>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a:ln>
                    <a:noFill/>
                  </a:ln>
                  <a:effectLst/>
                  <a:uLnTx/>
                  <a:uFillTx/>
                  <a:latin typeface="+mj-lt"/>
                  <a:ea typeface="+mn-ea"/>
                  <a:cs typeface="Segoe UI" pitchFamily="34" charset="0"/>
                </a:rPr>
                <a:t>Benefits</a:t>
              </a:r>
            </a:p>
          </p:txBody>
        </p:sp>
        <p:sp>
          <p:nvSpPr>
            <p:cNvPr id="160" name="Rectangle: Rounded Corners 159">
              <a:extLst>
                <a:ext uri="{FF2B5EF4-FFF2-40B4-BE49-F238E27FC236}">
                  <a16:creationId xmlns:a16="http://schemas.microsoft.com/office/drawing/2014/main" id="{05A11786-F183-50DA-163C-F8CB5B723F29}"/>
                </a:ext>
              </a:extLst>
            </p:cNvPr>
            <p:cNvSpPr>
              <a:spLocks/>
            </p:cNvSpPr>
            <p:nvPr/>
          </p:nvSpPr>
          <p:spPr>
            <a:xfrm>
              <a:off x="3334124" y="3222067"/>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Development</a:t>
              </a:r>
            </a:p>
          </p:txBody>
        </p:sp>
        <p:sp>
          <p:nvSpPr>
            <p:cNvPr id="161" name="Rectangle: Rounded Corners 160">
              <a:extLst>
                <a:ext uri="{FF2B5EF4-FFF2-40B4-BE49-F238E27FC236}">
                  <a16:creationId xmlns:a16="http://schemas.microsoft.com/office/drawing/2014/main" id="{FF3AA8DC-EF85-49C4-06FD-AD7E22838873}"/>
                </a:ext>
              </a:extLst>
            </p:cNvPr>
            <p:cNvSpPr>
              <a:spLocks/>
            </p:cNvSpPr>
            <p:nvPr/>
          </p:nvSpPr>
          <p:spPr>
            <a:xfrm>
              <a:off x="3334124" y="3530566"/>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Infrastructure</a:t>
              </a:r>
            </a:p>
          </p:txBody>
        </p:sp>
        <p:sp>
          <p:nvSpPr>
            <p:cNvPr id="162" name="Rectangle: Rounded Corners 161">
              <a:extLst>
                <a:ext uri="{FF2B5EF4-FFF2-40B4-BE49-F238E27FC236}">
                  <a16:creationId xmlns:a16="http://schemas.microsoft.com/office/drawing/2014/main" id="{51BF2461-B1D0-00DB-BC32-2B56E2FDE582}"/>
                </a:ext>
              </a:extLst>
            </p:cNvPr>
            <p:cNvSpPr>
              <a:spLocks/>
            </p:cNvSpPr>
            <p:nvPr/>
          </p:nvSpPr>
          <p:spPr>
            <a:xfrm>
              <a:off x="3334124" y="3839065"/>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Users</a:t>
              </a:r>
            </a:p>
          </p:txBody>
        </p:sp>
        <p:sp>
          <p:nvSpPr>
            <p:cNvPr id="163" name="Oval 162">
              <a:extLst>
                <a:ext uri="{FF2B5EF4-FFF2-40B4-BE49-F238E27FC236}">
                  <a16:creationId xmlns:a16="http://schemas.microsoft.com/office/drawing/2014/main" id="{75E15E36-8F75-B8BA-8FC3-6A0A7250ACFA}"/>
                </a:ext>
                <a:ext uri="{C183D7F6-B498-43B3-948B-1728B52AA6E4}">
                  <adec:decorative xmlns:adec="http://schemas.microsoft.com/office/drawing/2017/decorative" val="1"/>
                </a:ext>
              </a:extLst>
            </p:cNvPr>
            <p:cNvSpPr>
              <a:spLocks/>
            </p:cNvSpPr>
            <p:nvPr/>
          </p:nvSpPr>
          <p:spPr>
            <a:xfrm>
              <a:off x="3389787" y="3888668"/>
              <a:ext cx="149976" cy="145286"/>
            </a:xfrm>
            <a:prstGeom prst="ellipse">
              <a:avLst/>
            </a:prstGeom>
            <a:solidFill>
              <a:srgbClr val="00B05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64" name="Oval 163">
              <a:extLst>
                <a:ext uri="{FF2B5EF4-FFF2-40B4-BE49-F238E27FC236}">
                  <a16:creationId xmlns:a16="http://schemas.microsoft.com/office/drawing/2014/main" id="{FE15CFA7-DC2E-5C24-DDC3-BBEE77A0FBB6}"/>
                </a:ext>
                <a:ext uri="{C183D7F6-B498-43B3-948B-1728B52AA6E4}">
                  <adec:decorative xmlns:adec="http://schemas.microsoft.com/office/drawing/2017/decorative" val="1"/>
                </a:ext>
              </a:extLst>
            </p:cNvPr>
            <p:cNvSpPr>
              <a:spLocks/>
            </p:cNvSpPr>
            <p:nvPr/>
          </p:nvSpPr>
          <p:spPr>
            <a:xfrm>
              <a:off x="3389787" y="3580169"/>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65" name="Oval 164">
              <a:extLst>
                <a:ext uri="{FF2B5EF4-FFF2-40B4-BE49-F238E27FC236}">
                  <a16:creationId xmlns:a16="http://schemas.microsoft.com/office/drawing/2014/main" id="{66565AFA-CEA4-6E88-27AF-5B5EE14B2506}"/>
                </a:ext>
                <a:ext uri="{C183D7F6-B498-43B3-948B-1728B52AA6E4}">
                  <adec:decorative xmlns:adec="http://schemas.microsoft.com/office/drawing/2017/decorative" val="1"/>
                </a:ext>
              </a:extLst>
            </p:cNvPr>
            <p:cNvSpPr>
              <a:spLocks/>
            </p:cNvSpPr>
            <p:nvPr/>
          </p:nvSpPr>
          <p:spPr>
            <a:xfrm>
              <a:off x="3389787" y="3271670"/>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sp>
          <p:nvSpPr>
            <p:cNvPr id="166" name="Oval 165">
              <a:extLst>
                <a:ext uri="{FF2B5EF4-FFF2-40B4-BE49-F238E27FC236}">
                  <a16:creationId xmlns:a16="http://schemas.microsoft.com/office/drawing/2014/main" id="{9285D35B-DF6D-5AC1-3F83-B7FB60B6E538}"/>
                </a:ext>
                <a:ext uri="{C183D7F6-B498-43B3-948B-1728B52AA6E4}">
                  <adec:decorative xmlns:adec="http://schemas.microsoft.com/office/drawing/2017/decorative" val="1"/>
                </a:ext>
              </a:extLst>
            </p:cNvPr>
            <p:cNvSpPr>
              <a:spLocks/>
            </p:cNvSpPr>
            <p:nvPr/>
          </p:nvSpPr>
          <p:spPr>
            <a:xfrm>
              <a:off x="3389787" y="2963170"/>
              <a:ext cx="149976" cy="145286"/>
            </a:xfrm>
            <a:prstGeom prst="ellipse">
              <a:avLst/>
            </a:prstGeom>
            <a:solidFill>
              <a:schemeClr val="bg1">
                <a:lumMod val="75000"/>
              </a:schemeClr>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67" name="Group 166">
            <a:extLst>
              <a:ext uri="{FF2B5EF4-FFF2-40B4-BE49-F238E27FC236}">
                <a16:creationId xmlns:a16="http://schemas.microsoft.com/office/drawing/2014/main" id="{DFEFB80A-2690-2BB9-C53B-6E06CE8F9EFC}"/>
              </a:ext>
            </a:extLst>
          </p:cNvPr>
          <p:cNvGrpSpPr/>
          <p:nvPr/>
        </p:nvGrpSpPr>
        <p:grpSpPr>
          <a:xfrm>
            <a:off x="1023332" y="3747040"/>
            <a:ext cx="1136708" cy="552991"/>
            <a:chOff x="1024854" y="3853924"/>
            <a:chExt cx="1136708" cy="552991"/>
          </a:xfrm>
        </p:grpSpPr>
        <p:sp>
          <p:nvSpPr>
            <p:cNvPr id="168" name="Rectangle: Rounded Corners 167">
              <a:extLst>
                <a:ext uri="{FF2B5EF4-FFF2-40B4-BE49-F238E27FC236}">
                  <a16:creationId xmlns:a16="http://schemas.microsoft.com/office/drawing/2014/main" id="{B9AEAF3B-BA77-4F23-0A6C-F63795770ABA}"/>
                </a:ext>
              </a:extLst>
            </p:cNvPr>
            <p:cNvSpPr>
              <a:spLocks/>
            </p:cNvSpPr>
            <p:nvPr/>
          </p:nvSpPr>
          <p:spPr>
            <a:xfrm>
              <a:off x="1024854" y="4162424"/>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defTabSz="932472" fontAlgn="base">
                <a:spcBef>
                  <a:spcPct val="0"/>
                </a:spcBef>
                <a:spcAft>
                  <a:spcPct val="0"/>
                </a:spcAft>
              </a:pPr>
              <a:r>
                <a:rPr lang="en-US" sz="900" kern="0" noProof="0">
                  <a:latin typeface="+mj-lt"/>
                  <a:cs typeface="Segoe UI" pitchFamily="34" charset="0"/>
                </a:rPr>
                <a:t>Users</a:t>
              </a:r>
            </a:p>
          </p:txBody>
        </p:sp>
        <p:sp>
          <p:nvSpPr>
            <p:cNvPr id="169" name="Oval 168">
              <a:extLst>
                <a:ext uri="{FF2B5EF4-FFF2-40B4-BE49-F238E27FC236}">
                  <a16:creationId xmlns:a16="http://schemas.microsoft.com/office/drawing/2014/main" id="{E729744F-8F19-4CA0-CEA5-D787575C9CE4}"/>
                </a:ext>
                <a:ext uri="{C183D7F6-B498-43B3-948B-1728B52AA6E4}">
                  <adec:decorative xmlns:adec="http://schemas.microsoft.com/office/drawing/2017/decorative" val="1"/>
                </a:ext>
              </a:extLst>
            </p:cNvPr>
            <p:cNvSpPr>
              <a:spLocks/>
            </p:cNvSpPr>
            <p:nvPr/>
          </p:nvSpPr>
          <p:spPr>
            <a:xfrm>
              <a:off x="1080517" y="4212027"/>
              <a:ext cx="149976" cy="145286"/>
            </a:xfrm>
            <a:prstGeom prst="ellipse">
              <a:avLst/>
            </a:prstGeom>
            <a:solidFill>
              <a:srgbClr val="FFB900"/>
            </a:solidFill>
            <a:ln w="6694" cap="flat" cmpd="sng" algn="ctr">
              <a:noFill/>
              <a:prstDash val="solid"/>
              <a:miter/>
            </a:ln>
            <a:effectLst/>
          </p:spPr>
          <p:txBody>
            <a:bodyPr lIns="210312" tIns="45720" rIns="91440" bIns="45720" rtlCol="0" anchor="ctr"/>
            <a:lstStyle/>
            <a:p>
              <a:pPr algn="ctr"/>
              <a:endParaRPr lang="en-US" sz="900" kern="0" noProof="0">
                <a:solidFill>
                  <a:srgbClr val="FFFFFF"/>
                </a:solidFill>
                <a:latin typeface="+mj-lt"/>
              </a:endParaRPr>
            </a:p>
          </p:txBody>
        </p:sp>
        <p:grpSp>
          <p:nvGrpSpPr>
            <p:cNvPr id="170" name="Group 169">
              <a:extLst>
                <a:ext uri="{FF2B5EF4-FFF2-40B4-BE49-F238E27FC236}">
                  <a16:creationId xmlns:a16="http://schemas.microsoft.com/office/drawing/2014/main" id="{3D02D2F6-97B7-B5D7-3574-8FF9A2887EE1}"/>
                </a:ext>
              </a:extLst>
            </p:cNvPr>
            <p:cNvGrpSpPr>
              <a:grpSpLocks/>
            </p:cNvGrpSpPr>
            <p:nvPr/>
          </p:nvGrpSpPr>
          <p:grpSpPr>
            <a:xfrm>
              <a:off x="1024854" y="3853924"/>
              <a:ext cx="1136708" cy="244491"/>
              <a:chOff x="1024854" y="3236927"/>
              <a:chExt cx="1136708" cy="244491"/>
            </a:xfrm>
          </p:grpSpPr>
          <p:sp>
            <p:nvSpPr>
              <p:cNvPr id="171" name="Rectangle: Rounded Corners 170">
                <a:extLst>
                  <a:ext uri="{FF2B5EF4-FFF2-40B4-BE49-F238E27FC236}">
                    <a16:creationId xmlns:a16="http://schemas.microsoft.com/office/drawing/2014/main" id="{C43897A1-D5E2-B844-52F7-C7CD6391B8C8}"/>
                  </a:ext>
                </a:extLst>
              </p:cNvPr>
              <p:cNvSpPr>
                <a:spLocks/>
              </p:cNvSpPr>
              <p:nvPr/>
            </p:nvSpPr>
            <p:spPr>
              <a:xfrm>
                <a:off x="1024854" y="3236927"/>
                <a:ext cx="1136708" cy="244491"/>
              </a:xfrm>
              <a:prstGeom prst="roundRect">
                <a:avLst>
                  <a:gd name="adj" fmla="val 50000"/>
                </a:avLst>
              </a:prstGeom>
              <a:solidFill>
                <a:schemeClr val="bg1">
                  <a:lumMod val="95000"/>
                  <a:alpha val="50000"/>
                </a:schemeClr>
              </a:solidFill>
              <a:ln w="9525" cap="flat" cmpd="sng" algn="ctr">
                <a:noFill/>
                <a:prstDash val="solid"/>
                <a:headEnd type="none" w="med" len="med"/>
                <a:tailEnd type="none" w="med" len="med"/>
              </a:ln>
              <a:effectLst>
                <a:outerShdw blurRad="241300" dist="25400" sx="102000" sy="102000" algn="ctr" rotWithShape="0">
                  <a:srgbClr val="FFFFFF">
                    <a:lumMod val="90000"/>
                    <a:lumOff val="10000"/>
                    <a:alpha val="40000"/>
                  </a:srgbClr>
                </a:outerShdw>
              </a:effectLst>
            </p:spPr>
            <p:txBody>
              <a:bodyPr rot="0" spcFirstLastPara="0" vertOverflow="overflow" horzOverflow="overflow" vert="horz" wrap="square" lIns="228600" tIns="45720" rIns="91440" bIns="45720" numCol="1" spcCol="0" rtlCol="0" fromWordArt="0" anchor="ctr"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tabLst/>
                  <a:defRPr/>
                </a:pPr>
                <a:r>
                  <a:rPr kumimoji="0" lang="en-US" sz="900" b="0" i="0" u="none" strike="noStrike" kern="0" cap="none" spc="0" normalizeH="0" baseline="0" noProof="0">
                    <a:ln>
                      <a:noFill/>
                    </a:ln>
                    <a:effectLst/>
                    <a:uLnTx/>
                    <a:uFillTx/>
                    <a:latin typeface="+mj-lt"/>
                    <a:ea typeface="+mn-ea"/>
                    <a:cs typeface="Segoe UI" pitchFamily="34" charset="0"/>
                  </a:rPr>
                  <a:t>Benefits</a:t>
                </a:r>
              </a:p>
            </p:txBody>
          </p:sp>
          <p:sp>
            <p:nvSpPr>
              <p:cNvPr id="172" name="Oval 171">
                <a:extLst>
                  <a:ext uri="{FF2B5EF4-FFF2-40B4-BE49-F238E27FC236}">
                    <a16:creationId xmlns:a16="http://schemas.microsoft.com/office/drawing/2014/main" id="{D731AB3F-1A10-2484-5437-1B7C97AC8BE0}"/>
                  </a:ext>
                  <a:ext uri="{C183D7F6-B498-43B3-948B-1728B52AA6E4}">
                    <adec:decorative xmlns:adec="http://schemas.microsoft.com/office/drawing/2017/decorative" val="1"/>
                  </a:ext>
                </a:extLst>
              </p:cNvPr>
              <p:cNvSpPr>
                <a:spLocks/>
              </p:cNvSpPr>
              <p:nvPr/>
            </p:nvSpPr>
            <p:spPr>
              <a:xfrm>
                <a:off x="1080517" y="3286529"/>
                <a:ext cx="149976" cy="145286"/>
              </a:xfrm>
              <a:prstGeom prst="ellipse">
                <a:avLst/>
              </a:prstGeom>
              <a:solidFill>
                <a:schemeClr val="bg1">
                  <a:lumMod val="75000"/>
                </a:schemeClr>
              </a:solidFill>
              <a:ln w="6694" cap="flat" cmpd="sng" algn="ctr">
                <a:noFill/>
                <a:prstDash val="solid"/>
                <a:miter/>
              </a:ln>
              <a:effectLst/>
            </p:spPr>
            <p:txBody>
              <a:bodyPr lIns="210312"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FFFFFF"/>
                  </a:solidFill>
                  <a:effectLst/>
                  <a:uLnTx/>
                  <a:uFillTx/>
                  <a:latin typeface="+mj-lt"/>
                  <a:ea typeface="+mn-ea"/>
                  <a:cs typeface="+mn-cs"/>
                </a:endParaRPr>
              </a:p>
            </p:txBody>
          </p:sp>
        </p:grpSp>
      </p:grpSp>
      <p:sp>
        <p:nvSpPr>
          <p:cNvPr id="173" name="TextBox 172">
            <a:extLst>
              <a:ext uri="{FF2B5EF4-FFF2-40B4-BE49-F238E27FC236}">
                <a16:creationId xmlns:a16="http://schemas.microsoft.com/office/drawing/2014/main" id="{5E31DA5C-8996-20D7-54FE-5A101A12A29D}"/>
              </a:ext>
            </a:extLst>
          </p:cNvPr>
          <p:cNvSpPr txBox="1">
            <a:spLocks/>
          </p:cNvSpPr>
          <p:nvPr/>
        </p:nvSpPr>
        <p:spPr>
          <a:xfrm>
            <a:off x="4500355" y="2154897"/>
            <a:ext cx="1411243" cy="369332"/>
          </a:xfrm>
          <a:prstGeom prst="rect">
            <a:avLst/>
          </a:prstGeom>
          <a:noFill/>
        </p:spPr>
        <p:txBody>
          <a:bodyPr wrap="square" lIns="0" tIns="0" rIns="0" bIns="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a:ln>
                  <a:noFill/>
                </a:ln>
                <a:effectLst/>
                <a:uLnTx/>
                <a:uFillTx/>
              </a:rPr>
              <a:t>Incremental Business Outcomes</a:t>
            </a:r>
          </a:p>
        </p:txBody>
      </p:sp>
      <p:sp>
        <p:nvSpPr>
          <p:cNvPr id="174" name="TextBox 173">
            <a:extLst>
              <a:ext uri="{FF2B5EF4-FFF2-40B4-BE49-F238E27FC236}">
                <a16:creationId xmlns:a16="http://schemas.microsoft.com/office/drawing/2014/main" id="{C031F5A0-4672-29F8-6AF4-1C0E7CA7A528}"/>
              </a:ext>
            </a:extLst>
          </p:cNvPr>
          <p:cNvSpPr txBox="1">
            <a:spLocks/>
          </p:cNvSpPr>
          <p:nvPr/>
        </p:nvSpPr>
        <p:spPr>
          <a:xfrm>
            <a:off x="6277358" y="2154897"/>
            <a:ext cx="1995145" cy="369332"/>
          </a:xfrm>
          <a:prstGeom prst="rect">
            <a:avLst/>
          </a:prstGeom>
          <a:noFill/>
        </p:spPr>
        <p:txBody>
          <a:bodyPr wrap="square" lIns="0" tIns="0" r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1" u="none" strike="noStrike" kern="0" cap="none" spc="0" normalizeH="0" baseline="0" noProof="0">
                <a:ln>
                  <a:noFill/>
                </a:ln>
                <a:effectLst/>
                <a:uLnTx/>
                <a:uFillTx/>
              </a:rPr>
              <a:t>AI-led Business Transformation</a:t>
            </a:r>
          </a:p>
        </p:txBody>
      </p:sp>
      <p:pic>
        <p:nvPicPr>
          <p:cNvPr id="175" name="Graphic 174">
            <a:extLst>
              <a:ext uri="{FF2B5EF4-FFF2-40B4-BE49-F238E27FC236}">
                <a16:creationId xmlns:a16="http://schemas.microsoft.com/office/drawing/2014/main" id="{83719A43-34E9-E075-D5DD-5A8D7E0BFB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16200000">
            <a:off x="6277357" y="1599752"/>
            <a:ext cx="459848" cy="459848"/>
          </a:xfrm>
          <a:prstGeom prst="rect">
            <a:avLst/>
          </a:prstGeom>
        </p:spPr>
      </p:pic>
      <p:pic>
        <p:nvPicPr>
          <p:cNvPr id="176" name="Graphic 175">
            <a:extLst>
              <a:ext uri="{FF2B5EF4-FFF2-40B4-BE49-F238E27FC236}">
                <a16:creationId xmlns:a16="http://schemas.microsoft.com/office/drawing/2014/main" id="{7EBE8FF2-8F26-6437-5F1F-0DA7C6B8EC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flipH="1">
            <a:off x="5451750" y="1599752"/>
            <a:ext cx="459848" cy="459848"/>
          </a:xfrm>
          <a:prstGeom prst="rect">
            <a:avLst/>
          </a:prstGeom>
        </p:spPr>
      </p:pic>
      <p:grpSp>
        <p:nvGrpSpPr>
          <p:cNvPr id="177" name="Group 176">
            <a:extLst>
              <a:ext uri="{FF2B5EF4-FFF2-40B4-BE49-F238E27FC236}">
                <a16:creationId xmlns:a16="http://schemas.microsoft.com/office/drawing/2014/main" id="{1F6C50A0-87FB-FF27-F9A9-6C63E9589D86}"/>
              </a:ext>
            </a:extLst>
          </p:cNvPr>
          <p:cNvGrpSpPr/>
          <p:nvPr/>
        </p:nvGrpSpPr>
        <p:grpSpPr>
          <a:xfrm>
            <a:off x="1457530" y="5038934"/>
            <a:ext cx="268314" cy="370072"/>
            <a:chOff x="1459052" y="5145818"/>
            <a:chExt cx="268314" cy="370072"/>
          </a:xfrm>
        </p:grpSpPr>
        <p:sp>
          <p:nvSpPr>
            <p:cNvPr id="178" name="Freeform: Shape 177">
              <a:extLst>
                <a:ext uri="{FF2B5EF4-FFF2-40B4-BE49-F238E27FC236}">
                  <a16:creationId xmlns:a16="http://schemas.microsoft.com/office/drawing/2014/main" id="{56116564-A6B9-4E31-9F2B-E1B35BAA7D70}"/>
                </a:ext>
              </a:extLst>
            </p:cNvPr>
            <p:cNvSpPr/>
            <p:nvPr/>
          </p:nvSpPr>
          <p:spPr>
            <a:xfrm>
              <a:off x="1510285" y="5219818"/>
              <a:ext cx="166181" cy="84495"/>
            </a:xfrm>
            <a:custGeom>
              <a:avLst/>
              <a:gdLst>
                <a:gd name="connsiteX0" fmla="*/ 46928 w 112949"/>
                <a:gd name="connsiteY0" fmla="*/ 9433 h 57429"/>
                <a:gd name="connsiteX1" fmla="*/ 56361 w 112949"/>
                <a:gd name="connsiteY1" fmla="*/ 0 h 57429"/>
                <a:gd name="connsiteX2" fmla="*/ 65794 w 112949"/>
                <a:gd name="connsiteY2" fmla="*/ 9433 h 57429"/>
                <a:gd name="connsiteX3" fmla="*/ 65794 w 112949"/>
                <a:gd name="connsiteY3" fmla="*/ 28298 h 57429"/>
                <a:gd name="connsiteX4" fmla="*/ 56361 w 112949"/>
                <a:gd name="connsiteY4" fmla="*/ 37731 h 57429"/>
                <a:gd name="connsiteX5" fmla="*/ 46928 w 112949"/>
                <a:gd name="connsiteY5" fmla="*/ 28298 h 57429"/>
                <a:gd name="connsiteX6" fmla="*/ 46928 w 112949"/>
                <a:gd name="connsiteY6" fmla="*/ 9433 h 57429"/>
                <a:gd name="connsiteX7" fmla="*/ 110191 w 112949"/>
                <a:gd name="connsiteY7" fmla="*/ 27871 h 57429"/>
                <a:gd name="connsiteX8" fmla="*/ 96859 w 112949"/>
                <a:gd name="connsiteY8" fmla="*/ 27871 h 57429"/>
                <a:gd name="connsiteX9" fmla="*/ 83515 w 112949"/>
                <a:gd name="connsiteY9" fmla="*/ 41202 h 57429"/>
                <a:gd name="connsiteX10" fmla="*/ 83277 w 112949"/>
                <a:gd name="connsiteY10" fmla="*/ 54540 h 57429"/>
                <a:gd name="connsiteX11" fmla="*/ 96615 w 112949"/>
                <a:gd name="connsiteY11" fmla="*/ 54778 h 57429"/>
                <a:gd name="connsiteX12" fmla="*/ 96847 w 112949"/>
                <a:gd name="connsiteY12" fmla="*/ 54546 h 57429"/>
                <a:gd name="connsiteX13" fmla="*/ 110191 w 112949"/>
                <a:gd name="connsiteY13" fmla="*/ 41215 h 57429"/>
                <a:gd name="connsiteX14" fmla="*/ 110191 w 112949"/>
                <a:gd name="connsiteY14" fmla="*/ 27883 h 57429"/>
                <a:gd name="connsiteX15" fmla="*/ 15863 w 112949"/>
                <a:gd name="connsiteY15" fmla="*/ 27871 h 57429"/>
                <a:gd name="connsiteX16" fmla="*/ 2532 w 112949"/>
                <a:gd name="connsiteY16" fmla="*/ 28341 h 57429"/>
                <a:gd name="connsiteX17" fmla="*/ 2532 w 112949"/>
                <a:gd name="connsiteY17" fmla="*/ 41202 h 57429"/>
                <a:gd name="connsiteX18" fmla="*/ 15863 w 112949"/>
                <a:gd name="connsiteY18" fmla="*/ 54546 h 57429"/>
                <a:gd name="connsiteX19" fmla="*/ 29201 w 112949"/>
                <a:gd name="connsiteY19" fmla="*/ 54784 h 57429"/>
                <a:gd name="connsiteX20" fmla="*/ 29439 w 112949"/>
                <a:gd name="connsiteY20" fmla="*/ 41447 h 57429"/>
                <a:gd name="connsiteX21" fmla="*/ 29207 w 112949"/>
                <a:gd name="connsiteY21" fmla="*/ 41215 h 57429"/>
                <a:gd name="connsiteX22" fmla="*/ 15876 w 112949"/>
                <a:gd name="connsiteY22" fmla="*/ 27883 h 5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2949" h="57429">
                  <a:moveTo>
                    <a:pt x="46928" y="9433"/>
                  </a:moveTo>
                  <a:cubicBezTo>
                    <a:pt x="46928" y="4223"/>
                    <a:pt x="51152" y="0"/>
                    <a:pt x="56361" y="0"/>
                  </a:cubicBezTo>
                  <a:cubicBezTo>
                    <a:pt x="61571" y="0"/>
                    <a:pt x="65794" y="4223"/>
                    <a:pt x="65794" y="9433"/>
                  </a:cubicBezTo>
                  <a:lnTo>
                    <a:pt x="65794" y="28298"/>
                  </a:lnTo>
                  <a:cubicBezTo>
                    <a:pt x="65794" y="33508"/>
                    <a:pt x="61571" y="37731"/>
                    <a:pt x="56361" y="37731"/>
                  </a:cubicBezTo>
                  <a:cubicBezTo>
                    <a:pt x="51152" y="37731"/>
                    <a:pt x="46928" y="33508"/>
                    <a:pt x="46928" y="28298"/>
                  </a:cubicBezTo>
                  <a:lnTo>
                    <a:pt x="46928" y="9433"/>
                  </a:lnTo>
                  <a:close/>
                  <a:moveTo>
                    <a:pt x="110191" y="27871"/>
                  </a:moveTo>
                  <a:cubicBezTo>
                    <a:pt x="106508" y="24192"/>
                    <a:pt x="100542" y="24192"/>
                    <a:pt x="96859" y="27871"/>
                  </a:cubicBezTo>
                  <a:lnTo>
                    <a:pt x="83515" y="41202"/>
                  </a:lnTo>
                  <a:cubicBezTo>
                    <a:pt x="79766" y="44820"/>
                    <a:pt x="79660" y="50791"/>
                    <a:pt x="83277" y="54540"/>
                  </a:cubicBezTo>
                  <a:cubicBezTo>
                    <a:pt x="86894" y="58289"/>
                    <a:pt x="92866" y="58395"/>
                    <a:pt x="96615" y="54778"/>
                  </a:cubicBezTo>
                  <a:cubicBezTo>
                    <a:pt x="96693" y="54702"/>
                    <a:pt x="96771" y="54624"/>
                    <a:pt x="96847" y="54546"/>
                  </a:cubicBezTo>
                  <a:lnTo>
                    <a:pt x="110191" y="41215"/>
                  </a:lnTo>
                  <a:cubicBezTo>
                    <a:pt x="113870" y="37532"/>
                    <a:pt x="113870" y="31566"/>
                    <a:pt x="110191" y="27883"/>
                  </a:cubicBezTo>
                  <a:close/>
                  <a:moveTo>
                    <a:pt x="15863" y="27871"/>
                  </a:moveTo>
                  <a:cubicBezTo>
                    <a:pt x="12052" y="24319"/>
                    <a:pt x="6083" y="24530"/>
                    <a:pt x="2532" y="28341"/>
                  </a:cubicBezTo>
                  <a:cubicBezTo>
                    <a:pt x="-844" y="31964"/>
                    <a:pt x="-844" y="37580"/>
                    <a:pt x="2532" y="41202"/>
                  </a:cubicBezTo>
                  <a:lnTo>
                    <a:pt x="15863" y="54546"/>
                  </a:lnTo>
                  <a:cubicBezTo>
                    <a:pt x="19481" y="58296"/>
                    <a:pt x="25452" y="58401"/>
                    <a:pt x="29201" y="54784"/>
                  </a:cubicBezTo>
                  <a:cubicBezTo>
                    <a:pt x="32950" y="51167"/>
                    <a:pt x="33056" y="45196"/>
                    <a:pt x="29439" y="41447"/>
                  </a:cubicBezTo>
                  <a:cubicBezTo>
                    <a:pt x="29363" y="41368"/>
                    <a:pt x="29286" y="41291"/>
                    <a:pt x="29207" y="41215"/>
                  </a:cubicBezTo>
                  <a:lnTo>
                    <a:pt x="15876" y="27883"/>
                  </a:lnTo>
                  <a:close/>
                </a:path>
              </a:pathLst>
            </a:cu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a:ln w="3175">
                  <a:noFill/>
                </a:ln>
                <a:gradFill>
                  <a:gsLst>
                    <a:gs pos="77528">
                      <a:srgbClr val="000000"/>
                    </a:gs>
                    <a:gs pos="53933">
                      <a:srgbClr val="000000"/>
                    </a:gs>
                  </a:gsLst>
                  <a:path path="circle">
                    <a:fillToRect l="100000" b="100000"/>
                  </a:path>
                </a:gradFill>
                <a:effectLst/>
                <a:uLnTx/>
                <a:uFillTx/>
                <a:latin typeface="+mj-lt"/>
                <a:ea typeface="+mn-ea"/>
                <a:cs typeface="Segoe UI" pitchFamily="34" charset="0"/>
              </a:endParaRPr>
            </a:p>
          </p:txBody>
        </p:sp>
        <p:sp>
          <p:nvSpPr>
            <p:cNvPr id="179" name="Freeform: Shape 178">
              <a:extLst>
                <a:ext uri="{FF2B5EF4-FFF2-40B4-BE49-F238E27FC236}">
                  <a16:creationId xmlns:a16="http://schemas.microsoft.com/office/drawing/2014/main" id="{8C8ED01A-3886-8C9A-D78B-D1E22B3105DE}"/>
                </a:ext>
              </a:extLst>
            </p:cNvPr>
            <p:cNvSpPr/>
            <p:nvPr/>
          </p:nvSpPr>
          <p:spPr>
            <a:xfrm>
              <a:off x="1459052" y="5145818"/>
              <a:ext cx="268314" cy="370072"/>
            </a:xfrm>
            <a:custGeom>
              <a:avLst/>
              <a:gdLst>
                <a:gd name="connsiteX0" fmla="*/ 91183 w 182366"/>
                <a:gd name="connsiteY0" fmla="*/ 0 h 251527"/>
                <a:gd name="connsiteX1" fmla="*/ 182367 w 182366"/>
                <a:gd name="connsiteY1" fmla="*/ 91183 h 251527"/>
                <a:gd name="connsiteX2" fmla="*/ 148874 w 182366"/>
                <a:gd name="connsiteY2" fmla="*/ 163400 h 251527"/>
                <a:gd name="connsiteX3" fmla="*/ 146673 w 182366"/>
                <a:gd name="connsiteY3" fmla="*/ 166733 h 251527"/>
                <a:gd name="connsiteX4" fmla="*/ 146271 w 182366"/>
                <a:gd name="connsiteY4" fmla="*/ 168029 h 251527"/>
                <a:gd name="connsiteX5" fmla="*/ 132059 w 182366"/>
                <a:gd name="connsiteY5" fmla="*/ 229593 h 251527"/>
                <a:gd name="connsiteX6" fmla="*/ 106653 w 182366"/>
                <a:gd name="connsiteY6" fmla="*/ 251439 h 251527"/>
                <a:gd name="connsiteX7" fmla="*/ 104477 w 182366"/>
                <a:gd name="connsiteY7" fmla="*/ 251527 h 251527"/>
                <a:gd name="connsiteX8" fmla="*/ 77889 w 182366"/>
                <a:gd name="connsiteY8" fmla="*/ 251527 h 251527"/>
                <a:gd name="connsiteX9" fmla="*/ 50887 w 182366"/>
                <a:gd name="connsiteY9" fmla="*/ 231694 h 251527"/>
                <a:gd name="connsiteX10" fmla="*/ 50321 w 182366"/>
                <a:gd name="connsiteY10" fmla="*/ 229593 h 251527"/>
                <a:gd name="connsiteX11" fmla="*/ 36109 w 182366"/>
                <a:gd name="connsiteY11" fmla="*/ 168029 h 251527"/>
                <a:gd name="connsiteX12" fmla="*/ 33518 w 182366"/>
                <a:gd name="connsiteY12" fmla="*/ 163400 h 251527"/>
                <a:gd name="connsiteX13" fmla="*/ 75 w 182366"/>
                <a:gd name="connsiteY13" fmla="*/ 94931 h 251527"/>
                <a:gd name="connsiteX14" fmla="*/ 0 w 182366"/>
                <a:gd name="connsiteY14" fmla="*/ 91183 h 251527"/>
                <a:gd name="connsiteX15" fmla="*/ 50 w 182366"/>
                <a:gd name="connsiteY15" fmla="*/ 88165 h 251527"/>
                <a:gd name="connsiteX16" fmla="*/ 91183 w 182366"/>
                <a:gd name="connsiteY16" fmla="*/ 13 h 251527"/>
                <a:gd name="connsiteX17" fmla="*/ 117784 w 182366"/>
                <a:gd name="connsiteY17" fmla="*/ 207495 h 251527"/>
                <a:gd name="connsiteX18" fmla="*/ 64570 w 182366"/>
                <a:gd name="connsiteY18" fmla="*/ 207495 h 251527"/>
                <a:gd name="connsiteX19" fmla="*/ 68708 w 182366"/>
                <a:gd name="connsiteY19" fmla="*/ 225355 h 251527"/>
                <a:gd name="connsiteX20" fmla="*/ 76594 w 182366"/>
                <a:gd name="connsiteY20" fmla="*/ 232561 h 251527"/>
                <a:gd name="connsiteX21" fmla="*/ 77889 w 182366"/>
                <a:gd name="connsiteY21" fmla="*/ 232662 h 251527"/>
                <a:gd name="connsiteX22" fmla="*/ 104477 w 182366"/>
                <a:gd name="connsiteY22" fmla="*/ 232662 h 251527"/>
                <a:gd name="connsiteX23" fmla="*/ 113281 w 182366"/>
                <a:gd name="connsiteY23" fmla="*/ 226587 h 251527"/>
                <a:gd name="connsiteX24" fmla="*/ 113658 w 182366"/>
                <a:gd name="connsiteY24" fmla="*/ 225342 h 251527"/>
                <a:gd name="connsiteX25" fmla="*/ 117784 w 182366"/>
                <a:gd name="connsiteY25" fmla="*/ 207495 h 251527"/>
                <a:gd name="connsiteX26" fmla="*/ 91183 w 182366"/>
                <a:gd name="connsiteY26" fmla="*/ 18866 h 251527"/>
                <a:gd name="connsiteX27" fmla="*/ 18916 w 182366"/>
                <a:gd name="connsiteY27" fmla="*/ 88416 h 251527"/>
                <a:gd name="connsiteX28" fmla="*/ 18866 w 182366"/>
                <a:gd name="connsiteY28" fmla="*/ 91183 h 251527"/>
                <a:gd name="connsiteX29" fmla="*/ 18954 w 182366"/>
                <a:gd name="connsiteY29" fmla="*/ 94667 h 251527"/>
                <a:gd name="connsiteX30" fmla="*/ 46698 w 182366"/>
                <a:gd name="connsiteY30" fmla="*/ 149905 h 251527"/>
                <a:gd name="connsiteX31" fmla="*/ 53880 w 182366"/>
                <a:gd name="connsiteY31" fmla="*/ 161552 h 251527"/>
                <a:gd name="connsiteX32" fmla="*/ 54496 w 182366"/>
                <a:gd name="connsiteY32" fmla="*/ 163790 h 251527"/>
                <a:gd name="connsiteX33" fmla="*/ 60219 w 182366"/>
                <a:gd name="connsiteY33" fmla="*/ 188630 h 251527"/>
                <a:gd name="connsiteX34" fmla="*/ 81751 w 182366"/>
                <a:gd name="connsiteY34" fmla="*/ 188630 h 251527"/>
                <a:gd name="connsiteX35" fmla="*/ 81751 w 182366"/>
                <a:gd name="connsiteY35" fmla="*/ 110036 h 251527"/>
                <a:gd name="connsiteX36" fmla="*/ 91183 w 182366"/>
                <a:gd name="connsiteY36" fmla="*/ 100603 h 251527"/>
                <a:gd name="connsiteX37" fmla="*/ 100616 w 182366"/>
                <a:gd name="connsiteY37" fmla="*/ 110036 h 251527"/>
                <a:gd name="connsiteX38" fmla="*/ 100616 w 182366"/>
                <a:gd name="connsiteY38" fmla="*/ 188642 h 251527"/>
                <a:gd name="connsiteX39" fmla="*/ 122135 w 182366"/>
                <a:gd name="connsiteY39" fmla="*/ 188642 h 251527"/>
                <a:gd name="connsiteX40" fmla="*/ 127896 w 182366"/>
                <a:gd name="connsiteY40" fmla="*/ 163790 h 251527"/>
                <a:gd name="connsiteX41" fmla="*/ 134096 w 182366"/>
                <a:gd name="connsiteY41" fmla="*/ 151591 h 251527"/>
                <a:gd name="connsiteX42" fmla="*/ 135693 w 182366"/>
                <a:gd name="connsiteY42" fmla="*/ 149918 h 251527"/>
                <a:gd name="connsiteX43" fmla="*/ 163413 w 182366"/>
                <a:gd name="connsiteY43" fmla="*/ 94680 h 251527"/>
                <a:gd name="connsiteX44" fmla="*/ 163501 w 182366"/>
                <a:gd name="connsiteY44" fmla="*/ 91196 h 251527"/>
                <a:gd name="connsiteX45" fmla="*/ 163451 w 182366"/>
                <a:gd name="connsiteY45" fmla="*/ 88429 h 251527"/>
                <a:gd name="connsiteX46" fmla="*/ 91183 w 182366"/>
                <a:gd name="connsiteY46" fmla="*/ 18853 h 251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82366" h="251527">
                  <a:moveTo>
                    <a:pt x="91183" y="0"/>
                  </a:moveTo>
                  <a:cubicBezTo>
                    <a:pt x="141543" y="0"/>
                    <a:pt x="182367" y="40824"/>
                    <a:pt x="182367" y="91183"/>
                  </a:cubicBezTo>
                  <a:cubicBezTo>
                    <a:pt x="182367" y="117545"/>
                    <a:pt x="171047" y="141743"/>
                    <a:pt x="148874" y="163400"/>
                  </a:cubicBezTo>
                  <a:cubicBezTo>
                    <a:pt x="147911" y="164341"/>
                    <a:pt x="147160" y="165478"/>
                    <a:pt x="146673" y="166733"/>
                  </a:cubicBezTo>
                  <a:lnTo>
                    <a:pt x="146271" y="168029"/>
                  </a:lnTo>
                  <a:lnTo>
                    <a:pt x="132059" y="229593"/>
                  </a:lnTo>
                  <a:cubicBezTo>
                    <a:pt x="129275" y="241644"/>
                    <a:pt x="118986" y="250492"/>
                    <a:pt x="106653" y="251439"/>
                  </a:cubicBezTo>
                  <a:lnTo>
                    <a:pt x="104477" y="251527"/>
                  </a:lnTo>
                  <a:lnTo>
                    <a:pt x="77889" y="251527"/>
                  </a:lnTo>
                  <a:cubicBezTo>
                    <a:pt x="65521" y="251527"/>
                    <a:pt x="54586" y="243496"/>
                    <a:pt x="50887" y="231694"/>
                  </a:cubicBezTo>
                  <a:lnTo>
                    <a:pt x="50321" y="229593"/>
                  </a:lnTo>
                  <a:lnTo>
                    <a:pt x="36109" y="168029"/>
                  </a:lnTo>
                  <a:cubicBezTo>
                    <a:pt x="35705" y="166270"/>
                    <a:pt x="34806" y="164663"/>
                    <a:pt x="33518" y="163400"/>
                  </a:cubicBezTo>
                  <a:cubicBezTo>
                    <a:pt x="12388" y="142774"/>
                    <a:pt x="1107" y="119846"/>
                    <a:pt x="75" y="94931"/>
                  </a:cubicBezTo>
                  <a:lnTo>
                    <a:pt x="0" y="91183"/>
                  </a:lnTo>
                  <a:lnTo>
                    <a:pt x="50" y="88165"/>
                  </a:lnTo>
                  <a:cubicBezTo>
                    <a:pt x="1685" y="39013"/>
                    <a:pt x="42004" y="13"/>
                    <a:pt x="91183" y="13"/>
                  </a:cubicBezTo>
                  <a:close/>
                  <a:moveTo>
                    <a:pt x="117784" y="207495"/>
                  </a:moveTo>
                  <a:lnTo>
                    <a:pt x="64570" y="207495"/>
                  </a:lnTo>
                  <a:lnTo>
                    <a:pt x="68708" y="225355"/>
                  </a:lnTo>
                  <a:cubicBezTo>
                    <a:pt x="69592" y="229157"/>
                    <a:pt x="72728" y="232023"/>
                    <a:pt x="76594" y="232561"/>
                  </a:cubicBezTo>
                  <a:lnTo>
                    <a:pt x="77889" y="232662"/>
                  </a:lnTo>
                  <a:lnTo>
                    <a:pt x="104477" y="232662"/>
                  </a:lnTo>
                  <a:cubicBezTo>
                    <a:pt x="108387" y="232657"/>
                    <a:pt x="111889" y="230241"/>
                    <a:pt x="113281" y="226587"/>
                  </a:cubicBezTo>
                  <a:lnTo>
                    <a:pt x="113658" y="225342"/>
                  </a:lnTo>
                  <a:lnTo>
                    <a:pt x="117784" y="207495"/>
                  </a:lnTo>
                  <a:close/>
                  <a:moveTo>
                    <a:pt x="91183" y="18866"/>
                  </a:moveTo>
                  <a:cubicBezTo>
                    <a:pt x="52319" y="18864"/>
                    <a:pt x="20403" y="49580"/>
                    <a:pt x="18916" y="88416"/>
                  </a:cubicBezTo>
                  <a:lnTo>
                    <a:pt x="18866" y="91183"/>
                  </a:lnTo>
                  <a:lnTo>
                    <a:pt x="18954" y="94667"/>
                  </a:lnTo>
                  <a:cubicBezTo>
                    <a:pt x="19909" y="114325"/>
                    <a:pt x="29015" y="132650"/>
                    <a:pt x="46698" y="149905"/>
                  </a:cubicBezTo>
                  <a:cubicBezTo>
                    <a:pt x="50019" y="153150"/>
                    <a:pt x="52484" y="157150"/>
                    <a:pt x="53880" y="161552"/>
                  </a:cubicBezTo>
                  <a:lnTo>
                    <a:pt x="54496" y="163790"/>
                  </a:lnTo>
                  <a:lnTo>
                    <a:pt x="60219" y="188630"/>
                  </a:lnTo>
                  <a:lnTo>
                    <a:pt x="81751" y="188630"/>
                  </a:lnTo>
                  <a:lnTo>
                    <a:pt x="81751" y="110036"/>
                  </a:lnTo>
                  <a:cubicBezTo>
                    <a:pt x="81751" y="104827"/>
                    <a:pt x="85974" y="100603"/>
                    <a:pt x="91183" y="100603"/>
                  </a:cubicBezTo>
                  <a:cubicBezTo>
                    <a:pt x="96393" y="100603"/>
                    <a:pt x="100616" y="104827"/>
                    <a:pt x="100616" y="110036"/>
                  </a:cubicBezTo>
                  <a:lnTo>
                    <a:pt x="100616" y="188642"/>
                  </a:lnTo>
                  <a:lnTo>
                    <a:pt x="122135" y="188642"/>
                  </a:lnTo>
                  <a:lnTo>
                    <a:pt x="127896" y="163790"/>
                  </a:lnTo>
                  <a:cubicBezTo>
                    <a:pt x="128933" y="159278"/>
                    <a:pt x="131062" y="155088"/>
                    <a:pt x="134096" y="151591"/>
                  </a:cubicBezTo>
                  <a:lnTo>
                    <a:pt x="135693" y="149918"/>
                  </a:lnTo>
                  <a:cubicBezTo>
                    <a:pt x="153351" y="132650"/>
                    <a:pt x="162457" y="114350"/>
                    <a:pt x="163413" y="94680"/>
                  </a:cubicBezTo>
                  <a:lnTo>
                    <a:pt x="163501" y="91196"/>
                  </a:lnTo>
                  <a:lnTo>
                    <a:pt x="163451" y="88429"/>
                  </a:lnTo>
                  <a:cubicBezTo>
                    <a:pt x="161977" y="49583"/>
                    <a:pt x="130058" y="18852"/>
                    <a:pt x="91183" y="18853"/>
                  </a:cubicBezTo>
                  <a:close/>
                </a:path>
              </a:pathLst>
            </a:cu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a:ln w="3175">
                  <a:noFill/>
                </a:ln>
                <a:gradFill>
                  <a:gsLst>
                    <a:gs pos="77528">
                      <a:srgbClr val="000000"/>
                    </a:gs>
                    <a:gs pos="53933">
                      <a:srgbClr val="000000"/>
                    </a:gs>
                  </a:gsLst>
                  <a:path path="circle">
                    <a:fillToRect l="100000" b="100000"/>
                  </a:path>
                </a:gradFill>
                <a:effectLst/>
                <a:uLnTx/>
                <a:uFillTx/>
                <a:latin typeface="+mj-lt"/>
                <a:ea typeface="+mn-ea"/>
                <a:cs typeface="Segoe UI" pitchFamily="34" charset="0"/>
              </a:endParaRPr>
            </a:p>
          </p:txBody>
        </p:sp>
      </p:grpSp>
      <p:sp>
        <p:nvSpPr>
          <p:cNvPr id="180" name="Graphic 39">
            <a:extLst>
              <a:ext uri="{FF2B5EF4-FFF2-40B4-BE49-F238E27FC236}">
                <a16:creationId xmlns:a16="http://schemas.microsoft.com/office/drawing/2014/main" id="{CF8BDA80-B0E6-CDAE-A360-379A0CA9C080}"/>
              </a:ext>
              <a:ext uri="{C183D7F6-B498-43B3-948B-1728B52AA6E4}">
                <adec:decorative xmlns:adec="http://schemas.microsoft.com/office/drawing/2017/decorative" val="1"/>
              </a:ext>
            </a:extLst>
          </p:cNvPr>
          <p:cNvSpPr>
            <a:spLocks/>
          </p:cNvSpPr>
          <p:nvPr/>
        </p:nvSpPr>
        <p:spPr>
          <a:xfrm>
            <a:off x="3747461" y="4951024"/>
            <a:ext cx="306990" cy="341088"/>
          </a:xfrm>
          <a:custGeom>
            <a:avLst/>
            <a:gdLst>
              <a:gd name="connsiteX0" fmla="*/ 223930 w 251999"/>
              <a:gd name="connsiteY0" fmla="*/ 29344 h 279991"/>
              <a:gd name="connsiteX1" fmla="*/ 192502 w 251999"/>
              <a:gd name="connsiteY1" fmla="*/ 0 h 279991"/>
              <a:gd name="connsiteX2" fmla="*/ 31501 w 251999"/>
              <a:gd name="connsiteY2" fmla="*/ 0 h 279991"/>
              <a:gd name="connsiteX3" fmla="*/ 29344 w 251999"/>
              <a:gd name="connsiteY3" fmla="*/ 73 h 279991"/>
              <a:gd name="connsiteX4" fmla="*/ 0 w 251999"/>
              <a:gd name="connsiteY4" fmla="*/ 31501 h 279991"/>
              <a:gd name="connsiteX5" fmla="*/ 0 w 251999"/>
              <a:gd name="connsiteY5" fmla="*/ 248477 h 279991"/>
              <a:gd name="connsiteX6" fmla="*/ 73 w 251999"/>
              <a:gd name="connsiteY6" fmla="*/ 250634 h 279991"/>
              <a:gd name="connsiteX7" fmla="*/ 31501 w 251999"/>
              <a:gd name="connsiteY7" fmla="*/ 279977 h 279991"/>
              <a:gd name="connsiteX8" fmla="*/ 137447 w 251999"/>
              <a:gd name="connsiteY8" fmla="*/ 279977 h 279991"/>
              <a:gd name="connsiteX9" fmla="*/ 116465 w 251999"/>
              <a:gd name="connsiteY9" fmla="*/ 258977 h 279991"/>
              <a:gd name="connsiteX10" fmla="*/ 31501 w 251999"/>
              <a:gd name="connsiteY10" fmla="*/ 258977 h 279991"/>
              <a:gd name="connsiteX11" fmla="*/ 30076 w 251999"/>
              <a:gd name="connsiteY11" fmla="*/ 258882 h 279991"/>
              <a:gd name="connsiteX12" fmla="*/ 21000 w 251999"/>
              <a:gd name="connsiteY12" fmla="*/ 248477 h 279991"/>
              <a:gd name="connsiteX13" fmla="*/ 21000 w 251999"/>
              <a:gd name="connsiteY13" fmla="*/ 31501 h 279991"/>
              <a:gd name="connsiteX14" fmla="*/ 21096 w 251999"/>
              <a:gd name="connsiteY14" fmla="*/ 30076 h 279991"/>
              <a:gd name="connsiteX15" fmla="*/ 31501 w 251999"/>
              <a:gd name="connsiteY15" fmla="*/ 21000 h 279991"/>
              <a:gd name="connsiteX16" fmla="*/ 192502 w 251999"/>
              <a:gd name="connsiteY16" fmla="*/ 21000 h 279991"/>
              <a:gd name="connsiteX17" fmla="*/ 193926 w 251999"/>
              <a:gd name="connsiteY17" fmla="*/ 21096 h 279991"/>
              <a:gd name="connsiteX18" fmla="*/ 203002 w 251999"/>
              <a:gd name="connsiteY18" fmla="*/ 31501 h 279991"/>
              <a:gd name="connsiteX19" fmla="*/ 203002 w 251999"/>
              <a:gd name="connsiteY19" fmla="*/ 193439 h 279991"/>
              <a:gd name="connsiteX20" fmla="*/ 219226 w 251999"/>
              <a:gd name="connsiteY20" fmla="*/ 177215 h 279991"/>
              <a:gd name="connsiteX21" fmla="*/ 224003 w 251999"/>
              <a:gd name="connsiteY21" fmla="*/ 173288 h 279991"/>
              <a:gd name="connsiteX22" fmla="*/ 224003 w 251999"/>
              <a:gd name="connsiteY22" fmla="*/ 31501 h 279991"/>
              <a:gd name="connsiteX23" fmla="*/ 223930 w 251999"/>
              <a:gd name="connsiteY23" fmla="*/ 29344 h 279991"/>
              <a:gd name="connsiteX24" fmla="*/ 172029 w 251999"/>
              <a:gd name="connsiteY24" fmla="*/ 279977 h 279991"/>
              <a:gd name="connsiteX25" fmla="*/ 171496 w 251999"/>
              <a:gd name="connsiteY25" fmla="*/ 279991 h 279991"/>
              <a:gd name="connsiteX26" fmla="*/ 170968 w 251999"/>
              <a:gd name="connsiteY26" fmla="*/ 279977 h 279991"/>
              <a:gd name="connsiteX27" fmla="*/ 164070 w 251999"/>
              <a:gd name="connsiteY27" fmla="*/ 276913 h 279991"/>
              <a:gd name="connsiteX28" fmla="*/ 129074 w 251999"/>
              <a:gd name="connsiteY28" fmla="*/ 241887 h 279991"/>
              <a:gd name="connsiteX29" fmla="*/ 129081 w 251999"/>
              <a:gd name="connsiteY29" fmla="*/ 227037 h 279991"/>
              <a:gd name="connsiteX30" fmla="*/ 143931 w 251999"/>
              <a:gd name="connsiteY30" fmla="*/ 227044 h 279991"/>
              <a:gd name="connsiteX31" fmla="*/ 171502 w 251999"/>
              <a:gd name="connsiteY31" fmla="*/ 254638 h 279991"/>
              <a:gd name="connsiteX32" fmla="*/ 234076 w 251999"/>
              <a:gd name="connsiteY32" fmla="*/ 192066 h 279991"/>
              <a:gd name="connsiteX33" fmla="*/ 248924 w 251999"/>
              <a:gd name="connsiteY33" fmla="*/ 192066 h 279991"/>
              <a:gd name="connsiteX34" fmla="*/ 248924 w 251999"/>
              <a:gd name="connsiteY34" fmla="*/ 206914 h 279991"/>
              <a:gd name="connsiteX35" fmla="*/ 178923 w 251999"/>
              <a:gd name="connsiteY35" fmla="*/ 276915 h 279991"/>
              <a:gd name="connsiteX36" fmla="*/ 172029 w 251999"/>
              <a:gd name="connsiteY36" fmla="*/ 279977 h 279991"/>
              <a:gd name="connsiteX37" fmla="*/ 137781 w 251999"/>
              <a:gd name="connsiteY37" fmla="*/ 202990 h 279991"/>
              <a:gd name="connsiteX38" fmla="*/ 135224 w 251999"/>
              <a:gd name="connsiteY38" fmla="*/ 202990 h 279991"/>
              <a:gd name="connsiteX39" fmla="*/ 101447 w 251999"/>
              <a:gd name="connsiteY39" fmla="*/ 202990 h 279991"/>
              <a:gd name="connsiteX40" fmla="*/ 90947 w 251999"/>
              <a:gd name="connsiteY40" fmla="*/ 192490 h 279991"/>
              <a:gd name="connsiteX41" fmla="*/ 101447 w 251999"/>
              <a:gd name="connsiteY41" fmla="*/ 181990 h 279991"/>
              <a:gd name="connsiteX42" fmla="*/ 171502 w 251999"/>
              <a:gd name="connsiteY42" fmla="*/ 181990 h 279991"/>
              <a:gd name="connsiteX43" fmla="*/ 182002 w 251999"/>
              <a:gd name="connsiteY43" fmla="*/ 192490 h 279991"/>
              <a:gd name="connsiteX44" fmla="*/ 171502 w 251999"/>
              <a:gd name="connsiteY44" fmla="*/ 202990 h 279991"/>
              <a:gd name="connsiteX45" fmla="*/ 137781 w 251999"/>
              <a:gd name="connsiteY45" fmla="*/ 202990 h 279991"/>
              <a:gd name="connsiteX46" fmla="*/ 70001 w 251999"/>
              <a:gd name="connsiteY46" fmla="*/ 80510 h 279991"/>
              <a:gd name="connsiteX47" fmla="*/ 56001 w 251999"/>
              <a:gd name="connsiteY47" fmla="*/ 94511 h 279991"/>
              <a:gd name="connsiteX48" fmla="*/ 42001 w 251999"/>
              <a:gd name="connsiteY48" fmla="*/ 80510 h 279991"/>
              <a:gd name="connsiteX49" fmla="*/ 56001 w 251999"/>
              <a:gd name="connsiteY49" fmla="*/ 66510 h 279991"/>
              <a:gd name="connsiteX50" fmla="*/ 70001 w 251999"/>
              <a:gd name="connsiteY50" fmla="*/ 80510 h 279991"/>
              <a:gd name="connsiteX51" fmla="*/ 90947 w 251999"/>
              <a:gd name="connsiteY51" fmla="*/ 80488 h 279991"/>
              <a:gd name="connsiteX52" fmla="*/ 101447 w 251999"/>
              <a:gd name="connsiteY52" fmla="*/ 69988 h 279991"/>
              <a:gd name="connsiteX53" fmla="*/ 171502 w 251999"/>
              <a:gd name="connsiteY53" fmla="*/ 69988 h 279991"/>
              <a:gd name="connsiteX54" fmla="*/ 182002 w 251999"/>
              <a:gd name="connsiteY54" fmla="*/ 80488 h 279991"/>
              <a:gd name="connsiteX55" fmla="*/ 171502 w 251999"/>
              <a:gd name="connsiteY55" fmla="*/ 90988 h 279991"/>
              <a:gd name="connsiteX56" fmla="*/ 101447 w 251999"/>
              <a:gd name="connsiteY56" fmla="*/ 90988 h 279991"/>
              <a:gd name="connsiteX57" fmla="*/ 90947 w 251999"/>
              <a:gd name="connsiteY57" fmla="*/ 80488 h 279991"/>
              <a:gd name="connsiteX58" fmla="*/ 101447 w 251999"/>
              <a:gd name="connsiteY58" fmla="*/ 125989 h 279991"/>
              <a:gd name="connsiteX59" fmla="*/ 90947 w 251999"/>
              <a:gd name="connsiteY59" fmla="*/ 136489 h 279991"/>
              <a:gd name="connsiteX60" fmla="*/ 101447 w 251999"/>
              <a:gd name="connsiteY60" fmla="*/ 146989 h 279991"/>
              <a:gd name="connsiteX61" fmla="*/ 171502 w 251999"/>
              <a:gd name="connsiteY61" fmla="*/ 146989 h 279991"/>
              <a:gd name="connsiteX62" fmla="*/ 182002 w 251999"/>
              <a:gd name="connsiteY62" fmla="*/ 136489 h 279991"/>
              <a:gd name="connsiteX63" fmla="*/ 171502 w 251999"/>
              <a:gd name="connsiteY63" fmla="*/ 125989 h 279991"/>
              <a:gd name="connsiteX64" fmla="*/ 101447 w 251999"/>
              <a:gd name="connsiteY64" fmla="*/ 125989 h 279991"/>
              <a:gd name="connsiteX65" fmla="*/ 56001 w 251999"/>
              <a:gd name="connsiteY65" fmla="*/ 150489 h 279991"/>
              <a:gd name="connsiteX66" fmla="*/ 70001 w 251999"/>
              <a:gd name="connsiteY66" fmla="*/ 136489 h 279991"/>
              <a:gd name="connsiteX67" fmla="*/ 56001 w 251999"/>
              <a:gd name="connsiteY67" fmla="*/ 122488 h 279991"/>
              <a:gd name="connsiteX68" fmla="*/ 42001 w 251999"/>
              <a:gd name="connsiteY68" fmla="*/ 136489 h 279991"/>
              <a:gd name="connsiteX69" fmla="*/ 56001 w 251999"/>
              <a:gd name="connsiteY69" fmla="*/ 150489 h 279991"/>
              <a:gd name="connsiteX70" fmla="*/ 70001 w 251999"/>
              <a:gd name="connsiteY70" fmla="*/ 192462 h 279991"/>
              <a:gd name="connsiteX71" fmla="*/ 56001 w 251999"/>
              <a:gd name="connsiteY71" fmla="*/ 206462 h 279991"/>
              <a:gd name="connsiteX72" fmla="*/ 42001 w 251999"/>
              <a:gd name="connsiteY72" fmla="*/ 192462 h 279991"/>
              <a:gd name="connsiteX73" fmla="*/ 56001 w 251999"/>
              <a:gd name="connsiteY73" fmla="*/ 178461 h 279991"/>
              <a:gd name="connsiteX74" fmla="*/ 70001 w 251999"/>
              <a:gd name="connsiteY74" fmla="*/ 192462 h 27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51999" h="279991">
                <a:moveTo>
                  <a:pt x="223930" y="29344"/>
                </a:moveTo>
                <a:cubicBezTo>
                  <a:pt x="222821" y="12952"/>
                  <a:pt x="209174" y="0"/>
                  <a:pt x="192502" y="0"/>
                </a:cubicBezTo>
                <a:lnTo>
                  <a:pt x="31501" y="0"/>
                </a:lnTo>
                <a:lnTo>
                  <a:pt x="29344" y="73"/>
                </a:lnTo>
                <a:cubicBezTo>
                  <a:pt x="12952" y="1181"/>
                  <a:pt x="0" y="14828"/>
                  <a:pt x="0" y="31501"/>
                </a:cubicBezTo>
                <a:lnTo>
                  <a:pt x="0" y="248477"/>
                </a:lnTo>
                <a:lnTo>
                  <a:pt x="73" y="250634"/>
                </a:lnTo>
                <a:cubicBezTo>
                  <a:pt x="1181" y="267026"/>
                  <a:pt x="14828" y="279977"/>
                  <a:pt x="31501" y="279977"/>
                </a:cubicBezTo>
                <a:lnTo>
                  <a:pt x="137447" y="279977"/>
                </a:lnTo>
                <a:lnTo>
                  <a:pt x="116465" y="258977"/>
                </a:lnTo>
                <a:lnTo>
                  <a:pt x="31501" y="258977"/>
                </a:lnTo>
                <a:lnTo>
                  <a:pt x="30076" y="258882"/>
                </a:lnTo>
                <a:cubicBezTo>
                  <a:pt x="24951" y="258186"/>
                  <a:pt x="21000" y="253793"/>
                  <a:pt x="21000" y="248477"/>
                </a:cubicBezTo>
                <a:lnTo>
                  <a:pt x="21000" y="31501"/>
                </a:lnTo>
                <a:lnTo>
                  <a:pt x="21096" y="30076"/>
                </a:lnTo>
                <a:cubicBezTo>
                  <a:pt x="21792" y="24951"/>
                  <a:pt x="26185" y="21000"/>
                  <a:pt x="31501" y="21000"/>
                </a:cubicBezTo>
                <a:lnTo>
                  <a:pt x="192502" y="21000"/>
                </a:lnTo>
                <a:lnTo>
                  <a:pt x="193926" y="21096"/>
                </a:lnTo>
                <a:cubicBezTo>
                  <a:pt x="199051" y="21792"/>
                  <a:pt x="203002" y="26185"/>
                  <a:pt x="203002" y="31501"/>
                </a:cubicBezTo>
                <a:lnTo>
                  <a:pt x="203002" y="193439"/>
                </a:lnTo>
                <a:lnTo>
                  <a:pt x="219226" y="177215"/>
                </a:lnTo>
                <a:cubicBezTo>
                  <a:pt x="220715" y="175726"/>
                  <a:pt x="222316" y="174417"/>
                  <a:pt x="224003" y="173288"/>
                </a:cubicBezTo>
                <a:lnTo>
                  <a:pt x="224003" y="31501"/>
                </a:lnTo>
                <a:lnTo>
                  <a:pt x="223930" y="29344"/>
                </a:lnTo>
                <a:close/>
                <a:moveTo>
                  <a:pt x="172029" y="279977"/>
                </a:moveTo>
                <a:cubicBezTo>
                  <a:pt x="171852" y="279987"/>
                  <a:pt x="171674" y="279991"/>
                  <a:pt x="171496" y="279991"/>
                </a:cubicBezTo>
                <a:cubicBezTo>
                  <a:pt x="171320" y="279991"/>
                  <a:pt x="171143" y="279987"/>
                  <a:pt x="170968" y="279977"/>
                </a:cubicBezTo>
                <a:cubicBezTo>
                  <a:pt x="168375" y="279847"/>
                  <a:pt x="165914" y="278758"/>
                  <a:pt x="164070" y="276913"/>
                </a:cubicBezTo>
                <a:lnTo>
                  <a:pt x="129074" y="241887"/>
                </a:lnTo>
                <a:cubicBezTo>
                  <a:pt x="124976" y="237785"/>
                  <a:pt x="124979" y="231136"/>
                  <a:pt x="129081" y="227037"/>
                </a:cubicBezTo>
                <a:cubicBezTo>
                  <a:pt x="133183" y="222937"/>
                  <a:pt x="139832" y="222940"/>
                  <a:pt x="143931" y="227044"/>
                </a:cubicBezTo>
                <a:lnTo>
                  <a:pt x="171502" y="254638"/>
                </a:lnTo>
                <a:lnTo>
                  <a:pt x="234076" y="192066"/>
                </a:lnTo>
                <a:cubicBezTo>
                  <a:pt x="238175" y="187965"/>
                  <a:pt x="244824" y="187965"/>
                  <a:pt x="248924" y="192066"/>
                </a:cubicBezTo>
                <a:cubicBezTo>
                  <a:pt x="253025" y="196166"/>
                  <a:pt x="253025" y="202814"/>
                  <a:pt x="248924" y="206914"/>
                </a:cubicBezTo>
                <a:lnTo>
                  <a:pt x="178923" y="276915"/>
                </a:lnTo>
                <a:cubicBezTo>
                  <a:pt x="177079" y="278759"/>
                  <a:pt x="174621" y="279847"/>
                  <a:pt x="172029" y="279977"/>
                </a:cubicBezTo>
                <a:close/>
                <a:moveTo>
                  <a:pt x="137781" y="202990"/>
                </a:moveTo>
                <a:cubicBezTo>
                  <a:pt x="136929" y="202956"/>
                  <a:pt x="136075" y="202956"/>
                  <a:pt x="135224" y="202990"/>
                </a:cubicBezTo>
                <a:lnTo>
                  <a:pt x="101447" y="202990"/>
                </a:lnTo>
                <a:cubicBezTo>
                  <a:pt x="95648" y="202990"/>
                  <a:pt x="90947" y="198289"/>
                  <a:pt x="90947" y="192490"/>
                </a:cubicBezTo>
                <a:cubicBezTo>
                  <a:pt x="90947" y="186691"/>
                  <a:pt x="95648" y="181990"/>
                  <a:pt x="101447" y="181990"/>
                </a:cubicBezTo>
                <a:lnTo>
                  <a:pt x="171502" y="181990"/>
                </a:lnTo>
                <a:cubicBezTo>
                  <a:pt x="177302" y="181990"/>
                  <a:pt x="182002" y="186691"/>
                  <a:pt x="182002" y="192490"/>
                </a:cubicBezTo>
                <a:cubicBezTo>
                  <a:pt x="182002" y="198289"/>
                  <a:pt x="177302" y="202990"/>
                  <a:pt x="171502" y="202990"/>
                </a:cubicBezTo>
                <a:lnTo>
                  <a:pt x="137781" y="202990"/>
                </a:lnTo>
                <a:close/>
                <a:moveTo>
                  <a:pt x="70001" y="80510"/>
                </a:moveTo>
                <a:cubicBezTo>
                  <a:pt x="70001" y="88242"/>
                  <a:pt x="63733" y="94511"/>
                  <a:pt x="56001" y="94511"/>
                </a:cubicBezTo>
                <a:cubicBezTo>
                  <a:pt x="48269" y="94511"/>
                  <a:pt x="42001" y="88242"/>
                  <a:pt x="42001" y="80510"/>
                </a:cubicBezTo>
                <a:cubicBezTo>
                  <a:pt x="42001" y="72778"/>
                  <a:pt x="48269" y="66510"/>
                  <a:pt x="56001" y="66510"/>
                </a:cubicBezTo>
                <a:cubicBezTo>
                  <a:pt x="63733" y="66510"/>
                  <a:pt x="70001" y="72778"/>
                  <a:pt x="70001" y="80510"/>
                </a:cubicBezTo>
                <a:close/>
                <a:moveTo>
                  <a:pt x="90947" y="80488"/>
                </a:moveTo>
                <a:cubicBezTo>
                  <a:pt x="90947" y="74689"/>
                  <a:pt x="95648" y="69988"/>
                  <a:pt x="101447" y="69988"/>
                </a:cubicBezTo>
                <a:lnTo>
                  <a:pt x="171502" y="69988"/>
                </a:lnTo>
                <a:cubicBezTo>
                  <a:pt x="177302" y="69988"/>
                  <a:pt x="182002" y="74689"/>
                  <a:pt x="182002" y="80488"/>
                </a:cubicBezTo>
                <a:cubicBezTo>
                  <a:pt x="182002" y="86287"/>
                  <a:pt x="177302" y="90988"/>
                  <a:pt x="171502" y="90988"/>
                </a:cubicBezTo>
                <a:lnTo>
                  <a:pt x="101447" y="90988"/>
                </a:lnTo>
                <a:cubicBezTo>
                  <a:pt x="95648" y="90988"/>
                  <a:pt x="90947" y="86287"/>
                  <a:pt x="90947" y="80488"/>
                </a:cubicBezTo>
                <a:close/>
                <a:moveTo>
                  <a:pt x="101447" y="125989"/>
                </a:moveTo>
                <a:cubicBezTo>
                  <a:pt x="95648" y="125989"/>
                  <a:pt x="90947" y="130690"/>
                  <a:pt x="90947" y="136489"/>
                </a:cubicBezTo>
                <a:cubicBezTo>
                  <a:pt x="90947" y="142288"/>
                  <a:pt x="95648" y="146989"/>
                  <a:pt x="101447" y="146989"/>
                </a:cubicBezTo>
                <a:lnTo>
                  <a:pt x="171502" y="146989"/>
                </a:lnTo>
                <a:cubicBezTo>
                  <a:pt x="177302" y="146989"/>
                  <a:pt x="182002" y="142288"/>
                  <a:pt x="182002" y="136489"/>
                </a:cubicBezTo>
                <a:cubicBezTo>
                  <a:pt x="182002" y="130690"/>
                  <a:pt x="177302" y="125989"/>
                  <a:pt x="171502" y="125989"/>
                </a:cubicBezTo>
                <a:lnTo>
                  <a:pt x="101447" y="125989"/>
                </a:lnTo>
                <a:close/>
                <a:moveTo>
                  <a:pt x="56001" y="150489"/>
                </a:moveTo>
                <a:cubicBezTo>
                  <a:pt x="63733" y="150489"/>
                  <a:pt x="70001" y="144221"/>
                  <a:pt x="70001" y="136489"/>
                </a:cubicBezTo>
                <a:cubicBezTo>
                  <a:pt x="70001" y="128756"/>
                  <a:pt x="63733" y="122488"/>
                  <a:pt x="56001" y="122488"/>
                </a:cubicBezTo>
                <a:cubicBezTo>
                  <a:pt x="48269" y="122488"/>
                  <a:pt x="42001" y="128756"/>
                  <a:pt x="42001" y="136489"/>
                </a:cubicBezTo>
                <a:cubicBezTo>
                  <a:pt x="42001" y="144221"/>
                  <a:pt x="48269" y="150489"/>
                  <a:pt x="56001" y="150489"/>
                </a:cubicBezTo>
                <a:close/>
                <a:moveTo>
                  <a:pt x="70001" y="192462"/>
                </a:moveTo>
                <a:cubicBezTo>
                  <a:pt x="70001" y="200194"/>
                  <a:pt x="63733" y="206462"/>
                  <a:pt x="56001" y="206462"/>
                </a:cubicBezTo>
                <a:cubicBezTo>
                  <a:pt x="48269" y="206462"/>
                  <a:pt x="42001" y="200194"/>
                  <a:pt x="42001" y="192462"/>
                </a:cubicBezTo>
                <a:cubicBezTo>
                  <a:pt x="42001" y="184729"/>
                  <a:pt x="48269" y="178461"/>
                  <a:pt x="56001" y="178461"/>
                </a:cubicBezTo>
                <a:cubicBezTo>
                  <a:pt x="63733" y="178461"/>
                  <a:pt x="70001" y="184729"/>
                  <a:pt x="70001" y="192462"/>
                </a:cubicBezTo>
                <a:close/>
              </a:path>
            </a:pathLst>
          </a:cu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a:ln w="3175">
                <a:noFill/>
              </a:ln>
              <a:gradFill>
                <a:gsLst>
                  <a:gs pos="77528">
                    <a:srgbClr val="000000"/>
                  </a:gs>
                  <a:gs pos="53933">
                    <a:srgbClr val="000000"/>
                  </a:gs>
                </a:gsLst>
                <a:path path="circle">
                  <a:fillToRect l="100000" b="100000"/>
                </a:path>
              </a:gradFill>
              <a:effectLst/>
              <a:uLnTx/>
              <a:uFillTx/>
              <a:latin typeface="+mj-lt"/>
              <a:ea typeface="+mn-ea"/>
              <a:cs typeface="Segoe UI" pitchFamily="34" charset="0"/>
            </a:endParaRPr>
          </a:p>
        </p:txBody>
      </p:sp>
      <p:sp>
        <p:nvSpPr>
          <p:cNvPr id="181" name="Graphic 38">
            <a:extLst>
              <a:ext uri="{FF2B5EF4-FFF2-40B4-BE49-F238E27FC236}">
                <a16:creationId xmlns:a16="http://schemas.microsoft.com/office/drawing/2014/main" id="{EA3058F5-4B02-1C2B-349F-6625F9AD7BAE}"/>
              </a:ext>
              <a:ext uri="{C183D7F6-B498-43B3-948B-1728B52AA6E4}">
                <adec:decorative xmlns:adec="http://schemas.microsoft.com/office/drawing/2017/decorative" val="1"/>
              </a:ext>
            </a:extLst>
          </p:cNvPr>
          <p:cNvSpPr>
            <a:spLocks/>
          </p:cNvSpPr>
          <p:nvPr/>
        </p:nvSpPr>
        <p:spPr>
          <a:xfrm>
            <a:off x="7983736" y="3736509"/>
            <a:ext cx="375908" cy="375902"/>
          </a:xfrm>
          <a:custGeom>
            <a:avLst/>
            <a:gdLst>
              <a:gd name="connsiteX0" fmla="*/ 133350 w 190500"/>
              <a:gd name="connsiteY0" fmla="*/ 59531 h 190500"/>
              <a:gd name="connsiteX1" fmla="*/ 140494 w 190500"/>
              <a:gd name="connsiteY1" fmla="*/ 52388 h 190500"/>
              <a:gd name="connsiteX2" fmla="*/ 147638 w 190500"/>
              <a:gd name="connsiteY2" fmla="*/ 59531 h 190500"/>
              <a:gd name="connsiteX3" fmla="*/ 147638 w 190500"/>
              <a:gd name="connsiteY3" fmla="*/ 90488 h 190500"/>
              <a:gd name="connsiteX4" fmla="*/ 140494 w 190500"/>
              <a:gd name="connsiteY4" fmla="*/ 97631 h 190500"/>
              <a:gd name="connsiteX5" fmla="*/ 114300 w 190500"/>
              <a:gd name="connsiteY5" fmla="*/ 97631 h 190500"/>
              <a:gd name="connsiteX6" fmla="*/ 107156 w 190500"/>
              <a:gd name="connsiteY6" fmla="*/ 90488 h 190500"/>
              <a:gd name="connsiteX7" fmla="*/ 114300 w 190500"/>
              <a:gd name="connsiteY7" fmla="*/ 83344 h 190500"/>
              <a:gd name="connsiteX8" fmla="*/ 126397 w 190500"/>
              <a:gd name="connsiteY8" fmla="*/ 83344 h 190500"/>
              <a:gd name="connsiteX9" fmla="*/ 95250 w 190500"/>
              <a:gd name="connsiteY9" fmla="*/ 61913 h 190500"/>
              <a:gd name="connsiteX10" fmla="*/ 69790 w 190500"/>
              <a:gd name="connsiteY10" fmla="*/ 73628 h 190500"/>
              <a:gd name="connsiteX11" fmla="*/ 59722 w 190500"/>
              <a:gd name="connsiteY11" fmla="*/ 74552 h 190500"/>
              <a:gd name="connsiteX12" fmla="*/ 58798 w 190500"/>
              <a:gd name="connsiteY12" fmla="*/ 64484 h 190500"/>
              <a:gd name="connsiteX13" fmla="*/ 95250 w 190500"/>
              <a:gd name="connsiteY13" fmla="*/ 47625 h 190500"/>
              <a:gd name="connsiteX14" fmla="*/ 133350 w 190500"/>
              <a:gd name="connsiteY14" fmla="*/ 66675 h 190500"/>
              <a:gd name="connsiteX15" fmla="*/ 133350 w 190500"/>
              <a:gd name="connsiteY15" fmla="*/ 59531 h 190500"/>
              <a:gd name="connsiteX16" fmla="*/ 57150 w 190500"/>
              <a:gd name="connsiteY16" fmla="*/ 123825 h 190500"/>
              <a:gd name="connsiteX17" fmla="*/ 57150 w 190500"/>
              <a:gd name="connsiteY17" fmla="*/ 130969 h 190500"/>
              <a:gd name="connsiteX18" fmla="*/ 50006 w 190500"/>
              <a:gd name="connsiteY18" fmla="*/ 138113 h 190500"/>
              <a:gd name="connsiteX19" fmla="*/ 42863 w 190500"/>
              <a:gd name="connsiteY19" fmla="*/ 130969 h 190500"/>
              <a:gd name="connsiteX20" fmla="*/ 42863 w 190500"/>
              <a:gd name="connsiteY20" fmla="*/ 102394 h 190500"/>
              <a:gd name="connsiteX21" fmla="*/ 50006 w 190500"/>
              <a:gd name="connsiteY21" fmla="*/ 95250 h 190500"/>
              <a:gd name="connsiteX22" fmla="*/ 76200 w 190500"/>
              <a:gd name="connsiteY22" fmla="*/ 95250 h 190500"/>
              <a:gd name="connsiteX23" fmla="*/ 83344 w 190500"/>
              <a:gd name="connsiteY23" fmla="*/ 102394 h 190500"/>
              <a:gd name="connsiteX24" fmla="*/ 76200 w 190500"/>
              <a:gd name="connsiteY24" fmla="*/ 109538 h 190500"/>
              <a:gd name="connsiteX25" fmla="*/ 65122 w 190500"/>
              <a:gd name="connsiteY25" fmla="*/ 109538 h 190500"/>
              <a:gd name="connsiteX26" fmla="*/ 109743 w 190500"/>
              <a:gd name="connsiteY26" fmla="*/ 125296 h 190500"/>
              <a:gd name="connsiteX27" fmla="*/ 120767 w 190500"/>
              <a:gd name="connsiteY27" fmla="*/ 116824 h 190500"/>
              <a:gd name="connsiteX28" fmla="*/ 130818 w 190500"/>
              <a:gd name="connsiteY28" fmla="*/ 115796 h 190500"/>
              <a:gd name="connsiteX29" fmla="*/ 131845 w 190500"/>
              <a:gd name="connsiteY29" fmla="*/ 125847 h 190500"/>
              <a:gd name="connsiteX30" fmla="*/ 131645 w 190500"/>
              <a:gd name="connsiteY30" fmla="*/ 126082 h 190500"/>
              <a:gd name="connsiteX31" fmla="*/ 64332 w 190500"/>
              <a:gd name="connsiteY31" fmla="*/ 131456 h 190500"/>
              <a:gd name="connsiteX32" fmla="*/ 57150 w 190500"/>
              <a:gd name="connsiteY32" fmla="*/ 123825 h 190500"/>
              <a:gd name="connsiteX33" fmla="*/ 95250 w 190500"/>
              <a:gd name="connsiteY33" fmla="*/ 0 h 190500"/>
              <a:gd name="connsiteX34" fmla="*/ 0 w 190500"/>
              <a:gd name="connsiteY34" fmla="*/ 95250 h 190500"/>
              <a:gd name="connsiteX35" fmla="*/ 95250 w 190500"/>
              <a:gd name="connsiteY35" fmla="*/ 190500 h 190500"/>
              <a:gd name="connsiteX36" fmla="*/ 190500 w 190500"/>
              <a:gd name="connsiteY36" fmla="*/ 95250 h 190500"/>
              <a:gd name="connsiteX37" fmla="*/ 95250 w 190500"/>
              <a:gd name="connsiteY37" fmla="*/ 0 h 190500"/>
              <a:gd name="connsiteX38" fmla="*/ 176213 w 190500"/>
              <a:gd name="connsiteY38" fmla="*/ 95250 h 190500"/>
              <a:gd name="connsiteX39" fmla="*/ 95250 w 190500"/>
              <a:gd name="connsiteY39" fmla="*/ 176213 h 190500"/>
              <a:gd name="connsiteX40" fmla="*/ 14288 w 190500"/>
              <a:gd name="connsiteY40" fmla="*/ 95250 h 190500"/>
              <a:gd name="connsiteX41" fmla="*/ 95250 w 190500"/>
              <a:gd name="connsiteY41" fmla="*/ 14288 h 190500"/>
              <a:gd name="connsiteX42" fmla="*/ 176213 w 190500"/>
              <a:gd name="connsiteY42" fmla="*/ 95250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00" h="190500">
                <a:moveTo>
                  <a:pt x="133350" y="59531"/>
                </a:moveTo>
                <a:cubicBezTo>
                  <a:pt x="133350" y="55586"/>
                  <a:pt x="136549" y="52388"/>
                  <a:pt x="140494" y="52388"/>
                </a:cubicBezTo>
                <a:cubicBezTo>
                  <a:pt x="144439" y="52388"/>
                  <a:pt x="147638" y="55586"/>
                  <a:pt x="147638" y="59531"/>
                </a:cubicBezTo>
                <a:lnTo>
                  <a:pt x="147638" y="90488"/>
                </a:lnTo>
                <a:cubicBezTo>
                  <a:pt x="147638" y="94433"/>
                  <a:pt x="144439" y="97631"/>
                  <a:pt x="140494" y="97631"/>
                </a:cubicBezTo>
                <a:lnTo>
                  <a:pt x="114300" y="97631"/>
                </a:lnTo>
                <a:cubicBezTo>
                  <a:pt x="110355" y="97631"/>
                  <a:pt x="107156" y="94433"/>
                  <a:pt x="107156" y="90488"/>
                </a:cubicBezTo>
                <a:cubicBezTo>
                  <a:pt x="107156" y="86542"/>
                  <a:pt x="110355" y="83344"/>
                  <a:pt x="114300" y="83344"/>
                </a:cubicBezTo>
                <a:lnTo>
                  <a:pt x="126397" y="83344"/>
                </a:lnTo>
                <a:cubicBezTo>
                  <a:pt x="121456" y="70438"/>
                  <a:pt x="109069" y="61915"/>
                  <a:pt x="95250" y="61913"/>
                </a:cubicBezTo>
                <a:cubicBezTo>
                  <a:pt x="84839" y="61913"/>
                  <a:pt x="75848" y="66332"/>
                  <a:pt x="69790" y="73628"/>
                </a:cubicBezTo>
                <a:cubicBezTo>
                  <a:pt x="67265" y="76664"/>
                  <a:pt x="62757" y="77077"/>
                  <a:pt x="59722" y="74552"/>
                </a:cubicBezTo>
                <a:cubicBezTo>
                  <a:pt x="56686" y="72027"/>
                  <a:pt x="56273" y="67520"/>
                  <a:pt x="58798" y="64484"/>
                </a:cubicBezTo>
                <a:cubicBezTo>
                  <a:pt x="67589" y="53912"/>
                  <a:pt x="80610" y="47625"/>
                  <a:pt x="95250" y="47625"/>
                </a:cubicBezTo>
                <a:cubicBezTo>
                  <a:pt x="110833" y="47625"/>
                  <a:pt x="124663" y="55102"/>
                  <a:pt x="133350" y="66675"/>
                </a:cubicBezTo>
                <a:lnTo>
                  <a:pt x="133350" y="59531"/>
                </a:lnTo>
                <a:close/>
                <a:moveTo>
                  <a:pt x="57150" y="123825"/>
                </a:moveTo>
                <a:lnTo>
                  <a:pt x="57150" y="130969"/>
                </a:lnTo>
                <a:cubicBezTo>
                  <a:pt x="57150" y="134914"/>
                  <a:pt x="53952" y="138113"/>
                  <a:pt x="50006" y="138113"/>
                </a:cubicBezTo>
                <a:cubicBezTo>
                  <a:pt x="46061" y="138113"/>
                  <a:pt x="42863" y="134914"/>
                  <a:pt x="42863" y="130969"/>
                </a:cubicBezTo>
                <a:lnTo>
                  <a:pt x="42863" y="102394"/>
                </a:lnTo>
                <a:cubicBezTo>
                  <a:pt x="42863" y="98449"/>
                  <a:pt x="46061" y="95250"/>
                  <a:pt x="50006" y="95250"/>
                </a:cubicBezTo>
                <a:lnTo>
                  <a:pt x="76200" y="95250"/>
                </a:lnTo>
                <a:cubicBezTo>
                  <a:pt x="80145" y="95250"/>
                  <a:pt x="83344" y="98449"/>
                  <a:pt x="83344" y="102394"/>
                </a:cubicBezTo>
                <a:cubicBezTo>
                  <a:pt x="83344" y="106339"/>
                  <a:pt x="80145" y="109538"/>
                  <a:pt x="76200" y="109538"/>
                </a:cubicBezTo>
                <a:lnTo>
                  <a:pt x="65122" y="109538"/>
                </a:lnTo>
                <a:cubicBezTo>
                  <a:pt x="73093" y="126211"/>
                  <a:pt x="93070" y="133266"/>
                  <a:pt x="109743" y="125296"/>
                </a:cubicBezTo>
                <a:cubicBezTo>
                  <a:pt x="113970" y="123274"/>
                  <a:pt x="117726" y="120388"/>
                  <a:pt x="120767" y="116824"/>
                </a:cubicBezTo>
                <a:cubicBezTo>
                  <a:pt x="123259" y="113765"/>
                  <a:pt x="127759" y="113305"/>
                  <a:pt x="130818" y="115796"/>
                </a:cubicBezTo>
                <a:cubicBezTo>
                  <a:pt x="133877" y="118288"/>
                  <a:pt x="134337" y="122788"/>
                  <a:pt x="131845" y="125847"/>
                </a:cubicBezTo>
                <a:cubicBezTo>
                  <a:pt x="131780" y="125927"/>
                  <a:pt x="131714" y="126005"/>
                  <a:pt x="131645" y="126082"/>
                </a:cubicBezTo>
                <a:cubicBezTo>
                  <a:pt x="114541" y="146154"/>
                  <a:pt x="84404" y="148560"/>
                  <a:pt x="64332" y="131456"/>
                </a:cubicBezTo>
                <a:cubicBezTo>
                  <a:pt x="61665" y="129184"/>
                  <a:pt x="59257" y="126624"/>
                  <a:pt x="57150" y="123825"/>
                </a:cubicBezTo>
                <a:close/>
                <a:moveTo>
                  <a:pt x="95250" y="0"/>
                </a:moveTo>
                <a:cubicBezTo>
                  <a:pt x="42643" y="0"/>
                  <a:pt x="0" y="42643"/>
                  <a:pt x="0" y="95250"/>
                </a:cubicBezTo>
                <a:cubicBezTo>
                  <a:pt x="0" y="147857"/>
                  <a:pt x="42643" y="190500"/>
                  <a:pt x="95250" y="190500"/>
                </a:cubicBezTo>
                <a:cubicBezTo>
                  <a:pt x="147857" y="190500"/>
                  <a:pt x="190500" y="147857"/>
                  <a:pt x="190500" y="95250"/>
                </a:cubicBezTo>
                <a:cubicBezTo>
                  <a:pt x="190500" y="42643"/>
                  <a:pt x="147857" y="0"/>
                  <a:pt x="95250" y="0"/>
                </a:cubicBezTo>
                <a:close/>
                <a:moveTo>
                  <a:pt x="176213" y="95250"/>
                </a:moveTo>
                <a:cubicBezTo>
                  <a:pt x="176213" y="139964"/>
                  <a:pt x="139964" y="176213"/>
                  <a:pt x="95250" y="176213"/>
                </a:cubicBezTo>
                <a:cubicBezTo>
                  <a:pt x="50536" y="176213"/>
                  <a:pt x="14288" y="139964"/>
                  <a:pt x="14288" y="95250"/>
                </a:cubicBezTo>
                <a:cubicBezTo>
                  <a:pt x="14288" y="50536"/>
                  <a:pt x="50536" y="14288"/>
                  <a:pt x="95250" y="14288"/>
                </a:cubicBezTo>
                <a:cubicBezTo>
                  <a:pt x="139964" y="14288"/>
                  <a:pt x="176213" y="50536"/>
                  <a:pt x="176213" y="95250"/>
                </a:cubicBezTo>
                <a:close/>
              </a:path>
            </a:pathLst>
          </a:cu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a:ln w="3175">
                <a:noFill/>
              </a:ln>
              <a:gradFill>
                <a:gsLst>
                  <a:gs pos="77528">
                    <a:srgbClr val="000000"/>
                  </a:gs>
                  <a:gs pos="53933">
                    <a:srgbClr val="000000"/>
                  </a:gs>
                </a:gsLst>
                <a:path path="circle">
                  <a:fillToRect l="100000" b="100000"/>
                </a:path>
              </a:gradFill>
              <a:effectLst/>
              <a:uLnTx/>
              <a:uFillTx/>
              <a:latin typeface="+mj-lt"/>
              <a:ea typeface="+mn-ea"/>
              <a:cs typeface="Segoe UI" pitchFamily="34" charset="0"/>
            </a:endParaRPr>
          </a:p>
        </p:txBody>
      </p:sp>
      <p:sp>
        <p:nvSpPr>
          <p:cNvPr id="182" name="Graphic 2">
            <a:extLst>
              <a:ext uri="{FF2B5EF4-FFF2-40B4-BE49-F238E27FC236}">
                <a16:creationId xmlns:a16="http://schemas.microsoft.com/office/drawing/2014/main" id="{5779DA0F-40CF-2A9F-0FDC-82FB97A41689}"/>
              </a:ext>
              <a:ext uri="{C183D7F6-B498-43B3-948B-1728B52AA6E4}">
                <adec:decorative xmlns:adec="http://schemas.microsoft.com/office/drawing/2017/decorative" val="1"/>
              </a:ext>
            </a:extLst>
          </p:cNvPr>
          <p:cNvSpPr>
            <a:spLocks/>
          </p:cNvSpPr>
          <p:nvPr/>
        </p:nvSpPr>
        <p:spPr>
          <a:xfrm>
            <a:off x="9904917" y="1855369"/>
            <a:ext cx="363884" cy="363884"/>
          </a:xfrm>
          <a:custGeom>
            <a:avLst/>
            <a:gdLst>
              <a:gd name="connsiteX0" fmla="*/ 89274 w 178348"/>
              <a:gd name="connsiteY0" fmla="*/ 0 h 185732"/>
              <a:gd name="connsiteX1" fmla="*/ 110058 w 178348"/>
              <a:gd name="connsiteY1" fmla="*/ 2410 h 185732"/>
              <a:gd name="connsiteX2" fmla="*/ 115601 w 178348"/>
              <a:gd name="connsiteY2" fmla="*/ 8592 h 185732"/>
              <a:gd name="connsiteX3" fmla="*/ 117220 w 178348"/>
              <a:gd name="connsiteY3" fmla="*/ 23136 h 185732"/>
              <a:gd name="connsiteX4" fmla="*/ 131782 w 178348"/>
              <a:gd name="connsiteY4" fmla="*/ 34777 h 185732"/>
              <a:gd name="connsiteX5" fmla="*/ 135575 w 178348"/>
              <a:gd name="connsiteY5" fmla="*/ 33766 h 185732"/>
              <a:gd name="connsiteX6" fmla="*/ 148920 w 178348"/>
              <a:gd name="connsiteY6" fmla="*/ 27908 h 185732"/>
              <a:gd name="connsiteX7" fmla="*/ 157016 w 178348"/>
              <a:gd name="connsiteY7" fmla="*/ 29566 h 185732"/>
              <a:gd name="connsiteX8" fmla="*/ 178009 w 178348"/>
              <a:gd name="connsiteY8" fmla="*/ 65684 h 185732"/>
              <a:gd name="connsiteX9" fmla="*/ 175428 w 178348"/>
              <a:gd name="connsiteY9" fmla="*/ 73543 h 185732"/>
              <a:gd name="connsiteX10" fmla="*/ 163598 w 178348"/>
              <a:gd name="connsiteY10" fmla="*/ 82267 h 185732"/>
              <a:gd name="connsiteX11" fmla="*/ 160784 w 178348"/>
              <a:gd name="connsiteY11" fmla="*/ 100656 h 185732"/>
              <a:gd name="connsiteX12" fmla="*/ 163598 w 178348"/>
              <a:gd name="connsiteY12" fmla="*/ 103470 h 185732"/>
              <a:gd name="connsiteX13" fmla="*/ 175437 w 178348"/>
              <a:gd name="connsiteY13" fmla="*/ 112185 h 185732"/>
              <a:gd name="connsiteX14" fmla="*/ 178028 w 178348"/>
              <a:gd name="connsiteY14" fmla="*/ 120053 h 185732"/>
              <a:gd name="connsiteX15" fmla="*/ 157035 w 178348"/>
              <a:gd name="connsiteY15" fmla="*/ 156172 h 185732"/>
              <a:gd name="connsiteX16" fmla="*/ 148958 w 178348"/>
              <a:gd name="connsiteY16" fmla="*/ 157839 h 185732"/>
              <a:gd name="connsiteX17" fmla="*/ 135556 w 178348"/>
              <a:gd name="connsiteY17" fmla="*/ 151962 h 185732"/>
              <a:gd name="connsiteX18" fmla="*/ 118240 w 178348"/>
              <a:gd name="connsiteY18" fmla="*/ 158722 h 185732"/>
              <a:gd name="connsiteX19" fmla="*/ 117211 w 178348"/>
              <a:gd name="connsiteY19" fmla="*/ 162573 h 185732"/>
              <a:gd name="connsiteX20" fmla="*/ 115601 w 178348"/>
              <a:gd name="connsiteY20" fmla="*/ 177108 h 185732"/>
              <a:gd name="connsiteX21" fmla="*/ 110153 w 178348"/>
              <a:gd name="connsiteY21" fmla="*/ 183271 h 185732"/>
              <a:gd name="connsiteX22" fmla="*/ 68186 w 178348"/>
              <a:gd name="connsiteY22" fmla="*/ 183271 h 185732"/>
              <a:gd name="connsiteX23" fmla="*/ 62737 w 178348"/>
              <a:gd name="connsiteY23" fmla="*/ 177108 h 185732"/>
              <a:gd name="connsiteX24" fmla="*/ 61137 w 178348"/>
              <a:gd name="connsiteY24" fmla="*/ 162592 h 185732"/>
              <a:gd name="connsiteX25" fmla="*/ 46567 w 178348"/>
              <a:gd name="connsiteY25" fmla="*/ 151005 h 185732"/>
              <a:gd name="connsiteX26" fmla="*/ 42792 w 178348"/>
              <a:gd name="connsiteY26" fmla="*/ 152019 h 185732"/>
              <a:gd name="connsiteX27" fmla="*/ 29400 w 178348"/>
              <a:gd name="connsiteY27" fmla="*/ 157886 h 185732"/>
              <a:gd name="connsiteX28" fmla="*/ 21313 w 178348"/>
              <a:gd name="connsiteY28" fmla="*/ 156220 h 185732"/>
              <a:gd name="connsiteX29" fmla="*/ 320 w 178348"/>
              <a:gd name="connsiteY29" fmla="*/ 120063 h 185732"/>
              <a:gd name="connsiteX30" fmla="*/ 2911 w 178348"/>
              <a:gd name="connsiteY30" fmla="*/ 112195 h 185732"/>
              <a:gd name="connsiteX31" fmla="*/ 14751 w 178348"/>
              <a:gd name="connsiteY31" fmla="*/ 103470 h 185732"/>
              <a:gd name="connsiteX32" fmla="*/ 17581 w 178348"/>
              <a:gd name="connsiteY32" fmla="*/ 85097 h 185732"/>
              <a:gd name="connsiteX33" fmla="*/ 14751 w 178348"/>
              <a:gd name="connsiteY33" fmla="*/ 82267 h 185732"/>
              <a:gd name="connsiteX34" fmla="*/ 2911 w 178348"/>
              <a:gd name="connsiteY34" fmla="*/ 73562 h 185732"/>
              <a:gd name="connsiteX35" fmla="*/ 330 w 178348"/>
              <a:gd name="connsiteY35" fmla="*/ 65694 h 185732"/>
              <a:gd name="connsiteX36" fmla="*/ 21323 w 178348"/>
              <a:gd name="connsiteY36" fmla="*/ 29575 h 185732"/>
              <a:gd name="connsiteX37" fmla="*/ 29419 w 178348"/>
              <a:gd name="connsiteY37" fmla="*/ 27918 h 185732"/>
              <a:gd name="connsiteX38" fmla="*/ 42754 w 178348"/>
              <a:gd name="connsiteY38" fmla="*/ 33776 h 185732"/>
              <a:gd name="connsiteX39" fmla="*/ 60130 w 178348"/>
              <a:gd name="connsiteY39" fmla="*/ 26909 h 185732"/>
              <a:gd name="connsiteX40" fmla="*/ 61137 w 178348"/>
              <a:gd name="connsiteY40" fmla="*/ 23127 h 185732"/>
              <a:gd name="connsiteX41" fmla="*/ 62757 w 178348"/>
              <a:gd name="connsiteY41" fmla="*/ 8592 h 185732"/>
              <a:gd name="connsiteX42" fmla="*/ 68310 w 178348"/>
              <a:gd name="connsiteY42" fmla="*/ 2400 h 185732"/>
              <a:gd name="connsiteX43" fmla="*/ 89274 w 178348"/>
              <a:gd name="connsiteY43" fmla="*/ 0 h 185732"/>
              <a:gd name="connsiteX44" fmla="*/ 89274 w 178348"/>
              <a:gd name="connsiteY44" fmla="*/ 14288 h 185732"/>
              <a:gd name="connsiteX45" fmla="*/ 76377 w 178348"/>
              <a:gd name="connsiteY45" fmla="*/ 15402 h 185732"/>
              <a:gd name="connsiteX46" fmla="*/ 75339 w 178348"/>
              <a:gd name="connsiteY46" fmla="*/ 24708 h 185732"/>
              <a:gd name="connsiteX47" fmla="*/ 44984 w 178348"/>
              <a:gd name="connsiteY47" fmla="*/ 48995 h 185732"/>
              <a:gd name="connsiteX48" fmla="*/ 37010 w 178348"/>
              <a:gd name="connsiteY48" fmla="*/ 46863 h 185732"/>
              <a:gd name="connsiteX49" fmla="*/ 28457 w 178348"/>
              <a:gd name="connsiteY49" fmla="*/ 43110 h 185732"/>
              <a:gd name="connsiteX50" fmla="*/ 15617 w 178348"/>
              <a:gd name="connsiteY50" fmla="*/ 65180 h 185732"/>
              <a:gd name="connsiteX51" fmla="*/ 23218 w 178348"/>
              <a:gd name="connsiteY51" fmla="*/ 70771 h 185732"/>
              <a:gd name="connsiteX52" fmla="*/ 29080 w 178348"/>
              <a:gd name="connsiteY52" fmla="*/ 109134 h 185732"/>
              <a:gd name="connsiteX53" fmla="*/ 23218 w 178348"/>
              <a:gd name="connsiteY53" fmla="*/ 114995 h 185732"/>
              <a:gd name="connsiteX54" fmla="*/ 15608 w 178348"/>
              <a:gd name="connsiteY54" fmla="*/ 120596 h 185732"/>
              <a:gd name="connsiteX55" fmla="*/ 28447 w 178348"/>
              <a:gd name="connsiteY55" fmla="*/ 142713 h 185732"/>
              <a:gd name="connsiteX56" fmla="*/ 37068 w 178348"/>
              <a:gd name="connsiteY56" fmla="*/ 138932 h 185732"/>
              <a:gd name="connsiteX57" fmla="*/ 73209 w 178348"/>
              <a:gd name="connsiteY57" fmla="*/ 153105 h 185732"/>
              <a:gd name="connsiteX58" fmla="*/ 75330 w 178348"/>
              <a:gd name="connsiteY58" fmla="*/ 161011 h 185732"/>
              <a:gd name="connsiteX59" fmla="*/ 76377 w 178348"/>
              <a:gd name="connsiteY59" fmla="*/ 170383 h 185732"/>
              <a:gd name="connsiteX60" fmla="*/ 101971 w 178348"/>
              <a:gd name="connsiteY60" fmla="*/ 170383 h 185732"/>
              <a:gd name="connsiteX61" fmla="*/ 103019 w 178348"/>
              <a:gd name="connsiteY61" fmla="*/ 161011 h 185732"/>
              <a:gd name="connsiteX62" fmla="*/ 133318 w 178348"/>
              <a:gd name="connsiteY62" fmla="*/ 136761 h 185732"/>
              <a:gd name="connsiteX63" fmla="*/ 141290 w 178348"/>
              <a:gd name="connsiteY63" fmla="*/ 138894 h 185732"/>
              <a:gd name="connsiteX64" fmla="*/ 149910 w 178348"/>
              <a:gd name="connsiteY64" fmla="*/ 142665 h 185732"/>
              <a:gd name="connsiteX65" fmla="*/ 162740 w 178348"/>
              <a:gd name="connsiteY65" fmla="*/ 120587 h 185732"/>
              <a:gd name="connsiteX66" fmla="*/ 155140 w 178348"/>
              <a:gd name="connsiteY66" fmla="*/ 114986 h 185732"/>
              <a:gd name="connsiteX67" fmla="*/ 149278 w 178348"/>
              <a:gd name="connsiteY67" fmla="*/ 76623 h 185732"/>
              <a:gd name="connsiteX68" fmla="*/ 155140 w 178348"/>
              <a:gd name="connsiteY68" fmla="*/ 70761 h 185732"/>
              <a:gd name="connsiteX69" fmla="*/ 162721 w 178348"/>
              <a:gd name="connsiteY69" fmla="*/ 65170 h 185732"/>
              <a:gd name="connsiteX70" fmla="*/ 149882 w 178348"/>
              <a:gd name="connsiteY70" fmla="*/ 43101 h 185732"/>
              <a:gd name="connsiteX71" fmla="*/ 141347 w 178348"/>
              <a:gd name="connsiteY71" fmla="*/ 46844 h 185732"/>
              <a:gd name="connsiteX72" fmla="*/ 105167 w 178348"/>
              <a:gd name="connsiteY72" fmla="*/ 32696 h 185732"/>
              <a:gd name="connsiteX73" fmla="*/ 103028 w 178348"/>
              <a:gd name="connsiteY73" fmla="*/ 24708 h 185732"/>
              <a:gd name="connsiteX74" fmla="*/ 101980 w 178348"/>
              <a:gd name="connsiteY74" fmla="*/ 15411 h 185732"/>
              <a:gd name="connsiteX75" fmla="*/ 89284 w 178348"/>
              <a:gd name="connsiteY75" fmla="*/ 14297 h 185732"/>
              <a:gd name="connsiteX76" fmla="*/ 89160 w 178348"/>
              <a:gd name="connsiteY76" fmla="*/ 57150 h 185732"/>
              <a:gd name="connsiteX77" fmla="*/ 124879 w 178348"/>
              <a:gd name="connsiteY77" fmla="*/ 92869 h 185732"/>
              <a:gd name="connsiteX78" fmla="*/ 89160 w 178348"/>
              <a:gd name="connsiteY78" fmla="*/ 128588 h 185732"/>
              <a:gd name="connsiteX79" fmla="*/ 53441 w 178348"/>
              <a:gd name="connsiteY79" fmla="*/ 92869 h 185732"/>
              <a:gd name="connsiteX80" fmla="*/ 89160 w 178348"/>
              <a:gd name="connsiteY80" fmla="*/ 57150 h 185732"/>
              <a:gd name="connsiteX81" fmla="*/ 89160 w 178348"/>
              <a:gd name="connsiteY81" fmla="*/ 71438 h 185732"/>
              <a:gd name="connsiteX82" fmla="*/ 67729 w 178348"/>
              <a:gd name="connsiteY82" fmla="*/ 92869 h 185732"/>
              <a:gd name="connsiteX83" fmla="*/ 89160 w 178348"/>
              <a:gd name="connsiteY83" fmla="*/ 114300 h 185732"/>
              <a:gd name="connsiteX84" fmla="*/ 110591 w 178348"/>
              <a:gd name="connsiteY84" fmla="*/ 92869 h 185732"/>
              <a:gd name="connsiteX85" fmla="*/ 89160 w 178348"/>
              <a:gd name="connsiteY85" fmla="*/ 71438 h 18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78348" h="185732">
                <a:moveTo>
                  <a:pt x="89274" y="0"/>
                </a:moveTo>
                <a:cubicBezTo>
                  <a:pt x="96265" y="76"/>
                  <a:pt x="103228" y="886"/>
                  <a:pt x="110058" y="2410"/>
                </a:cubicBezTo>
                <a:cubicBezTo>
                  <a:pt x="113036" y="3075"/>
                  <a:pt x="115263" y="5558"/>
                  <a:pt x="115601" y="8592"/>
                </a:cubicBezTo>
                <a:lnTo>
                  <a:pt x="117220" y="23136"/>
                </a:lnTo>
                <a:cubicBezTo>
                  <a:pt x="118027" y="30372"/>
                  <a:pt x="124547" y="35584"/>
                  <a:pt x="131782" y="34777"/>
                </a:cubicBezTo>
                <a:cubicBezTo>
                  <a:pt x="133090" y="34631"/>
                  <a:pt x="134368" y="34290"/>
                  <a:pt x="135575" y="33766"/>
                </a:cubicBezTo>
                <a:lnTo>
                  <a:pt x="148920" y="27908"/>
                </a:lnTo>
                <a:cubicBezTo>
                  <a:pt x="151696" y="26685"/>
                  <a:pt x="154943" y="27350"/>
                  <a:pt x="157016" y="29566"/>
                </a:cubicBezTo>
                <a:cubicBezTo>
                  <a:pt x="166654" y="39863"/>
                  <a:pt x="173832" y="52212"/>
                  <a:pt x="178009" y="65684"/>
                </a:cubicBezTo>
                <a:cubicBezTo>
                  <a:pt x="178906" y="68586"/>
                  <a:pt x="177871" y="71738"/>
                  <a:pt x="175428" y="73543"/>
                </a:cubicBezTo>
                <a:lnTo>
                  <a:pt x="163598" y="82267"/>
                </a:lnTo>
                <a:cubicBezTo>
                  <a:pt x="157743" y="86568"/>
                  <a:pt x="156483" y="94801"/>
                  <a:pt x="160784" y="100656"/>
                </a:cubicBezTo>
                <a:cubicBezTo>
                  <a:pt x="161574" y="101731"/>
                  <a:pt x="162522" y="102680"/>
                  <a:pt x="163598" y="103470"/>
                </a:cubicBezTo>
                <a:lnTo>
                  <a:pt x="175437" y="112185"/>
                </a:lnTo>
                <a:cubicBezTo>
                  <a:pt x="177888" y="113989"/>
                  <a:pt x="178928" y="117146"/>
                  <a:pt x="178028" y="120053"/>
                </a:cubicBezTo>
                <a:cubicBezTo>
                  <a:pt x="173849" y="133524"/>
                  <a:pt x="166672" y="145873"/>
                  <a:pt x="157035" y="156172"/>
                </a:cubicBezTo>
                <a:cubicBezTo>
                  <a:pt x="154967" y="158383"/>
                  <a:pt x="151731" y="159050"/>
                  <a:pt x="148958" y="157839"/>
                </a:cubicBezTo>
                <a:lnTo>
                  <a:pt x="135556" y="151962"/>
                </a:lnTo>
                <a:cubicBezTo>
                  <a:pt x="128908" y="149046"/>
                  <a:pt x="121154" y="152073"/>
                  <a:pt x="118240" y="158722"/>
                </a:cubicBezTo>
                <a:cubicBezTo>
                  <a:pt x="117703" y="159946"/>
                  <a:pt x="117356" y="161244"/>
                  <a:pt x="117211" y="162573"/>
                </a:cubicBezTo>
                <a:lnTo>
                  <a:pt x="115601" y="177108"/>
                </a:lnTo>
                <a:cubicBezTo>
                  <a:pt x="115269" y="180106"/>
                  <a:pt x="113089" y="182573"/>
                  <a:pt x="110153" y="183271"/>
                </a:cubicBezTo>
                <a:cubicBezTo>
                  <a:pt x="96356" y="186553"/>
                  <a:pt x="81983" y="186553"/>
                  <a:pt x="68186" y="183271"/>
                </a:cubicBezTo>
                <a:cubicBezTo>
                  <a:pt x="65251" y="182573"/>
                  <a:pt x="63070" y="180106"/>
                  <a:pt x="62737" y="177108"/>
                </a:cubicBezTo>
                <a:lnTo>
                  <a:pt x="61137" y="162592"/>
                </a:lnTo>
                <a:cubicBezTo>
                  <a:pt x="60314" y="155369"/>
                  <a:pt x="53790" y="150181"/>
                  <a:pt x="46567" y="151005"/>
                </a:cubicBezTo>
                <a:cubicBezTo>
                  <a:pt x="45265" y="151153"/>
                  <a:pt x="43993" y="151495"/>
                  <a:pt x="42792" y="152019"/>
                </a:cubicBezTo>
                <a:lnTo>
                  <a:pt x="29400" y="157886"/>
                </a:lnTo>
                <a:cubicBezTo>
                  <a:pt x="26624" y="159103"/>
                  <a:pt x="23382" y="158434"/>
                  <a:pt x="21313" y="156220"/>
                </a:cubicBezTo>
                <a:cubicBezTo>
                  <a:pt x="11671" y="145910"/>
                  <a:pt x="4493" y="133547"/>
                  <a:pt x="320" y="120063"/>
                </a:cubicBezTo>
                <a:cubicBezTo>
                  <a:pt x="-580" y="117156"/>
                  <a:pt x="460" y="113998"/>
                  <a:pt x="2911" y="112195"/>
                </a:cubicBezTo>
                <a:lnTo>
                  <a:pt x="14751" y="103470"/>
                </a:lnTo>
                <a:cubicBezTo>
                  <a:pt x="20605" y="99178"/>
                  <a:pt x="21873" y="90952"/>
                  <a:pt x="17581" y="85097"/>
                </a:cubicBezTo>
                <a:cubicBezTo>
                  <a:pt x="16787" y="84015"/>
                  <a:pt x="15833" y="83061"/>
                  <a:pt x="14751" y="82267"/>
                </a:cubicBezTo>
                <a:lnTo>
                  <a:pt x="2911" y="73562"/>
                </a:lnTo>
                <a:cubicBezTo>
                  <a:pt x="463" y="71756"/>
                  <a:pt x="-573" y="68599"/>
                  <a:pt x="330" y="65694"/>
                </a:cubicBezTo>
                <a:cubicBezTo>
                  <a:pt x="4507" y="52222"/>
                  <a:pt x="11684" y="39873"/>
                  <a:pt x="21323" y="29575"/>
                </a:cubicBezTo>
                <a:cubicBezTo>
                  <a:pt x="23396" y="27359"/>
                  <a:pt x="26642" y="26695"/>
                  <a:pt x="29419" y="27918"/>
                </a:cubicBezTo>
                <a:lnTo>
                  <a:pt x="42754" y="33776"/>
                </a:lnTo>
                <a:cubicBezTo>
                  <a:pt x="49448" y="36678"/>
                  <a:pt x="57228" y="33603"/>
                  <a:pt x="60130" y="26909"/>
                </a:cubicBezTo>
                <a:cubicBezTo>
                  <a:pt x="60652" y="25705"/>
                  <a:pt x="60991" y="24430"/>
                  <a:pt x="61137" y="23127"/>
                </a:cubicBezTo>
                <a:lnTo>
                  <a:pt x="62757" y="8592"/>
                </a:lnTo>
                <a:cubicBezTo>
                  <a:pt x="63092" y="5552"/>
                  <a:pt x="65324" y="3063"/>
                  <a:pt x="68310" y="2400"/>
                </a:cubicBezTo>
                <a:cubicBezTo>
                  <a:pt x="75139" y="886"/>
                  <a:pt x="82121" y="86"/>
                  <a:pt x="89274" y="0"/>
                </a:cubicBezTo>
                <a:close/>
                <a:moveTo>
                  <a:pt x="89274" y="14288"/>
                </a:moveTo>
                <a:cubicBezTo>
                  <a:pt x="84954" y="14338"/>
                  <a:pt x="80643" y="14711"/>
                  <a:pt x="76377" y="15402"/>
                </a:cubicBezTo>
                <a:lnTo>
                  <a:pt x="75339" y="24708"/>
                </a:lnTo>
                <a:cubicBezTo>
                  <a:pt x="73664" y="39797"/>
                  <a:pt x="60073" y="50671"/>
                  <a:pt x="44984" y="48995"/>
                </a:cubicBezTo>
                <a:cubicBezTo>
                  <a:pt x="42234" y="48690"/>
                  <a:pt x="39546" y="47971"/>
                  <a:pt x="37010" y="46863"/>
                </a:cubicBezTo>
                <a:lnTo>
                  <a:pt x="28457" y="43110"/>
                </a:lnTo>
                <a:cubicBezTo>
                  <a:pt x="23009" y="49722"/>
                  <a:pt x="18672" y="57176"/>
                  <a:pt x="15617" y="65180"/>
                </a:cubicBezTo>
                <a:lnTo>
                  <a:pt x="23218" y="70771"/>
                </a:lnTo>
                <a:cubicBezTo>
                  <a:pt x="35431" y="79746"/>
                  <a:pt x="38055" y="96922"/>
                  <a:pt x="29080" y="109134"/>
                </a:cubicBezTo>
                <a:cubicBezTo>
                  <a:pt x="27434" y="111373"/>
                  <a:pt x="25458" y="113349"/>
                  <a:pt x="23218" y="114995"/>
                </a:cubicBezTo>
                <a:lnTo>
                  <a:pt x="15608" y="120596"/>
                </a:lnTo>
                <a:cubicBezTo>
                  <a:pt x="18656" y="128616"/>
                  <a:pt x="22999" y="136084"/>
                  <a:pt x="28447" y="142713"/>
                </a:cubicBezTo>
                <a:lnTo>
                  <a:pt x="37068" y="138932"/>
                </a:lnTo>
                <a:cubicBezTo>
                  <a:pt x="50962" y="132865"/>
                  <a:pt x="67143" y="139211"/>
                  <a:pt x="73209" y="153105"/>
                </a:cubicBezTo>
                <a:cubicBezTo>
                  <a:pt x="74308" y="155619"/>
                  <a:pt x="75022" y="158285"/>
                  <a:pt x="75330" y="161011"/>
                </a:cubicBezTo>
                <a:lnTo>
                  <a:pt x="76377" y="170383"/>
                </a:lnTo>
                <a:cubicBezTo>
                  <a:pt x="84845" y="171812"/>
                  <a:pt x="93503" y="171812"/>
                  <a:pt x="101971" y="170383"/>
                </a:cubicBezTo>
                <a:lnTo>
                  <a:pt x="103019" y="161011"/>
                </a:lnTo>
                <a:cubicBezTo>
                  <a:pt x="104689" y="145948"/>
                  <a:pt x="118254" y="135090"/>
                  <a:pt x="133318" y="136761"/>
                </a:cubicBezTo>
                <a:cubicBezTo>
                  <a:pt x="136068" y="137066"/>
                  <a:pt x="138756" y="137785"/>
                  <a:pt x="141290" y="138894"/>
                </a:cubicBezTo>
                <a:lnTo>
                  <a:pt x="149910" y="142665"/>
                </a:lnTo>
                <a:cubicBezTo>
                  <a:pt x="155356" y="136050"/>
                  <a:pt x="159689" y="128593"/>
                  <a:pt x="162740" y="120587"/>
                </a:cubicBezTo>
                <a:lnTo>
                  <a:pt x="155140" y="114986"/>
                </a:lnTo>
                <a:cubicBezTo>
                  <a:pt x="142928" y="106010"/>
                  <a:pt x="140303" y="88835"/>
                  <a:pt x="149278" y="76623"/>
                </a:cubicBezTo>
                <a:cubicBezTo>
                  <a:pt x="150924" y="74384"/>
                  <a:pt x="152900" y="72407"/>
                  <a:pt x="155140" y="70761"/>
                </a:cubicBezTo>
                <a:lnTo>
                  <a:pt x="162721" y="65170"/>
                </a:lnTo>
                <a:cubicBezTo>
                  <a:pt x="159667" y="57166"/>
                  <a:pt x="155330" y="49712"/>
                  <a:pt x="149882" y="43101"/>
                </a:cubicBezTo>
                <a:lnTo>
                  <a:pt x="141347" y="46844"/>
                </a:lnTo>
                <a:cubicBezTo>
                  <a:pt x="127449" y="52928"/>
                  <a:pt x="111251" y="46594"/>
                  <a:pt x="105167" y="32696"/>
                </a:cubicBezTo>
                <a:cubicBezTo>
                  <a:pt x="104055" y="30156"/>
                  <a:pt x="103334" y="27463"/>
                  <a:pt x="103028" y="24708"/>
                </a:cubicBezTo>
                <a:lnTo>
                  <a:pt x="101980" y="15411"/>
                </a:lnTo>
                <a:cubicBezTo>
                  <a:pt x="97782" y="14725"/>
                  <a:pt x="93538" y="14352"/>
                  <a:pt x="89284" y="14297"/>
                </a:cubicBezTo>
                <a:close/>
                <a:moveTo>
                  <a:pt x="89160" y="57150"/>
                </a:moveTo>
                <a:cubicBezTo>
                  <a:pt x="108887" y="57150"/>
                  <a:pt x="124879" y="73142"/>
                  <a:pt x="124879" y="92869"/>
                </a:cubicBezTo>
                <a:cubicBezTo>
                  <a:pt x="124879" y="112596"/>
                  <a:pt x="108887" y="128588"/>
                  <a:pt x="89160" y="128588"/>
                </a:cubicBezTo>
                <a:cubicBezTo>
                  <a:pt x="69433" y="128588"/>
                  <a:pt x="53441" y="112596"/>
                  <a:pt x="53441" y="92869"/>
                </a:cubicBezTo>
                <a:cubicBezTo>
                  <a:pt x="53441" y="73142"/>
                  <a:pt x="69433" y="57150"/>
                  <a:pt x="89160" y="57150"/>
                </a:cubicBezTo>
                <a:close/>
                <a:moveTo>
                  <a:pt x="89160" y="71438"/>
                </a:moveTo>
                <a:cubicBezTo>
                  <a:pt x="77324" y="71438"/>
                  <a:pt x="67729" y="81033"/>
                  <a:pt x="67729" y="92869"/>
                </a:cubicBezTo>
                <a:cubicBezTo>
                  <a:pt x="67729" y="104705"/>
                  <a:pt x="77324" y="114300"/>
                  <a:pt x="89160" y="114300"/>
                </a:cubicBezTo>
                <a:cubicBezTo>
                  <a:pt x="100996" y="114300"/>
                  <a:pt x="110591" y="104705"/>
                  <a:pt x="110591" y="92869"/>
                </a:cubicBezTo>
                <a:cubicBezTo>
                  <a:pt x="110591" y="81033"/>
                  <a:pt x="100996" y="71438"/>
                  <a:pt x="89160" y="71438"/>
                </a:cubicBezTo>
                <a:close/>
              </a:path>
            </a:pathLst>
          </a:cu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a:ln w="3175">
                <a:noFill/>
              </a:ln>
              <a:gradFill>
                <a:gsLst>
                  <a:gs pos="77528">
                    <a:srgbClr val="000000"/>
                  </a:gs>
                  <a:gs pos="53933">
                    <a:srgbClr val="000000"/>
                  </a:gs>
                </a:gsLst>
                <a:path path="circle">
                  <a:fillToRect l="100000" b="100000"/>
                </a:path>
              </a:gradFill>
              <a:effectLst/>
              <a:uLnTx/>
              <a:uFillTx/>
              <a:latin typeface="+mj-lt"/>
              <a:ea typeface="+mn-ea"/>
              <a:cs typeface="Segoe UI" pitchFamily="34" charset="0"/>
            </a:endParaRPr>
          </a:p>
        </p:txBody>
      </p:sp>
      <p:sp>
        <p:nvSpPr>
          <p:cNvPr id="183" name="Graphic 69">
            <a:extLst>
              <a:ext uri="{FF2B5EF4-FFF2-40B4-BE49-F238E27FC236}">
                <a16:creationId xmlns:a16="http://schemas.microsoft.com/office/drawing/2014/main" id="{F38486A6-1BC3-B066-B4D8-E1074CD6D947}"/>
              </a:ext>
              <a:ext uri="{C183D7F6-B498-43B3-948B-1728B52AA6E4}">
                <adec:decorative xmlns:adec="http://schemas.microsoft.com/office/drawing/2017/decorative" val="1"/>
              </a:ext>
            </a:extLst>
          </p:cNvPr>
          <p:cNvSpPr>
            <a:spLocks/>
          </p:cNvSpPr>
          <p:nvPr/>
        </p:nvSpPr>
        <p:spPr>
          <a:xfrm>
            <a:off x="5932553" y="4567078"/>
            <a:ext cx="323850" cy="323898"/>
          </a:xfrm>
          <a:custGeom>
            <a:avLst/>
            <a:gdLst>
              <a:gd name="connsiteX0" fmla="*/ 154602 w 316909"/>
              <a:gd name="connsiteY0" fmla="*/ 0 h 324630"/>
              <a:gd name="connsiteX1" fmla="*/ 309204 w 316909"/>
              <a:gd name="connsiteY1" fmla="*/ 154602 h 324630"/>
              <a:gd name="connsiteX2" fmla="*/ 308181 w 316909"/>
              <a:gd name="connsiteY2" fmla="*/ 172490 h 324630"/>
              <a:gd name="connsiteX3" fmla="*/ 286010 w 316909"/>
              <a:gd name="connsiteY3" fmla="*/ 156143 h 324630"/>
              <a:gd name="connsiteX4" fmla="*/ 286017 w 316909"/>
              <a:gd name="connsiteY4" fmla="*/ 154602 h 324630"/>
              <a:gd name="connsiteX5" fmla="*/ 282355 w 316909"/>
              <a:gd name="connsiteY5" fmla="*/ 123664 h 324630"/>
              <a:gd name="connsiteX6" fmla="*/ 230448 w 316909"/>
              <a:gd name="connsiteY6" fmla="*/ 123677 h 324630"/>
              <a:gd name="connsiteX7" fmla="*/ 231855 w 316909"/>
              <a:gd name="connsiteY7" fmla="*/ 148274 h 324630"/>
              <a:gd name="connsiteX8" fmla="*/ 208725 w 316909"/>
              <a:gd name="connsiteY8" fmla="*/ 156125 h 324630"/>
              <a:gd name="connsiteX9" fmla="*/ 208728 w 316909"/>
              <a:gd name="connsiteY9" fmla="*/ 154602 h 324630"/>
              <a:gd name="connsiteX10" fmla="*/ 207111 w 316909"/>
              <a:gd name="connsiteY10" fmla="*/ 123678 h 324630"/>
              <a:gd name="connsiteX11" fmla="*/ 102093 w 316909"/>
              <a:gd name="connsiteY11" fmla="*/ 123678 h 324630"/>
              <a:gd name="connsiteX12" fmla="*/ 100476 w 316909"/>
              <a:gd name="connsiteY12" fmla="*/ 154602 h 324630"/>
              <a:gd name="connsiteX13" fmla="*/ 104182 w 316909"/>
              <a:gd name="connsiteY13" fmla="*/ 200977 h 324630"/>
              <a:gd name="connsiteX14" fmla="*/ 168123 w 316909"/>
              <a:gd name="connsiteY14" fmla="*/ 200977 h 324630"/>
              <a:gd name="connsiteX15" fmla="*/ 162678 w 316909"/>
              <a:gd name="connsiteY15" fmla="*/ 224158 h 324630"/>
              <a:gd name="connsiteX16" fmla="*/ 109173 w 316909"/>
              <a:gd name="connsiteY16" fmla="*/ 224158 h 324630"/>
              <a:gd name="connsiteX17" fmla="*/ 154602 w 316909"/>
              <a:gd name="connsiteY17" fmla="*/ 286017 h 324630"/>
              <a:gd name="connsiteX18" fmla="*/ 175115 w 316909"/>
              <a:gd name="connsiteY18" fmla="*/ 275289 h 324630"/>
              <a:gd name="connsiteX19" fmla="*/ 196737 w 316909"/>
              <a:gd name="connsiteY19" fmla="*/ 303393 h 324630"/>
              <a:gd name="connsiteX20" fmla="*/ 154602 w 316909"/>
              <a:gd name="connsiteY20" fmla="*/ 309204 h 324630"/>
              <a:gd name="connsiteX21" fmla="*/ 0 w 316909"/>
              <a:gd name="connsiteY21" fmla="*/ 154602 h 324630"/>
              <a:gd name="connsiteX22" fmla="*/ 154602 w 316909"/>
              <a:gd name="connsiteY22" fmla="*/ 0 h 324630"/>
              <a:gd name="connsiteX23" fmla="*/ 85171 w 316909"/>
              <a:gd name="connsiteY23" fmla="*/ 224167 h 324630"/>
              <a:gd name="connsiteX24" fmla="*/ 43087 w 316909"/>
              <a:gd name="connsiteY24" fmla="*/ 224166 h 324630"/>
              <a:gd name="connsiteX25" fmla="*/ 106374 w 316909"/>
              <a:gd name="connsiteY25" fmla="*/ 276886 h 324630"/>
              <a:gd name="connsiteX26" fmla="*/ 86738 w 316909"/>
              <a:gd name="connsiteY26" fmla="*/ 230273 h 324630"/>
              <a:gd name="connsiteX27" fmla="*/ 85171 w 316909"/>
              <a:gd name="connsiteY27" fmla="*/ 224167 h 324630"/>
              <a:gd name="connsiteX28" fmla="*/ 78757 w 316909"/>
              <a:gd name="connsiteY28" fmla="*/ 123677 h 324630"/>
              <a:gd name="connsiteX29" fmla="*/ 26856 w 316909"/>
              <a:gd name="connsiteY29" fmla="*/ 123677 h 324630"/>
              <a:gd name="connsiteX30" fmla="*/ 26782 w 316909"/>
              <a:gd name="connsiteY30" fmla="*/ 123943 h 324630"/>
              <a:gd name="connsiteX31" fmla="*/ 23187 w 316909"/>
              <a:gd name="connsiteY31" fmla="*/ 154602 h 324630"/>
              <a:gd name="connsiteX32" fmla="*/ 31604 w 316909"/>
              <a:gd name="connsiteY32" fmla="*/ 200980 h 324630"/>
              <a:gd name="connsiteX33" fmla="*/ 80655 w 316909"/>
              <a:gd name="connsiteY33" fmla="*/ 200974 h 324630"/>
              <a:gd name="connsiteX34" fmla="*/ 77289 w 316909"/>
              <a:gd name="connsiteY34" fmla="*/ 154602 h 324630"/>
              <a:gd name="connsiteX35" fmla="*/ 78757 w 316909"/>
              <a:gd name="connsiteY35" fmla="*/ 123677 h 324630"/>
              <a:gd name="connsiteX36" fmla="*/ 106390 w 316909"/>
              <a:gd name="connsiteY36" fmla="*/ 32318 h 324630"/>
              <a:gd name="connsiteX37" fmla="*/ 106036 w 316909"/>
              <a:gd name="connsiteY37" fmla="*/ 32452 h 324630"/>
              <a:gd name="connsiteX38" fmla="*/ 34806 w 316909"/>
              <a:gd name="connsiteY38" fmla="*/ 100496 h 324630"/>
              <a:gd name="connsiteX39" fmla="*/ 81924 w 316909"/>
              <a:gd name="connsiteY39" fmla="*/ 100502 h 324630"/>
              <a:gd name="connsiteX40" fmla="*/ 106390 w 316909"/>
              <a:gd name="connsiteY40" fmla="*/ 32318 h 324630"/>
              <a:gd name="connsiteX41" fmla="*/ 154602 w 316909"/>
              <a:gd name="connsiteY41" fmla="*/ 23187 h 324630"/>
              <a:gd name="connsiteX42" fmla="*/ 152814 w 316909"/>
              <a:gd name="connsiteY42" fmla="*/ 23269 h 324630"/>
              <a:gd name="connsiteX43" fmla="*/ 105581 w 316909"/>
              <a:gd name="connsiteY43" fmla="*/ 100495 h 324630"/>
              <a:gd name="connsiteX44" fmla="*/ 203624 w 316909"/>
              <a:gd name="connsiteY44" fmla="*/ 100495 h 324630"/>
              <a:gd name="connsiteX45" fmla="*/ 156555 w 316909"/>
              <a:gd name="connsiteY45" fmla="*/ 23284 h 324630"/>
              <a:gd name="connsiteX46" fmla="*/ 154602 w 316909"/>
              <a:gd name="connsiteY46" fmla="*/ 23187 h 324630"/>
              <a:gd name="connsiteX47" fmla="*/ 202831 w 316909"/>
              <a:gd name="connsiteY47" fmla="*/ 32319 h 324630"/>
              <a:gd name="connsiteX48" fmla="*/ 204482 w 316909"/>
              <a:gd name="connsiteY48" fmla="*/ 35010 h 324630"/>
              <a:gd name="connsiteX49" fmla="*/ 227281 w 316909"/>
              <a:gd name="connsiteY49" fmla="*/ 100502 h 324630"/>
              <a:gd name="connsiteX50" fmla="*/ 274398 w 316909"/>
              <a:gd name="connsiteY50" fmla="*/ 100496 h 324630"/>
              <a:gd name="connsiteX51" fmla="*/ 207332 w 316909"/>
              <a:gd name="connsiteY51" fmla="*/ 34193 h 324630"/>
              <a:gd name="connsiteX52" fmla="*/ 202831 w 316909"/>
              <a:gd name="connsiteY52" fmla="*/ 32319 h 324630"/>
              <a:gd name="connsiteX53" fmla="*/ 316910 w 316909"/>
              <a:gd name="connsiteY53" fmla="*/ 231884 h 324630"/>
              <a:gd name="connsiteX54" fmla="*/ 247349 w 316909"/>
              <a:gd name="connsiteY54" fmla="*/ 162323 h 324630"/>
              <a:gd name="connsiteX55" fmla="*/ 177789 w 316909"/>
              <a:gd name="connsiteY55" fmla="*/ 231884 h 324630"/>
              <a:gd name="connsiteX56" fmla="*/ 242712 w 316909"/>
              <a:gd name="connsiteY56" fmla="*/ 323085 h 324630"/>
              <a:gd name="connsiteX57" fmla="*/ 251987 w 316909"/>
              <a:gd name="connsiteY57" fmla="*/ 323085 h 324630"/>
              <a:gd name="connsiteX58" fmla="*/ 316910 w 316909"/>
              <a:gd name="connsiteY58" fmla="*/ 231884 h 324630"/>
              <a:gd name="connsiteX59" fmla="*/ 224163 w 316909"/>
              <a:gd name="connsiteY59" fmla="*/ 231884 h 324630"/>
              <a:gd name="connsiteX60" fmla="*/ 247349 w 316909"/>
              <a:gd name="connsiteY60" fmla="*/ 208697 h 324630"/>
              <a:gd name="connsiteX61" fmla="*/ 270536 w 316909"/>
              <a:gd name="connsiteY61" fmla="*/ 231884 h 324630"/>
              <a:gd name="connsiteX62" fmla="*/ 247349 w 316909"/>
              <a:gd name="connsiteY62" fmla="*/ 255070 h 324630"/>
              <a:gd name="connsiteX63" fmla="*/ 224163 w 316909"/>
              <a:gd name="connsiteY63" fmla="*/ 231884 h 324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16909" h="324630">
                <a:moveTo>
                  <a:pt x="154602" y="0"/>
                </a:moveTo>
                <a:cubicBezTo>
                  <a:pt x="239987" y="0"/>
                  <a:pt x="309204" y="69218"/>
                  <a:pt x="309204" y="154602"/>
                </a:cubicBezTo>
                <a:cubicBezTo>
                  <a:pt x="309204" y="160652"/>
                  <a:pt x="308858" y="166621"/>
                  <a:pt x="308181" y="172490"/>
                </a:cubicBezTo>
                <a:cubicBezTo>
                  <a:pt x="301756" y="165911"/>
                  <a:pt x="294275" y="160371"/>
                  <a:pt x="286010" y="156143"/>
                </a:cubicBezTo>
                <a:cubicBezTo>
                  <a:pt x="286014" y="155630"/>
                  <a:pt x="286017" y="155117"/>
                  <a:pt x="286017" y="154602"/>
                </a:cubicBezTo>
                <a:cubicBezTo>
                  <a:pt x="286017" y="143946"/>
                  <a:pt x="284750" y="133586"/>
                  <a:pt x="282355" y="123664"/>
                </a:cubicBezTo>
                <a:lnTo>
                  <a:pt x="230448" y="123677"/>
                </a:lnTo>
                <a:cubicBezTo>
                  <a:pt x="231219" y="131678"/>
                  <a:pt x="231695" y="139896"/>
                  <a:pt x="231855" y="148274"/>
                </a:cubicBezTo>
                <a:cubicBezTo>
                  <a:pt x="223674" y="149779"/>
                  <a:pt x="215905" y="152457"/>
                  <a:pt x="208725" y="156125"/>
                </a:cubicBezTo>
                <a:lnTo>
                  <a:pt x="208728" y="154602"/>
                </a:lnTo>
                <a:cubicBezTo>
                  <a:pt x="208728" y="143927"/>
                  <a:pt x="208162" y="133575"/>
                  <a:pt x="207111" y="123678"/>
                </a:cubicBezTo>
                <a:lnTo>
                  <a:pt x="102093" y="123678"/>
                </a:lnTo>
                <a:cubicBezTo>
                  <a:pt x="101042" y="133575"/>
                  <a:pt x="100476" y="143927"/>
                  <a:pt x="100476" y="154602"/>
                </a:cubicBezTo>
                <a:cubicBezTo>
                  <a:pt x="100476" y="170980"/>
                  <a:pt x="101807" y="186597"/>
                  <a:pt x="104182" y="200977"/>
                </a:cubicBezTo>
                <a:lnTo>
                  <a:pt x="168123" y="200977"/>
                </a:lnTo>
                <a:cubicBezTo>
                  <a:pt x="165276" y="208269"/>
                  <a:pt x="163407" y="216049"/>
                  <a:pt x="162678" y="224158"/>
                </a:cubicBezTo>
                <a:lnTo>
                  <a:pt x="109173" y="224158"/>
                </a:lnTo>
                <a:cubicBezTo>
                  <a:pt x="119252" y="261476"/>
                  <a:pt x="136772" y="286017"/>
                  <a:pt x="154602" y="286017"/>
                </a:cubicBezTo>
                <a:cubicBezTo>
                  <a:pt x="161634" y="286017"/>
                  <a:pt x="168617" y="282201"/>
                  <a:pt x="175115" y="275289"/>
                </a:cubicBezTo>
                <a:cubicBezTo>
                  <a:pt x="180694" y="284808"/>
                  <a:pt x="187981" y="294171"/>
                  <a:pt x="196737" y="303393"/>
                </a:cubicBezTo>
                <a:cubicBezTo>
                  <a:pt x="183343" y="307179"/>
                  <a:pt x="169209" y="309204"/>
                  <a:pt x="154602" y="309204"/>
                </a:cubicBezTo>
                <a:cubicBezTo>
                  <a:pt x="69218" y="309204"/>
                  <a:pt x="0" y="239987"/>
                  <a:pt x="0" y="154602"/>
                </a:cubicBezTo>
                <a:cubicBezTo>
                  <a:pt x="0" y="69218"/>
                  <a:pt x="69218" y="0"/>
                  <a:pt x="154602" y="0"/>
                </a:cubicBezTo>
                <a:close/>
                <a:moveTo>
                  <a:pt x="85171" y="224167"/>
                </a:moveTo>
                <a:lnTo>
                  <a:pt x="43087" y="224166"/>
                </a:lnTo>
                <a:cubicBezTo>
                  <a:pt x="57901" y="247863"/>
                  <a:pt x="80059" y="266498"/>
                  <a:pt x="106374" y="276886"/>
                </a:cubicBezTo>
                <a:cubicBezTo>
                  <a:pt x="98300" y="264214"/>
                  <a:pt x="91638" y="248349"/>
                  <a:pt x="86738" y="230273"/>
                </a:cubicBezTo>
                <a:lnTo>
                  <a:pt x="85171" y="224167"/>
                </a:lnTo>
                <a:close/>
                <a:moveTo>
                  <a:pt x="78757" y="123677"/>
                </a:moveTo>
                <a:lnTo>
                  <a:pt x="26856" y="123677"/>
                </a:lnTo>
                <a:lnTo>
                  <a:pt x="26782" y="123943"/>
                </a:lnTo>
                <a:cubicBezTo>
                  <a:pt x="24431" y="133779"/>
                  <a:pt x="23187" y="144045"/>
                  <a:pt x="23187" y="154602"/>
                </a:cubicBezTo>
                <a:cubicBezTo>
                  <a:pt x="23187" y="170929"/>
                  <a:pt x="26164" y="186558"/>
                  <a:pt x="31604" y="200980"/>
                </a:cubicBezTo>
                <a:lnTo>
                  <a:pt x="80655" y="200974"/>
                </a:lnTo>
                <a:cubicBezTo>
                  <a:pt x="78455" y="186303"/>
                  <a:pt x="77289" y="170719"/>
                  <a:pt x="77289" y="154602"/>
                </a:cubicBezTo>
                <a:cubicBezTo>
                  <a:pt x="77289" y="144029"/>
                  <a:pt x="77791" y="133685"/>
                  <a:pt x="78757" y="123677"/>
                </a:cubicBezTo>
                <a:close/>
                <a:moveTo>
                  <a:pt x="106390" y="32318"/>
                </a:moveTo>
                <a:lnTo>
                  <a:pt x="106036" y="32452"/>
                </a:lnTo>
                <a:cubicBezTo>
                  <a:pt x="74389" y="45046"/>
                  <a:pt x="48790" y="69583"/>
                  <a:pt x="34806" y="100496"/>
                </a:cubicBezTo>
                <a:lnTo>
                  <a:pt x="81924" y="100502"/>
                </a:lnTo>
                <a:cubicBezTo>
                  <a:pt x="86767" y="73407"/>
                  <a:pt x="95220" y="49820"/>
                  <a:pt x="106390" y="32318"/>
                </a:cubicBezTo>
                <a:close/>
                <a:moveTo>
                  <a:pt x="154602" y="23187"/>
                </a:moveTo>
                <a:lnTo>
                  <a:pt x="152814" y="23269"/>
                </a:lnTo>
                <a:cubicBezTo>
                  <a:pt x="133254" y="25058"/>
                  <a:pt x="114357" y="56004"/>
                  <a:pt x="105581" y="100495"/>
                </a:cubicBezTo>
                <a:lnTo>
                  <a:pt x="203624" y="100495"/>
                </a:lnTo>
                <a:cubicBezTo>
                  <a:pt x="194872" y="56129"/>
                  <a:pt x="176056" y="25232"/>
                  <a:pt x="156555" y="23284"/>
                </a:cubicBezTo>
                <a:lnTo>
                  <a:pt x="154602" y="23187"/>
                </a:lnTo>
                <a:close/>
                <a:moveTo>
                  <a:pt x="202831" y="32319"/>
                </a:moveTo>
                <a:lnTo>
                  <a:pt x="204482" y="35010"/>
                </a:lnTo>
                <a:cubicBezTo>
                  <a:pt x="214826" y="52206"/>
                  <a:pt x="222682" y="74773"/>
                  <a:pt x="227281" y="100502"/>
                </a:cubicBezTo>
                <a:lnTo>
                  <a:pt x="274398" y="100496"/>
                </a:lnTo>
                <a:cubicBezTo>
                  <a:pt x="261033" y="70950"/>
                  <a:pt x="237058" y="47229"/>
                  <a:pt x="207332" y="34193"/>
                </a:cubicBezTo>
                <a:lnTo>
                  <a:pt x="202831" y="32319"/>
                </a:lnTo>
                <a:close/>
                <a:moveTo>
                  <a:pt x="316910" y="231884"/>
                </a:moveTo>
                <a:cubicBezTo>
                  <a:pt x="316910" y="193466"/>
                  <a:pt x="285765" y="162323"/>
                  <a:pt x="247349" y="162323"/>
                </a:cubicBezTo>
                <a:cubicBezTo>
                  <a:pt x="208932" y="162323"/>
                  <a:pt x="177789" y="193466"/>
                  <a:pt x="177789" y="231884"/>
                </a:cubicBezTo>
                <a:cubicBezTo>
                  <a:pt x="177789" y="260676"/>
                  <a:pt x="199736" y="290852"/>
                  <a:pt x="242712" y="323085"/>
                </a:cubicBezTo>
                <a:cubicBezTo>
                  <a:pt x="245459" y="325145"/>
                  <a:pt x="249238" y="325145"/>
                  <a:pt x="251987" y="323085"/>
                </a:cubicBezTo>
                <a:cubicBezTo>
                  <a:pt x="294963" y="290852"/>
                  <a:pt x="316910" y="260676"/>
                  <a:pt x="316910" y="231884"/>
                </a:cubicBezTo>
                <a:close/>
                <a:moveTo>
                  <a:pt x="224163" y="231884"/>
                </a:moveTo>
                <a:cubicBezTo>
                  <a:pt x="224163" y="219078"/>
                  <a:pt x="234543" y="208697"/>
                  <a:pt x="247349" y="208697"/>
                </a:cubicBezTo>
                <a:cubicBezTo>
                  <a:pt x="260155" y="208697"/>
                  <a:pt x="270536" y="219078"/>
                  <a:pt x="270536" y="231884"/>
                </a:cubicBezTo>
                <a:cubicBezTo>
                  <a:pt x="270536" y="244689"/>
                  <a:pt x="260155" y="255070"/>
                  <a:pt x="247349" y="255070"/>
                </a:cubicBezTo>
                <a:cubicBezTo>
                  <a:pt x="234543" y="255070"/>
                  <a:pt x="224163" y="244689"/>
                  <a:pt x="224163" y="231884"/>
                </a:cubicBezTo>
                <a:close/>
              </a:path>
            </a:pathLst>
          </a:cu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eaLnBrk="1" fontAlgn="base" latinLnBrk="0" hangingPunct="1">
              <a:lnSpc>
                <a:spcPct val="100000"/>
              </a:lnSpc>
              <a:spcBef>
                <a:spcPct val="0"/>
              </a:spcBef>
              <a:spcAft>
                <a:spcPct val="0"/>
              </a:spcAft>
              <a:buClrTx/>
              <a:buSzTx/>
              <a:buFontTx/>
              <a:buNone/>
              <a:tabLst/>
              <a:defRPr/>
            </a:pPr>
            <a:endParaRPr kumimoji="0" lang="en-US" sz="1600" b="1" i="0" u="none" strike="noStrike" kern="0" cap="none" spc="0" normalizeH="0" baseline="0" noProof="0">
              <a:ln w="3175">
                <a:noFill/>
              </a:ln>
              <a:solidFill>
                <a:srgbClr val="FFFFFF"/>
              </a:solidFill>
              <a:effectLst/>
              <a:uLnTx/>
              <a:uFillTx/>
              <a:latin typeface="+mj-lt"/>
              <a:ea typeface="+mn-ea"/>
              <a:cs typeface="Segoe UI" pitchFamily="34" charset="0"/>
            </a:endParaRPr>
          </a:p>
        </p:txBody>
      </p:sp>
    </p:spTree>
    <p:extLst>
      <p:ext uri="{BB962C8B-B14F-4D97-AF65-F5344CB8AC3E}">
        <p14:creationId xmlns:p14="http://schemas.microsoft.com/office/powerpoint/2010/main" val="343642294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E5CD1-E8D8-255F-77ED-275F526E8D5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42F6175-CC90-BDF7-432A-46DA6B39EA8F}"/>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61171E62-3F0C-1815-FE6A-3A7F17E0739E}"/>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US" dirty="0"/>
              <a:t>AI readiness on a page</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7499C28D-8B9D-0A0D-9E0F-B6F21F1AA28D}"/>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24430728-CD38-FB54-DE9B-8F251923043F}"/>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TextBox 6">
            <a:extLst>
              <a:ext uri="{FF2B5EF4-FFF2-40B4-BE49-F238E27FC236}">
                <a16:creationId xmlns:a16="http://schemas.microsoft.com/office/drawing/2014/main" id="{C74A7646-6F17-0FCD-CCC5-56EA813500AD}"/>
              </a:ext>
            </a:extLst>
          </p:cNvPr>
          <p:cNvSpPr txBox="1"/>
          <p:nvPr/>
        </p:nvSpPr>
        <p:spPr>
          <a:xfrm>
            <a:off x="835321" y="1275692"/>
            <a:ext cx="11018520" cy="30777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UI"/>
                <a:ea typeface="+mn-ea"/>
                <a:cs typeface="+mn-cs"/>
              </a:rPr>
              <a:t>Reflect on where your organization stands today in realizing your AI aspiration.</a:t>
            </a:r>
          </a:p>
        </p:txBody>
      </p:sp>
      <p:sp>
        <p:nvSpPr>
          <p:cNvPr id="8" name="Rectangle: Rounded Corners 7">
            <a:extLst>
              <a:ext uri="{FF2B5EF4-FFF2-40B4-BE49-F238E27FC236}">
                <a16:creationId xmlns:a16="http://schemas.microsoft.com/office/drawing/2014/main" id="{B5E5E6EA-2865-1271-B11C-FDE05D7C9B59}"/>
              </a:ext>
              <a:ext uri="{C183D7F6-B498-43B3-948B-1728B52AA6E4}">
                <adec:decorative xmlns:adec="http://schemas.microsoft.com/office/drawing/2017/decorative" val="1"/>
              </a:ext>
            </a:extLst>
          </p:cNvPr>
          <p:cNvSpPr>
            <a:spLocks/>
          </p:cNvSpPr>
          <p:nvPr/>
        </p:nvSpPr>
        <p:spPr bwMode="auto">
          <a:xfrm>
            <a:off x="584198" y="1832288"/>
            <a:ext cx="11023603" cy="4617720"/>
          </a:xfrm>
          <a:prstGeom prst="roundRect">
            <a:avLst>
              <a:gd name="adj" fmla="val 2556"/>
            </a:avLst>
          </a:prstGeom>
          <a:solidFill>
            <a:schemeClr val="bg1">
              <a:alpha val="65000"/>
            </a:schemeClr>
          </a:solidFill>
          <a:ln w="3175">
            <a:noFill/>
            <a:headEnd type="none" w="med" len="med"/>
            <a:tailEnd type="none" w="med" len="med"/>
          </a:ln>
          <a:effectLst>
            <a:outerShdw blurRad="38100" algn="ctr" rotWithShape="0">
              <a:schemeClr val="tx1">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60960" rIns="91440" bIns="60960" numCol="1" spcCol="0" rtlCol="0" fromWordArt="0" anchor="t" anchorCtr="0" forceAA="0" compatLnSpc="1">
            <a:prstTxWarp prst="textNoShape">
              <a:avLst/>
            </a:prstTxWarp>
            <a:noAutofit/>
          </a:bodyPr>
          <a:lstStyle/>
          <a:p>
            <a:pPr marL="171450" marR="0" lvl="0" indent="-171450" algn="l" defTabSz="1243234" rtl="0" eaLnBrk="1" fontAlgn="base" latinLnBrk="0" hangingPunct="1">
              <a:lnSpc>
                <a:spcPct val="100000"/>
              </a:lnSpc>
              <a:spcBef>
                <a:spcPts val="600"/>
              </a:spcBef>
              <a:spcAft>
                <a:spcPts val="0"/>
              </a:spcAft>
              <a:buClr>
                <a:srgbClr val="091F2C"/>
              </a:buClr>
              <a:buSzTx/>
              <a:buFont typeface="Arial" panose="020B0604020202020204" pitchFamily="34" charset="0"/>
              <a:buChar char="•"/>
              <a:tabLst/>
              <a:defRPr/>
            </a:pPr>
            <a:endParaRPr kumimoji="0" lang="en-US" sz="1600" b="0" i="0" u="none" strike="noStrike" kern="1200" cap="none" spc="0" normalizeH="0" baseline="0" noProof="0">
              <a:ln>
                <a:noFill/>
              </a:ln>
              <a:solidFill>
                <a:srgbClr val="091F2C"/>
              </a:solidFill>
              <a:effectLst/>
              <a:uLnTx/>
              <a:uFillTx/>
              <a:latin typeface="Segoe Sans Display"/>
              <a:ea typeface="+mn-ea"/>
              <a:cs typeface="Segoe UI" pitchFamily="34" charset="0"/>
            </a:endParaRPr>
          </a:p>
        </p:txBody>
      </p:sp>
      <p:grpSp>
        <p:nvGrpSpPr>
          <p:cNvPr id="9" name="Group 8" descr="A progress bar labled from 1 - 5. One corresponds to exploring, two corresonds to planning, thee corresponds to implementing, four corresponds to scaling, and five corresponds to realizing.">
            <a:extLst>
              <a:ext uri="{FF2B5EF4-FFF2-40B4-BE49-F238E27FC236}">
                <a16:creationId xmlns:a16="http://schemas.microsoft.com/office/drawing/2014/main" id="{7045DCF0-ACE5-E42A-AB75-5E34D9C0CE52}"/>
              </a:ext>
            </a:extLst>
          </p:cNvPr>
          <p:cNvGrpSpPr/>
          <p:nvPr/>
        </p:nvGrpSpPr>
        <p:grpSpPr>
          <a:xfrm>
            <a:off x="2975751" y="1546320"/>
            <a:ext cx="7971371" cy="273146"/>
            <a:chOff x="2982379" y="1573774"/>
            <a:chExt cx="7971371" cy="273146"/>
          </a:xfrm>
        </p:grpSpPr>
        <p:cxnSp>
          <p:nvCxnSpPr>
            <p:cNvPr id="10" name="Straight Connector 9">
              <a:extLst>
                <a:ext uri="{FF2B5EF4-FFF2-40B4-BE49-F238E27FC236}">
                  <a16:creationId xmlns:a16="http://schemas.microsoft.com/office/drawing/2014/main" id="{2820B049-884E-E449-F69E-0110B98EF5B9}"/>
                </a:ext>
                <a:ext uri="{C183D7F6-B498-43B3-948B-1728B52AA6E4}">
                  <adec:decorative xmlns:adec="http://schemas.microsoft.com/office/drawing/2017/decorative" val="1"/>
                </a:ext>
              </a:extLst>
            </p:cNvPr>
            <p:cNvCxnSpPr>
              <a:cxnSpLocks/>
            </p:cNvCxnSpPr>
            <p:nvPr/>
          </p:nvCxnSpPr>
          <p:spPr>
            <a:xfrm>
              <a:off x="3257635" y="1710347"/>
              <a:ext cx="7696115" cy="0"/>
            </a:xfrm>
            <a:prstGeom prst="line">
              <a:avLst/>
            </a:prstGeom>
            <a:ln>
              <a:solidFill>
                <a:schemeClr val="tx1"/>
              </a:solidFill>
              <a:headEnd type="none" w="med" len="med"/>
              <a:tailEnd type="arrow" w="lg" len="med"/>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2564630F-F230-009F-4F3A-353EBE1103B6}"/>
                </a:ext>
              </a:extLst>
            </p:cNvPr>
            <p:cNvSpPr txBox="1">
              <a:spLocks/>
            </p:cNvSpPr>
            <p:nvPr/>
          </p:nvSpPr>
          <p:spPr>
            <a:xfrm>
              <a:off x="2982379" y="1573774"/>
              <a:ext cx="275256" cy="273146"/>
            </a:xfrm>
            <a:prstGeom prst="ellipse">
              <a:avLst/>
            </a:prstGeom>
            <a:gradFill flip="none" rotWithShape="1">
              <a:gsLst>
                <a:gs pos="80000">
                  <a:srgbClr val="0A6BBA"/>
                </a:gs>
                <a:gs pos="0">
                  <a:srgbClr val="AC35AF"/>
                </a:gs>
              </a:gsLst>
              <a:path path="circle">
                <a:fillToRect l="100000" t="100000"/>
              </a:path>
              <a:tileRect r="-100000" b="-100000"/>
            </a:gradFill>
            <a:ln w="25400" cap="rnd">
              <a:solidFill>
                <a:schemeClr val="bg1"/>
              </a:solid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spcBef>
                  <a:spcPts val="1205"/>
                </a:spcBef>
                <a:tabLst>
                  <a:tab pos="5665570" algn="l"/>
                </a:tabLst>
                <a:defRPr sz="2800">
                  <a:ln w="3175">
                    <a:noFill/>
                  </a:ln>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1205"/>
                </a:spcBef>
                <a:spcAft>
                  <a:spcPts val="0"/>
                </a:spcAft>
                <a:buClrTx/>
                <a:buSzTx/>
                <a:buFontTx/>
                <a:buNone/>
                <a:tabLst>
                  <a:tab pos="5665570" algn="l"/>
                </a:tabLst>
                <a:defRPr/>
              </a:pPr>
              <a:r>
                <a:rPr kumimoji="0" lang="en-US" sz="1400" b="0" i="0" u="none" strike="noStrike" kern="1200" cap="none" spc="0" normalizeH="0" baseline="0" noProof="0" dirty="0">
                  <a:ln w="3175">
                    <a:noFill/>
                  </a:ln>
                  <a:solidFill>
                    <a:srgbClr val="FFFFFF"/>
                  </a:solidFill>
                  <a:effectLst/>
                  <a:uLnTx/>
                  <a:uFillTx/>
                  <a:latin typeface="Segoe UI Semibold"/>
                  <a:ea typeface="+mj-ea"/>
                  <a:cs typeface="+mj-cs"/>
                </a:rPr>
                <a:t>1</a:t>
              </a:r>
            </a:p>
          </p:txBody>
        </p:sp>
        <p:sp>
          <p:nvSpPr>
            <p:cNvPr id="12" name="Text Placeholder 2">
              <a:extLst>
                <a:ext uri="{FF2B5EF4-FFF2-40B4-BE49-F238E27FC236}">
                  <a16:creationId xmlns:a16="http://schemas.microsoft.com/office/drawing/2014/main" id="{4569F53B-F690-9FE6-B3F9-04EAEEE96BA4}"/>
                </a:ext>
              </a:extLst>
            </p:cNvPr>
            <p:cNvSpPr txBox="1">
              <a:spLocks/>
            </p:cNvSpPr>
            <p:nvPr/>
          </p:nvSpPr>
          <p:spPr>
            <a:xfrm>
              <a:off x="4597980" y="1573774"/>
              <a:ext cx="275256" cy="273146"/>
            </a:xfrm>
            <a:prstGeom prst="ellipse">
              <a:avLst/>
            </a:prstGeom>
            <a:gradFill flip="none" rotWithShape="1">
              <a:gsLst>
                <a:gs pos="80000">
                  <a:srgbClr val="0A6BBA"/>
                </a:gs>
                <a:gs pos="0">
                  <a:srgbClr val="AC35AF"/>
                </a:gs>
              </a:gsLst>
              <a:path path="circle">
                <a:fillToRect l="100000" t="100000"/>
              </a:path>
              <a:tileRect r="-100000" b="-100000"/>
            </a:gradFill>
            <a:ln w="25400" cap="rnd">
              <a:solidFill>
                <a:schemeClr val="bg1"/>
              </a:solid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spcBef>
                  <a:spcPts val="1205"/>
                </a:spcBef>
                <a:tabLst>
                  <a:tab pos="5665570" algn="l"/>
                </a:tabLst>
                <a:defRPr sz="2800">
                  <a:ln w="3175">
                    <a:noFill/>
                  </a:ln>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1205"/>
                </a:spcBef>
                <a:spcAft>
                  <a:spcPts val="0"/>
                </a:spcAft>
                <a:buClrTx/>
                <a:buSzTx/>
                <a:buFontTx/>
                <a:buNone/>
                <a:tabLst>
                  <a:tab pos="5665570" algn="l"/>
                </a:tabLst>
                <a:defRPr/>
              </a:pPr>
              <a:r>
                <a:rPr kumimoji="0" lang="en-US" sz="1400" b="0" i="0" u="none" strike="noStrike" kern="1200" cap="none" spc="0" normalizeH="0" baseline="0" noProof="0">
                  <a:ln w="3175">
                    <a:noFill/>
                  </a:ln>
                  <a:solidFill>
                    <a:srgbClr val="FFFFFF"/>
                  </a:solidFill>
                  <a:effectLst/>
                  <a:uLnTx/>
                  <a:uFillTx/>
                  <a:latin typeface="Segoe UI Semibold"/>
                  <a:ea typeface="+mj-ea"/>
                  <a:cs typeface="+mj-cs"/>
                </a:rPr>
                <a:t>2</a:t>
              </a:r>
            </a:p>
          </p:txBody>
        </p:sp>
        <p:sp>
          <p:nvSpPr>
            <p:cNvPr id="13" name="Text Placeholder 2">
              <a:extLst>
                <a:ext uri="{FF2B5EF4-FFF2-40B4-BE49-F238E27FC236}">
                  <a16:creationId xmlns:a16="http://schemas.microsoft.com/office/drawing/2014/main" id="{88BA6C77-5807-C294-6332-58A00B6327A1}"/>
                </a:ext>
              </a:extLst>
            </p:cNvPr>
            <p:cNvSpPr txBox="1">
              <a:spLocks/>
            </p:cNvSpPr>
            <p:nvPr/>
          </p:nvSpPr>
          <p:spPr>
            <a:xfrm>
              <a:off x="6213581" y="1573774"/>
              <a:ext cx="275256" cy="273146"/>
            </a:xfrm>
            <a:prstGeom prst="ellipse">
              <a:avLst/>
            </a:prstGeom>
            <a:gradFill flip="none" rotWithShape="1">
              <a:gsLst>
                <a:gs pos="80000">
                  <a:srgbClr val="0A6BBA"/>
                </a:gs>
                <a:gs pos="0">
                  <a:srgbClr val="AC35AF"/>
                </a:gs>
              </a:gsLst>
              <a:path path="circle">
                <a:fillToRect l="100000" t="100000"/>
              </a:path>
              <a:tileRect r="-100000" b="-100000"/>
            </a:gradFill>
            <a:ln w="25400" cap="rnd">
              <a:solidFill>
                <a:schemeClr val="bg1"/>
              </a:solid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spcBef>
                  <a:spcPts val="1205"/>
                </a:spcBef>
                <a:tabLst>
                  <a:tab pos="5665570" algn="l"/>
                </a:tabLst>
                <a:defRPr sz="2800">
                  <a:ln w="3175">
                    <a:noFill/>
                  </a:ln>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1205"/>
                </a:spcBef>
                <a:spcAft>
                  <a:spcPts val="0"/>
                </a:spcAft>
                <a:buClrTx/>
                <a:buSzTx/>
                <a:buFontTx/>
                <a:buNone/>
                <a:tabLst>
                  <a:tab pos="5665570" algn="l"/>
                </a:tabLst>
                <a:defRPr/>
              </a:pPr>
              <a:r>
                <a:rPr kumimoji="0" lang="en-US" sz="1400" b="0" i="0" u="none" strike="noStrike" kern="1200" cap="none" spc="0" normalizeH="0" baseline="0" noProof="0">
                  <a:ln w="3175">
                    <a:noFill/>
                  </a:ln>
                  <a:solidFill>
                    <a:srgbClr val="FFFFFF"/>
                  </a:solidFill>
                  <a:effectLst/>
                  <a:uLnTx/>
                  <a:uFillTx/>
                  <a:latin typeface="Segoe UI Semibold"/>
                  <a:ea typeface="+mj-ea"/>
                  <a:cs typeface="+mj-cs"/>
                </a:rPr>
                <a:t>3</a:t>
              </a:r>
            </a:p>
          </p:txBody>
        </p:sp>
        <p:sp>
          <p:nvSpPr>
            <p:cNvPr id="14" name="Text Placeholder 2">
              <a:extLst>
                <a:ext uri="{FF2B5EF4-FFF2-40B4-BE49-F238E27FC236}">
                  <a16:creationId xmlns:a16="http://schemas.microsoft.com/office/drawing/2014/main" id="{7178D00E-20AD-AFF3-73FC-4AFDF9CD8C39}"/>
                </a:ext>
              </a:extLst>
            </p:cNvPr>
            <p:cNvSpPr txBox="1">
              <a:spLocks/>
            </p:cNvSpPr>
            <p:nvPr/>
          </p:nvSpPr>
          <p:spPr>
            <a:xfrm>
              <a:off x="7829182" y="1573774"/>
              <a:ext cx="275256" cy="273146"/>
            </a:xfrm>
            <a:prstGeom prst="ellipse">
              <a:avLst/>
            </a:prstGeom>
            <a:gradFill flip="none" rotWithShape="1">
              <a:gsLst>
                <a:gs pos="80000">
                  <a:srgbClr val="0A6BBA"/>
                </a:gs>
                <a:gs pos="0">
                  <a:srgbClr val="AC35AF"/>
                </a:gs>
              </a:gsLst>
              <a:path path="circle">
                <a:fillToRect l="100000" t="100000"/>
              </a:path>
              <a:tileRect r="-100000" b="-100000"/>
            </a:gradFill>
            <a:ln w="25400" cap="rnd">
              <a:solidFill>
                <a:schemeClr val="bg1"/>
              </a:solid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spcBef>
                  <a:spcPts val="1205"/>
                </a:spcBef>
                <a:tabLst>
                  <a:tab pos="5665570" algn="l"/>
                </a:tabLst>
                <a:defRPr sz="2800">
                  <a:ln w="3175">
                    <a:noFill/>
                  </a:ln>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1205"/>
                </a:spcBef>
                <a:spcAft>
                  <a:spcPts val="0"/>
                </a:spcAft>
                <a:buClrTx/>
                <a:buSzTx/>
                <a:buFontTx/>
                <a:buNone/>
                <a:tabLst>
                  <a:tab pos="5665570" algn="l"/>
                </a:tabLst>
                <a:defRPr/>
              </a:pPr>
              <a:r>
                <a:rPr kumimoji="0" lang="en-US" sz="1400" b="0" i="0" u="none" strike="noStrike" kern="1200" cap="none" spc="0" normalizeH="0" baseline="0" noProof="0">
                  <a:ln w="3175">
                    <a:noFill/>
                  </a:ln>
                  <a:solidFill>
                    <a:srgbClr val="FFFFFF"/>
                  </a:solidFill>
                  <a:effectLst/>
                  <a:uLnTx/>
                  <a:uFillTx/>
                  <a:latin typeface="Segoe UI Semibold"/>
                  <a:ea typeface="+mj-ea"/>
                  <a:cs typeface="+mj-cs"/>
                </a:rPr>
                <a:t>4</a:t>
              </a:r>
            </a:p>
          </p:txBody>
        </p:sp>
        <p:sp>
          <p:nvSpPr>
            <p:cNvPr id="15" name="Text Placeholder 2">
              <a:extLst>
                <a:ext uri="{FF2B5EF4-FFF2-40B4-BE49-F238E27FC236}">
                  <a16:creationId xmlns:a16="http://schemas.microsoft.com/office/drawing/2014/main" id="{422F249E-5A90-E478-0F48-0D6097F14C6C}"/>
                </a:ext>
              </a:extLst>
            </p:cNvPr>
            <p:cNvSpPr txBox="1">
              <a:spLocks/>
            </p:cNvSpPr>
            <p:nvPr/>
          </p:nvSpPr>
          <p:spPr>
            <a:xfrm>
              <a:off x="9444784" y="1573774"/>
              <a:ext cx="275256" cy="273146"/>
            </a:xfrm>
            <a:prstGeom prst="ellipse">
              <a:avLst/>
            </a:prstGeom>
            <a:gradFill flip="none" rotWithShape="1">
              <a:gsLst>
                <a:gs pos="80000">
                  <a:srgbClr val="0A6BBA"/>
                </a:gs>
                <a:gs pos="0">
                  <a:srgbClr val="AC35AF"/>
                </a:gs>
              </a:gsLst>
              <a:path path="circle">
                <a:fillToRect l="100000" t="100000"/>
              </a:path>
              <a:tileRect r="-100000" b="-100000"/>
            </a:gradFill>
            <a:ln w="25400" cap="rnd">
              <a:solidFill>
                <a:schemeClr val="bg1"/>
              </a:solidFill>
              <a:prstDash val="solid"/>
              <a:roun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spcBef>
                  <a:spcPts val="1205"/>
                </a:spcBef>
                <a:tabLst>
                  <a:tab pos="5665570" algn="l"/>
                </a:tabLst>
                <a:defRPr sz="2800">
                  <a:ln w="3175">
                    <a:noFill/>
                  </a:ln>
                  <a:solidFill>
                    <a:schemeClr val="bg1"/>
                  </a:solidFill>
                  <a:latin typeface="+mj-lt"/>
                  <a:ea typeface="+mj-ea"/>
                  <a:cs typeface="+mj-cs"/>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100000"/>
                </a:lnSpc>
                <a:spcBef>
                  <a:spcPts val="1205"/>
                </a:spcBef>
                <a:spcAft>
                  <a:spcPts val="0"/>
                </a:spcAft>
                <a:buClrTx/>
                <a:buSzTx/>
                <a:buFontTx/>
                <a:buNone/>
                <a:tabLst>
                  <a:tab pos="5665570" algn="l"/>
                </a:tabLst>
                <a:defRPr/>
              </a:pPr>
              <a:r>
                <a:rPr kumimoji="0" lang="en-US" sz="1400" b="0" i="0" u="none" strike="noStrike" kern="1200" cap="none" spc="0" normalizeH="0" baseline="0" noProof="0">
                  <a:ln w="3175">
                    <a:noFill/>
                  </a:ln>
                  <a:solidFill>
                    <a:srgbClr val="FFFFFF"/>
                  </a:solidFill>
                  <a:effectLst/>
                  <a:uLnTx/>
                  <a:uFillTx/>
                  <a:latin typeface="Segoe UI Semibold"/>
                  <a:ea typeface="+mj-ea"/>
                  <a:cs typeface="+mj-cs"/>
                </a:rPr>
                <a:t>5</a:t>
              </a:r>
            </a:p>
          </p:txBody>
        </p:sp>
      </p:grpSp>
      <p:sp>
        <p:nvSpPr>
          <p:cNvPr id="16" name="Rectangle: Top Corners Rounded 15">
            <a:extLst>
              <a:ext uri="{FF2B5EF4-FFF2-40B4-BE49-F238E27FC236}">
                <a16:creationId xmlns:a16="http://schemas.microsoft.com/office/drawing/2014/main" id="{06064B82-A3CA-7A5D-B073-2716BB4DA23A}"/>
              </a:ext>
              <a:ext uri="{C183D7F6-B498-43B3-948B-1728B52AA6E4}">
                <adec:decorative xmlns:adec="http://schemas.microsoft.com/office/drawing/2017/decorative" val="1"/>
              </a:ext>
            </a:extLst>
          </p:cNvPr>
          <p:cNvSpPr/>
          <p:nvPr/>
        </p:nvSpPr>
        <p:spPr bwMode="auto">
          <a:xfrm>
            <a:off x="584198" y="1832288"/>
            <a:ext cx="11023603" cy="264238"/>
          </a:xfrm>
          <a:prstGeom prst="round2SameRect">
            <a:avLst>
              <a:gd name="adj1" fmla="val 44063"/>
              <a:gd name="adj2" fmla="val 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aphicFrame>
        <p:nvGraphicFramePr>
          <p:cNvPr id="17" name="Table 16" descr="Overview: This table charts five AI drivers agains five stages of organizational development. 1. Busiess strategy as in &quot;Do you have an end-to-end AI operating model and clear prioritization of high-value&#10;use cases?&quot; ROW ONE is Business strategy. Level one, labled Exploring, is &quot;AI seen as tactical inititivek scattered pilots with unclear value. Level two labled Planning is Cear AI goals defined; priority use cases mapped to measurable outcomes. Level three labeled Implementing is &quot;AI projects embedded in business plans; ROI and KPIs tracked. Level four labled Scaling is &quot;AI inititives scaled across functions; performance reviewed by leadership. Level five labled Realizing is &quot;AI integratd into the business model and decision-making; measurable enterprise-wide ROI. ROW TWO is labeled Technology strategy. Level one is &quot;Fragemented data and manual prep; low security and interoperability. Level two is Univied data and cloud strategy defined; AI platform roadmap in place. Level three is Automated pipelines and APIs established; secure agentic infrastructure operational. Level four is &quot;Mature data and model platfomr; governance and lineage processes automated. Level five is &quot;Self-optimizing data and agentic ecosystem delivering real-time, adaptive intelligence. ROW THREE Applied AI Experience: Is your organization embracing citizen development and monitoring high-value use cases? Level one &quot;Ad-hoc pilots or shadow AI; limited cross-functional visiblity. Level two &quot;Use-case pipeline prioritized; citizen development frameworks in design. Level three Standardized delivery, feedback, and ROI tracking established. Level four is &quot;Reusable AI assets and proven use cases scaled across teams.&quot; Level five is &quot;Agentic systems continuously learning and optimizing new opportunities.&quot; ROW FOUR Orgaization &amp; cuture: Are you accelerating AI knowledge sharing, building champions, and creating feedback loops? Level one &quot;Low awareness; limited AI fluency and unclear accountability.&quot; Level two &quot;AI vision shared; early Copilot or fluency pilots launched.&quot; Level three &quot;Active network of champions; use cases and wins shared&#10;org-wide.&quot; Level four &quot;Enterprise-wide fluency programs and incentives drive sustained adoption.&quot; Level five &quot;AI-first, learning-driven culture; innovation embedded across&#10;all teams.&quot; ROW FIVE AI Governance: Are you implementing Responsivle AI guardrails, environment strategy, and continuous testing? Level one, &quot;No governance in place; ad-hoc or reactive risk management.&quot; Level two &quot;Governance model and guardrails defined; roles assigned.&quot; Level three, &quot;Responsible AI, security, and compliance controls deployed.&quot; level four, &quot;Governance embedded into all AI workflows; dashboards for oversight.&quot; Level five &quot;Adaptive, automated governance that continuously monitors risk, ethics, and compliance.&quot; End of table.">
            <a:extLst>
              <a:ext uri="{FF2B5EF4-FFF2-40B4-BE49-F238E27FC236}">
                <a16:creationId xmlns:a16="http://schemas.microsoft.com/office/drawing/2014/main" id="{991EEE91-A4BA-4B30-9E0A-71E907128539}"/>
              </a:ext>
            </a:extLst>
          </p:cNvPr>
          <p:cNvGraphicFramePr>
            <a:graphicFrameLocks noGrp="1"/>
          </p:cNvGraphicFramePr>
          <p:nvPr>
            <p:extLst>
              <p:ext uri="{D42A27DB-BD31-4B8C-83A1-F6EECF244321}">
                <p14:modId xmlns:p14="http://schemas.microsoft.com/office/powerpoint/2010/main" val="3675829272"/>
              </p:ext>
            </p:extLst>
          </p:nvPr>
        </p:nvGraphicFramePr>
        <p:xfrm>
          <a:off x="584198" y="1855252"/>
          <a:ext cx="11023603" cy="4625340"/>
        </p:xfrm>
        <a:graphic>
          <a:graphicData uri="http://schemas.openxmlformats.org/drawingml/2006/table">
            <a:tbl>
              <a:tblPr firstRow="1"/>
              <a:tblGrid>
                <a:gridCol w="2311680">
                  <a:extLst>
                    <a:ext uri="{9D8B030D-6E8A-4147-A177-3AD203B41FA5}">
                      <a16:colId xmlns:a16="http://schemas.microsoft.com/office/drawing/2014/main" val="3267767647"/>
                    </a:ext>
                  </a:extLst>
                </a:gridCol>
                <a:gridCol w="1615601">
                  <a:extLst>
                    <a:ext uri="{9D8B030D-6E8A-4147-A177-3AD203B41FA5}">
                      <a16:colId xmlns:a16="http://schemas.microsoft.com/office/drawing/2014/main" val="1832881030"/>
                    </a:ext>
                  </a:extLst>
                </a:gridCol>
                <a:gridCol w="1615601">
                  <a:extLst>
                    <a:ext uri="{9D8B030D-6E8A-4147-A177-3AD203B41FA5}">
                      <a16:colId xmlns:a16="http://schemas.microsoft.com/office/drawing/2014/main" val="3237986145"/>
                    </a:ext>
                  </a:extLst>
                </a:gridCol>
                <a:gridCol w="1615601">
                  <a:extLst>
                    <a:ext uri="{9D8B030D-6E8A-4147-A177-3AD203B41FA5}">
                      <a16:colId xmlns:a16="http://schemas.microsoft.com/office/drawing/2014/main" val="431301544"/>
                    </a:ext>
                  </a:extLst>
                </a:gridCol>
                <a:gridCol w="1615601">
                  <a:extLst>
                    <a:ext uri="{9D8B030D-6E8A-4147-A177-3AD203B41FA5}">
                      <a16:colId xmlns:a16="http://schemas.microsoft.com/office/drawing/2014/main" val="3569981932"/>
                    </a:ext>
                  </a:extLst>
                </a:gridCol>
                <a:gridCol w="1615601">
                  <a:extLst>
                    <a:ext uri="{9D8B030D-6E8A-4147-A177-3AD203B41FA5}">
                      <a16:colId xmlns:a16="http://schemas.microsoft.com/office/drawing/2014/main" val="4235577625"/>
                    </a:ext>
                  </a:extLst>
                </a:gridCol>
                <a:gridCol w="633918">
                  <a:extLst>
                    <a:ext uri="{9D8B030D-6E8A-4147-A177-3AD203B41FA5}">
                      <a16:colId xmlns:a16="http://schemas.microsoft.com/office/drawing/2014/main" val="3711391442"/>
                    </a:ext>
                  </a:extLst>
                </a:gridCol>
              </a:tblGrid>
              <a:tr h="251460">
                <a:tc>
                  <a:txBody>
                    <a:bodyPr/>
                    <a:lstStyle/>
                    <a:p>
                      <a:pPr>
                        <a:buNone/>
                      </a:pPr>
                      <a:r>
                        <a:rPr lang="en-US" sz="1100" b="0">
                          <a:solidFill>
                            <a:schemeClr val="bg1"/>
                          </a:solidFill>
                          <a:latin typeface="+mj-lt"/>
                        </a:rPr>
                        <a:t>AI Driver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100" b="0">
                          <a:solidFill>
                            <a:schemeClr val="bg1"/>
                          </a:solidFill>
                          <a:latin typeface="+mj-lt"/>
                        </a:rPr>
                        <a:t>Exploring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100" b="0">
                          <a:solidFill>
                            <a:schemeClr val="bg1"/>
                          </a:solidFill>
                          <a:latin typeface="+mj-lt"/>
                        </a:rPr>
                        <a:t>Planning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100" b="0">
                          <a:solidFill>
                            <a:schemeClr val="bg1"/>
                          </a:solidFill>
                          <a:latin typeface="+mj-lt"/>
                        </a:rPr>
                        <a:t>Implementing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100" b="0">
                          <a:solidFill>
                            <a:schemeClr val="bg1"/>
                          </a:solidFill>
                          <a:latin typeface="+mj-lt"/>
                        </a:rPr>
                        <a:t>Scaling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100" b="0">
                          <a:solidFill>
                            <a:schemeClr val="bg1"/>
                          </a:solidFill>
                          <a:latin typeface="+mj-lt"/>
                        </a:rPr>
                        <a:t>Realizing (Frontier)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1100" b="0">
                          <a:solidFill>
                            <a:schemeClr val="bg1"/>
                          </a:solidFill>
                          <a:latin typeface="+mj-lt"/>
                        </a:rPr>
                        <a:t>Score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3628"/>
                  </a:ext>
                </a:extLst>
              </a:tr>
              <a:tr h="967740">
                <a:tc>
                  <a:txBody>
                    <a:bodyPr/>
                    <a:lstStyle/>
                    <a:p>
                      <a:pPr marL="165100" indent="-165100">
                        <a:spcAft>
                          <a:spcPts val="400"/>
                        </a:spcAft>
                        <a:buAutoNum type="arabicPeriod"/>
                      </a:pPr>
                      <a:r>
                        <a:rPr lang="en-US" sz="1050" b="1" dirty="0">
                          <a:solidFill>
                            <a:schemeClr val="tx1"/>
                          </a:solidFill>
                          <a:latin typeface="+mj-lt"/>
                        </a:rPr>
                        <a:t>Business Strategy</a:t>
                      </a:r>
                    </a:p>
                    <a:p>
                      <a:pPr marL="0" indent="0">
                        <a:spcAft>
                          <a:spcPts val="400"/>
                        </a:spcAft>
                        <a:buNone/>
                      </a:pPr>
                      <a:r>
                        <a:rPr lang="en-US" sz="1050" dirty="0">
                          <a:solidFill>
                            <a:schemeClr val="tx1"/>
                          </a:solidFill>
                          <a:latin typeface="+mn-lt"/>
                        </a:rPr>
                        <a:t>Do you have an end-to-end AI operating model and clear prioritization of high-value</a:t>
                      </a:r>
                      <a:br>
                        <a:rPr lang="en-US" sz="1050" dirty="0">
                          <a:solidFill>
                            <a:schemeClr val="tx1"/>
                          </a:solidFill>
                          <a:latin typeface="+mn-lt"/>
                        </a:rPr>
                      </a:br>
                      <a:r>
                        <a:rPr lang="en-US" sz="1050" dirty="0">
                          <a:solidFill>
                            <a:schemeClr val="tx1"/>
                          </a:solidFill>
                          <a:latin typeface="+mn-lt"/>
                        </a:rPr>
                        <a:t>use 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AI seen as a tactical initiative; scattered pilots with</a:t>
                      </a:r>
                      <a:br>
                        <a:rPr lang="en-US" sz="1050">
                          <a:solidFill>
                            <a:schemeClr val="tx1"/>
                          </a:solidFill>
                          <a:latin typeface="+mn-lt"/>
                        </a:rPr>
                      </a:br>
                      <a:r>
                        <a:rPr lang="en-US" sz="1050">
                          <a:solidFill>
                            <a:schemeClr val="tx1"/>
                          </a:solidFill>
                          <a:latin typeface="+mn-lt"/>
                        </a:rPr>
                        <a:t>unclear 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Clear AI goals defined; priority use cases mapped to measurable outcomes.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AI projects embedded in business plans; ROI and KPIs tracked.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AI initiatives scaled across functions; performance reviewed by leadership.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AI integrated into the business model and decision-making; measurable enterprise-wide ROI.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endParaRPr lang="en-US" sz="105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6962744"/>
                  </a:ext>
                </a:extLst>
              </a:tr>
              <a:tr h="891540">
                <a:tc>
                  <a:txBody>
                    <a:bodyPr/>
                    <a:lstStyle/>
                    <a:p>
                      <a:pPr marL="165100" indent="-165100">
                        <a:spcAft>
                          <a:spcPts val="400"/>
                        </a:spcAft>
                        <a:buFont typeface="+mj-lt"/>
                        <a:buAutoNum type="arabicPeriod" startAt="2"/>
                      </a:pPr>
                      <a:r>
                        <a:rPr lang="en-US" sz="1050" b="1">
                          <a:solidFill>
                            <a:schemeClr val="tx1"/>
                          </a:solidFill>
                          <a:latin typeface="+mj-lt"/>
                        </a:rPr>
                        <a:t>Technology &amp; Data Strategy</a:t>
                      </a:r>
                    </a:p>
                    <a:p>
                      <a:pPr>
                        <a:spcAft>
                          <a:spcPts val="400"/>
                        </a:spcAft>
                        <a:buNone/>
                      </a:pPr>
                      <a:r>
                        <a:rPr lang="en-US" sz="1050">
                          <a:solidFill>
                            <a:schemeClr val="tx1"/>
                          </a:solidFill>
                          <a:latin typeface="+mn-lt"/>
                        </a:rPr>
                        <a:t>Are your data, and agentic software foundations ready to scale AI responsibly?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Fragmented data and manual prep; low security and interoperability.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Unified data and cloud strategy defined; AI platform roadmap</a:t>
                      </a:r>
                      <a:br>
                        <a:rPr lang="en-US" sz="1050">
                          <a:solidFill>
                            <a:schemeClr val="tx1"/>
                          </a:solidFill>
                          <a:latin typeface="+mn-lt"/>
                        </a:rPr>
                      </a:br>
                      <a:r>
                        <a:rPr lang="en-US" sz="1050">
                          <a:solidFill>
                            <a:schemeClr val="tx1"/>
                          </a:solidFill>
                          <a:latin typeface="+mn-lt"/>
                        </a:rPr>
                        <a:t>in place.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Robust, scalable data and AI platform in place; automated pipelines and APIs established.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Mature data and model platform; integration with enterprise systems is achieved.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Self-optimizing data and agentic ecosystem delivering real-time, adaptive intelligence.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endParaRPr lang="en-US" sz="105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1051895"/>
                  </a:ext>
                </a:extLst>
              </a:tr>
              <a:tr h="807720">
                <a:tc>
                  <a:txBody>
                    <a:bodyPr/>
                    <a:lstStyle/>
                    <a:p>
                      <a:pPr marL="165100" indent="-165100">
                        <a:spcAft>
                          <a:spcPts val="400"/>
                        </a:spcAft>
                        <a:buFont typeface="+mj-lt"/>
                        <a:buAutoNum type="arabicPeriod" startAt="3"/>
                      </a:pPr>
                      <a:r>
                        <a:rPr lang="en-US" sz="1050" b="1">
                          <a:solidFill>
                            <a:schemeClr val="tx1"/>
                          </a:solidFill>
                          <a:latin typeface="+mj-lt"/>
                        </a:rPr>
                        <a:t>AI Strategy &amp; Experience</a:t>
                      </a:r>
                    </a:p>
                    <a:p>
                      <a:pPr>
                        <a:spcAft>
                          <a:spcPts val="400"/>
                        </a:spcAft>
                        <a:buNone/>
                      </a:pPr>
                      <a:r>
                        <a:rPr lang="en-US" sz="1050">
                          <a:solidFill>
                            <a:schemeClr val="tx1"/>
                          </a:solidFill>
                          <a:latin typeface="+mn-lt"/>
                        </a:rPr>
                        <a:t>Is your organization embracing citizen development and monitoring high-value use cases?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Ad-hoc pilots or shadow AI; limited cross-functional visibility.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Use-case pipeline prioritized; citizen development frameworks in design.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Standardized delivery, feedback, and ROI tracking established.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Reusable AI assets and proven use cases scaled across teams.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Agentic systems continuously learning and optimizing new opportunities.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endParaRPr lang="en-US" sz="105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7990078"/>
                  </a:ext>
                </a:extLst>
              </a:tr>
              <a:tr h="807720">
                <a:tc>
                  <a:txBody>
                    <a:bodyPr/>
                    <a:lstStyle/>
                    <a:p>
                      <a:pPr marL="165100" indent="-165100">
                        <a:spcAft>
                          <a:spcPts val="400"/>
                        </a:spcAft>
                        <a:buFont typeface="+mj-lt"/>
                        <a:buAutoNum type="arabicPeriod" startAt="4"/>
                      </a:pPr>
                      <a:r>
                        <a:rPr lang="en-US" sz="1050" b="1">
                          <a:solidFill>
                            <a:schemeClr val="tx1"/>
                          </a:solidFill>
                          <a:latin typeface="+mj-lt"/>
                        </a:rPr>
                        <a:t>Organization &amp; Culture</a:t>
                      </a:r>
                    </a:p>
                    <a:p>
                      <a:pPr>
                        <a:spcAft>
                          <a:spcPts val="400"/>
                        </a:spcAft>
                        <a:buNone/>
                      </a:pPr>
                      <a:r>
                        <a:rPr lang="en-US" sz="1050">
                          <a:solidFill>
                            <a:schemeClr val="tx1"/>
                          </a:solidFill>
                          <a:latin typeface="+mn-lt"/>
                        </a:rPr>
                        <a:t>Are you accelerating AI knowledge sharing, building champions, and creating feedback loops?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Low awareness; limited AI fluency and unclear accountability.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AI vision shared; early Copilot or fluency pilots launched.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Active network of champions; use cases and wins shared</a:t>
                      </a:r>
                      <a:br>
                        <a:rPr lang="en-US" sz="1050">
                          <a:solidFill>
                            <a:schemeClr val="tx1"/>
                          </a:solidFill>
                          <a:latin typeface="+mn-lt"/>
                        </a:rPr>
                      </a:br>
                      <a:r>
                        <a:rPr lang="en-US" sz="1050">
                          <a:solidFill>
                            <a:schemeClr val="tx1"/>
                          </a:solidFill>
                          <a:latin typeface="+mn-lt"/>
                        </a:rPr>
                        <a:t>org-wide.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Enterprise-wide fluency programs and incentives drive sustained adoption.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AI-first, learning-driven culture; innovation embedded across</a:t>
                      </a:r>
                      <a:br>
                        <a:rPr lang="en-US" sz="1050">
                          <a:solidFill>
                            <a:schemeClr val="tx1"/>
                          </a:solidFill>
                          <a:latin typeface="+mn-lt"/>
                        </a:rPr>
                      </a:br>
                      <a:r>
                        <a:rPr lang="en-US" sz="1050">
                          <a:solidFill>
                            <a:schemeClr val="tx1"/>
                          </a:solidFill>
                          <a:latin typeface="+mn-lt"/>
                        </a:rPr>
                        <a:t>all teams.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endParaRPr lang="en-US" sz="105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9343976"/>
                  </a:ext>
                </a:extLst>
              </a:tr>
              <a:tr h="891540">
                <a:tc>
                  <a:txBody>
                    <a:bodyPr/>
                    <a:lstStyle/>
                    <a:p>
                      <a:pPr marL="165100" indent="-165100">
                        <a:spcAft>
                          <a:spcPts val="400"/>
                        </a:spcAft>
                        <a:buFont typeface="+mj-lt"/>
                        <a:buAutoNum type="arabicPeriod" startAt="5"/>
                      </a:pPr>
                      <a:r>
                        <a:rPr lang="en-US" sz="1050" b="1">
                          <a:solidFill>
                            <a:schemeClr val="tx1"/>
                          </a:solidFill>
                          <a:latin typeface="+mj-lt"/>
                        </a:rPr>
                        <a:t>AI Governance &amp; Security</a:t>
                      </a:r>
                    </a:p>
                    <a:p>
                      <a:pPr>
                        <a:spcAft>
                          <a:spcPts val="400"/>
                        </a:spcAft>
                        <a:buNone/>
                      </a:pPr>
                      <a:r>
                        <a:rPr lang="en-US" sz="1050">
                          <a:solidFill>
                            <a:schemeClr val="tx1"/>
                          </a:solidFill>
                          <a:latin typeface="+mn-lt"/>
                        </a:rPr>
                        <a:t>Are you implementing Responsible AI guardrails, AI security, and continuous testing?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No governance in place; ad-hoc or reactive risk management.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Governance model and guardrails defined; roles assigned.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Responsible AI, security, and compliance controls deployed.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Governance embedded into all AI workflows; dashboards for oversight.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r>
                        <a:rPr lang="en-US" sz="1050">
                          <a:solidFill>
                            <a:schemeClr val="tx1"/>
                          </a:solidFill>
                          <a:latin typeface="+mn-lt"/>
                        </a:rPr>
                        <a:t>Adaptive, automated governance that continuously monitors risk, ethics, and compliance.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600"/>
                        </a:spcAft>
                        <a:buNone/>
                      </a:pPr>
                      <a:endParaRPr lang="en-US" sz="1050" dirty="0">
                        <a:solidFill>
                          <a:schemeClr val="tx1"/>
                        </a:solidFill>
                        <a:latin typeface="+mn-l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2148687"/>
                  </a:ext>
                </a:extLst>
              </a:tr>
            </a:tbl>
          </a:graphicData>
        </a:graphic>
      </p:graphicFrame>
    </p:spTree>
    <p:extLst>
      <p:ext uri="{BB962C8B-B14F-4D97-AF65-F5344CB8AC3E}">
        <p14:creationId xmlns:p14="http://schemas.microsoft.com/office/powerpoint/2010/main" val="356071264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Agents introduce new challenges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3E0AE08-6AB3-C334-597C-EF70999BDEFE}"/>
              </a:ext>
              <a:ext uri="{C183D7F6-B498-43B3-948B-1728B52AA6E4}">
                <adec:decorative xmlns:adec="http://schemas.microsoft.com/office/drawing/2017/decorative" val="1"/>
              </a:ext>
            </a:extLst>
          </p:cNvPr>
          <p:cNvSpPr>
            <a:spLocks/>
          </p:cNvSpPr>
          <p:nvPr/>
        </p:nvSpPr>
        <p:spPr>
          <a:xfrm>
            <a:off x="58826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1" name="Rectangle: Rounded Corners 10">
            <a:extLst>
              <a:ext uri="{FF2B5EF4-FFF2-40B4-BE49-F238E27FC236}">
                <a16:creationId xmlns:a16="http://schemas.microsoft.com/office/drawing/2014/main" id="{6DE8F578-4B21-0C6B-143B-DD028DA786D8}"/>
              </a:ext>
              <a:ext uri="{C183D7F6-B498-43B3-948B-1728B52AA6E4}">
                <adec:decorative xmlns:adec="http://schemas.microsoft.com/office/drawing/2017/decorative" val="1"/>
              </a:ext>
            </a:extLst>
          </p:cNvPr>
          <p:cNvSpPr>
            <a:spLocks/>
          </p:cNvSpPr>
          <p:nvPr/>
        </p:nvSpPr>
        <p:spPr>
          <a:xfrm>
            <a:off x="3399341"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5" name="Rectangle: Rounded Corners 14">
            <a:extLst>
              <a:ext uri="{FF2B5EF4-FFF2-40B4-BE49-F238E27FC236}">
                <a16:creationId xmlns:a16="http://schemas.microsoft.com/office/drawing/2014/main" id="{3694B7C3-A43D-A1D3-633C-A3F6B8ABC406}"/>
              </a:ext>
              <a:ext uri="{C183D7F6-B498-43B3-948B-1728B52AA6E4}">
                <adec:decorative xmlns:adec="http://schemas.microsoft.com/office/drawing/2017/decorative" val="1"/>
              </a:ext>
            </a:extLst>
          </p:cNvPr>
          <p:cNvSpPr>
            <a:spLocks/>
          </p:cNvSpPr>
          <p:nvPr/>
        </p:nvSpPr>
        <p:spPr>
          <a:xfrm>
            <a:off x="6210420"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9" name="Rectangle: Rounded Corners 18">
            <a:extLst>
              <a:ext uri="{FF2B5EF4-FFF2-40B4-BE49-F238E27FC236}">
                <a16:creationId xmlns:a16="http://schemas.microsoft.com/office/drawing/2014/main" id="{959B9B07-0B60-AFC8-62EB-BEE63F3D46E5}"/>
              </a:ext>
              <a:ext uri="{C183D7F6-B498-43B3-948B-1728B52AA6E4}">
                <adec:decorative xmlns:adec="http://schemas.microsoft.com/office/drawing/2017/decorative" val="1"/>
              </a:ext>
            </a:extLst>
          </p:cNvPr>
          <p:cNvSpPr>
            <a:spLocks/>
          </p:cNvSpPr>
          <p:nvPr/>
        </p:nvSpPr>
        <p:spPr>
          <a:xfrm>
            <a:off x="899362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8" name="Rounded Rectangle 2">
            <a:extLst>
              <a:ext uri="{FF2B5EF4-FFF2-40B4-BE49-F238E27FC236}">
                <a16:creationId xmlns:a16="http://schemas.microsoft.com/office/drawing/2014/main" id="{123B7009-5807-9E59-154D-A8E3A4E2B746}"/>
              </a:ext>
            </a:extLst>
          </p:cNvPr>
          <p:cNvSpPr/>
          <p:nvPr/>
        </p:nvSpPr>
        <p:spPr bwMode="auto">
          <a:xfrm>
            <a:off x="661044" y="1849120"/>
            <a:ext cx="2470198" cy="1079159"/>
          </a:xfrm>
          <a:prstGeom prst="roundRect">
            <a:avLst>
              <a:gd name="adj" fmla="val 21859"/>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dirty="0">
                <a:ln w="3175">
                  <a:noFill/>
                </a:ln>
                <a:solidFill>
                  <a:schemeClr val="bg1"/>
                </a:solidFill>
                <a:latin typeface="+mj-lt"/>
                <a:ea typeface="+mj-ea"/>
                <a:cs typeface="+mj-cs"/>
              </a:rPr>
              <a:t>Agent sprawl </a:t>
            </a:r>
            <a:br>
              <a:rPr lang="en-US" dirty="0">
                <a:ln w="3175">
                  <a:noFill/>
                </a:ln>
                <a:solidFill>
                  <a:schemeClr val="bg1"/>
                </a:solidFill>
                <a:latin typeface="+mj-lt"/>
                <a:ea typeface="+mj-ea"/>
                <a:cs typeface="+mj-cs"/>
              </a:rPr>
            </a:br>
            <a:r>
              <a:rPr lang="en-US" dirty="0">
                <a:ln w="3175">
                  <a:noFill/>
                </a:ln>
                <a:solidFill>
                  <a:schemeClr val="bg1"/>
                </a:solidFill>
                <a:latin typeface="+mj-lt"/>
                <a:ea typeface="+mj-ea"/>
                <a:cs typeface="+mj-cs"/>
              </a:rPr>
              <a:t>&amp; resource access</a:t>
            </a:r>
          </a:p>
        </p:txBody>
      </p:sp>
      <p:sp>
        <p:nvSpPr>
          <p:cNvPr id="10" name="Content Placeholder 2">
            <a:extLst>
              <a:ext uri="{FF2B5EF4-FFF2-40B4-BE49-F238E27FC236}">
                <a16:creationId xmlns:a16="http://schemas.microsoft.com/office/drawing/2014/main" id="{43F0CCED-1223-C759-9275-67CD10D73397}"/>
              </a:ext>
            </a:extLst>
          </p:cNvPr>
          <p:cNvSpPr txBox="1">
            <a:spLocks/>
          </p:cNvSpPr>
          <p:nvPr/>
        </p:nvSpPr>
        <p:spPr>
          <a:xfrm>
            <a:off x="991213"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lvl="1" indent="0" algn="ctr" defTabSz="2275850" fontAlgn="base">
              <a:spcBef>
                <a:spcPct val="0"/>
              </a:spcBef>
              <a:spcAft>
                <a:spcPts val="2987"/>
              </a:spcAft>
              <a:buNone/>
              <a:defRPr/>
            </a:pPr>
            <a:r>
              <a:rPr lang="en-US" sz="5400">
                <a:ln w="3175">
                  <a:noFill/>
                </a:ln>
                <a:solidFill>
                  <a:schemeClr val="accent2"/>
                </a:solidFill>
                <a:latin typeface="+mj-lt"/>
                <a:ea typeface="+mj-ea"/>
                <a:cs typeface="+mj-cs"/>
              </a:rPr>
              <a:t>82%</a:t>
            </a:r>
          </a:p>
        </p:txBody>
      </p:sp>
      <p:sp>
        <p:nvSpPr>
          <p:cNvPr id="9" name="Google Shape;3000;p241">
            <a:extLst>
              <a:ext uri="{FF2B5EF4-FFF2-40B4-BE49-F238E27FC236}">
                <a16:creationId xmlns:a16="http://schemas.microsoft.com/office/drawing/2014/main" id="{F9DEFC5F-8E88-ECD1-DE46-63595AD38DFD}"/>
              </a:ext>
            </a:extLst>
          </p:cNvPr>
          <p:cNvSpPr txBox="1"/>
          <p:nvPr/>
        </p:nvSpPr>
        <p:spPr>
          <a:xfrm>
            <a:off x="748365"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of leaders expect to use agents in the next 12–18 months to meet demand for workforce capacity</a:t>
            </a:r>
            <a:r>
              <a:rPr kumimoji="0" lang="en-US" sz="1600" b="0" i="0" u="none" strike="noStrike" kern="1200" cap="none" spc="0" normalizeH="0" baseline="30000" noProof="0">
                <a:ln>
                  <a:noFill/>
                </a:ln>
                <a:effectLst/>
                <a:uLnTx/>
                <a:uFillTx/>
              </a:rPr>
              <a:t>3</a:t>
            </a:r>
            <a:r>
              <a:rPr kumimoji="0" lang="en-US" sz="1600" b="0" i="0" u="none" strike="noStrike" kern="1200" cap="none" spc="0" normalizeH="0" baseline="0" noProof="0">
                <a:ln>
                  <a:noFill/>
                </a:ln>
                <a:effectLst/>
                <a:uLnTx/>
                <a:uFillTx/>
              </a:rPr>
              <a:t> </a:t>
            </a:r>
            <a:endParaRPr kumimoji="0" lang="en-US" sz="2400" b="0" i="0" u="none" strike="noStrike" kern="1200" cap="none" spc="0" normalizeH="0" baseline="0" noProof="0">
              <a:ln>
                <a:noFill/>
              </a:ln>
              <a:effectLst/>
              <a:uLnTx/>
              <a:uFillTx/>
            </a:endParaRPr>
          </a:p>
        </p:txBody>
      </p:sp>
      <p:sp>
        <p:nvSpPr>
          <p:cNvPr id="13" name="Rounded Rectangle 2">
            <a:extLst>
              <a:ext uri="{FF2B5EF4-FFF2-40B4-BE49-F238E27FC236}">
                <a16:creationId xmlns:a16="http://schemas.microsoft.com/office/drawing/2014/main" id="{9C7FDCE9-7641-2FAF-CD0E-5F292070F20D}"/>
              </a:ext>
            </a:extLst>
          </p:cNvPr>
          <p:cNvSpPr/>
          <p:nvPr/>
        </p:nvSpPr>
        <p:spPr bwMode="auto">
          <a:xfrm>
            <a:off x="3472123"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dirty="0">
                <a:ln w="3175">
                  <a:noFill/>
                </a:ln>
                <a:solidFill>
                  <a:schemeClr val="bg1"/>
                </a:solidFill>
                <a:latin typeface="+mj-lt"/>
                <a:ea typeface="+mj-ea"/>
                <a:cs typeface="+mj-cs"/>
              </a:rPr>
              <a:t>Data oversharing</a:t>
            </a:r>
            <a:br>
              <a:rPr lang="en-US" dirty="0">
                <a:ln w="3175">
                  <a:noFill/>
                </a:ln>
                <a:solidFill>
                  <a:schemeClr val="bg1"/>
                </a:solidFill>
                <a:latin typeface="+mj-lt"/>
                <a:ea typeface="+mj-ea"/>
                <a:cs typeface="+mj-cs"/>
              </a:rPr>
            </a:br>
            <a:r>
              <a:rPr lang="en-US" dirty="0">
                <a:ln w="3175">
                  <a:noFill/>
                </a:ln>
                <a:solidFill>
                  <a:schemeClr val="bg1"/>
                </a:solidFill>
                <a:latin typeface="+mj-lt"/>
                <a:ea typeface="+mj-ea"/>
                <a:cs typeface="+mj-cs"/>
              </a:rPr>
              <a:t>&amp; leaks</a:t>
            </a:r>
          </a:p>
        </p:txBody>
      </p:sp>
      <p:sp>
        <p:nvSpPr>
          <p:cNvPr id="12" name="Content Placeholder 2">
            <a:extLst>
              <a:ext uri="{FF2B5EF4-FFF2-40B4-BE49-F238E27FC236}">
                <a16:creationId xmlns:a16="http://schemas.microsoft.com/office/drawing/2014/main" id="{DE53BF27-149B-0162-C407-C67AF1D34893}"/>
              </a:ext>
            </a:extLst>
          </p:cNvPr>
          <p:cNvSpPr txBox="1">
            <a:spLocks/>
          </p:cNvSpPr>
          <p:nvPr/>
        </p:nvSpPr>
        <p:spPr>
          <a:xfrm>
            <a:off x="3802292"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80%</a:t>
            </a:r>
          </a:p>
        </p:txBody>
      </p:sp>
      <p:sp>
        <p:nvSpPr>
          <p:cNvPr id="14" name="Google Shape;3000;p241">
            <a:extLst>
              <a:ext uri="{FF2B5EF4-FFF2-40B4-BE49-F238E27FC236}">
                <a16:creationId xmlns:a16="http://schemas.microsoft.com/office/drawing/2014/main" id="{381CC044-19CB-D650-0393-E36DDDFE52F3}"/>
              </a:ext>
            </a:extLst>
          </p:cNvPr>
          <p:cNvSpPr txBox="1"/>
          <p:nvPr/>
        </p:nvSpPr>
        <p:spPr>
          <a:xfrm>
            <a:off x="3559444"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of leaders cited</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leakage of sensitive</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data as their main concern</a:t>
            </a:r>
            <a:r>
              <a:rPr kumimoji="0" lang="en-US" sz="1600" b="0" i="0" u="none" strike="noStrike" kern="1200" cap="none" spc="0" normalizeH="0" baseline="30000" noProof="0">
                <a:ln>
                  <a:noFill/>
                </a:ln>
                <a:effectLst/>
                <a:uLnTx/>
                <a:uFillTx/>
              </a:rPr>
              <a:t>1</a:t>
            </a:r>
            <a:endParaRPr kumimoji="0" lang="en-US" sz="1600" b="0" i="0" u="none" strike="noStrike" kern="1200" cap="none" spc="0" normalizeH="0" baseline="30000" noProof="0">
              <a:ln w="3175">
                <a:noFill/>
              </a:ln>
              <a:effectLst/>
              <a:uLnTx/>
              <a:uFillTx/>
            </a:endParaRPr>
          </a:p>
        </p:txBody>
      </p:sp>
      <p:sp>
        <p:nvSpPr>
          <p:cNvPr id="17" name="Rectangle: Rounded Corners 16">
            <a:extLst>
              <a:ext uri="{FF2B5EF4-FFF2-40B4-BE49-F238E27FC236}">
                <a16:creationId xmlns:a16="http://schemas.microsoft.com/office/drawing/2014/main" id="{DF3738A9-357D-746D-77DC-5947528B8FB5}"/>
              </a:ext>
            </a:extLst>
          </p:cNvPr>
          <p:cNvSpPr/>
          <p:nvPr/>
        </p:nvSpPr>
        <p:spPr bwMode="auto">
          <a:xfrm>
            <a:off x="6283202" y="1849120"/>
            <a:ext cx="2470198" cy="1079159"/>
          </a:xfrm>
          <a:prstGeom prst="roundRect">
            <a:avLst>
              <a:gd name="adj" fmla="val 12035"/>
            </a:avLst>
          </a:prstGeom>
          <a:solidFill>
            <a:schemeClr val="tx2"/>
          </a:solidFill>
          <a:ln>
            <a:solidFill>
              <a:schemeClr val="tx2"/>
            </a:solidFill>
          </a:ln>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Shadow AI, </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new AI threats </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&amp; vulnerabilities</a:t>
            </a:r>
          </a:p>
        </p:txBody>
      </p:sp>
      <p:sp>
        <p:nvSpPr>
          <p:cNvPr id="16" name="Content Placeholder 2">
            <a:extLst>
              <a:ext uri="{FF2B5EF4-FFF2-40B4-BE49-F238E27FC236}">
                <a16:creationId xmlns:a16="http://schemas.microsoft.com/office/drawing/2014/main" id="{8202CC74-D081-D316-54D4-838C9588AD88}"/>
              </a:ext>
            </a:extLst>
          </p:cNvPr>
          <p:cNvSpPr txBox="1">
            <a:spLocks/>
          </p:cNvSpPr>
          <p:nvPr/>
        </p:nvSpPr>
        <p:spPr>
          <a:xfrm>
            <a:off x="6575680" y="3096077"/>
            <a:ext cx="1885242"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88%</a:t>
            </a:r>
          </a:p>
        </p:txBody>
      </p:sp>
      <p:sp>
        <p:nvSpPr>
          <p:cNvPr id="18" name="Google Shape;3000;p241">
            <a:extLst>
              <a:ext uri="{FF2B5EF4-FFF2-40B4-BE49-F238E27FC236}">
                <a16:creationId xmlns:a16="http://schemas.microsoft.com/office/drawing/2014/main" id="{7C7F9988-FFA6-9179-9DF7-F196FE1A8FE8}"/>
              </a:ext>
            </a:extLst>
          </p:cNvPr>
          <p:cNvSpPr txBox="1"/>
          <p:nvPr/>
        </p:nvSpPr>
        <p:spPr>
          <a:xfrm>
            <a:off x="6370523" y="4036996"/>
            <a:ext cx="2295556" cy="738664"/>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of organizations are</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concerned about indirect</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prompt injection attacks</a:t>
            </a:r>
            <a:r>
              <a:rPr kumimoji="0" lang="en-US" sz="1600" b="0" i="0" u="none" strike="noStrike" kern="1200" cap="none" spc="0" normalizeH="0" baseline="30000" noProof="0">
                <a:ln>
                  <a:noFill/>
                </a:ln>
                <a:effectLst/>
                <a:uLnTx/>
                <a:uFillTx/>
              </a:rPr>
              <a:t>2</a:t>
            </a:r>
            <a:endParaRPr kumimoji="0" lang="en-US" sz="1600" b="0" i="0" u="none" strike="noStrike" kern="1200" cap="none" spc="0" normalizeH="0" baseline="0" noProof="0">
              <a:ln>
                <a:noFill/>
              </a:ln>
              <a:effectLst/>
              <a:uLnTx/>
              <a:uFillTx/>
            </a:endParaRPr>
          </a:p>
        </p:txBody>
      </p:sp>
      <p:sp>
        <p:nvSpPr>
          <p:cNvPr id="21" name="Rectangle: Rounded Corners 17">
            <a:extLst>
              <a:ext uri="{FF2B5EF4-FFF2-40B4-BE49-F238E27FC236}">
                <a16:creationId xmlns:a16="http://schemas.microsoft.com/office/drawing/2014/main" id="{60C58489-BCF3-98FA-E2DA-7CC1FFFE4CE4}"/>
              </a:ext>
            </a:extLst>
          </p:cNvPr>
          <p:cNvSpPr/>
          <p:nvPr/>
        </p:nvSpPr>
        <p:spPr bwMode="auto">
          <a:xfrm>
            <a:off x="9094281"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Regulatory</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compliance</a:t>
            </a:r>
          </a:p>
        </p:txBody>
      </p:sp>
      <p:sp>
        <p:nvSpPr>
          <p:cNvPr id="20" name="Content Placeholder 2">
            <a:extLst>
              <a:ext uri="{FF2B5EF4-FFF2-40B4-BE49-F238E27FC236}">
                <a16:creationId xmlns:a16="http://schemas.microsoft.com/office/drawing/2014/main" id="{90600409-5634-01A0-E46B-809F09E178D8}"/>
              </a:ext>
            </a:extLst>
          </p:cNvPr>
          <p:cNvSpPr txBox="1">
            <a:spLocks/>
          </p:cNvSpPr>
          <p:nvPr/>
        </p:nvSpPr>
        <p:spPr>
          <a:xfrm>
            <a:off x="9365615" y="3096077"/>
            <a:ext cx="1927528" cy="830997"/>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2275850" fontAlgn="base">
              <a:spcBef>
                <a:spcPct val="0"/>
              </a:spcBef>
              <a:spcAft>
                <a:spcPts val="2987"/>
              </a:spcAft>
              <a:buNone/>
              <a:defRPr/>
            </a:pPr>
            <a:r>
              <a:rPr lang="en-US" sz="5400">
                <a:ln w="3175">
                  <a:noFill/>
                </a:ln>
                <a:solidFill>
                  <a:schemeClr val="accent2"/>
                </a:solidFill>
                <a:latin typeface="+mj-lt"/>
                <a:ea typeface="+mj-ea"/>
                <a:cs typeface="+mj-cs"/>
              </a:rPr>
              <a:t>55%</a:t>
            </a:r>
          </a:p>
        </p:txBody>
      </p:sp>
      <p:sp>
        <p:nvSpPr>
          <p:cNvPr id="22" name="Google Shape;3000;p241">
            <a:extLst>
              <a:ext uri="{FF2B5EF4-FFF2-40B4-BE49-F238E27FC236}">
                <a16:creationId xmlns:a16="http://schemas.microsoft.com/office/drawing/2014/main" id="{4989A62E-8EF1-FFBC-BF47-63F1A2FCC89A}"/>
              </a:ext>
            </a:extLst>
          </p:cNvPr>
          <p:cNvSpPr txBox="1"/>
          <p:nvPr/>
        </p:nvSpPr>
        <p:spPr>
          <a:xfrm>
            <a:off x="9181601" y="4036996"/>
            <a:ext cx="2295556" cy="1231106"/>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of leaders lack understanding</a:t>
            </a:r>
          </a:p>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of how​ AI is and will be</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regulated and are seeking guidance</a:t>
            </a:r>
            <a:r>
              <a:rPr kumimoji="0" lang="en-US" sz="1600" b="0" i="0" u="none" strike="noStrike" kern="1200" cap="none" spc="0" normalizeH="0" baseline="30000" noProof="0">
                <a:ln>
                  <a:noFill/>
                </a:ln>
                <a:effectLst/>
                <a:uLnTx/>
                <a:uFillTx/>
              </a:rPr>
              <a:t>1</a:t>
            </a:r>
            <a:endParaRPr kumimoji="0" lang="en-US" sz="1600" b="0" i="0" u="none" strike="noStrike" kern="1200" cap="none" spc="0" normalizeH="0" baseline="0" noProof="0">
              <a:ln>
                <a:noFill/>
              </a:ln>
              <a:effectLst/>
              <a:uLnTx/>
              <a:uFillTx/>
            </a:endParaRPr>
          </a:p>
        </p:txBody>
      </p:sp>
      <p:sp>
        <p:nvSpPr>
          <p:cNvPr id="24" name="TextBox 11">
            <a:extLst>
              <a:ext uri="{FF2B5EF4-FFF2-40B4-BE49-F238E27FC236}">
                <a16:creationId xmlns:a16="http://schemas.microsoft.com/office/drawing/2014/main" id="{7DC19AF3-0391-7025-9223-EDF17FA08583}"/>
              </a:ext>
              <a:ext uri="{C183D7F6-B498-43B3-948B-1728B52AA6E4}">
                <adec:decorative xmlns:adec="http://schemas.microsoft.com/office/drawing/2017/decorative" val="0"/>
              </a:ext>
            </a:extLst>
          </p:cNvPr>
          <p:cNvSpPr txBox="1"/>
          <p:nvPr/>
        </p:nvSpPr>
        <p:spPr>
          <a:xfrm>
            <a:off x="588262" y="6145272"/>
            <a:ext cx="11049000" cy="420628"/>
          </a:xfrm>
          <a:prstGeom prst="rect">
            <a:avLst/>
          </a:prstGeom>
          <a:noFill/>
        </p:spPr>
        <p:txBody>
          <a:bodyPr wrap="square" lIns="0" tIns="0" rIns="0" bIns="0" numCol="1"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First Annual Generative AI study: Business Rewards vs. Security Risks, , Q3 2023, ISMG, N=400</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How to Secure Custom-Built AI Agents, Gartner, 17 March 2025, Dionisio Zumerle, Jeremy D’Hoinne</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Microsoft Work Trend Index Survey 2025</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1.25E-6 4.81481E-6 L 1.25E-6 0.03541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grpId="1" nodeType="withEffect">
                                  <p:stCondLst>
                                    <p:cond delay="0"/>
                                  </p:stCondLst>
                                  <p:childTnLst>
                                    <p:animMotion origin="layout" path="M 1.25E-6 4.81481E-6 L 1.25E-6 0.03541 " pathEditMode="relative" rAng="0" ptsTypes="AA">
                                      <p:cBhvr>
                                        <p:cTn id="14" dur="700" spd="-100000" fill="hold"/>
                                        <p:tgtEl>
                                          <p:spTgt spid="11"/>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0"/>
                                  </p:stCondLst>
                                  <p:childTnLst>
                                    <p:animMotion origin="layout" path="M 1.25E-6 4.81481E-6 L 1.25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0"/>
                                  </p:stCondLst>
                                  <p:childTnLst>
                                    <p:animMotion origin="layout" path="M 1.25E-6 4.81481E-6 L 1.25E-6 0.03541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0"/>
                                  </p:stCondLst>
                                  <p:childTnLst>
                                    <p:animMotion origin="layout" path="M 1.25E-6 4.81481E-6 L 1.25E-6 0.03541 " pathEditMode="relative" rAng="0" ptsTypes="AA">
                                      <p:cBhvr>
                                        <p:cTn id="29" dur="700" spd="-100000" fill="hold"/>
                                        <p:tgtEl>
                                          <p:spTgt spid="8"/>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42" presetClass="path" presetSubtype="0" decel="100000" fill="hold" grpId="1" nodeType="withEffect">
                                  <p:stCondLst>
                                    <p:cond delay="0"/>
                                  </p:stCondLst>
                                  <p:childTnLst>
                                    <p:animMotion origin="layout" path="M 1.25E-6 3.33333E-6 L 1.25E-6 0.03541 " pathEditMode="relative" rAng="0" ptsTypes="AA">
                                      <p:cBhvr>
                                        <p:cTn id="34" dur="700" spd="-100000" fill="hold"/>
                                        <p:tgtEl>
                                          <p:spTgt spid="9"/>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42" presetClass="path" presetSubtype="0" decel="100000" fill="hold" grpId="1" nodeType="withEffect">
                                  <p:stCondLst>
                                    <p:cond delay="0"/>
                                  </p:stCondLst>
                                  <p:childTnLst>
                                    <p:animMotion origin="layout" path="M 1.25E-6 2.96296E-6 L 1.25E-6 0.03541 " pathEditMode="relative" rAng="0" ptsTypes="AA">
                                      <p:cBhvr>
                                        <p:cTn id="39" dur="700" spd="-100000" fill="hold"/>
                                        <p:tgtEl>
                                          <p:spTgt spid="10"/>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42" presetClass="path" presetSubtype="0" decel="100000" fill="hold" grpId="1" nodeType="withEffect">
                                  <p:stCondLst>
                                    <p:cond delay="0"/>
                                  </p:stCondLst>
                                  <p:childTnLst>
                                    <p:animMotion origin="layout" path="M 2.29167E-6 2.96296E-6 L 2.29167E-6 0.03541 " pathEditMode="relative" rAng="0" ptsTypes="AA">
                                      <p:cBhvr>
                                        <p:cTn id="44" dur="700" spd="-100000" fill="hold"/>
                                        <p:tgtEl>
                                          <p:spTgt spid="12"/>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42" presetClass="path" presetSubtype="0" decel="100000" fill="hold" grpId="1" nodeType="withEffect">
                                  <p:stCondLst>
                                    <p:cond delay="0"/>
                                  </p:stCondLst>
                                  <p:childTnLst>
                                    <p:animMotion origin="layout" path="M 1.25E-6 4.81481E-6 L 1.25E-6 0.03541 " pathEditMode="relative" rAng="0" ptsTypes="AA">
                                      <p:cBhvr>
                                        <p:cTn id="49" dur="700" spd="-100000" fill="hold"/>
                                        <p:tgtEl>
                                          <p:spTgt spid="13"/>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42" presetClass="path" presetSubtype="0" decel="100000" fill="hold" grpId="1" nodeType="withEffect">
                                  <p:stCondLst>
                                    <p:cond delay="0"/>
                                  </p:stCondLst>
                                  <p:childTnLst>
                                    <p:animMotion origin="layout" path="M 2.29167E-6 3.33333E-6 L 2.29167E-6 0.03541 " pathEditMode="relative" rAng="0" ptsTypes="AA">
                                      <p:cBhvr>
                                        <p:cTn id="54" dur="700" spd="-100000" fill="hold"/>
                                        <p:tgtEl>
                                          <p:spTgt spid="14"/>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42" presetClass="path" presetSubtype="0" decel="100000" fill="hold" grpId="1" nodeType="withEffect">
                                  <p:stCondLst>
                                    <p:cond delay="0"/>
                                  </p:stCondLst>
                                  <p:childTnLst>
                                    <p:animMotion origin="layout" path="M 3.33333E-6 2.96296E-6 L 3.33333E-6 0.03541 " pathEditMode="relative" rAng="0" ptsTypes="AA">
                                      <p:cBhvr>
                                        <p:cTn id="59" dur="700" spd="-100000" fill="hold"/>
                                        <p:tgtEl>
                                          <p:spTgt spid="16"/>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42" presetClass="path" presetSubtype="0" decel="100000" fill="hold" grpId="1" nodeType="withEffect">
                                  <p:stCondLst>
                                    <p:cond delay="0"/>
                                  </p:stCondLst>
                                  <p:childTnLst>
                                    <p:animMotion origin="layout" path="M 1.25E-6 4.81481E-6 L 1.25E-6 0.03541 " pathEditMode="relative" rAng="0" ptsTypes="AA">
                                      <p:cBhvr>
                                        <p:cTn id="64" dur="700" spd="-100000" fill="hold"/>
                                        <p:tgtEl>
                                          <p:spTgt spid="17"/>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42" presetClass="path" presetSubtype="0" decel="100000" fill="hold" grpId="1" nodeType="withEffect">
                                  <p:stCondLst>
                                    <p:cond delay="0"/>
                                  </p:stCondLst>
                                  <p:childTnLst>
                                    <p:animMotion origin="layout" path="M 3.33333E-6 -1.11111E-6 L 3.33333E-6 0.03542 " pathEditMode="relative" rAng="0" ptsTypes="AA">
                                      <p:cBhvr>
                                        <p:cTn id="69" dur="700" spd="-100000" fill="hold"/>
                                        <p:tgtEl>
                                          <p:spTgt spid="18"/>
                                        </p:tgtEl>
                                        <p:attrNameLst>
                                          <p:attrName>ppt_x</p:attrName>
                                          <p:attrName>ppt_y</p:attrName>
                                        </p:attrNameLst>
                                      </p:cBhvr>
                                      <p:rCtr x="0" y="1759"/>
                                    </p:animMotion>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42" presetClass="path" presetSubtype="0" decel="100000" fill="hold" grpId="1" nodeType="withEffect">
                                  <p:stCondLst>
                                    <p:cond delay="0"/>
                                  </p:stCondLst>
                                  <p:childTnLst>
                                    <p:animMotion origin="layout" path="M 4.375E-6 2.96296E-6 L 4.375E-6 0.03541 " pathEditMode="relative" rAng="0" ptsTypes="AA">
                                      <p:cBhvr>
                                        <p:cTn id="74" dur="700" spd="-100000" fill="hold"/>
                                        <p:tgtEl>
                                          <p:spTgt spid="20"/>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par>
                                <p:cTn id="78" presetID="42" presetClass="path" presetSubtype="0" decel="100000" fill="hold" grpId="1" nodeType="withEffect">
                                  <p:stCondLst>
                                    <p:cond delay="0"/>
                                  </p:stCondLst>
                                  <p:childTnLst>
                                    <p:animMotion origin="layout" path="M 1.25E-6 4.81481E-6 L 1.25E-6 0.03541 " pathEditMode="relative" rAng="0" ptsTypes="AA">
                                      <p:cBhvr>
                                        <p:cTn id="79" dur="700" spd="-100000" fill="hold"/>
                                        <p:tgtEl>
                                          <p:spTgt spid="21"/>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42" presetClass="path" presetSubtype="0" decel="100000" fill="hold" grpId="1" nodeType="withEffect">
                                  <p:stCondLst>
                                    <p:cond delay="0"/>
                                  </p:stCondLst>
                                  <p:childTnLst>
                                    <p:animMotion origin="layout" path="M 4.375E-6 -7.40741E-7 L 4.375E-6 0.03542 " pathEditMode="relative" rAng="0" ptsTypes="AA">
                                      <p:cBhvr>
                                        <p:cTn id="84" dur="700" spd="-100000" fill="hold"/>
                                        <p:tgtEl>
                                          <p:spTgt spid="2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P spid="11" grpId="1" animBg="1"/>
      <p:bldP spid="15" grpId="0" animBg="1"/>
      <p:bldP spid="15" grpId="1" animBg="1"/>
      <p:bldP spid="19" grpId="0" animBg="1"/>
      <p:bldP spid="19" grpId="1" animBg="1"/>
      <p:bldP spid="8" grpId="0" animBg="1"/>
      <p:bldP spid="8" grpId="1" animBg="1"/>
      <p:bldP spid="10" grpId="0"/>
      <p:bldP spid="10" grpId="1"/>
      <p:bldP spid="9" grpId="0"/>
      <p:bldP spid="9" grpId="1"/>
      <p:bldP spid="13" grpId="0" animBg="1"/>
      <p:bldP spid="13" grpId="1" animBg="1"/>
      <p:bldP spid="12" grpId="0"/>
      <p:bldP spid="12" grpId="1"/>
      <p:bldP spid="14" grpId="0"/>
      <p:bldP spid="14" grpId="1"/>
      <p:bldP spid="17" grpId="0" animBg="1"/>
      <p:bldP spid="17" grpId="1" animBg="1"/>
      <p:bldP spid="16" grpId="0"/>
      <p:bldP spid="16" grpId="1"/>
      <p:bldP spid="18" grpId="0"/>
      <p:bldP spid="18" grpId="1"/>
      <p:bldP spid="21" grpId="0" animBg="1"/>
      <p:bldP spid="21" grpId="1" animBg="1"/>
      <p:bldP spid="20" grpId="0"/>
      <p:bldP spid="20" grpId="1"/>
      <p:bldP spid="22" grpId="0"/>
      <p:bldP spid="22"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5D88F-8524-538E-3A3F-A745AC872885}"/>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E89FE1E7-1C86-E5A5-ED49-752B06E36278}"/>
              </a:ext>
              <a:ext uri="{C183D7F6-B498-43B3-948B-1728B52AA6E4}">
                <adec:decorative xmlns:adec="http://schemas.microsoft.com/office/drawing/2017/decorative" val="1"/>
              </a:ext>
            </a:extLst>
          </p:cNvPr>
          <p:cNvSpPr>
            <a:spLocks/>
          </p:cNvSpPr>
          <p:nvPr/>
        </p:nvSpPr>
        <p:spPr bwMode="auto">
          <a:xfrm rot="10800000" flipH="1">
            <a:off x="0" y="-2"/>
            <a:ext cx="12192000" cy="6325218"/>
          </a:xfrm>
          <a:custGeom>
            <a:avLst/>
            <a:gdLst>
              <a:gd name="connsiteX0" fmla="*/ 4597812 w 12192000"/>
              <a:gd name="connsiteY0" fmla="*/ 5953467 h 6134582"/>
              <a:gd name="connsiteX1" fmla="*/ 4597812 w 12192000"/>
              <a:gd name="connsiteY1" fmla="*/ 5842482 h 6134582"/>
              <a:gd name="connsiteX2" fmla="*/ 4597813 w 12192000"/>
              <a:gd name="connsiteY2" fmla="*/ 5842482 h 6134582"/>
              <a:gd name="connsiteX3" fmla="*/ 4597813 w 12192000"/>
              <a:gd name="connsiteY3" fmla="*/ 5953467 h 6134582"/>
              <a:gd name="connsiteX4" fmla="*/ 0 w 12192000"/>
              <a:gd name="connsiteY4" fmla="*/ 6134582 h 6134582"/>
              <a:gd name="connsiteX5" fmla="*/ 4597812 w 12192000"/>
              <a:gd name="connsiteY5" fmla="*/ 6134582 h 6134582"/>
              <a:gd name="connsiteX6" fmla="*/ 12192000 w 12192000"/>
              <a:gd name="connsiteY6" fmla="*/ 6134582 h 6134582"/>
              <a:gd name="connsiteX7" fmla="*/ 12192000 w 12192000"/>
              <a:gd name="connsiteY7" fmla="*/ 5953467 h 6134582"/>
              <a:gd name="connsiteX8" fmla="*/ 6562476 w 12192000"/>
              <a:gd name="connsiteY8" fmla="*/ 5953467 h 6134582"/>
              <a:gd name="connsiteX9" fmla="*/ 5150768 w 12192000"/>
              <a:gd name="connsiteY9" fmla="*/ 5953467 h 6134582"/>
              <a:gd name="connsiteX10" fmla="*/ 5105401 w 12192000"/>
              <a:gd name="connsiteY10" fmla="*/ 5953467 h 6134582"/>
              <a:gd name="connsiteX11" fmla="*/ 5105401 w 12192000"/>
              <a:gd name="connsiteY11" fmla="*/ 5948894 h 6134582"/>
              <a:gd name="connsiteX12" fmla="*/ 5039328 w 12192000"/>
              <a:gd name="connsiteY12" fmla="*/ 5942233 h 6134582"/>
              <a:gd name="connsiteX13" fmla="*/ 4609047 w 12192000"/>
              <a:gd name="connsiteY13" fmla="*/ 5511952 h 6134582"/>
              <a:gd name="connsiteX14" fmla="*/ 4598887 w 12192000"/>
              <a:gd name="connsiteY14" fmla="*/ 5411166 h 6134582"/>
              <a:gd name="connsiteX15" fmla="*/ 4597812 w 12192000"/>
              <a:gd name="connsiteY15" fmla="*/ 5411166 h 6134582"/>
              <a:gd name="connsiteX16" fmla="*/ 4597812 w 12192000"/>
              <a:gd name="connsiteY16" fmla="*/ 309111 h 6134582"/>
              <a:gd name="connsiteX17" fmla="*/ 4288701 w 12192000"/>
              <a:gd name="connsiteY17" fmla="*/ 0 h 6134582"/>
              <a:gd name="connsiteX18" fmla="*/ 0 w 12192000"/>
              <a:gd name="connsiteY18" fmla="*/ 0 h 6134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6134582">
                <a:moveTo>
                  <a:pt x="4597812" y="5953467"/>
                </a:moveTo>
                <a:lnTo>
                  <a:pt x="4597812" y="5842482"/>
                </a:lnTo>
                <a:lnTo>
                  <a:pt x="4597813" y="5842482"/>
                </a:lnTo>
                <a:lnTo>
                  <a:pt x="4597813" y="5953467"/>
                </a:lnTo>
                <a:close/>
                <a:moveTo>
                  <a:pt x="0" y="6134582"/>
                </a:moveTo>
                <a:lnTo>
                  <a:pt x="4597812" y="6134582"/>
                </a:lnTo>
                <a:lnTo>
                  <a:pt x="12192000" y="6134582"/>
                </a:lnTo>
                <a:lnTo>
                  <a:pt x="12192000" y="5953467"/>
                </a:lnTo>
                <a:lnTo>
                  <a:pt x="6562476" y="5953467"/>
                </a:lnTo>
                <a:lnTo>
                  <a:pt x="5150768" y="5953467"/>
                </a:lnTo>
                <a:lnTo>
                  <a:pt x="5105401" y="5953467"/>
                </a:lnTo>
                <a:lnTo>
                  <a:pt x="5105401" y="5948894"/>
                </a:lnTo>
                <a:lnTo>
                  <a:pt x="5039328" y="5942233"/>
                </a:lnTo>
                <a:cubicBezTo>
                  <a:pt x="4823352" y="5898038"/>
                  <a:pt x="4653243" y="5727928"/>
                  <a:pt x="4609047" y="5511952"/>
                </a:cubicBezTo>
                <a:lnTo>
                  <a:pt x="4598887" y="5411166"/>
                </a:lnTo>
                <a:lnTo>
                  <a:pt x="4597812" y="5411166"/>
                </a:lnTo>
                <a:lnTo>
                  <a:pt x="4597812" y="309111"/>
                </a:lnTo>
                <a:cubicBezTo>
                  <a:pt x="4597812" y="138394"/>
                  <a:pt x="4459418" y="0"/>
                  <a:pt x="4288701" y="0"/>
                </a:cubicBezTo>
                <a:lnTo>
                  <a:pt x="0" y="0"/>
                </a:lnTo>
                <a:close/>
              </a:path>
            </a:pathLst>
          </a:cu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3" name="Title 1">
            <a:extLst>
              <a:ext uri="{FF2B5EF4-FFF2-40B4-BE49-F238E27FC236}">
                <a16:creationId xmlns:a16="http://schemas.microsoft.com/office/drawing/2014/main" id="{1943CCAC-23E9-8E38-4F07-E2D93BBE429F}"/>
              </a:ext>
            </a:extLst>
          </p:cNvPr>
          <p:cNvSpPr txBox="1">
            <a:spLocks noGrp="1"/>
          </p:cNvSpPr>
          <p:nvPr>
            <p:ph type="title"/>
          </p:nvPr>
        </p:nvSpPr>
        <p:spPr>
          <a:xfrm>
            <a:off x="588964" y="1845916"/>
            <a:ext cx="3440112" cy="2031325"/>
          </a:xfr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pPr lvl="0"/>
            <a:r>
              <a:rPr lang="en-US" sz="4400" noProof="0"/>
              <a:t>You can </a:t>
            </a:r>
            <a:r>
              <a:rPr lang="en-US" sz="4400" noProof="0">
                <a:gradFill flip="none" rotWithShape="1">
                  <a:gsLst>
                    <a:gs pos="0">
                      <a:schemeClr val="accent1"/>
                    </a:gs>
                    <a:gs pos="69000">
                      <a:schemeClr val="accent2"/>
                    </a:gs>
                  </a:gsLst>
                  <a:lin ang="10800000" scaled="1"/>
                  <a:tileRect/>
                </a:gradFill>
              </a:rPr>
              <a:t>trust </a:t>
            </a:r>
          </a:p>
          <a:p>
            <a:pPr lvl="0"/>
            <a:r>
              <a:rPr lang="en-US" sz="4400" noProof="0"/>
              <a:t>an AI agent that…</a:t>
            </a:r>
            <a:endParaRPr lang="en-IN" sz="4400" noProof="0"/>
          </a:p>
        </p:txBody>
      </p:sp>
      <p:sp>
        <p:nvSpPr>
          <p:cNvPr id="10" name="TextBox 9">
            <a:extLst>
              <a:ext uri="{FF2B5EF4-FFF2-40B4-BE49-F238E27FC236}">
                <a16:creationId xmlns:a16="http://schemas.microsoft.com/office/drawing/2014/main" id="{0E02CC90-FF65-C746-70E3-122E24E55F03}"/>
              </a:ext>
            </a:extLst>
          </p:cNvPr>
          <p:cNvSpPr txBox="1">
            <a:spLocks/>
          </p:cNvSpPr>
          <p:nvPr/>
        </p:nvSpPr>
        <p:spPr>
          <a:xfrm>
            <a:off x="4978400" y="532784"/>
            <a:ext cx="6629400" cy="632508"/>
          </a:xfrm>
          <a:prstGeom prst="roundRect">
            <a:avLst>
              <a:gd name="adj" fmla="val 50000"/>
            </a:avLst>
          </a:prstGeom>
          <a:gradFill flip="none" rotWithShape="1">
            <a:gsLst>
              <a:gs pos="84000">
                <a:schemeClr val="accent2">
                  <a:lumMod val="20000"/>
                  <a:lumOff val="80000"/>
                  <a:alpha val="50000"/>
                </a:schemeClr>
              </a:gs>
              <a:gs pos="0">
                <a:schemeClr val="bg1">
                  <a:alpha val="0"/>
                </a:scheme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32472" fontAlgn="base">
              <a:lnSpc>
                <a:spcPts val="1520"/>
              </a:lnSpc>
              <a:spcBef>
                <a:spcPct val="0"/>
              </a:spcBef>
              <a:spcAft>
                <a:spcPct val="0"/>
              </a:spcAft>
              <a:defRPr sz="1100">
                <a:solidFill>
                  <a:srgbClr val="FFFFFF"/>
                </a:solidFill>
                <a:latin typeface="Segoe UI Semilight" panose="020B0402040204020203" pitchFamily="34" charset="0"/>
                <a:cs typeface="Segoe UI Semilight" panose="020B0402040204020203" pitchFamily="34" charset="0"/>
              </a:defRPr>
            </a:lvl1pPr>
            <a:lvl2pPr defTabSz="457200"/>
            <a:lvl3pPr defTabSz="457200"/>
            <a:lvl4pPr defTabSz="457200"/>
            <a:lvl5pPr defTabSz="457200"/>
            <a:lvl6pPr defTabSz="457200"/>
            <a:lvl7pPr defTabSz="457200"/>
            <a:lvl8pPr defTabSz="457200"/>
            <a:lvl9pPr defTabSz="457200"/>
          </a:lstStyle>
          <a:p>
            <a:pPr>
              <a:lnSpc>
                <a:spcPct val="100000"/>
              </a:lnSpc>
            </a:pPr>
            <a:r>
              <a:rPr lang="en-US" sz="2000">
                <a:solidFill>
                  <a:schemeClr val="tx1"/>
                </a:solidFill>
                <a:latin typeface="+mn-lt"/>
                <a:cs typeface="+mn-cs"/>
              </a:rPr>
              <a:t>…cannot be misused or jailbroken</a:t>
            </a:r>
          </a:p>
        </p:txBody>
      </p:sp>
      <p:sp>
        <p:nvSpPr>
          <p:cNvPr id="7" name="TextBox 6">
            <a:extLst>
              <a:ext uri="{FF2B5EF4-FFF2-40B4-BE49-F238E27FC236}">
                <a16:creationId xmlns:a16="http://schemas.microsoft.com/office/drawing/2014/main" id="{7C17C722-EAC0-D8F7-19C4-B913B61F18D9}"/>
              </a:ext>
            </a:extLst>
          </p:cNvPr>
          <p:cNvSpPr txBox="1">
            <a:spLocks/>
          </p:cNvSpPr>
          <p:nvPr/>
        </p:nvSpPr>
        <p:spPr>
          <a:xfrm>
            <a:off x="4978400" y="1308505"/>
            <a:ext cx="6629400" cy="638236"/>
          </a:xfrm>
          <a:prstGeom prst="roundRect">
            <a:avLst>
              <a:gd name="adj" fmla="val 49551"/>
            </a:avLst>
          </a:prstGeom>
          <a:gradFill flip="none" rotWithShape="1">
            <a:gsLst>
              <a:gs pos="84000">
                <a:schemeClr val="accent2">
                  <a:lumMod val="20000"/>
                  <a:lumOff val="80000"/>
                  <a:alpha val="50000"/>
                </a:schemeClr>
              </a:gs>
              <a:gs pos="0">
                <a:schemeClr val="bg1">
                  <a:alpha val="0"/>
                </a:scheme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32472" fontAlgn="base">
              <a:lnSpc>
                <a:spcPct val="100000"/>
              </a:lnSpc>
              <a:spcBef>
                <a:spcPct val="0"/>
              </a:spcBef>
              <a:spcAft>
                <a:spcPct val="0"/>
              </a:spcAft>
              <a:defRPr sz="2000">
                <a:solidFill>
                  <a:schemeClr val="tx1">
                    <a:lumMod val="95000"/>
                    <a:alpha val="87719"/>
                  </a:schemeClr>
                </a:solidFill>
                <a:latin typeface="Segoe UI Light" panose="020B0502040204020203" pitchFamily="34" charset="0"/>
                <a:cs typeface="Segoe UI Light" panose="020B0502040204020203" pitchFamily="34" charset="0"/>
              </a:defRPr>
            </a:lvl1pPr>
            <a:lvl2pPr defTabSz="457200"/>
            <a:lvl3pPr defTabSz="457200"/>
            <a:lvl4pPr defTabSz="457200"/>
            <a:lvl5pPr defTabSz="457200"/>
            <a:lvl6pPr defTabSz="457200"/>
            <a:lvl7pPr defTabSz="457200"/>
            <a:lvl8pPr defTabSz="457200"/>
            <a:lvl9pPr defTabSz="457200"/>
          </a:lstStyle>
          <a:p>
            <a:r>
              <a:rPr lang="en-US">
                <a:solidFill>
                  <a:schemeClr val="tx1"/>
                </a:solidFill>
                <a:latin typeface="+mn-lt"/>
                <a:cs typeface="+mn-cs"/>
              </a:rPr>
              <a:t>…actions are logged and traceable</a:t>
            </a:r>
          </a:p>
        </p:txBody>
      </p:sp>
      <p:sp>
        <p:nvSpPr>
          <p:cNvPr id="5" name="TextBox 4">
            <a:extLst>
              <a:ext uri="{FF2B5EF4-FFF2-40B4-BE49-F238E27FC236}">
                <a16:creationId xmlns:a16="http://schemas.microsoft.com/office/drawing/2014/main" id="{7772ABF2-EB27-B1A8-2215-B9A34C18729A}"/>
              </a:ext>
            </a:extLst>
          </p:cNvPr>
          <p:cNvSpPr txBox="1">
            <a:spLocks/>
          </p:cNvSpPr>
          <p:nvPr/>
        </p:nvSpPr>
        <p:spPr>
          <a:xfrm>
            <a:off x="4978400" y="2089954"/>
            <a:ext cx="6629400" cy="666191"/>
          </a:xfrm>
          <a:prstGeom prst="roundRect">
            <a:avLst>
              <a:gd name="adj" fmla="val 47472"/>
            </a:avLst>
          </a:prstGeom>
          <a:gradFill flip="none" rotWithShape="1">
            <a:gsLst>
              <a:gs pos="84000">
                <a:schemeClr val="accent2">
                  <a:lumMod val="20000"/>
                  <a:lumOff val="80000"/>
                  <a:alpha val="50000"/>
                </a:schemeClr>
              </a:gs>
              <a:gs pos="0">
                <a:schemeClr val="bg1">
                  <a:alpha val="0"/>
                </a:scheme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32472" fontAlgn="base">
              <a:lnSpc>
                <a:spcPct val="100000"/>
              </a:lnSpc>
              <a:spcBef>
                <a:spcPct val="0"/>
              </a:spcBef>
              <a:spcAft>
                <a:spcPct val="0"/>
              </a:spcAft>
              <a:defRPr sz="2000">
                <a:solidFill>
                  <a:schemeClr val="tx1">
                    <a:lumMod val="95000"/>
                    <a:alpha val="87719"/>
                  </a:schemeClr>
                </a:solidFill>
                <a:latin typeface="Segoe UI Light" panose="020B0502040204020203" pitchFamily="34" charset="0"/>
                <a:cs typeface="Segoe UI Light" panose="020B0502040204020203" pitchFamily="34" charset="0"/>
              </a:defRPr>
            </a:lvl1pPr>
            <a:lvl2pPr defTabSz="457200"/>
            <a:lvl3pPr defTabSz="457200"/>
            <a:lvl4pPr defTabSz="457200"/>
            <a:lvl5pPr defTabSz="457200"/>
            <a:lvl6pPr defTabSz="457200"/>
            <a:lvl7pPr defTabSz="457200"/>
            <a:lvl8pPr defTabSz="457200"/>
            <a:lvl9pPr defTabSz="457200"/>
          </a:lstStyle>
          <a:p>
            <a:r>
              <a:rPr lang="en-US">
                <a:solidFill>
                  <a:schemeClr val="tx1"/>
                </a:solidFill>
                <a:latin typeface="+mn-lt"/>
                <a:cs typeface="+mn-cs"/>
              </a:rPr>
              <a:t>…doesn’t overshare data</a:t>
            </a:r>
            <a:endParaRPr lang="en-IN">
              <a:solidFill>
                <a:schemeClr val="tx1"/>
              </a:solidFill>
              <a:latin typeface="+mn-lt"/>
              <a:cs typeface="+mn-cs"/>
            </a:endParaRPr>
          </a:p>
        </p:txBody>
      </p:sp>
      <p:sp>
        <p:nvSpPr>
          <p:cNvPr id="11" name="TextBox 10">
            <a:extLst>
              <a:ext uri="{FF2B5EF4-FFF2-40B4-BE49-F238E27FC236}">
                <a16:creationId xmlns:a16="http://schemas.microsoft.com/office/drawing/2014/main" id="{2CF01C64-291C-A023-E23F-1E49FA176448}"/>
              </a:ext>
            </a:extLst>
          </p:cNvPr>
          <p:cNvSpPr txBox="1">
            <a:spLocks/>
          </p:cNvSpPr>
          <p:nvPr/>
        </p:nvSpPr>
        <p:spPr>
          <a:xfrm>
            <a:off x="4978400" y="2899358"/>
            <a:ext cx="6629400" cy="661572"/>
          </a:xfrm>
          <a:prstGeom prst="roundRect">
            <a:avLst>
              <a:gd name="adj" fmla="val 47803"/>
            </a:avLst>
          </a:prstGeom>
          <a:gradFill flip="none" rotWithShape="1">
            <a:gsLst>
              <a:gs pos="84000">
                <a:schemeClr val="accent2">
                  <a:lumMod val="20000"/>
                  <a:lumOff val="80000"/>
                  <a:alpha val="50000"/>
                </a:schemeClr>
              </a:gs>
              <a:gs pos="0">
                <a:schemeClr val="bg1">
                  <a:alpha val="0"/>
                </a:scheme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32472" fontAlgn="base">
              <a:lnSpc>
                <a:spcPct val="100000"/>
              </a:lnSpc>
              <a:spcBef>
                <a:spcPct val="0"/>
              </a:spcBef>
              <a:spcAft>
                <a:spcPct val="0"/>
              </a:spcAft>
              <a:defRPr sz="2000">
                <a:solidFill>
                  <a:schemeClr val="tx1">
                    <a:lumMod val="95000"/>
                    <a:alpha val="87719"/>
                  </a:schemeClr>
                </a:solidFill>
                <a:latin typeface="Segoe UI Light" panose="020B0502040204020203" pitchFamily="34" charset="0"/>
                <a:cs typeface="Segoe UI Light" panose="020B0502040204020203" pitchFamily="34" charset="0"/>
              </a:defRPr>
            </a:lvl1pPr>
            <a:lvl2pPr defTabSz="457200"/>
            <a:lvl3pPr defTabSz="457200"/>
            <a:lvl4pPr defTabSz="457200"/>
            <a:lvl5pPr defTabSz="457200"/>
            <a:lvl6pPr defTabSz="457200"/>
            <a:lvl7pPr defTabSz="457200"/>
            <a:lvl8pPr defTabSz="457200"/>
            <a:lvl9pPr defTabSz="457200"/>
          </a:lstStyle>
          <a:p>
            <a:r>
              <a:rPr lang="en-US">
                <a:solidFill>
                  <a:schemeClr val="tx1"/>
                </a:solidFill>
                <a:latin typeface="+mn-lt"/>
                <a:cs typeface="+mn-cs"/>
              </a:rPr>
              <a:t>…generated content that can be governed </a:t>
            </a:r>
          </a:p>
        </p:txBody>
      </p:sp>
      <p:sp>
        <p:nvSpPr>
          <p:cNvPr id="6" name="TextBox 5">
            <a:extLst>
              <a:ext uri="{FF2B5EF4-FFF2-40B4-BE49-F238E27FC236}">
                <a16:creationId xmlns:a16="http://schemas.microsoft.com/office/drawing/2014/main" id="{BD33CE1B-DCA2-3F09-F347-5F8491A1BE8C}"/>
              </a:ext>
            </a:extLst>
          </p:cNvPr>
          <p:cNvSpPr txBox="1">
            <a:spLocks/>
          </p:cNvSpPr>
          <p:nvPr/>
        </p:nvSpPr>
        <p:spPr>
          <a:xfrm>
            <a:off x="4978400" y="3704143"/>
            <a:ext cx="6629400" cy="632508"/>
          </a:xfrm>
          <a:prstGeom prst="roundRect">
            <a:avLst>
              <a:gd name="adj" fmla="val 50000"/>
            </a:avLst>
          </a:prstGeom>
          <a:gradFill flip="none" rotWithShape="1">
            <a:gsLst>
              <a:gs pos="84000">
                <a:schemeClr val="accent2">
                  <a:lumMod val="20000"/>
                  <a:lumOff val="80000"/>
                  <a:alpha val="50000"/>
                </a:schemeClr>
              </a:gs>
              <a:gs pos="0">
                <a:schemeClr val="bg1">
                  <a:alpha val="0"/>
                </a:scheme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32472" fontAlgn="base">
              <a:lnSpc>
                <a:spcPct val="100000"/>
              </a:lnSpc>
              <a:spcBef>
                <a:spcPct val="0"/>
              </a:spcBef>
              <a:spcAft>
                <a:spcPct val="0"/>
              </a:spcAft>
              <a:defRPr sz="2000">
                <a:solidFill>
                  <a:schemeClr val="tx1">
                    <a:lumMod val="95000"/>
                    <a:alpha val="87719"/>
                  </a:schemeClr>
                </a:solidFill>
                <a:latin typeface="Segoe UI Light" panose="020B0502040204020203" pitchFamily="34" charset="0"/>
                <a:cs typeface="Segoe UI Light" panose="020B0502040204020203" pitchFamily="34" charset="0"/>
              </a:defRPr>
            </a:lvl1pPr>
            <a:lvl2pPr defTabSz="457200"/>
            <a:lvl3pPr defTabSz="457200"/>
            <a:lvl4pPr defTabSz="457200"/>
            <a:lvl5pPr defTabSz="457200"/>
            <a:lvl6pPr defTabSz="457200"/>
            <a:lvl7pPr defTabSz="457200"/>
            <a:lvl8pPr defTabSz="457200"/>
            <a:lvl9pPr defTabSz="457200"/>
          </a:lstStyle>
          <a:p>
            <a:r>
              <a:rPr lang="en-US">
                <a:solidFill>
                  <a:schemeClr val="tx1"/>
                </a:solidFill>
                <a:latin typeface="+mn-lt"/>
                <a:cs typeface="+mn-cs"/>
              </a:rPr>
              <a:t>…does not generate biased or unethical responses</a:t>
            </a:r>
          </a:p>
        </p:txBody>
      </p:sp>
      <p:sp>
        <p:nvSpPr>
          <p:cNvPr id="12" name="TextBox 11">
            <a:extLst>
              <a:ext uri="{FF2B5EF4-FFF2-40B4-BE49-F238E27FC236}">
                <a16:creationId xmlns:a16="http://schemas.microsoft.com/office/drawing/2014/main" id="{56B73843-AD33-C013-193B-D29B862AA301}"/>
              </a:ext>
            </a:extLst>
          </p:cNvPr>
          <p:cNvSpPr txBox="1">
            <a:spLocks/>
          </p:cNvSpPr>
          <p:nvPr/>
        </p:nvSpPr>
        <p:spPr>
          <a:xfrm>
            <a:off x="4978400" y="4479864"/>
            <a:ext cx="6629400" cy="638236"/>
          </a:xfrm>
          <a:prstGeom prst="roundRect">
            <a:avLst>
              <a:gd name="adj" fmla="val 49551"/>
            </a:avLst>
          </a:prstGeom>
          <a:gradFill flip="none" rotWithShape="1">
            <a:gsLst>
              <a:gs pos="84000">
                <a:schemeClr val="accent2">
                  <a:lumMod val="20000"/>
                  <a:lumOff val="80000"/>
                  <a:alpha val="50000"/>
                </a:schemeClr>
              </a:gs>
              <a:gs pos="0">
                <a:schemeClr val="bg1">
                  <a:alpha val="0"/>
                </a:schemeClr>
              </a:gs>
            </a:gsLst>
            <a:lin ang="108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algn="ctr" defTabSz="932472" fontAlgn="base">
              <a:lnSpc>
                <a:spcPct val="100000"/>
              </a:lnSpc>
              <a:spcBef>
                <a:spcPct val="0"/>
              </a:spcBef>
              <a:spcAft>
                <a:spcPct val="0"/>
              </a:spcAft>
              <a:defRPr sz="2000">
                <a:solidFill>
                  <a:schemeClr val="tx1">
                    <a:lumMod val="95000"/>
                    <a:alpha val="87719"/>
                  </a:schemeClr>
                </a:solidFill>
                <a:latin typeface="Segoe UI Light" panose="020B0502040204020203" pitchFamily="34" charset="0"/>
                <a:cs typeface="Segoe UI Light" panose="020B0502040204020203" pitchFamily="34" charset="0"/>
              </a:defRPr>
            </a:lvl1pPr>
            <a:lvl2pPr defTabSz="457200"/>
            <a:lvl3pPr defTabSz="457200"/>
            <a:lvl4pPr defTabSz="457200"/>
            <a:lvl5pPr defTabSz="457200"/>
            <a:lvl6pPr defTabSz="457200"/>
            <a:lvl7pPr defTabSz="457200"/>
            <a:lvl8pPr defTabSz="457200"/>
            <a:lvl9pPr defTabSz="457200"/>
          </a:lstStyle>
          <a:p>
            <a:r>
              <a:rPr lang="en-US">
                <a:solidFill>
                  <a:schemeClr val="tx1"/>
                </a:solidFill>
                <a:latin typeface="+mn-lt"/>
                <a:cs typeface="+mn-cs"/>
              </a:rPr>
              <a:t>… does not misuse &amp; exploits tools</a:t>
            </a:r>
          </a:p>
        </p:txBody>
      </p:sp>
      <p:sp>
        <p:nvSpPr>
          <p:cNvPr id="4" name="TextBox 3">
            <a:extLst>
              <a:ext uri="{FF2B5EF4-FFF2-40B4-BE49-F238E27FC236}">
                <a16:creationId xmlns:a16="http://schemas.microsoft.com/office/drawing/2014/main" id="{7D8FA146-19C4-DB4E-5F43-77B7492E093B}"/>
              </a:ext>
            </a:extLst>
          </p:cNvPr>
          <p:cNvSpPr txBox="1"/>
          <p:nvPr/>
        </p:nvSpPr>
        <p:spPr>
          <a:xfrm>
            <a:off x="6356351" y="5320501"/>
            <a:ext cx="3873500" cy="584775"/>
          </a:xfrm>
          <a:prstGeom prst="rect">
            <a:avLst/>
          </a:prstGeom>
          <a:noFill/>
        </p:spPr>
        <p:txBody>
          <a:bodyPr wrap="square">
            <a:spAutoFit/>
          </a:bodyPr>
          <a:lstStyle/>
          <a:p>
            <a:pPr algn="ctr"/>
            <a:r>
              <a:rPr lang="en-US" sz="1600">
                <a:ln w="3175">
                  <a:noFill/>
                </a:ln>
                <a:solidFill>
                  <a:schemeClr val="accent2"/>
                </a:solidFill>
                <a:latin typeface="+mj-lt"/>
              </a:rPr>
              <a:t>Regulatory compliance requires these controls to be built into AI systems</a:t>
            </a:r>
          </a:p>
        </p:txBody>
      </p:sp>
      <p:sp>
        <p:nvSpPr>
          <p:cNvPr id="13" name="Freeform: Shape 12">
            <a:extLst>
              <a:ext uri="{FF2B5EF4-FFF2-40B4-BE49-F238E27FC236}">
                <a16:creationId xmlns:a16="http://schemas.microsoft.com/office/drawing/2014/main" id="{7D7FAEDD-C32E-5618-F0DE-0122EF22C611}"/>
              </a:ext>
              <a:ext uri="{C183D7F6-B498-43B3-948B-1728B52AA6E4}">
                <adec:decorative xmlns:adec="http://schemas.microsoft.com/office/drawing/2017/decorative" val="1"/>
              </a:ext>
            </a:extLst>
          </p:cNvPr>
          <p:cNvSpPr>
            <a:spLocks/>
          </p:cNvSpPr>
          <p:nvPr/>
        </p:nvSpPr>
        <p:spPr>
          <a:xfrm rot="10800000" flipH="1">
            <a:off x="3157125" y="6210300"/>
            <a:ext cx="9034875" cy="647698"/>
          </a:xfrm>
          <a:custGeom>
            <a:avLst/>
            <a:gdLst>
              <a:gd name="connsiteX0" fmla="*/ 10999522 w 12074372"/>
              <a:gd name="connsiteY0" fmla="*/ 864348 h 865595"/>
              <a:gd name="connsiteX1" fmla="*/ 8368232 w 12074372"/>
              <a:gd name="connsiteY1" fmla="*/ 465130 h 865595"/>
              <a:gd name="connsiteX2" fmla="*/ 3598626 w 12074372"/>
              <a:gd name="connsiteY2" fmla="*/ 73743 h 865595"/>
              <a:gd name="connsiteX3" fmla="*/ 3530282 w 12074372"/>
              <a:gd name="connsiteY3" fmla="*/ 81601 h 865595"/>
              <a:gd name="connsiteX4" fmla="*/ 3530282 w 12074372"/>
              <a:gd name="connsiteY4" fmla="*/ 82058 h 865595"/>
              <a:gd name="connsiteX5" fmla="*/ 3502266 w 12074372"/>
              <a:gd name="connsiteY5" fmla="*/ 84461 h 865595"/>
              <a:gd name="connsiteX6" fmla="*/ 460680 w 12074372"/>
              <a:gd name="connsiteY6" fmla="*/ 56839 h 865595"/>
              <a:gd name="connsiteX7" fmla="*/ 0 w 12074372"/>
              <a:gd name="connsiteY7" fmla="*/ 0 h 865595"/>
              <a:gd name="connsiteX8" fmla="*/ 12074372 w 12074372"/>
              <a:gd name="connsiteY8" fmla="*/ 0 h 865595"/>
              <a:gd name="connsiteX9" fmla="*/ 12074372 w 12074372"/>
              <a:gd name="connsiteY9" fmla="*/ 837651 h 865595"/>
              <a:gd name="connsiteX10" fmla="*/ 11906743 w 12074372"/>
              <a:gd name="connsiteY10" fmla="*/ 847026 h 865595"/>
              <a:gd name="connsiteX11" fmla="*/ 10999522 w 12074372"/>
              <a:gd name="connsiteY11" fmla="*/ 864348 h 865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74372" h="865595">
                <a:moveTo>
                  <a:pt x="10999522" y="864348"/>
                </a:moveTo>
                <a:cubicBezTo>
                  <a:pt x="10118950" y="851715"/>
                  <a:pt x="9299205" y="741571"/>
                  <a:pt x="8368232" y="465130"/>
                </a:cubicBezTo>
                <a:cubicBezTo>
                  <a:pt x="6675555" y="-37489"/>
                  <a:pt x="4886115" y="-60344"/>
                  <a:pt x="3598626" y="73743"/>
                </a:cubicBezTo>
                <a:lnTo>
                  <a:pt x="3530282" y="81601"/>
                </a:lnTo>
                <a:lnTo>
                  <a:pt x="3530282" y="82058"/>
                </a:lnTo>
                <a:lnTo>
                  <a:pt x="3502266" y="84461"/>
                </a:lnTo>
                <a:cubicBezTo>
                  <a:pt x="1829020" y="370526"/>
                  <a:pt x="1578872" y="192724"/>
                  <a:pt x="460680" y="56839"/>
                </a:cubicBezTo>
                <a:lnTo>
                  <a:pt x="0" y="0"/>
                </a:lnTo>
                <a:lnTo>
                  <a:pt x="12074372" y="0"/>
                </a:lnTo>
                <a:lnTo>
                  <a:pt x="12074372" y="837651"/>
                </a:lnTo>
                <a:lnTo>
                  <a:pt x="11906743" y="847026"/>
                </a:lnTo>
                <a:cubicBezTo>
                  <a:pt x="11593329" y="861936"/>
                  <a:pt x="11293046" y="868560"/>
                  <a:pt x="10999522" y="864348"/>
                </a:cubicBez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Tree>
    <p:extLst>
      <p:ext uri="{BB962C8B-B14F-4D97-AF65-F5344CB8AC3E}">
        <p14:creationId xmlns:p14="http://schemas.microsoft.com/office/powerpoint/2010/main" val="35256500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75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250"/>
                                        <p:tgtEl>
                                          <p:spTgt spid="3"/>
                                        </p:tgtEl>
                                      </p:cBhvr>
                                    </p:animEffect>
                                  </p:childTnLst>
                                </p:cTn>
                              </p:par>
                              <p:par>
                                <p:cTn id="11" presetID="42" presetClass="path" presetSubtype="0" decel="100000" fill="hold" grpId="1" nodeType="withEffect">
                                  <p:stCondLst>
                                    <p:cond delay="0"/>
                                  </p:stCondLst>
                                  <p:childTnLst>
                                    <p:animMotion origin="layout" path="M 0.03203 3.7037E-7 L -2.91667E-6 3.7037E-7 " pathEditMode="relative" rAng="0" ptsTypes="AA">
                                      <p:cBhvr>
                                        <p:cTn id="12" dur="500" fill="hold"/>
                                        <p:tgtEl>
                                          <p:spTgt spid="3"/>
                                        </p:tgtEl>
                                        <p:attrNameLst>
                                          <p:attrName>ppt_x</p:attrName>
                                          <p:attrName>ppt_y</p:attrName>
                                        </p:attrNameLst>
                                      </p:cBhvr>
                                      <p:rCtr x="-1602" y="0"/>
                                    </p:animMotion>
                                  </p:childTnLst>
                                </p:cTn>
                              </p:par>
                              <p:par>
                                <p:cTn id="13" presetID="10" presetClass="entr" presetSubtype="0" fill="hold" grpId="0" nodeType="withEffect">
                                  <p:stCondLst>
                                    <p:cond delay="75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75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75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par>
                                <p:cTn id="22" presetID="10" presetClass="entr" presetSubtype="0" fill="hold" grpId="0" nodeType="withEffect">
                                  <p:stCondLst>
                                    <p:cond delay="75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75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par>
                                <p:cTn id="28" presetID="10" presetClass="entr" presetSubtype="0" fill="hold" grpId="0" nodeType="withEffect">
                                  <p:stCondLst>
                                    <p:cond delay="75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10" grpId="0" animBg="1"/>
      <p:bldP spid="7" grpId="0" animBg="1"/>
      <p:bldP spid="5" grpId="0" animBg="1"/>
      <p:bldP spid="11" grpId="0" animBg="1"/>
      <p:bldP spid="6" grpId="0" animBg="1"/>
      <p:bldP spid="12" grpId="0" animBg="1"/>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54B88-B756-09B1-F9A1-7993F75C1B2F}"/>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AA0F4197-40E6-1FE3-2076-5CCA45B04EEE}"/>
              </a:ext>
              <a:ext uri="{C183D7F6-B498-43B3-948B-1728B52AA6E4}">
                <adec:decorative xmlns:adec="http://schemas.microsoft.com/office/drawing/2017/decorative" val="1"/>
              </a:ext>
            </a:extLst>
          </p:cNvPr>
          <p:cNvSpPr>
            <a:spLocks/>
          </p:cNvSpPr>
          <p:nvPr/>
        </p:nvSpPr>
        <p:spPr>
          <a:xfrm>
            <a:off x="5648858" y="2352682"/>
            <a:ext cx="2926080" cy="3345532"/>
          </a:xfrm>
          <a:prstGeom prst="roundRect">
            <a:avLst>
              <a:gd name="adj" fmla="val 3240"/>
            </a:avLst>
          </a:prstGeom>
          <a:solidFill>
            <a:schemeClr val="bg1"/>
          </a:solidFill>
          <a:ln w="3175">
            <a:solidFill>
              <a:schemeClr val="accent1">
                <a:alpha val="30000"/>
              </a:schemeClr>
            </a:solid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149" name="Rounded Rectangle 8">
            <a:extLst>
              <a:ext uri="{FF2B5EF4-FFF2-40B4-BE49-F238E27FC236}">
                <a16:creationId xmlns:a16="http://schemas.microsoft.com/office/drawing/2014/main" id="{7F76E40F-A0ED-EA6A-30DF-6F24DE4226A3}"/>
              </a:ext>
              <a:ext uri="{C183D7F6-B498-43B3-948B-1728B52AA6E4}">
                <adec:decorative xmlns:adec="http://schemas.microsoft.com/office/drawing/2017/decorative" val="1"/>
              </a:ext>
            </a:extLst>
          </p:cNvPr>
          <p:cNvSpPr>
            <a:spLocks/>
          </p:cNvSpPr>
          <p:nvPr/>
        </p:nvSpPr>
        <p:spPr>
          <a:xfrm>
            <a:off x="8647301" y="2352682"/>
            <a:ext cx="2926080" cy="3345532"/>
          </a:xfrm>
          <a:prstGeom prst="roundRect">
            <a:avLst>
              <a:gd name="adj" fmla="val 3240"/>
            </a:avLst>
          </a:prstGeom>
          <a:solidFill>
            <a:schemeClr val="bg1"/>
          </a:solidFill>
          <a:ln w="3175">
            <a:solidFill>
              <a:schemeClr val="accent1">
                <a:alpha val="30000"/>
              </a:schemeClr>
            </a:solid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150" name="Rounded Rectangle 8">
            <a:extLst>
              <a:ext uri="{FF2B5EF4-FFF2-40B4-BE49-F238E27FC236}">
                <a16:creationId xmlns:a16="http://schemas.microsoft.com/office/drawing/2014/main" id="{E757DDEC-0D92-D528-A7B3-EF44F350A9D5}"/>
              </a:ext>
              <a:ext uri="{C183D7F6-B498-43B3-948B-1728B52AA6E4}">
                <adec:decorative xmlns:adec="http://schemas.microsoft.com/office/drawing/2017/decorative" val="1"/>
              </a:ext>
            </a:extLst>
          </p:cNvPr>
          <p:cNvSpPr>
            <a:spLocks/>
          </p:cNvSpPr>
          <p:nvPr/>
        </p:nvSpPr>
        <p:spPr>
          <a:xfrm>
            <a:off x="641042" y="2352682"/>
            <a:ext cx="2926080" cy="3345532"/>
          </a:xfrm>
          <a:prstGeom prst="roundRect">
            <a:avLst>
              <a:gd name="adj" fmla="val 3240"/>
            </a:avLst>
          </a:prstGeom>
          <a:solidFill>
            <a:schemeClr val="bg1"/>
          </a:solidFill>
          <a:ln w="3175">
            <a:solidFill>
              <a:schemeClr val="accent1">
                <a:alpha val="30000"/>
              </a:schemeClr>
            </a:solid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29" name="Oval 28">
            <a:extLst>
              <a:ext uri="{FF2B5EF4-FFF2-40B4-BE49-F238E27FC236}">
                <a16:creationId xmlns:a16="http://schemas.microsoft.com/office/drawing/2014/main" id="{E4BC63E9-1E0D-F9AB-9206-902F12643FBF}"/>
              </a:ext>
              <a:ext uri="{C183D7F6-B498-43B3-948B-1728B52AA6E4}">
                <adec:decorative xmlns:adec="http://schemas.microsoft.com/office/drawing/2017/decorative" val="1"/>
              </a:ext>
            </a:extLst>
          </p:cNvPr>
          <p:cNvSpPr/>
          <p:nvPr/>
        </p:nvSpPr>
        <p:spPr bwMode="auto">
          <a:xfrm>
            <a:off x="1632229" y="1883788"/>
            <a:ext cx="943706" cy="943706"/>
          </a:xfrm>
          <a:prstGeom prst="ellipse">
            <a:avLst/>
          </a:prstGeom>
          <a:solidFill>
            <a:schemeClr val="bg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UI"/>
              <a:ea typeface="+mn-ea"/>
              <a:cs typeface="Segoe UI" pitchFamily="34" charset="0"/>
            </a:endParaRPr>
          </a:p>
        </p:txBody>
      </p:sp>
      <p:sp>
        <p:nvSpPr>
          <p:cNvPr id="32" name="Oval 31">
            <a:extLst>
              <a:ext uri="{FF2B5EF4-FFF2-40B4-BE49-F238E27FC236}">
                <a16:creationId xmlns:a16="http://schemas.microsoft.com/office/drawing/2014/main" id="{4C346AEE-5A29-F218-239F-5E6CA0EF518F}"/>
              </a:ext>
              <a:ext uri="{C183D7F6-B498-43B3-948B-1728B52AA6E4}">
                <adec:decorative xmlns:adec="http://schemas.microsoft.com/office/drawing/2017/decorative" val="1"/>
              </a:ext>
            </a:extLst>
          </p:cNvPr>
          <p:cNvSpPr/>
          <p:nvPr/>
        </p:nvSpPr>
        <p:spPr bwMode="auto">
          <a:xfrm>
            <a:off x="6640046" y="1888813"/>
            <a:ext cx="943706" cy="943706"/>
          </a:xfrm>
          <a:prstGeom prst="ellipse">
            <a:avLst/>
          </a:prstGeom>
          <a:solidFill>
            <a:schemeClr val="bg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UI"/>
              <a:ea typeface="+mn-ea"/>
              <a:cs typeface="Segoe UI" pitchFamily="34" charset="0"/>
            </a:endParaRPr>
          </a:p>
        </p:txBody>
      </p:sp>
      <p:sp>
        <p:nvSpPr>
          <p:cNvPr id="33" name="Oval 32">
            <a:extLst>
              <a:ext uri="{FF2B5EF4-FFF2-40B4-BE49-F238E27FC236}">
                <a16:creationId xmlns:a16="http://schemas.microsoft.com/office/drawing/2014/main" id="{F5AFBF7A-64BC-DF13-7B41-DC472D8C5D7A}"/>
              </a:ext>
              <a:ext uri="{C183D7F6-B498-43B3-948B-1728B52AA6E4}">
                <adec:decorative xmlns:adec="http://schemas.microsoft.com/office/drawing/2017/decorative" val="1"/>
              </a:ext>
            </a:extLst>
          </p:cNvPr>
          <p:cNvSpPr/>
          <p:nvPr/>
        </p:nvSpPr>
        <p:spPr bwMode="auto">
          <a:xfrm>
            <a:off x="9638488" y="1888813"/>
            <a:ext cx="943706" cy="943706"/>
          </a:xfrm>
          <a:prstGeom prst="ellipse">
            <a:avLst/>
          </a:prstGeom>
          <a:solidFill>
            <a:schemeClr val="bg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UI"/>
              <a:ea typeface="+mn-ea"/>
              <a:cs typeface="Segoe UI" pitchFamily="34" charset="0"/>
            </a:endParaRPr>
          </a:p>
        </p:txBody>
      </p:sp>
      <p:sp>
        <p:nvSpPr>
          <p:cNvPr id="2" name="Isosceles Triangle 1">
            <a:extLst>
              <a:ext uri="{FF2B5EF4-FFF2-40B4-BE49-F238E27FC236}">
                <a16:creationId xmlns:a16="http://schemas.microsoft.com/office/drawing/2014/main" id="{52BFD01E-CEF2-1025-7B86-7C733FA9EC61}"/>
              </a:ext>
              <a:ext uri="{C183D7F6-B498-43B3-948B-1728B52AA6E4}">
                <adec:decorative xmlns:adec="http://schemas.microsoft.com/office/drawing/2017/decorative" val="1"/>
              </a:ext>
            </a:extLst>
          </p:cNvPr>
          <p:cNvSpPr/>
          <p:nvPr/>
        </p:nvSpPr>
        <p:spPr>
          <a:xfrm>
            <a:off x="4190999" y="5924416"/>
            <a:ext cx="3810002" cy="933584"/>
          </a:xfrm>
          <a:prstGeom prst="triangle">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tx1"/>
              </a:solidFill>
              <a:effectLst/>
              <a:uLnTx/>
              <a:uFillTx/>
              <a:latin typeface="Segoe UI"/>
              <a:ea typeface="+mn-ea"/>
              <a:cs typeface="Segoe UI" pitchFamily="34" charset="0"/>
            </a:endParaRPr>
          </a:p>
        </p:txBody>
      </p:sp>
      <p:sp>
        <p:nvSpPr>
          <p:cNvPr id="23" name="Oval 22">
            <a:extLst>
              <a:ext uri="{FF2B5EF4-FFF2-40B4-BE49-F238E27FC236}">
                <a16:creationId xmlns:a16="http://schemas.microsoft.com/office/drawing/2014/main" id="{D9F9E1F0-13DB-4EE2-0EFE-5E5459EDE40E}"/>
              </a:ext>
              <a:ext uri="{C183D7F6-B498-43B3-948B-1728B52AA6E4}">
                <adec:decorative xmlns:adec="http://schemas.microsoft.com/office/drawing/2017/decorative" val="1"/>
              </a:ext>
            </a:extLst>
          </p:cNvPr>
          <p:cNvSpPr/>
          <p:nvPr/>
        </p:nvSpPr>
        <p:spPr bwMode="auto">
          <a:xfrm>
            <a:off x="6640046" y="1888813"/>
            <a:ext cx="943706" cy="943706"/>
          </a:xfrm>
          <a:prstGeom prst="ellipse">
            <a:avLst/>
          </a:prstGeom>
          <a:solidFill>
            <a:schemeClr val="tx2"/>
          </a:solidFill>
          <a:ln w="38100">
            <a:noFill/>
          </a:ln>
          <a:effectLst/>
        </p:spPr>
        <p:txBody>
          <a:bodyPr rot="0" spcFirstLastPara="0" vert="horz" wrap="square" lIns="0" tIns="0" rIns="0" bIns="0" numCol="1" spcCol="0" rtlCol="0" fromWordArt="0" anchor="ctr" anchorCtr="0" forceAA="0" compatLnSpc="1">
            <a:prstTxWarp prst="textNoShape">
              <a:avLst/>
            </a:prstTxWarp>
            <a:noAutofit/>
          </a:bodyPr>
          <a:lstStyle/>
          <a:p>
            <a:pPr algn="ctr"/>
            <a:endParaRPr lang="en-US" sz="1400" kern="0">
              <a:solidFill>
                <a:schemeClr val="tx1"/>
              </a:solidFill>
              <a:latin typeface="+mj-lt"/>
              <a:cs typeface="Segoe Sans Text" pitchFamily="2" charset="0"/>
            </a:endParaRPr>
          </a:p>
        </p:txBody>
      </p:sp>
      <p:grpSp>
        <p:nvGrpSpPr>
          <p:cNvPr id="8" name="Group 7">
            <a:extLst>
              <a:ext uri="{FF2B5EF4-FFF2-40B4-BE49-F238E27FC236}">
                <a16:creationId xmlns:a16="http://schemas.microsoft.com/office/drawing/2014/main" id="{E423C878-00A1-4386-A523-CA38F23C36D9}"/>
              </a:ext>
              <a:ext uri="{C183D7F6-B498-43B3-948B-1728B52AA6E4}">
                <adec:decorative xmlns:adec="http://schemas.microsoft.com/office/drawing/2017/decorative" val="1"/>
              </a:ext>
            </a:extLst>
          </p:cNvPr>
          <p:cNvGrpSpPr/>
          <p:nvPr/>
        </p:nvGrpSpPr>
        <p:grpSpPr>
          <a:xfrm>
            <a:off x="6917720" y="2060130"/>
            <a:ext cx="388356" cy="552884"/>
            <a:chOff x="6955611" y="2054459"/>
            <a:chExt cx="348432" cy="496046"/>
          </a:xfrm>
        </p:grpSpPr>
        <p:sp>
          <p:nvSpPr>
            <p:cNvPr id="43" name="Freeform 42">
              <a:extLst>
                <a:ext uri="{FF2B5EF4-FFF2-40B4-BE49-F238E27FC236}">
                  <a16:creationId xmlns:a16="http://schemas.microsoft.com/office/drawing/2014/main" id="{A6DD702A-352C-973C-EFFD-AFA7C7928FB9}"/>
                </a:ext>
              </a:extLst>
            </p:cNvPr>
            <p:cNvSpPr>
              <a:spLocks/>
            </p:cNvSpPr>
            <p:nvPr/>
          </p:nvSpPr>
          <p:spPr>
            <a:xfrm>
              <a:off x="6955611" y="2054459"/>
              <a:ext cx="348432" cy="496024"/>
            </a:xfrm>
            <a:custGeom>
              <a:avLst/>
              <a:gdLst>
                <a:gd name="connsiteX0" fmla="*/ 2274856 w 3036188"/>
                <a:gd name="connsiteY0" fmla="*/ 2668810 h 4322287"/>
                <a:gd name="connsiteX1" fmla="*/ 1990916 w 3036188"/>
                <a:gd name="connsiteY1" fmla="*/ 2668810 h 4322287"/>
                <a:gd name="connsiteX2" fmla="*/ 1990916 w 3036188"/>
                <a:gd name="connsiteY2" fmla="*/ 2474786 h 4322287"/>
                <a:gd name="connsiteX3" fmla="*/ 1920431 w 3036188"/>
                <a:gd name="connsiteY3" fmla="*/ 2346198 h 4322287"/>
                <a:gd name="connsiteX4" fmla="*/ 2233708 w 3036188"/>
                <a:gd name="connsiteY4" fmla="*/ 2134267 h 4322287"/>
                <a:gd name="connsiteX5" fmla="*/ 2417159 w 3036188"/>
                <a:gd name="connsiteY5" fmla="*/ 1806512 h 4322287"/>
                <a:gd name="connsiteX6" fmla="*/ 2508790 w 3036188"/>
                <a:gd name="connsiteY6" fmla="*/ 1806512 h 4322287"/>
                <a:gd name="connsiteX7" fmla="*/ 2760821 w 3036188"/>
                <a:gd name="connsiteY7" fmla="*/ 1542098 h 4322287"/>
                <a:gd name="connsiteX8" fmla="*/ 2673382 w 3036188"/>
                <a:gd name="connsiteY8" fmla="*/ 1344835 h 4322287"/>
                <a:gd name="connsiteX9" fmla="*/ 2571560 w 3036188"/>
                <a:gd name="connsiteY9" fmla="*/ 408051 h 4322287"/>
                <a:gd name="connsiteX10" fmla="*/ 1518190 w 3036188"/>
                <a:gd name="connsiteY10" fmla="*/ 0 h 4322287"/>
                <a:gd name="connsiteX11" fmla="*/ 464820 w 3036188"/>
                <a:gd name="connsiteY11" fmla="*/ 408337 h 4322287"/>
                <a:gd name="connsiteX12" fmla="*/ 363093 w 3036188"/>
                <a:gd name="connsiteY12" fmla="*/ 1345502 h 4322287"/>
                <a:gd name="connsiteX13" fmla="*/ 275558 w 3036188"/>
                <a:gd name="connsiteY13" fmla="*/ 1546193 h 4322287"/>
                <a:gd name="connsiteX14" fmla="*/ 527590 w 3036188"/>
                <a:gd name="connsiteY14" fmla="*/ 1806512 h 4322287"/>
                <a:gd name="connsiteX15" fmla="*/ 619220 w 3036188"/>
                <a:gd name="connsiteY15" fmla="*/ 1806512 h 4322287"/>
                <a:gd name="connsiteX16" fmla="*/ 802672 w 3036188"/>
                <a:gd name="connsiteY16" fmla="*/ 2134267 h 4322287"/>
                <a:gd name="connsiteX17" fmla="*/ 1115949 w 3036188"/>
                <a:gd name="connsiteY17" fmla="*/ 2346198 h 4322287"/>
                <a:gd name="connsiteX18" fmla="*/ 1045464 w 3036188"/>
                <a:gd name="connsiteY18" fmla="*/ 2474786 h 4322287"/>
                <a:gd name="connsiteX19" fmla="*/ 1045464 w 3036188"/>
                <a:gd name="connsiteY19" fmla="*/ 2668810 h 4322287"/>
                <a:gd name="connsiteX20" fmla="*/ 761524 w 3036188"/>
                <a:gd name="connsiteY20" fmla="*/ 2668810 h 4322287"/>
                <a:gd name="connsiteX21" fmla="*/ 0 w 3036188"/>
                <a:gd name="connsiteY21" fmla="*/ 3430810 h 4322287"/>
                <a:gd name="connsiteX22" fmla="*/ 0 w 3036188"/>
                <a:gd name="connsiteY22" fmla="*/ 4271296 h 4322287"/>
                <a:gd name="connsiteX23" fmla="*/ 62979 w 3036188"/>
                <a:gd name="connsiteY23" fmla="*/ 4321950 h 4322287"/>
                <a:gd name="connsiteX24" fmla="*/ 113633 w 3036188"/>
                <a:gd name="connsiteY24" fmla="*/ 4271296 h 4322287"/>
                <a:gd name="connsiteX25" fmla="*/ 113633 w 3036188"/>
                <a:gd name="connsiteY25" fmla="*/ 3430810 h 4322287"/>
                <a:gd name="connsiteX26" fmla="*/ 761333 w 3036188"/>
                <a:gd name="connsiteY26" fmla="*/ 2783110 h 4322287"/>
                <a:gd name="connsiteX27" fmla="*/ 2274856 w 3036188"/>
                <a:gd name="connsiteY27" fmla="*/ 2783110 h 4322287"/>
                <a:gd name="connsiteX28" fmla="*/ 2922556 w 3036188"/>
                <a:gd name="connsiteY28" fmla="*/ 3430810 h 4322287"/>
                <a:gd name="connsiteX29" fmla="*/ 2922556 w 3036188"/>
                <a:gd name="connsiteY29" fmla="*/ 4271296 h 4322287"/>
                <a:gd name="connsiteX30" fmla="*/ 2985535 w 3036188"/>
                <a:gd name="connsiteY30" fmla="*/ 4321950 h 4322287"/>
                <a:gd name="connsiteX31" fmla="*/ 3036189 w 3036188"/>
                <a:gd name="connsiteY31" fmla="*/ 4271296 h 4322287"/>
                <a:gd name="connsiteX32" fmla="*/ 3036189 w 3036188"/>
                <a:gd name="connsiteY32" fmla="*/ 3430810 h 4322287"/>
                <a:gd name="connsiteX33" fmla="*/ 2274856 w 3036188"/>
                <a:gd name="connsiteY33" fmla="*/ 2668810 h 4322287"/>
                <a:gd name="connsiteX34" fmla="*/ 2318290 w 3036188"/>
                <a:gd name="connsiteY34" fmla="*/ 1670495 h 4322287"/>
                <a:gd name="connsiteX35" fmla="*/ 2317718 w 3036188"/>
                <a:gd name="connsiteY35" fmla="*/ 1692878 h 4322287"/>
                <a:gd name="connsiteX36" fmla="*/ 1689068 w 3036188"/>
                <a:gd name="connsiteY36" fmla="*/ 1691830 h 4322287"/>
                <a:gd name="connsiteX37" fmla="*/ 1688402 w 3036188"/>
                <a:gd name="connsiteY37" fmla="*/ 1551908 h 4322287"/>
                <a:gd name="connsiteX38" fmla="*/ 1689068 w 3036188"/>
                <a:gd name="connsiteY38" fmla="*/ 1544098 h 4322287"/>
                <a:gd name="connsiteX39" fmla="*/ 1688402 w 3036188"/>
                <a:gd name="connsiteY39" fmla="*/ 1535906 h 4322287"/>
                <a:gd name="connsiteX40" fmla="*/ 1687735 w 3036188"/>
                <a:gd name="connsiteY40" fmla="*/ 1395317 h 4322287"/>
                <a:gd name="connsiteX41" fmla="*/ 2318290 w 3036188"/>
                <a:gd name="connsiteY41" fmla="*/ 1395317 h 4322287"/>
                <a:gd name="connsiteX42" fmla="*/ 2318290 w 3036188"/>
                <a:gd name="connsiteY42" fmla="*/ 1281684 h 4322287"/>
                <a:gd name="connsiteX43" fmla="*/ 1687259 w 3036188"/>
                <a:gd name="connsiteY43" fmla="*/ 1281684 h 4322287"/>
                <a:gd name="connsiteX44" fmla="*/ 1574959 w 3036188"/>
                <a:gd name="connsiteY44" fmla="*/ 1395984 h 4322287"/>
                <a:gd name="connsiteX45" fmla="*/ 1574959 w 3036188"/>
                <a:gd name="connsiteY45" fmla="*/ 1487710 h 4322287"/>
                <a:gd name="connsiteX46" fmla="*/ 1461040 w 3036188"/>
                <a:gd name="connsiteY46" fmla="*/ 1487710 h 4322287"/>
                <a:gd name="connsiteX47" fmla="*/ 1461040 w 3036188"/>
                <a:gd name="connsiteY47" fmla="*/ 1396746 h 4322287"/>
                <a:gd name="connsiteX48" fmla="*/ 1348740 w 3036188"/>
                <a:gd name="connsiteY48" fmla="*/ 1282446 h 4322287"/>
                <a:gd name="connsiteX49" fmla="*/ 718090 w 3036188"/>
                <a:gd name="connsiteY49" fmla="*/ 1282446 h 4322287"/>
                <a:gd name="connsiteX50" fmla="*/ 718090 w 3036188"/>
                <a:gd name="connsiteY50" fmla="*/ 1171670 h 4322287"/>
                <a:gd name="connsiteX51" fmla="*/ 1850136 w 3036188"/>
                <a:gd name="connsiteY51" fmla="*/ 1008412 h 4322287"/>
                <a:gd name="connsiteX52" fmla="*/ 1794701 w 3036188"/>
                <a:gd name="connsiteY52" fmla="*/ 1091184 h 4322287"/>
                <a:gd name="connsiteX53" fmla="*/ 1806511 w 3036188"/>
                <a:gd name="connsiteY53" fmla="*/ 1171137 h 4322287"/>
                <a:gd name="connsiteX54" fmla="*/ 1831467 w 3036188"/>
                <a:gd name="connsiteY54" fmla="*/ 1181672 h 4322287"/>
                <a:gd name="connsiteX55" fmla="*/ 2317242 w 3036188"/>
                <a:gd name="connsiteY55" fmla="*/ 1120712 h 4322287"/>
                <a:gd name="connsiteX56" fmla="*/ 2508790 w 3036188"/>
                <a:gd name="connsiteY56" fmla="*/ 1692974 h 4322287"/>
                <a:gd name="connsiteX57" fmla="*/ 2430970 w 3036188"/>
                <a:gd name="connsiteY57" fmla="*/ 1692974 h 4322287"/>
                <a:gd name="connsiteX58" fmla="*/ 2431542 w 3036188"/>
                <a:gd name="connsiteY58" fmla="*/ 1670495 h 4322287"/>
                <a:gd name="connsiteX59" fmla="*/ 2431542 w 3036188"/>
                <a:gd name="connsiteY59" fmla="*/ 1395317 h 4322287"/>
                <a:gd name="connsiteX60" fmla="*/ 2508790 w 3036188"/>
                <a:gd name="connsiteY60" fmla="*/ 1395317 h 4322287"/>
                <a:gd name="connsiteX61" fmla="*/ 2647283 w 3036188"/>
                <a:gd name="connsiteY61" fmla="*/ 1546193 h 4322287"/>
                <a:gd name="connsiteX62" fmla="*/ 2508790 w 3036188"/>
                <a:gd name="connsiteY62" fmla="*/ 1692974 h 4322287"/>
                <a:gd name="connsiteX63" fmla="*/ 527590 w 3036188"/>
                <a:gd name="connsiteY63" fmla="*/ 1692974 h 4322287"/>
                <a:gd name="connsiteX64" fmla="*/ 389096 w 3036188"/>
                <a:gd name="connsiteY64" fmla="*/ 1542098 h 4322287"/>
                <a:gd name="connsiteX65" fmla="*/ 527590 w 3036188"/>
                <a:gd name="connsiteY65" fmla="*/ 1395317 h 4322287"/>
                <a:gd name="connsiteX66" fmla="*/ 604933 w 3036188"/>
                <a:gd name="connsiteY66" fmla="*/ 1395317 h 4322287"/>
                <a:gd name="connsiteX67" fmla="*/ 604933 w 3036188"/>
                <a:gd name="connsiteY67" fmla="*/ 1670495 h 4322287"/>
                <a:gd name="connsiteX68" fmla="*/ 605504 w 3036188"/>
                <a:gd name="connsiteY68" fmla="*/ 1692974 h 4322287"/>
                <a:gd name="connsiteX69" fmla="*/ 624935 w 3036188"/>
                <a:gd name="connsiteY69" fmla="*/ 1063657 h 4322287"/>
                <a:gd name="connsiteX70" fmla="*/ 604933 w 3036188"/>
                <a:gd name="connsiteY70" fmla="*/ 1106900 h 4322287"/>
                <a:gd name="connsiteX71" fmla="*/ 604933 w 3036188"/>
                <a:gd name="connsiteY71" fmla="*/ 1281684 h 4322287"/>
                <a:gd name="connsiteX72" fmla="*/ 527590 w 3036188"/>
                <a:gd name="connsiteY72" fmla="*/ 1281684 h 4322287"/>
                <a:gd name="connsiteX73" fmla="*/ 465772 w 3036188"/>
                <a:gd name="connsiteY73" fmla="*/ 1289685 h 4322287"/>
                <a:gd name="connsiteX74" fmla="*/ 557975 w 3036188"/>
                <a:gd name="connsiteY74" fmla="*/ 473393 h 4322287"/>
                <a:gd name="connsiteX75" fmla="*/ 1518190 w 3036188"/>
                <a:gd name="connsiteY75" fmla="*/ 113633 h 4322287"/>
                <a:gd name="connsiteX76" fmla="*/ 2478405 w 3036188"/>
                <a:gd name="connsiteY76" fmla="*/ 473393 h 4322287"/>
                <a:gd name="connsiteX77" fmla="*/ 2570607 w 3036188"/>
                <a:gd name="connsiteY77" fmla="*/ 1289685 h 4322287"/>
                <a:gd name="connsiteX78" fmla="*/ 2508790 w 3036188"/>
                <a:gd name="connsiteY78" fmla="*/ 1281684 h 4322287"/>
                <a:gd name="connsiteX79" fmla="*/ 2431542 w 3036188"/>
                <a:gd name="connsiteY79" fmla="*/ 1281684 h 4322287"/>
                <a:gd name="connsiteX80" fmla="*/ 2431542 w 3036188"/>
                <a:gd name="connsiteY80" fmla="*/ 1013746 h 4322287"/>
                <a:gd name="connsiteX81" fmla="*/ 2373525 w 3036188"/>
                <a:gd name="connsiteY81" fmla="*/ 957472 h 4322287"/>
                <a:gd name="connsiteX82" fmla="*/ 2336292 w 3036188"/>
                <a:gd name="connsiteY82" fmla="*/ 972026 h 4322287"/>
                <a:gd name="connsiteX83" fmla="*/ 1942338 w 3036188"/>
                <a:gd name="connsiteY83" fmla="*/ 1076801 h 4322287"/>
                <a:gd name="connsiteX84" fmla="*/ 2033302 w 3036188"/>
                <a:gd name="connsiteY84" fmla="*/ 880967 h 4322287"/>
                <a:gd name="connsiteX85" fmla="*/ 1993240 w 3036188"/>
                <a:gd name="connsiteY85" fmla="*/ 810778 h 4322287"/>
                <a:gd name="connsiteX86" fmla="*/ 1945577 w 3036188"/>
                <a:gd name="connsiteY86" fmla="*/ 818960 h 4322287"/>
                <a:gd name="connsiteX87" fmla="*/ 670941 w 3036188"/>
                <a:gd name="connsiteY87" fmla="*/ 1051274 h 4322287"/>
                <a:gd name="connsiteX88" fmla="*/ 624935 w 3036188"/>
                <a:gd name="connsiteY88" fmla="*/ 1063657 h 4322287"/>
                <a:gd name="connsiteX89" fmla="*/ 718090 w 3036188"/>
                <a:gd name="connsiteY89" fmla="*/ 1670495 h 4322287"/>
                <a:gd name="connsiteX90" fmla="*/ 718090 w 3036188"/>
                <a:gd name="connsiteY90" fmla="*/ 1395413 h 4322287"/>
                <a:gd name="connsiteX91" fmla="*/ 1347407 w 3036188"/>
                <a:gd name="connsiteY91" fmla="*/ 1396365 h 4322287"/>
                <a:gd name="connsiteX92" fmla="*/ 1348073 w 3036188"/>
                <a:gd name="connsiteY92" fmla="*/ 1536287 h 4322287"/>
                <a:gd name="connsiteX93" fmla="*/ 1347407 w 3036188"/>
                <a:gd name="connsiteY93" fmla="*/ 1544098 h 4322287"/>
                <a:gd name="connsiteX94" fmla="*/ 1348073 w 3036188"/>
                <a:gd name="connsiteY94" fmla="*/ 1552385 h 4322287"/>
                <a:gd name="connsiteX95" fmla="*/ 1348740 w 3036188"/>
                <a:gd name="connsiteY95" fmla="*/ 1692974 h 4322287"/>
                <a:gd name="connsiteX96" fmla="*/ 719042 w 3036188"/>
                <a:gd name="connsiteY96" fmla="*/ 1692974 h 4322287"/>
                <a:gd name="connsiteX97" fmla="*/ 718090 w 3036188"/>
                <a:gd name="connsiteY97" fmla="*/ 1670495 h 4322287"/>
                <a:gd name="connsiteX98" fmla="*/ 880015 w 3036188"/>
                <a:gd name="connsiteY98" fmla="*/ 2050923 h 4322287"/>
                <a:gd name="connsiteX99" fmla="*/ 735901 w 3036188"/>
                <a:gd name="connsiteY99" fmla="*/ 1806512 h 4322287"/>
                <a:gd name="connsiteX100" fmla="*/ 1349216 w 3036188"/>
                <a:gd name="connsiteY100" fmla="*/ 1806512 h 4322287"/>
                <a:gd name="connsiteX101" fmla="*/ 1461516 w 3036188"/>
                <a:gd name="connsiteY101" fmla="*/ 1692212 h 4322287"/>
                <a:gd name="connsiteX102" fmla="*/ 1461516 w 3036188"/>
                <a:gd name="connsiteY102" fmla="*/ 1601248 h 4322287"/>
                <a:gd name="connsiteX103" fmla="*/ 1575340 w 3036188"/>
                <a:gd name="connsiteY103" fmla="*/ 1601248 h 4322287"/>
                <a:gd name="connsiteX104" fmla="*/ 1575340 w 3036188"/>
                <a:gd name="connsiteY104" fmla="*/ 1692212 h 4322287"/>
                <a:gd name="connsiteX105" fmla="*/ 1687640 w 3036188"/>
                <a:gd name="connsiteY105" fmla="*/ 1806512 h 4322287"/>
                <a:gd name="connsiteX106" fmla="*/ 2300954 w 3036188"/>
                <a:gd name="connsiteY106" fmla="*/ 1806512 h 4322287"/>
                <a:gd name="connsiteX107" fmla="*/ 2156365 w 3036188"/>
                <a:gd name="connsiteY107" fmla="*/ 2050923 h 4322287"/>
                <a:gd name="connsiteX108" fmla="*/ 1518190 w 3036188"/>
                <a:gd name="connsiteY108" fmla="*/ 2311813 h 4322287"/>
                <a:gd name="connsiteX109" fmla="*/ 880015 w 3036188"/>
                <a:gd name="connsiteY109" fmla="*/ 2050923 h 4322287"/>
                <a:gd name="connsiteX110" fmla="*/ 1877282 w 3036188"/>
                <a:gd name="connsiteY110" fmla="*/ 2668810 h 4322287"/>
                <a:gd name="connsiteX111" fmla="*/ 1159097 w 3036188"/>
                <a:gd name="connsiteY111" fmla="*/ 2668810 h 4322287"/>
                <a:gd name="connsiteX112" fmla="*/ 1159097 w 3036188"/>
                <a:gd name="connsiteY112" fmla="*/ 2474786 h 4322287"/>
                <a:gd name="connsiteX113" fmla="*/ 1198435 w 3036188"/>
                <a:gd name="connsiteY113" fmla="*/ 2435352 h 4322287"/>
                <a:gd name="connsiteX114" fmla="*/ 1837944 w 3036188"/>
                <a:gd name="connsiteY114" fmla="*/ 2435352 h 4322287"/>
                <a:gd name="connsiteX115" fmla="*/ 1877282 w 3036188"/>
                <a:gd name="connsiteY115" fmla="*/ 2474786 h 4322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3036188" h="4322287">
                  <a:moveTo>
                    <a:pt x="2274856" y="2668810"/>
                  </a:moveTo>
                  <a:lnTo>
                    <a:pt x="1990916" y="2668810"/>
                  </a:lnTo>
                  <a:lnTo>
                    <a:pt x="1990916" y="2474786"/>
                  </a:lnTo>
                  <a:cubicBezTo>
                    <a:pt x="1990944" y="2422694"/>
                    <a:pt x="1964360" y="2374202"/>
                    <a:pt x="1920431" y="2346198"/>
                  </a:cubicBezTo>
                  <a:cubicBezTo>
                    <a:pt x="2053209" y="2289048"/>
                    <a:pt x="2153603" y="2208562"/>
                    <a:pt x="2233708" y="2134267"/>
                  </a:cubicBezTo>
                  <a:cubicBezTo>
                    <a:pt x="2327138" y="2046503"/>
                    <a:pt x="2391213" y="1932042"/>
                    <a:pt x="2417159" y="1806512"/>
                  </a:cubicBezTo>
                  <a:lnTo>
                    <a:pt x="2508790" y="1806512"/>
                  </a:lnTo>
                  <a:cubicBezTo>
                    <a:pt x="2647760" y="1806512"/>
                    <a:pt x="2760821" y="1689735"/>
                    <a:pt x="2760821" y="1542098"/>
                  </a:cubicBezTo>
                  <a:cubicBezTo>
                    <a:pt x="2761183" y="1466869"/>
                    <a:pt x="2729360" y="1395079"/>
                    <a:pt x="2673382" y="1344835"/>
                  </a:cubicBezTo>
                  <a:cubicBezTo>
                    <a:pt x="2713292" y="1208056"/>
                    <a:pt x="2817209" y="755809"/>
                    <a:pt x="2571560" y="408051"/>
                  </a:cubicBezTo>
                  <a:cubicBezTo>
                    <a:pt x="2380107" y="137351"/>
                    <a:pt x="2025777" y="0"/>
                    <a:pt x="1518190" y="0"/>
                  </a:cubicBezTo>
                  <a:cubicBezTo>
                    <a:pt x="1010603" y="0"/>
                    <a:pt x="656272" y="137351"/>
                    <a:pt x="464820" y="408337"/>
                  </a:cubicBezTo>
                  <a:cubicBezTo>
                    <a:pt x="218980" y="756285"/>
                    <a:pt x="323183" y="1209008"/>
                    <a:pt x="363093" y="1345502"/>
                  </a:cubicBezTo>
                  <a:cubicBezTo>
                    <a:pt x="306743" y="1396937"/>
                    <a:pt x="274920" y="1469898"/>
                    <a:pt x="275558" y="1546193"/>
                  </a:cubicBezTo>
                  <a:cubicBezTo>
                    <a:pt x="275558" y="1689735"/>
                    <a:pt x="388620" y="1806512"/>
                    <a:pt x="527590" y="1806512"/>
                  </a:cubicBezTo>
                  <a:lnTo>
                    <a:pt x="619220" y="1806512"/>
                  </a:lnTo>
                  <a:cubicBezTo>
                    <a:pt x="645147" y="1932051"/>
                    <a:pt x="709212" y="2046523"/>
                    <a:pt x="802672" y="2134267"/>
                  </a:cubicBezTo>
                  <a:cubicBezTo>
                    <a:pt x="882777" y="2208562"/>
                    <a:pt x="983647" y="2288762"/>
                    <a:pt x="1115949" y="2346198"/>
                  </a:cubicBezTo>
                  <a:cubicBezTo>
                    <a:pt x="1072020" y="2374202"/>
                    <a:pt x="1045435" y="2422694"/>
                    <a:pt x="1045464" y="2474786"/>
                  </a:cubicBezTo>
                  <a:lnTo>
                    <a:pt x="1045464" y="2668810"/>
                  </a:lnTo>
                  <a:lnTo>
                    <a:pt x="761524" y="2668810"/>
                  </a:lnTo>
                  <a:cubicBezTo>
                    <a:pt x="340871" y="2669077"/>
                    <a:pt x="0" y="3010157"/>
                    <a:pt x="0" y="3430810"/>
                  </a:cubicBezTo>
                  <a:lnTo>
                    <a:pt x="0" y="4271296"/>
                  </a:lnTo>
                  <a:cubicBezTo>
                    <a:pt x="3404" y="4302671"/>
                    <a:pt x="31601" y="4325350"/>
                    <a:pt x="62979" y="4321950"/>
                  </a:cubicBezTo>
                  <a:cubicBezTo>
                    <a:pt x="89668" y="4319054"/>
                    <a:pt x="110738" y="4297975"/>
                    <a:pt x="113633" y="4271296"/>
                  </a:cubicBezTo>
                  <a:lnTo>
                    <a:pt x="113633" y="3430810"/>
                  </a:lnTo>
                  <a:cubicBezTo>
                    <a:pt x="114109" y="3073289"/>
                    <a:pt x="403812" y="2783586"/>
                    <a:pt x="761333" y="2783110"/>
                  </a:cubicBezTo>
                  <a:lnTo>
                    <a:pt x="2274856" y="2783110"/>
                  </a:lnTo>
                  <a:cubicBezTo>
                    <a:pt x="2632377" y="2783586"/>
                    <a:pt x="2922080" y="3073289"/>
                    <a:pt x="2922556" y="3430810"/>
                  </a:cubicBezTo>
                  <a:lnTo>
                    <a:pt x="2922556" y="4271296"/>
                  </a:lnTo>
                  <a:cubicBezTo>
                    <a:pt x="2925956" y="4302671"/>
                    <a:pt x="2954160" y="4325350"/>
                    <a:pt x="2985535" y="4321950"/>
                  </a:cubicBezTo>
                  <a:cubicBezTo>
                    <a:pt x="3012224" y="4319054"/>
                    <a:pt x="3033294" y="4297975"/>
                    <a:pt x="3036189" y="4271296"/>
                  </a:cubicBezTo>
                  <a:lnTo>
                    <a:pt x="3036189" y="3430810"/>
                  </a:lnTo>
                  <a:cubicBezTo>
                    <a:pt x="3036189" y="3010234"/>
                    <a:pt x="2695432" y="2669181"/>
                    <a:pt x="2274856" y="2668810"/>
                  </a:cubicBezTo>
                  <a:close/>
                  <a:moveTo>
                    <a:pt x="2318290" y="1670495"/>
                  </a:moveTo>
                  <a:cubicBezTo>
                    <a:pt x="2318290" y="1678019"/>
                    <a:pt x="2318290" y="1685449"/>
                    <a:pt x="2317718" y="1692878"/>
                  </a:cubicBezTo>
                  <a:lnTo>
                    <a:pt x="1689068" y="1691830"/>
                  </a:lnTo>
                  <a:lnTo>
                    <a:pt x="1688402" y="1551908"/>
                  </a:lnTo>
                  <a:cubicBezTo>
                    <a:pt x="1688821" y="1549327"/>
                    <a:pt x="1689040" y="1546717"/>
                    <a:pt x="1689068" y="1544098"/>
                  </a:cubicBezTo>
                  <a:cubicBezTo>
                    <a:pt x="1689040" y="1541355"/>
                    <a:pt x="1688821" y="1538621"/>
                    <a:pt x="1688402" y="1535906"/>
                  </a:cubicBezTo>
                  <a:lnTo>
                    <a:pt x="1687735" y="1395317"/>
                  </a:lnTo>
                  <a:lnTo>
                    <a:pt x="2318290" y="1395317"/>
                  </a:lnTo>
                  <a:close/>
                  <a:moveTo>
                    <a:pt x="2318290" y="1281684"/>
                  </a:moveTo>
                  <a:lnTo>
                    <a:pt x="1687259" y="1281684"/>
                  </a:lnTo>
                  <a:cubicBezTo>
                    <a:pt x="1624784" y="1282465"/>
                    <a:pt x="1574645" y="1333510"/>
                    <a:pt x="1574959" y="1395984"/>
                  </a:cubicBezTo>
                  <a:lnTo>
                    <a:pt x="1574959" y="1487710"/>
                  </a:lnTo>
                  <a:lnTo>
                    <a:pt x="1461040" y="1487710"/>
                  </a:lnTo>
                  <a:lnTo>
                    <a:pt x="1461040" y="1396746"/>
                  </a:lnTo>
                  <a:cubicBezTo>
                    <a:pt x="1461354" y="1334272"/>
                    <a:pt x="1411215" y="1283227"/>
                    <a:pt x="1348740" y="1282446"/>
                  </a:cubicBezTo>
                  <a:lnTo>
                    <a:pt x="718090" y="1282446"/>
                  </a:lnTo>
                  <a:lnTo>
                    <a:pt x="718090" y="1171670"/>
                  </a:lnTo>
                  <a:cubicBezTo>
                    <a:pt x="900684" y="1192149"/>
                    <a:pt x="1421702" y="1225201"/>
                    <a:pt x="1850136" y="1008412"/>
                  </a:cubicBezTo>
                  <a:cubicBezTo>
                    <a:pt x="1833286" y="1037053"/>
                    <a:pt x="1814779" y="1064695"/>
                    <a:pt x="1794701" y="1091184"/>
                  </a:cubicBezTo>
                  <a:cubicBezTo>
                    <a:pt x="1775889" y="1116530"/>
                    <a:pt x="1781175" y="1152325"/>
                    <a:pt x="1806511" y="1171137"/>
                  </a:cubicBezTo>
                  <a:cubicBezTo>
                    <a:pt x="1813865" y="1176595"/>
                    <a:pt x="1822428" y="1180214"/>
                    <a:pt x="1831467" y="1181672"/>
                  </a:cubicBezTo>
                  <a:cubicBezTo>
                    <a:pt x="1844802" y="1183672"/>
                    <a:pt x="2116169" y="1222534"/>
                    <a:pt x="2317242" y="1120712"/>
                  </a:cubicBezTo>
                  <a:close/>
                  <a:moveTo>
                    <a:pt x="2508790" y="1692974"/>
                  </a:moveTo>
                  <a:lnTo>
                    <a:pt x="2430970" y="1692974"/>
                  </a:lnTo>
                  <a:cubicBezTo>
                    <a:pt x="2430970" y="1685449"/>
                    <a:pt x="2431542" y="1678019"/>
                    <a:pt x="2431542" y="1670495"/>
                  </a:cubicBezTo>
                  <a:lnTo>
                    <a:pt x="2431542" y="1395317"/>
                  </a:lnTo>
                  <a:lnTo>
                    <a:pt x="2508790" y="1395317"/>
                  </a:lnTo>
                  <a:cubicBezTo>
                    <a:pt x="2584990" y="1395317"/>
                    <a:pt x="2647283" y="1461135"/>
                    <a:pt x="2647283" y="1546193"/>
                  </a:cubicBezTo>
                  <a:cubicBezTo>
                    <a:pt x="2647283" y="1627156"/>
                    <a:pt x="2584990" y="1692974"/>
                    <a:pt x="2508790" y="1692974"/>
                  </a:cubicBezTo>
                  <a:close/>
                  <a:moveTo>
                    <a:pt x="527590" y="1692974"/>
                  </a:moveTo>
                  <a:cubicBezTo>
                    <a:pt x="451390" y="1692974"/>
                    <a:pt x="389096" y="1627156"/>
                    <a:pt x="389096" y="1542098"/>
                  </a:cubicBezTo>
                  <a:cubicBezTo>
                    <a:pt x="389096" y="1461135"/>
                    <a:pt x="451295" y="1395317"/>
                    <a:pt x="527590" y="1395317"/>
                  </a:cubicBezTo>
                  <a:lnTo>
                    <a:pt x="604933" y="1395317"/>
                  </a:lnTo>
                  <a:lnTo>
                    <a:pt x="604933" y="1670495"/>
                  </a:lnTo>
                  <a:cubicBezTo>
                    <a:pt x="604933" y="1678019"/>
                    <a:pt x="604933" y="1685449"/>
                    <a:pt x="605504" y="1692974"/>
                  </a:cubicBezTo>
                  <a:close/>
                  <a:moveTo>
                    <a:pt x="624935" y="1063657"/>
                  </a:moveTo>
                  <a:cubicBezTo>
                    <a:pt x="612286" y="1074468"/>
                    <a:pt x="604990" y="1090260"/>
                    <a:pt x="604933" y="1106900"/>
                  </a:cubicBezTo>
                  <a:lnTo>
                    <a:pt x="604933" y="1281684"/>
                  </a:lnTo>
                  <a:lnTo>
                    <a:pt x="527590" y="1281684"/>
                  </a:lnTo>
                  <a:cubicBezTo>
                    <a:pt x="506721" y="1281665"/>
                    <a:pt x="485947" y="1284361"/>
                    <a:pt x="465772" y="1289685"/>
                  </a:cubicBezTo>
                  <a:cubicBezTo>
                    <a:pt x="427672" y="1145191"/>
                    <a:pt x="355283" y="759714"/>
                    <a:pt x="557975" y="473393"/>
                  </a:cubicBezTo>
                  <a:cubicBezTo>
                    <a:pt x="726948" y="234601"/>
                    <a:pt x="1050036" y="113633"/>
                    <a:pt x="1518190" y="113633"/>
                  </a:cubicBezTo>
                  <a:cubicBezTo>
                    <a:pt x="1986343" y="113633"/>
                    <a:pt x="2309432" y="234601"/>
                    <a:pt x="2478405" y="473393"/>
                  </a:cubicBezTo>
                  <a:cubicBezTo>
                    <a:pt x="2681097" y="759714"/>
                    <a:pt x="2608326" y="1145191"/>
                    <a:pt x="2570607" y="1289685"/>
                  </a:cubicBezTo>
                  <a:cubicBezTo>
                    <a:pt x="2550433" y="1284361"/>
                    <a:pt x="2529659" y="1281665"/>
                    <a:pt x="2508790" y="1281684"/>
                  </a:cubicBezTo>
                  <a:lnTo>
                    <a:pt x="2431542" y="1281684"/>
                  </a:lnTo>
                  <a:lnTo>
                    <a:pt x="2431542" y="1013746"/>
                  </a:lnTo>
                  <a:cubicBezTo>
                    <a:pt x="2431056" y="982189"/>
                    <a:pt x="2405091" y="956996"/>
                    <a:pt x="2373525" y="957472"/>
                  </a:cubicBezTo>
                  <a:cubicBezTo>
                    <a:pt x="2359771" y="957682"/>
                    <a:pt x="2346551" y="962854"/>
                    <a:pt x="2336292" y="972026"/>
                  </a:cubicBezTo>
                  <a:cubicBezTo>
                    <a:pt x="2232089" y="1068134"/>
                    <a:pt x="2052066" y="1080135"/>
                    <a:pt x="1942338" y="1076801"/>
                  </a:cubicBezTo>
                  <a:cubicBezTo>
                    <a:pt x="1980390" y="1015403"/>
                    <a:pt x="2010927" y="949652"/>
                    <a:pt x="2033302" y="880967"/>
                  </a:cubicBezTo>
                  <a:cubicBezTo>
                    <a:pt x="2041627" y="850525"/>
                    <a:pt x="2023682" y="819093"/>
                    <a:pt x="1993240" y="810778"/>
                  </a:cubicBezTo>
                  <a:cubicBezTo>
                    <a:pt x="1976923" y="806310"/>
                    <a:pt x="1959474" y="809311"/>
                    <a:pt x="1945577" y="818960"/>
                  </a:cubicBezTo>
                  <a:cubicBezTo>
                    <a:pt x="1453896" y="1173194"/>
                    <a:pt x="678751" y="1052417"/>
                    <a:pt x="670941" y="1051274"/>
                  </a:cubicBezTo>
                  <a:cubicBezTo>
                    <a:pt x="654539" y="1048512"/>
                    <a:pt x="637737" y="1053027"/>
                    <a:pt x="624935" y="1063657"/>
                  </a:cubicBezTo>
                  <a:close/>
                  <a:moveTo>
                    <a:pt x="718090" y="1670495"/>
                  </a:moveTo>
                  <a:lnTo>
                    <a:pt x="718090" y="1395413"/>
                  </a:lnTo>
                  <a:lnTo>
                    <a:pt x="1347407" y="1396365"/>
                  </a:lnTo>
                  <a:lnTo>
                    <a:pt x="1348073" y="1536287"/>
                  </a:lnTo>
                  <a:cubicBezTo>
                    <a:pt x="1347654" y="1538869"/>
                    <a:pt x="1347435" y="1541478"/>
                    <a:pt x="1347407" y="1544098"/>
                  </a:cubicBezTo>
                  <a:cubicBezTo>
                    <a:pt x="1347435" y="1546870"/>
                    <a:pt x="1347654" y="1549641"/>
                    <a:pt x="1348073" y="1552385"/>
                  </a:cubicBezTo>
                  <a:lnTo>
                    <a:pt x="1348740" y="1692974"/>
                  </a:lnTo>
                  <a:lnTo>
                    <a:pt x="719042" y="1692974"/>
                  </a:lnTo>
                  <a:cubicBezTo>
                    <a:pt x="718757" y="1685544"/>
                    <a:pt x="718090" y="1678210"/>
                    <a:pt x="718090" y="1670495"/>
                  </a:cubicBezTo>
                  <a:close/>
                  <a:moveTo>
                    <a:pt x="880015" y="2050923"/>
                  </a:moveTo>
                  <a:cubicBezTo>
                    <a:pt x="809673" y="1984848"/>
                    <a:pt x="759666" y="1900047"/>
                    <a:pt x="735901" y="1806512"/>
                  </a:cubicBezTo>
                  <a:lnTo>
                    <a:pt x="1349216" y="1806512"/>
                  </a:lnTo>
                  <a:cubicBezTo>
                    <a:pt x="1411710" y="1805778"/>
                    <a:pt x="1461888" y="1754715"/>
                    <a:pt x="1461516" y="1692212"/>
                  </a:cubicBezTo>
                  <a:lnTo>
                    <a:pt x="1461516" y="1601248"/>
                  </a:lnTo>
                  <a:lnTo>
                    <a:pt x="1575340" y="1601248"/>
                  </a:lnTo>
                  <a:lnTo>
                    <a:pt x="1575340" y="1692212"/>
                  </a:lnTo>
                  <a:cubicBezTo>
                    <a:pt x="1574968" y="1754715"/>
                    <a:pt x="1625146" y="1805778"/>
                    <a:pt x="1687640" y="1806512"/>
                  </a:cubicBezTo>
                  <a:lnTo>
                    <a:pt x="2300954" y="1806512"/>
                  </a:lnTo>
                  <a:cubicBezTo>
                    <a:pt x="2277094" y="1900123"/>
                    <a:pt x="2226917" y="1984934"/>
                    <a:pt x="2156365" y="2050923"/>
                  </a:cubicBezTo>
                  <a:cubicBezTo>
                    <a:pt x="2017205" y="2179987"/>
                    <a:pt x="1832515" y="2311813"/>
                    <a:pt x="1518190" y="2311813"/>
                  </a:cubicBezTo>
                  <a:cubicBezTo>
                    <a:pt x="1203865" y="2311813"/>
                    <a:pt x="1019080" y="2179987"/>
                    <a:pt x="880015" y="2050923"/>
                  </a:cubicBezTo>
                  <a:close/>
                  <a:moveTo>
                    <a:pt x="1877282" y="2668810"/>
                  </a:moveTo>
                  <a:lnTo>
                    <a:pt x="1159097" y="2668810"/>
                  </a:lnTo>
                  <a:lnTo>
                    <a:pt x="1159097" y="2474786"/>
                  </a:lnTo>
                  <a:cubicBezTo>
                    <a:pt x="1159097" y="2453040"/>
                    <a:pt x="1176690" y="2435409"/>
                    <a:pt x="1198435" y="2435352"/>
                  </a:cubicBezTo>
                  <a:lnTo>
                    <a:pt x="1837944" y="2435352"/>
                  </a:lnTo>
                  <a:cubicBezTo>
                    <a:pt x="1859690" y="2435409"/>
                    <a:pt x="1877282" y="2453040"/>
                    <a:pt x="1877282" y="247478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44" name="Freeform 43">
              <a:extLst>
                <a:ext uri="{FF2B5EF4-FFF2-40B4-BE49-F238E27FC236}">
                  <a16:creationId xmlns:a16="http://schemas.microsoft.com/office/drawing/2014/main" id="{25D735AA-BDF1-486A-19FB-5A3ED228B01D}"/>
                </a:ext>
              </a:extLst>
            </p:cNvPr>
            <p:cNvSpPr>
              <a:spLocks/>
            </p:cNvSpPr>
            <p:nvPr/>
          </p:nvSpPr>
          <p:spPr>
            <a:xfrm>
              <a:off x="7019436" y="2429202"/>
              <a:ext cx="13040" cy="121303"/>
            </a:xfrm>
            <a:custGeom>
              <a:avLst/>
              <a:gdLst>
                <a:gd name="connsiteX0" fmla="*/ 57150 w 113633"/>
                <a:gd name="connsiteY0" fmla="*/ 0 h 1057021"/>
                <a:gd name="connsiteX1" fmla="*/ 0 w 113633"/>
                <a:gd name="connsiteY1" fmla="*/ 57150 h 1057021"/>
                <a:gd name="connsiteX2" fmla="*/ 0 w 113633"/>
                <a:gd name="connsiteY2" fmla="*/ 1006030 h 1057021"/>
                <a:gd name="connsiteX3" fmla="*/ 62979 w 113633"/>
                <a:gd name="connsiteY3" fmla="*/ 1056684 h 1057021"/>
                <a:gd name="connsiteX4" fmla="*/ 113633 w 113633"/>
                <a:gd name="connsiteY4" fmla="*/ 1006030 h 1057021"/>
                <a:gd name="connsiteX5" fmla="*/ 113633 w 113633"/>
                <a:gd name="connsiteY5" fmla="*/ 56864 h 1057021"/>
                <a:gd name="connsiteX6" fmla="*/ 57150 w 113633"/>
                <a:gd name="connsiteY6" fmla="*/ 0 h 1057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633" h="1057021">
                  <a:moveTo>
                    <a:pt x="57150" y="0"/>
                  </a:moveTo>
                  <a:cubicBezTo>
                    <a:pt x="25584" y="0"/>
                    <a:pt x="0" y="25584"/>
                    <a:pt x="0" y="57150"/>
                  </a:cubicBezTo>
                  <a:lnTo>
                    <a:pt x="0" y="1006030"/>
                  </a:lnTo>
                  <a:cubicBezTo>
                    <a:pt x="3400" y="1037406"/>
                    <a:pt x="31604" y="1060085"/>
                    <a:pt x="62979" y="1056684"/>
                  </a:cubicBezTo>
                  <a:cubicBezTo>
                    <a:pt x="89668" y="1053789"/>
                    <a:pt x="110738" y="1032710"/>
                    <a:pt x="113633" y="1006030"/>
                  </a:cubicBezTo>
                  <a:lnTo>
                    <a:pt x="113633" y="56864"/>
                  </a:lnTo>
                  <a:cubicBezTo>
                    <a:pt x="113481" y="25670"/>
                    <a:pt x="88344" y="362"/>
                    <a:pt x="571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45" name="Freeform 44">
              <a:extLst>
                <a:ext uri="{FF2B5EF4-FFF2-40B4-BE49-F238E27FC236}">
                  <a16:creationId xmlns:a16="http://schemas.microsoft.com/office/drawing/2014/main" id="{81C4CC74-E314-453D-733F-2B82EDD4A953}"/>
                </a:ext>
              </a:extLst>
            </p:cNvPr>
            <p:cNvSpPr>
              <a:spLocks/>
            </p:cNvSpPr>
            <p:nvPr/>
          </p:nvSpPr>
          <p:spPr>
            <a:xfrm>
              <a:off x="7227123" y="2429202"/>
              <a:ext cx="13040" cy="121303"/>
            </a:xfrm>
            <a:custGeom>
              <a:avLst/>
              <a:gdLst>
                <a:gd name="connsiteX0" fmla="*/ 57150 w 113633"/>
                <a:gd name="connsiteY0" fmla="*/ 0 h 1057021"/>
                <a:gd name="connsiteX1" fmla="*/ 0 w 113633"/>
                <a:gd name="connsiteY1" fmla="*/ 57150 h 1057021"/>
                <a:gd name="connsiteX2" fmla="*/ 0 w 113633"/>
                <a:gd name="connsiteY2" fmla="*/ 1006030 h 1057021"/>
                <a:gd name="connsiteX3" fmla="*/ 62979 w 113633"/>
                <a:gd name="connsiteY3" fmla="*/ 1056684 h 1057021"/>
                <a:gd name="connsiteX4" fmla="*/ 113633 w 113633"/>
                <a:gd name="connsiteY4" fmla="*/ 1006030 h 1057021"/>
                <a:gd name="connsiteX5" fmla="*/ 113633 w 113633"/>
                <a:gd name="connsiteY5" fmla="*/ 56864 h 1057021"/>
                <a:gd name="connsiteX6" fmla="*/ 57150 w 113633"/>
                <a:gd name="connsiteY6" fmla="*/ 0 h 1057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633" h="1057021">
                  <a:moveTo>
                    <a:pt x="57150" y="0"/>
                  </a:moveTo>
                  <a:cubicBezTo>
                    <a:pt x="25584" y="0"/>
                    <a:pt x="0" y="25584"/>
                    <a:pt x="0" y="57150"/>
                  </a:cubicBezTo>
                  <a:lnTo>
                    <a:pt x="0" y="1006030"/>
                  </a:lnTo>
                  <a:cubicBezTo>
                    <a:pt x="3400" y="1037406"/>
                    <a:pt x="31604" y="1060085"/>
                    <a:pt x="62979" y="1056684"/>
                  </a:cubicBezTo>
                  <a:cubicBezTo>
                    <a:pt x="89668" y="1053789"/>
                    <a:pt x="110738" y="1032710"/>
                    <a:pt x="113633" y="1006030"/>
                  </a:cubicBezTo>
                  <a:lnTo>
                    <a:pt x="113633" y="56864"/>
                  </a:lnTo>
                  <a:cubicBezTo>
                    <a:pt x="113481" y="25670"/>
                    <a:pt x="88344" y="362"/>
                    <a:pt x="571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46" name="Freeform 45">
              <a:extLst>
                <a:ext uri="{FF2B5EF4-FFF2-40B4-BE49-F238E27FC236}">
                  <a16:creationId xmlns:a16="http://schemas.microsoft.com/office/drawing/2014/main" id="{A7D30833-B570-6F33-98B3-455A27C5F6A3}"/>
                </a:ext>
              </a:extLst>
            </p:cNvPr>
            <p:cNvSpPr>
              <a:spLocks/>
            </p:cNvSpPr>
            <p:nvPr/>
          </p:nvSpPr>
          <p:spPr>
            <a:xfrm>
              <a:off x="7084490" y="2273609"/>
              <a:ext cx="91710" cy="29737"/>
            </a:xfrm>
            <a:custGeom>
              <a:avLst/>
              <a:gdLst>
                <a:gd name="connsiteX0" fmla="*/ 777493 w 799149"/>
                <a:gd name="connsiteY0" fmla="*/ 101943 h 259124"/>
                <a:gd name="connsiteX1" fmla="*/ 786789 w 799149"/>
                <a:gd name="connsiteY1" fmla="*/ 21657 h 259124"/>
                <a:gd name="connsiteX2" fmla="*/ 706503 w 799149"/>
                <a:gd name="connsiteY2" fmla="*/ 12360 h 259124"/>
                <a:gd name="connsiteX3" fmla="*/ 697673 w 799149"/>
                <a:gd name="connsiteY3" fmla="*/ 21076 h 259124"/>
                <a:gd name="connsiteX4" fmla="*/ 694435 w 799149"/>
                <a:gd name="connsiteY4" fmla="*/ 24410 h 259124"/>
                <a:gd name="connsiteX5" fmla="*/ 96074 w 799149"/>
                <a:gd name="connsiteY5" fmla="*/ 24410 h 259124"/>
                <a:gd name="connsiteX6" fmla="*/ 92645 w 799149"/>
                <a:gd name="connsiteY6" fmla="*/ 20981 h 259124"/>
                <a:gd name="connsiteX7" fmla="*/ 12359 w 799149"/>
                <a:gd name="connsiteY7" fmla="*/ 30277 h 259124"/>
                <a:gd name="connsiteX8" fmla="*/ 12825 w 799149"/>
                <a:gd name="connsiteY8" fmla="*/ 101848 h 259124"/>
                <a:gd name="connsiteX9" fmla="*/ 16350 w 799149"/>
                <a:gd name="connsiteY9" fmla="*/ 105277 h 259124"/>
                <a:gd name="connsiteX10" fmla="*/ 774063 w 799149"/>
                <a:gd name="connsiteY10" fmla="*/ 105277 h 25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99149" h="259124">
                  <a:moveTo>
                    <a:pt x="777493" y="101943"/>
                  </a:moveTo>
                  <a:cubicBezTo>
                    <a:pt x="802229" y="82341"/>
                    <a:pt x="806391" y="46393"/>
                    <a:pt x="786789" y="21657"/>
                  </a:cubicBezTo>
                  <a:cubicBezTo>
                    <a:pt x="767187" y="-3080"/>
                    <a:pt x="731239" y="-7242"/>
                    <a:pt x="706503" y="12360"/>
                  </a:cubicBezTo>
                  <a:cubicBezTo>
                    <a:pt x="703255" y="14942"/>
                    <a:pt x="700292" y="17856"/>
                    <a:pt x="697673" y="21076"/>
                  </a:cubicBezTo>
                  <a:lnTo>
                    <a:pt x="694435" y="24410"/>
                  </a:lnTo>
                  <a:cubicBezTo>
                    <a:pt x="527833" y="186306"/>
                    <a:pt x="262676" y="186306"/>
                    <a:pt x="96074" y="24410"/>
                  </a:cubicBezTo>
                  <a:lnTo>
                    <a:pt x="92645" y="20981"/>
                  </a:lnTo>
                  <a:cubicBezTo>
                    <a:pt x="67909" y="1378"/>
                    <a:pt x="31961" y="5541"/>
                    <a:pt x="12359" y="30277"/>
                  </a:cubicBezTo>
                  <a:cubicBezTo>
                    <a:pt x="-4291" y="51289"/>
                    <a:pt x="-4101" y="81055"/>
                    <a:pt x="12825" y="101848"/>
                  </a:cubicBezTo>
                  <a:lnTo>
                    <a:pt x="16350" y="105277"/>
                  </a:lnTo>
                  <a:cubicBezTo>
                    <a:pt x="227271" y="310407"/>
                    <a:pt x="563142" y="310407"/>
                    <a:pt x="774063" y="105277"/>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47" name="Freeform 46">
              <a:extLst>
                <a:ext uri="{FF2B5EF4-FFF2-40B4-BE49-F238E27FC236}">
                  <a16:creationId xmlns:a16="http://schemas.microsoft.com/office/drawing/2014/main" id="{A316B01D-389E-C085-55FA-FDAA34DB27FE}"/>
                </a:ext>
              </a:extLst>
            </p:cNvPr>
            <p:cNvSpPr>
              <a:spLocks/>
            </p:cNvSpPr>
            <p:nvPr/>
          </p:nvSpPr>
          <p:spPr>
            <a:xfrm>
              <a:off x="7084025" y="2222532"/>
              <a:ext cx="15117" cy="15642"/>
            </a:xfrm>
            <a:custGeom>
              <a:avLst/>
              <a:gdLst>
                <a:gd name="connsiteX0" fmla="*/ 65830 w 131730"/>
                <a:gd name="connsiteY0" fmla="*/ 0 h 136302"/>
                <a:gd name="connsiteX1" fmla="*/ 65830 w 131730"/>
                <a:gd name="connsiteY1" fmla="*/ 136303 h 136302"/>
                <a:gd name="connsiteX2" fmla="*/ 65830 w 131730"/>
                <a:gd name="connsiteY2" fmla="*/ 0 h 136302"/>
              </a:gdLst>
              <a:ahLst/>
              <a:cxnLst>
                <a:cxn ang="0">
                  <a:pos x="connsiteX0" y="connsiteY0"/>
                </a:cxn>
                <a:cxn ang="0">
                  <a:pos x="connsiteX1" y="connsiteY1"/>
                </a:cxn>
                <a:cxn ang="0">
                  <a:pos x="connsiteX2" y="connsiteY2"/>
                </a:cxn>
              </a:cxnLst>
              <a:rect l="l" t="t" r="r" b="b"/>
              <a:pathLst>
                <a:path w="131730" h="136302">
                  <a:moveTo>
                    <a:pt x="65830" y="0"/>
                  </a:moveTo>
                  <a:cubicBezTo>
                    <a:pt x="-21896" y="0"/>
                    <a:pt x="-21991" y="136303"/>
                    <a:pt x="65830" y="136303"/>
                  </a:cubicBezTo>
                  <a:cubicBezTo>
                    <a:pt x="153650" y="136303"/>
                    <a:pt x="153745" y="0"/>
                    <a:pt x="6583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48" name="Freeform 47">
              <a:extLst>
                <a:ext uri="{FF2B5EF4-FFF2-40B4-BE49-F238E27FC236}">
                  <a16:creationId xmlns:a16="http://schemas.microsoft.com/office/drawing/2014/main" id="{832F060C-EFF3-BFE6-2429-A62C3C201B7C}"/>
                </a:ext>
              </a:extLst>
            </p:cNvPr>
            <p:cNvSpPr>
              <a:spLocks/>
            </p:cNvSpPr>
            <p:nvPr/>
          </p:nvSpPr>
          <p:spPr>
            <a:xfrm>
              <a:off x="7160533" y="2222532"/>
              <a:ext cx="15117" cy="15642"/>
            </a:xfrm>
            <a:custGeom>
              <a:avLst/>
              <a:gdLst>
                <a:gd name="connsiteX0" fmla="*/ 65901 w 131730"/>
                <a:gd name="connsiteY0" fmla="*/ 136303 h 136302"/>
                <a:gd name="connsiteX1" fmla="*/ 65901 w 131730"/>
                <a:gd name="connsiteY1" fmla="*/ 0 h 136302"/>
                <a:gd name="connsiteX2" fmla="*/ 65901 w 131730"/>
                <a:gd name="connsiteY2" fmla="*/ 136303 h 136302"/>
              </a:gdLst>
              <a:ahLst/>
              <a:cxnLst>
                <a:cxn ang="0">
                  <a:pos x="connsiteX0" y="connsiteY0"/>
                </a:cxn>
                <a:cxn ang="0">
                  <a:pos x="connsiteX1" y="connsiteY1"/>
                </a:cxn>
                <a:cxn ang="0">
                  <a:pos x="connsiteX2" y="connsiteY2"/>
                </a:cxn>
              </a:cxnLst>
              <a:rect l="l" t="t" r="r" b="b"/>
              <a:pathLst>
                <a:path w="131730" h="136302">
                  <a:moveTo>
                    <a:pt x="65901" y="136303"/>
                  </a:moveTo>
                  <a:cubicBezTo>
                    <a:pt x="153626" y="136303"/>
                    <a:pt x="153722" y="0"/>
                    <a:pt x="65901" y="0"/>
                  </a:cubicBezTo>
                  <a:cubicBezTo>
                    <a:pt x="-21919" y="0"/>
                    <a:pt x="-22015" y="136303"/>
                    <a:pt x="65901" y="13630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sp>
        <p:nvSpPr>
          <p:cNvPr id="26" name="Oval 25">
            <a:extLst>
              <a:ext uri="{FF2B5EF4-FFF2-40B4-BE49-F238E27FC236}">
                <a16:creationId xmlns:a16="http://schemas.microsoft.com/office/drawing/2014/main" id="{C136EBB1-A0A6-E2E1-4D32-B5DE0CBEA832}"/>
              </a:ext>
              <a:ext uri="{C183D7F6-B498-43B3-948B-1728B52AA6E4}">
                <adec:decorative xmlns:adec="http://schemas.microsoft.com/office/drawing/2017/decorative" val="1"/>
              </a:ext>
            </a:extLst>
          </p:cNvPr>
          <p:cNvSpPr/>
          <p:nvPr/>
        </p:nvSpPr>
        <p:spPr bwMode="auto">
          <a:xfrm>
            <a:off x="9638488" y="1888813"/>
            <a:ext cx="943706" cy="943706"/>
          </a:xfrm>
          <a:prstGeom prst="ellipse">
            <a:avLst/>
          </a:prstGeom>
          <a:solidFill>
            <a:schemeClr val="tx2"/>
          </a:solidFill>
          <a:ln w="38100">
            <a:noFill/>
          </a:ln>
          <a:effectLst/>
        </p:spPr>
        <p:txBody>
          <a:bodyPr rot="0" spcFirstLastPara="0" vert="horz" wrap="square" lIns="0" tIns="0" rIns="0" bIns="0" numCol="1" spcCol="0" rtlCol="0" fromWordArt="0" anchor="ctr" anchorCtr="0" forceAA="0" compatLnSpc="1">
            <a:prstTxWarp prst="textNoShape">
              <a:avLst/>
            </a:prstTxWarp>
            <a:noAutofit/>
          </a:bodyPr>
          <a:lstStyle/>
          <a:p>
            <a:pPr algn="ctr"/>
            <a:endParaRPr lang="en-US" sz="1400" kern="0">
              <a:solidFill>
                <a:schemeClr val="tx1"/>
              </a:solidFill>
              <a:latin typeface="+mj-lt"/>
              <a:cs typeface="Segoe Sans Text" pitchFamily="2" charset="0"/>
            </a:endParaRPr>
          </a:p>
        </p:txBody>
      </p:sp>
      <p:grpSp>
        <p:nvGrpSpPr>
          <p:cNvPr id="16" name="Group 15">
            <a:extLst>
              <a:ext uri="{FF2B5EF4-FFF2-40B4-BE49-F238E27FC236}">
                <a16:creationId xmlns:a16="http://schemas.microsoft.com/office/drawing/2014/main" id="{8F6B1C53-2E49-3AC2-8E82-603EAC713058}"/>
              </a:ext>
              <a:ext uri="{C183D7F6-B498-43B3-948B-1728B52AA6E4}">
                <adec:decorative xmlns:adec="http://schemas.microsoft.com/office/drawing/2017/decorative" val="1"/>
              </a:ext>
            </a:extLst>
          </p:cNvPr>
          <p:cNvGrpSpPr/>
          <p:nvPr/>
        </p:nvGrpSpPr>
        <p:grpSpPr>
          <a:xfrm>
            <a:off x="9877434" y="2061269"/>
            <a:ext cx="477172" cy="587008"/>
            <a:chOff x="9919890" y="2057351"/>
            <a:chExt cx="428117" cy="526663"/>
          </a:xfrm>
        </p:grpSpPr>
        <p:sp>
          <p:nvSpPr>
            <p:cNvPr id="133" name="Freeform 16">
              <a:extLst>
                <a:ext uri="{FF2B5EF4-FFF2-40B4-BE49-F238E27FC236}">
                  <a16:creationId xmlns:a16="http://schemas.microsoft.com/office/drawing/2014/main" id="{7367FCB8-DE59-0F64-9991-1F7011EFCEC1}"/>
                </a:ext>
              </a:extLst>
            </p:cNvPr>
            <p:cNvSpPr/>
            <p:nvPr/>
          </p:nvSpPr>
          <p:spPr>
            <a:xfrm>
              <a:off x="10098511" y="2260447"/>
              <a:ext cx="15020" cy="15537"/>
            </a:xfrm>
            <a:custGeom>
              <a:avLst/>
              <a:gdLst>
                <a:gd name="connsiteX0" fmla="*/ 65901 w 131766"/>
                <a:gd name="connsiteY0" fmla="*/ 136303 h 136302"/>
                <a:gd name="connsiteX1" fmla="*/ 65901 w 131766"/>
                <a:gd name="connsiteY1" fmla="*/ 0 h 136302"/>
                <a:gd name="connsiteX2" fmla="*/ 65901 w 131766"/>
                <a:gd name="connsiteY2" fmla="*/ 136303 h 136302"/>
              </a:gdLst>
              <a:ahLst/>
              <a:cxnLst>
                <a:cxn ang="0">
                  <a:pos x="connsiteX0" y="connsiteY0"/>
                </a:cxn>
                <a:cxn ang="0">
                  <a:pos x="connsiteX1" y="connsiteY1"/>
                </a:cxn>
                <a:cxn ang="0">
                  <a:pos x="connsiteX2" y="connsiteY2"/>
                </a:cxn>
              </a:cxnLst>
              <a:rect l="l" t="t" r="r" b="b"/>
              <a:pathLst>
                <a:path w="131766" h="136302">
                  <a:moveTo>
                    <a:pt x="65901" y="136303"/>
                  </a:moveTo>
                  <a:cubicBezTo>
                    <a:pt x="153626" y="136303"/>
                    <a:pt x="153817" y="0"/>
                    <a:pt x="65901" y="0"/>
                  </a:cubicBezTo>
                  <a:cubicBezTo>
                    <a:pt x="-22015" y="0"/>
                    <a:pt x="-21919" y="136303"/>
                    <a:pt x="65901" y="13630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34" name="Freeform 17">
              <a:extLst>
                <a:ext uri="{FF2B5EF4-FFF2-40B4-BE49-F238E27FC236}">
                  <a16:creationId xmlns:a16="http://schemas.microsoft.com/office/drawing/2014/main" id="{EB9D635F-93A4-0B54-380F-4D44B6259191}"/>
                </a:ext>
              </a:extLst>
            </p:cNvPr>
            <p:cNvSpPr/>
            <p:nvPr/>
          </p:nvSpPr>
          <p:spPr>
            <a:xfrm>
              <a:off x="10157229" y="2260447"/>
              <a:ext cx="15020" cy="15537"/>
            </a:xfrm>
            <a:custGeom>
              <a:avLst/>
              <a:gdLst>
                <a:gd name="connsiteX0" fmla="*/ 65901 w 131766"/>
                <a:gd name="connsiteY0" fmla="*/ 136303 h 136302"/>
                <a:gd name="connsiteX1" fmla="*/ 65901 w 131766"/>
                <a:gd name="connsiteY1" fmla="*/ 0 h 136302"/>
                <a:gd name="connsiteX2" fmla="*/ 65901 w 131766"/>
                <a:gd name="connsiteY2" fmla="*/ 136303 h 136302"/>
              </a:gdLst>
              <a:ahLst/>
              <a:cxnLst>
                <a:cxn ang="0">
                  <a:pos x="connsiteX0" y="connsiteY0"/>
                </a:cxn>
                <a:cxn ang="0">
                  <a:pos x="connsiteX1" y="connsiteY1"/>
                </a:cxn>
                <a:cxn ang="0">
                  <a:pos x="connsiteX2" y="connsiteY2"/>
                </a:cxn>
              </a:cxnLst>
              <a:rect l="l" t="t" r="r" b="b"/>
              <a:pathLst>
                <a:path w="131766" h="136302">
                  <a:moveTo>
                    <a:pt x="65901" y="136303"/>
                  </a:moveTo>
                  <a:cubicBezTo>
                    <a:pt x="153626" y="136303"/>
                    <a:pt x="153817" y="0"/>
                    <a:pt x="65901" y="0"/>
                  </a:cubicBezTo>
                  <a:cubicBezTo>
                    <a:pt x="-22015" y="0"/>
                    <a:pt x="-21919" y="136303"/>
                    <a:pt x="65901" y="136303"/>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35" name="Freeform 18">
              <a:extLst>
                <a:ext uri="{FF2B5EF4-FFF2-40B4-BE49-F238E27FC236}">
                  <a16:creationId xmlns:a16="http://schemas.microsoft.com/office/drawing/2014/main" id="{5D897768-930E-EF1D-E158-700E7E9BA705}"/>
                </a:ext>
              </a:extLst>
            </p:cNvPr>
            <p:cNvSpPr/>
            <p:nvPr/>
          </p:nvSpPr>
          <p:spPr>
            <a:xfrm>
              <a:off x="10128312" y="2490842"/>
              <a:ext cx="15012" cy="15537"/>
            </a:xfrm>
            <a:custGeom>
              <a:avLst/>
              <a:gdLst>
                <a:gd name="connsiteX0" fmla="*/ 65830 w 131695"/>
                <a:gd name="connsiteY0" fmla="*/ 0 h 136302"/>
                <a:gd name="connsiteX1" fmla="*/ 65830 w 131695"/>
                <a:gd name="connsiteY1" fmla="*/ 136303 h 136302"/>
                <a:gd name="connsiteX2" fmla="*/ 65830 w 131695"/>
                <a:gd name="connsiteY2" fmla="*/ 0 h 136302"/>
              </a:gdLst>
              <a:ahLst/>
              <a:cxnLst>
                <a:cxn ang="0">
                  <a:pos x="connsiteX0" y="connsiteY0"/>
                </a:cxn>
                <a:cxn ang="0">
                  <a:pos x="connsiteX1" y="connsiteY1"/>
                </a:cxn>
                <a:cxn ang="0">
                  <a:pos x="connsiteX2" y="connsiteY2"/>
                </a:cxn>
              </a:cxnLst>
              <a:rect l="l" t="t" r="r" b="b"/>
              <a:pathLst>
                <a:path w="131695" h="136302">
                  <a:moveTo>
                    <a:pt x="65830" y="0"/>
                  </a:moveTo>
                  <a:cubicBezTo>
                    <a:pt x="-21896" y="0"/>
                    <a:pt x="-21991" y="136303"/>
                    <a:pt x="65830" y="136303"/>
                  </a:cubicBezTo>
                  <a:cubicBezTo>
                    <a:pt x="153650" y="136303"/>
                    <a:pt x="153650" y="0"/>
                    <a:pt x="6583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36" name="Freeform 19">
              <a:extLst>
                <a:ext uri="{FF2B5EF4-FFF2-40B4-BE49-F238E27FC236}">
                  <a16:creationId xmlns:a16="http://schemas.microsoft.com/office/drawing/2014/main" id="{94EBEBEC-F720-D769-FAAB-26CBC2F5F061}"/>
                </a:ext>
              </a:extLst>
            </p:cNvPr>
            <p:cNvSpPr/>
            <p:nvPr/>
          </p:nvSpPr>
          <p:spPr>
            <a:xfrm>
              <a:off x="10128312" y="2533024"/>
              <a:ext cx="15012" cy="15537"/>
            </a:xfrm>
            <a:custGeom>
              <a:avLst/>
              <a:gdLst>
                <a:gd name="connsiteX0" fmla="*/ 65830 w 131695"/>
                <a:gd name="connsiteY0" fmla="*/ 0 h 136302"/>
                <a:gd name="connsiteX1" fmla="*/ 65830 w 131695"/>
                <a:gd name="connsiteY1" fmla="*/ 136303 h 136302"/>
                <a:gd name="connsiteX2" fmla="*/ 65830 w 131695"/>
                <a:gd name="connsiteY2" fmla="*/ 0 h 136302"/>
              </a:gdLst>
              <a:ahLst/>
              <a:cxnLst>
                <a:cxn ang="0">
                  <a:pos x="connsiteX0" y="connsiteY0"/>
                </a:cxn>
                <a:cxn ang="0">
                  <a:pos x="connsiteX1" y="connsiteY1"/>
                </a:cxn>
                <a:cxn ang="0">
                  <a:pos x="connsiteX2" y="connsiteY2"/>
                </a:cxn>
              </a:cxnLst>
              <a:rect l="l" t="t" r="r" b="b"/>
              <a:pathLst>
                <a:path w="131695" h="136302">
                  <a:moveTo>
                    <a:pt x="65830" y="0"/>
                  </a:moveTo>
                  <a:cubicBezTo>
                    <a:pt x="-21896" y="0"/>
                    <a:pt x="-21991" y="136303"/>
                    <a:pt x="65830" y="136303"/>
                  </a:cubicBezTo>
                  <a:cubicBezTo>
                    <a:pt x="153650" y="136303"/>
                    <a:pt x="153650" y="0"/>
                    <a:pt x="6583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37" name="Freeform 20">
              <a:extLst>
                <a:ext uri="{FF2B5EF4-FFF2-40B4-BE49-F238E27FC236}">
                  <a16:creationId xmlns:a16="http://schemas.microsoft.com/office/drawing/2014/main" id="{E7DC3489-E9E9-D082-FE31-75B31A10EE95}"/>
                </a:ext>
              </a:extLst>
            </p:cNvPr>
            <p:cNvSpPr/>
            <p:nvPr/>
          </p:nvSpPr>
          <p:spPr>
            <a:xfrm>
              <a:off x="9919890" y="2057351"/>
              <a:ext cx="428117" cy="526663"/>
            </a:xfrm>
            <a:custGeom>
              <a:avLst/>
              <a:gdLst>
                <a:gd name="connsiteX0" fmla="*/ 3397481 w 3755719"/>
                <a:gd name="connsiteY0" fmla="*/ 1119149 h 4620285"/>
                <a:gd name="connsiteX1" fmla="*/ 3475967 w 3755719"/>
                <a:gd name="connsiteY1" fmla="*/ 857973 h 4620285"/>
                <a:gd name="connsiteX2" fmla="*/ 3003927 w 3755719"/>
                <a:gd name="connsiteY2" fmla="*/ 385516 h 4620285"/>
                <a:gd name="connsiteX3" fmla="*/ 2763687 w 3755719"/>
                <a:gd name="connsiteY3" fmla="*/ 451065 h 4620285"/>
                <a:gd name="connsiteX4" fmla="*/ 1871204 w 3755719"/>
                <a:gd name="connsiteY4" fmla="*/ 44048 h 4620285"/>
                <a:gd name="connsiteX5" fmla="*/ 1547345 w 3755719"/>
                <a:gd name="connsiteY5" fmla="*/ 293712 h 4620285"/>
                <a:gd name="connsiteX6" fmla="*/ 1144913 w 3755719"/>
                <a:gd name="connsiteY6" fmla="*/ 153885 h 4620285"/>
                <a:gd name="connsiteX7" fmla="*/ 496166 w 3755719"/>
                <a:gd name="connsiteY7" fmla="*/ 802633 h 4620285"/>
                <a:gd name="connsiteX8" fmla="*/ 503309 w 3755719"/>
                <a:gd name="connsiteY8" fmla="*/ 894359 h 4620285"/>
                <a:gd name="connsiteX9" fmla="*/ 6022 w 3755719"/>
                <a:gd name="connsiteY9" fmla="*/ 1558280 h 4620285"/>
                <a:gd name="connsiteX10" fmla="*/ 448350 w 3755719"/>
                <a:gd name="connsiteY10" fmla="*/ 2044979 h 4620285"/>
                <a:gd name="connsiteX11" fmla="*/ 444540 w 3755719"/>
                <a:gd name="connsiteY11" fmla="*/ 2110225 h 4620285"/>
                <a:gd name="connsiteX12" fmla="*/ 959424 w 3755719"/>
                <a:gd name="connsiteY12" fmla="*/ 2624042 h 4620285"/>
                <a:gd name="connsiteX13" fmla="*/ 1320269 w 3755719"/>
                <a:gd name="connsiteY13" fmla="*/ 2475699 h 4620285"/>
                <a:gd name="connsiteX14" fmla="*/ 1654406 w 3755719"/>
                <a:gd name="connsiteY14" fmla="*/ 2637624 h 4620285"/>
                <a:gd name="connsiteX15" fmla="*/ 1654406 w 3755719"/>
                <a:gd name="connsiteY15" fmla="*/ 2671534 h 4620285"/>
                <a:gd name="connsiteX16" fmla="*/ 1446284 w 3755719"/>
                <a:gd name="connsiteY16" fmla="*/ 2879655 h 4620285"/>
                <a:gd name="connsiteX17" fmla="*/ 1031471 w 3755719"/>
                <a:gd name="connsiteY17" fmla="*/ 2879655 h 4620285"/>
                <a:gd name="connsiteX18" fmla="*/ 411679 w 3755719"/>
                <a:gd name="connsiteY18" fmla="*/ 3499446 h 4620285"/>
                <a:gd name="connsiteX19" fmla="*/ 411679 w 3755719"/>
                <a:gd name="connsiteY19" fmla="*/ 4569295 h 4620285"/>
                <a:gd name="connsiteX20" fmla="*/ 474658 w 3755719"/>
                <a:gd name="connsiteY20" fmla="*/ 4619948 h 4620285"/>
                <a:gd name="connsiteX21" fmla="*/ 525312 w 3755719"/>
                <a:gd name="connsiteY21" fmla="*/ 4569295 h 4620285"/>
                <a:gd name="connsiteX22" fmla="*/ 525312 w 3755719"/>
                <a:gd name="connsiteY22" fmla="*/ 3499351 h 4620285"/>
                <a:gd name="connsiteX23" fmla="*/ 1031471 w 3755719"/>
                <a:gd name="connsiteY23" fmla="*/ 2993097 h 4620285"/>
                <a:gd name="connsiteX24" fmla="*/ 1375037 w 3755719"/>
                <a:gd name="connsiteY24" fmla="*/ 2993097 h 4620285"/>
                <a:gd name="connsiteX25" fmla="*/ 1364084 w 3755719"/>
                <a:gd name="connsiteY25" fmla="*/ 3387242 h 4620285"/>
                <a:gd name="connsiteX26" fmla="*/ 1384658 w 3755719"/>
                <a:gd name="connsiteY26" fmla="*/ 3422484 h 4620285"/>
                <a:gd name="connsiteX27" fmla="*/ 1866146 w 3755719"/>
                <a:gd name="connsiteY27" fmla="*/ 3572694 h 4620285"/>
                <a:gd name="connsiteX28" fmla="*/ 1894721 w 3755719"/>
                <a:gd name="connsiteY28" fmla="*/ 3559549 h 4620285"/>
                <a:gd name="connsiteX29" fmla="*/ 1922820 w 3755719"/>
                <a:gd name="connsiteY29" fmla="*/ 3572694 h 4620285"/>
                <a:gd name="connsiteX30" fmla="*/ 2404404 w 3755719"/>
                <a:gd name="connsiteY30" fmla="*/ 3422484 h 4620285"/>
                <a:gd name="connsiteX31" fmla="*/ 2424883 w 3755719"/>
                <a:gd name="connsiteY31" fmla="*/ 3387242 h 4620285"/>
                <a:gd name="connsiteX32" fmla="*/ 2462316 w 3755719"/>
                <a:gd name="connsiteY32" fmla="*/ 3099968 h 4620285"/>
                <a:gd name="connsiteX33" fmla="*/ 2413929 w 3755719"/>
                <a:gd name="connsiteY33" fmla="*/ 2993097 h 4620285"/>
                <a:gd name="connsiteX34" fmla="*/ 2757591 w 3755719"/>
                <a:gd name="connsiteY34" fmla="*/ 2993097 h 4620285"/>
                <a:gd name="connsiteX35" fmla="*/ 3263654 w 3755719"/>
                <a:gd name="connsiteY35" fmla="*/ 3499351 h 4620285"/>
                <a:gd name="connsiteX36" fmla="*/ 3263654 w 3755719"/>
                <a:gd name="connsiteY36" fmla="*/ 4569295 h 4620285"/>
                <a:gd name="connsiteX37" fmla="*/ 3326634 w 3755719"/>
                <a:gd name="connsiteY37" fmla="*/ 4619948 h 4620285"/>
                <a:gd name="connsiteX38" fmla="*/ 3377288 w 3755719"/>
                <a:gd name="connsiteY38" fmla="*/ 4569295 h 4620285"/>
                <a:gd name="connsiteX39" fmla="*/ 3377288 w 3755719"/>
                <a:gd name="connsiteY39" fmla="*/ 3499351 h 4620285"/>
                <a:gd name="connsiteX40" fmla="*/ 2757591 w 3755719"/>
                <a:gd name="connsiteY40" fmla="*/ 2879559 h 4620285"/>
                <a:gd name="connsiteX41" fmla="*/ 2342206 w 3755719"/>
                <a:gd name="connsiteY41" fmla="*/ 2879559 h 4620285"/>
                <a:gd name="connsiteX42" fmla="*/ 2274959 w 3755719"/>
                <a:gd name="connsiteY42" fmla="*/ 2868320 h 4620285"/>
                <a:gd name="connsiteX43" fmla="*/ 2268292 w 3755719"/>
                <a:gd name="connsiteY43" fmla="*/ 2865939 h 4620285"/>
                <a:gd name="connsiteX44" fmla="*/ 2134180 w 3755719"/>
                <a:gd name="connsiteY44" fmla="*/ 2671438 h 4620285"/>
                <a:gd name="connsiteX45" fmla="*/ 2134180 w 3755719"/>
                <a:gd name="connsiteY45" fmla="*/ 2637529 h 4620285"/>
                <a:gd name="connsiteX46" fmla="*/ 2476604 w 3755719"/>
                <a:gd name="connsiteY46" fmla="*/ 2469508 h 4620285"/>
                <a:gd name="connsiteX47" fmla="*/ 3314061 w 3755719"/>
                <a:gd name="connsiteY47" fmla="*/ 2470832 h 4620285"/>
                <a:gd name="connsiteX48" fmla="*/ 3488159 w 3755719"/>
                <a:gd name="connsiteY48" fmla="*/ 2052694 h 4620285"/>
                <a:gd name="connsiteX49" fmla="*/ 3755716 w 3755719"/>
                <a:gd name="connsiteY49" fmla="*/ 1602828 h 4620285"/>
                <a:gd name="connsiteX50" fmla="*/ 3397481 w 3755719"/>
                <a:gd name="connsiteY50" fmla="*/ 1119149 h 4620285"/>
                <a:gd name="connsiteX51" fmla="*/ 1482956 w 3755719"/>
                <a:gd name="connsiteY51" fmla="*/ 3365334 h 4620285"/>
                <a:gd name="connsiteX52" fmla="*/ 1462477 w 3755719"/>
                <a:gd name="connsiteY52" fmla="*/ 3330092 h 4620285"/>
                <a:gd name="connsiteX53" fmla="*/ 1519151 w 3755719"/>
                <a:gd name="connsiteY53" fmla="*/ 3000241 h 4620285"/>
                <a:gd name="connsiteX54" fmla="*/ 1812425 w 3755719"/>
                <a:gd name="connsiteY54" fmla="*/ 3472491 h 4620285"/>
                <a:gd name="connsiteX55" fmla="*/ 1482765 w 3755719"/>
                <a:gd name="connsiteY55" fmla="*/ 3365334 h 4620285"/>
                <a:gd name="connsiteX56" fmla="*/ 2269625 w 3755719"/>
                <a:gd name="connsiteY56" fmla="*/ 3000336 h 4620285"/>
                <a:gd name="connsiteX57" fmla="*/ 2326775 w 3755719"/>
                <a:gd name="connsiteY57" fmla="*/ 3330092 h 4620285"/>
                <a:gd name="connsiteX58" fmla="*/ 2306201 w 3755719"/>
                <a:gd name="connsiteY58" fmla="*/ 3365239 h 4620285"/>
                <a:gd name="connsiteX59" fmla="*/ 1976732 w 3755719"/>
                <a:gd name="connsiteY59" fmla="*/ 3472491 h 4620285"/>
                <a:gd name="connsiteX60" fmla="*/ 2171232 w 3755719"/>
                <a:gd name="connsiteY60" fmla="*/ 2943186 h 4620285"/>
                <a:gd name="connsiteX61" fmla="*/ 1894245 w 3755719"/>
                <a:gd name="connsiteY61" fmla="*/ 3389337 h 4620285"/>
                <a:gd name="connsiteX62" fmla="*/ 1617449 w 3755719"/>
                <a:gd name="connsiteY62" fmla="*/ 2943567 h 4620285"/>
                <a:gd name="connsiteX63" fmla="*/ 1767944 w 3755719"/>
                <a:gd name="connsiteY63" fmla="*/ 2671438 h 4620285"/>
                <a:gd name="connsiteX64" fmla="*/ 1767944 w 3755719"/>
                <a:gd name="connsiteY64" fmla="*/ 2660199 h 4620285"/>
                <a:gd name="connsiteX65" fmla="*/ 2020547 w 3755719"/>
                <a:gd name="connsiteY65" fmla="*/ 2660199 h 4620285"/>
                <a:gd name="connsiteX66" fmla="*/ 2020547 w 3755719"/>
                <a:gd name="connsiteY66" fmla="*/ 2671438 h 4620285"/>
                <a:gd name="connsiteX67" fmla="*/ 2171042 w 3755719"/>
                <a:gd name="connsiteY67" fmla="*/ 2943567 h 4620285"/>
                <a:gd name="connsiteX68" fmla="*/ 2451934 w 3755719"/>
                <a:gd name="connsiteY68" fmla="*/ 2344731 h 4620285"/>
                <a:gd name="connsiteX69" fmla="*/ 2066171 w 3755719"/>
                <a:gd name="connsiteY69" fmla="*/ 2536469 h 4620285"/>
                <a:gd name="connsiteX70" fmla="*/ 2066171 w 3755719"/>
                <a:gd name="connsiteY70" fmla="*/ 2536469 h 4620285"/>
                <a:gd name="connsiteX71" fmla="*/ 1723271 w 3755719"/>
                <a:gd name="connsiteY71" fmla="*/ 2536469 h 4620285"/>
                <a:gd name="connsiteX72" fmla="*/ 1723271 w 3755719"/>
                <a:gd name="connsiteY72" fmla="*/ 2536469 h 4620285"/>
                <a:gd name="connsiteX73" fmla="*/ 1337509 w 3755719"/>
                <a:gd name="connsiteY73" fmla="*/ 2344731 h 4620285"/>
                <a:gd name="connsiteX74" fmla="*/ 1139770 w 3755719"/>
                <a:gd name="connsiteY74" fmla="*/ 2040693 h 4620285"/>
                <a:gd name="connsiteX75" fmla="*/ 1137389 w 3755719"/>
                <a:gd name="connsiteY75" fmla="*/ 2032025 h 4620285"/>
                <a:gd name="connsiteX76" fmla="*/ 1116053 w 3755719"/>
                <a:gd name="connsiteY76" fmla="*/ 1867242 h 4620285"/>
                <a:gd name="connsiteX77" fmla="*/ 1116053 w 3755719"/>
                <a:gd name="connsiteY77" fmla="*/ 1557870 h 4620285"/>
                <a:gd name="connsiteX78" fmla="*/ 1475526 w 3755719"/>
                <a:gd name="connsiteY78" fmla="*/ 1502530 h 4620285"/>
                <a:gd name="connsiteX79" fmla="*/ 1848296 w 3755719"/>
                <a:gd name="connsiteY79" fmla="*/ 1548193 h 4620285"/>
                <a:gd name="connsiteX80" fmla="*/ 1893959 w 3755719"/>
                <a:gd name="connsiteY80" fmla="*/ 1502530 h 4620285"/>
                <a:gd name="connsiteX81" fmla="*/ 2266730 w 3755719"/>
                <a:gd name="connsiteY81" fmla="*/ 1548193 h 4620285"/>
                <a:gd name="connsiteX82" fmla="*/ 2312393 w 3755719"/>
                <a:gd name="connsiteY82" fmla="*/ 1502530 h 4620285"/>
                <a:gd name="connsiteX83" fmla="*/ 2674343 w 3755719"/>
                <a:gd name="connsiteY83" fmla="*/ 1556346 h 4620285"/>
                <a:gd name="connsiteX84" fmla="*/ 2674343 w 3755719"/>
                <a:gd name="connsiteY84" fmla="*/ 1867623 h 4620285"/>
                <a:gd name="connsiteX85" fmla="*/ 2652911 w 3755719"/>
                <a:gd name="connsiteY85" fmla="*/ 2032406 h 4620285"/>
                <a:gd name="connsiteX86" fmla="*/ 2650625 w 3755719"/>
                <a:gd name="connsiteY86" fmla="*/ 2041074 h 4620285"/>
                <a:gd name="connsiteX87" fmla="*/ 2451743 w 3755719"/>
                <a:gd name="connsiteY87" fmla="*/ 2345112 h 4620285"/>
                <a:gd name="connsiteX88" fmla="*/ 3407672 w 3755719"/>
                <a:gd name="connsiteY88" fmla="*/ 1965445 h 4620285"/>
                <a:gd name="connsiteX89" fmla="*/ 3406339 w 3755719"/>
                <a:gd name="connsiteY89" fmla="*/ 1966112 h 4620285"/>
                <a:gd name="connsiteX90" fmla="*/ 3403862 w 3755719"/>
                <a:gd name="connsiteY90" fmla="*/ 1967350 h 4620285"/>
                <a:gd name="connsiteX91" fmla="*/ 3401291 w 3755719"/>
                <a:gd name="connsiteY91" fmla="*/ 1968779 h 4620285"/>
                <a:gd name="connsiteX92" fmla="*/ 3399291 w 3755719"/>
                <a:gd name="connsiteY92" fmla="*/ 1970112 h 4620285"/>
                <a:gd name="connsiteX93" fmla="*/ 3396528 w 3755719"/>
                <a:gd name="connsiteY93" fmla="*/ 1972017 h 4620285"/>
                <a:gd name="connsiteX94" fmla="*/ 3395004 w 3755719"/>
                <a:gd name="connsiteY94" fmla="*/ 1973160 h 4620285"/>
                <a:gd name="connsiteX95" fmla="*/ 3392242 w 3755719"/>
                <a:gd name="connsiteY95" fmla="*/ 1975542 h 4620285"/>
                <a:gd name="connsiteX96" fmla="*/ 3391004 w 3755719"/>
                <a:gd name="connsiteY96" fmla="*/ 1976780 h 4620285"/>
                <a:gd name="connsiteX97" fmla="*/ 3388337 w 3755719"/>
                <a:gd name="connsiteY97" fmla="*/ 1979447 h 4620285"/>
                <a:gd name="connsiteX98" fmla="*/ 3387289 w 3755719"/>
                <a:gd name="connsiteY98" fmla="*/ 1980780 h 4620285"/>
                <a:gd name="connsiteX99" fmla="*/ 3384908 w 3755719"/>
                <a:gd name="connsiteY99" fmla="*/ 1983638 h 4620285"/>
                <a:gd name="connsiteX100" fmla="*/ 3383860 w 3755719"/>
                <a:gd name="connsiteY100" fmla="*/ 1985257 h 4620285"/>
                <a:gd name="connsiteX101" fmla="*/ 3381955 w 3755719"/>
                <a:gd name="connsiteY101" fmla="*/ 1988115 h 4620285"/>
                <a:gd name="connsiteX102" fmla="*/ 3380812 w 3755719"/>
                <a:gd name="connsiteY102" fmla="*/ 1990115 h 4620285"/>
                <a:gd name="connsiteX103" fmla="*/ 3379478 w 3755719"/>
                <a:gd name="connsiteY103" fmla="*/ 1992782 h 4620285"/>
                <a:gd name="connsiteX104" fmla="*/ 3378335 w 3755719"/>
                <a:gd name="connsiteY104" fmla="*/ 1995258 h 4620285"/>
                <a:gd name="connsiteX105" fmla="*/ 3377288 w 3755719"/>
                <a:gd name="connsiteY105" fmla="*/ 1997735 h 4620285"/>
                <a:gd name="connsiteX106" fmla="*/ 3376430 w 3755719"/>
                <a:gd name="connsiteY106" fmla="*/ 2000402 h 4620285"/>
                <a:gd name="connsiteX107" fmla="*/ 3375668 w 3755719"/>
                <a:gd name="connsiteY107" fmla="*/ 2002974 h 4620285"/>
                <a:gd name="connsiteX108" fmla="*/ 3375097 w 3755719"/>
                <a:gd name="connsiteY108" fmla="*/ 2005641 h 4620285"/>
                <a:gd name="connsiteX109" fmla="*/ 3374525 w 3755719"/>
                <a:gd name="connsiteY109" fmla="*/ 2008498 h 4620285"/>
                <a:gd name="connsiteX110" fmla="*/ 3374525 w 3755719"/>
                <a:gd name="connsiteY110" fmla="*/ 2010879 h 4620285"/>
                <a:gd name="connsiteX111" fmla="*/ 3374525 w 3755719"/>
                <a:gd name="connsiteY111" fmla="*/ 2014308 h 4620285"/>
                <a:gd name="connsiteX112" fmla="*/ 3374525 w 3755719"/>
                <a:gd name="connsiteY112" fmla="*/ 2016213 h 4620285"/>
                <a:gd name="connsiteX113" fmla="*/ 3374525 w 3755719"/>
                <a:gd name="connsiteY113" fmla="*/ 2020214 h 4620285"/>
                <a:gd name="connsiteX114" fmla="*/ 3374525 w 3755719"/>
                <a:gd name="connsiteY114" fmla="*/ 2020976 h 4620285"/>
                <a:gd name="connsiteX115" fmla="*/ 3375383 w 3755719"/>
                <a:gd name="connsiteY115" fmla="*/ 2051075 h 4620285"/>
                <a:gd name="connsiteX116" fmla="*/ 2896618 w 3755719"/>
                <a:gd name="connsiteY116" fmla="*/ 2529382 h 4620285"/>
                <a:gd name="connsiteX117" fmla="*/ 2565758 w 3755719"/>
                <a:gd name="connsiteY117" fmla="*/ 2396356 h 4620285"/>
                <a:gd name="connsiteX118" fmla="*/ 2748828 w 3755719"/>
                <a:gd name="connsiteY118" fmla="*/ 2107844 h 4620285"/>
                <a:gd name="connsiteX119" fmla="*/ 2848460 w 3755719"/>
                <a:gd name="connsiteY119" fmla="*/ 2107844 h 4620285"/>
                <a:gd name="connsiteX120" fmla="*/ 3075078 w 3755719"/>
                <a:gd name="connsiteY120" fmla="*/ 1871833 h 4620285"/>
                <a:gd name="connsiteX121" fmla="*/ 2848460 w 3755719"/>
                <a:gd name="connsiteY121" fmla="*/ 1645215 h 4620285"/>
                <a:gd name="connsiteX122" fmla="*/ 2787976 w 3755719"/>
                <a:gd name="connsiteY122" fmla="*/ 1645215 h 4620285"/>
                <a:gd name="connsiteX123" fmla="*/ 2787976 w 3755719"/>
                <a:gd name="connsiteY123" fmla="*/ 1338510 h 4620285"/>
                <a:gd name="connsiteX124" fmla="*/ 2737798 w 3755719"/>
                <a:gd name="connsiteY124" fmla="*/ 1275149 h 4620285"/>
                <a:gd name="connsiteX125" fmla="*/ 2674438 w 3755719"/>
                <a:gd name="connsiteY125" fmla="*/ 1325337 h 4620285"/>
                <a:gd name="connsiteX126" fmla="*/ 2674438 w 3755719"/>
                <a:gd name="connsiteY126" fmla="*/ 1338510 h 4620285"/>
                <a:gd name="connsiteX127" fmla="*/ 2522038 w 3755719"/>
                <a:gd name="connsiteY127" fmla="*/ 1490910 h 4620285"/>
                <a:gd name="connsiteX128" fmla="*/ 2369638 w 3755719"/>
                <a:gd name="connsiteY128" fmla="*/ 1338510 h 4620285"/>
                <a:gd name="connsiteX129" fmla="*/ 2319460 w 3755719"/>
                <a:gd name="connsiteY129" fmla="*/ 1275149 h 4620285"/>
                <a:gd name="connsiteX130" fmla="*/ 2256100 w 3755719"/>
                <a:gd name="connsiteY130" fmla="*/ 1325337 h 4620285"/>
                <a:gd name="connsiteX131" fmla="*/ 2256100 w 3755719"/>
                <a:gd name="connsiteY131" fmla="*/ 1338510 h 4620285"/>
                <a:gd name="connsiteX132" fmla="*/ 2103700 w 3755719"/>
                <a:gd name="connsiteY132" fmla="*/ 1490910 h 4620285"/>
                <a:gd name="connsiteX133" fmla="*/ 1951300 w 3755719"/>
                <a:gd name="connsiteY133" fmla="*/ 1338510 h 4620285"/>
                <a:gd name="connsiteX134" fmla="*/ 1888321 w 3755719"/>
                <a:gd name="connsiteY134" fmla="*/ 1287856 h 4620285"/>
                <a:gd name="connsiteX135" fmla="*/ 1837667 w 3755719"/>
                <a:gd name="connsiteY135" fmla="*/ 1338510 h 4620285"/>
                <a:gd name="connsiteX136" fmla="*/ 1685267 w 3755719"/>
                <a:gd name="connsiteY136" fmla="*/ 1490910 h 4620285"/>
                <a:gd name="connsiteX137" fmla="*/ 1532867 w 3755719"/>
                <a:gd name="connsiteY137" fmla="*/ 1338510 h 4620285"/>
                <a:gd name="connsiteX138" fmla="*/ 1469887 w 3755719"/>
                <a:gd name="connsiteY138" fmla="*/ 1287856 h 4620285"/>
                <a:gd name="connsiteX139" fmla="*/ 1419233 w 3755719"/>
                <a:gd name="connsiteY139" fmla="*/ 1338510 h 4620285"/>
                <a:gd name="connsiteX140" fmla="*/ 1265776 w 3755719"/>
                <a:gd name="connsiteY140" fmla="*/ 1489852 h 4620285"/>
                <a:gd name="connsiteX141" fmla="*/ 1116624 w 3755719"/>
                <a:gd name="connsiteY141" fmla="*/ 1363179 h 4620285"/>
                <a:gd name="connsiteX142" fmla="*/ 1116624 w 3755719"/>
                <a:gd name="connsiteY142" fmla="*/ 1338510 h 4620285"/>
                <a:gd name="connsiteX143" fmla="*/ 1059474 w 3755719"/>
                <a:gd name="connsiteY143" fmla="*/ 1281360 h 4620285"/>
                <a:gd name="connsiteX144" fmla="*/ 1057283 w 3755719"/>
                <a:gd name="connsiteY144" fmla="*/ 1281360 h 4620285"/>
                <a:gd name="connsiteX145" fmla="*/ 1000133 w 3755719"/>
                <a:gd name="connsiteY145" fmla="*/ 1338510 h 4620285"/>
                <a:gd name="connsiteX146" fmla="*/ 1002324 w 3755719"/>
                <a:gd name="connsiteY146" fmla="*/ 1371942 h 4620285"/>
                <a:gd name="connsiteX147" fmla="*/ 1002324 w 3755719"/>
                <a:gd name="connsiteY147" fmla="*/ 1645595 h 4620285"/>
                <a:gd name="connsiteX148" fmla="*/ 941840 w 3755719"/>
                <a:gd name="connsiteY148" fmla="*/ 1645595 h 4620285"/>
                <a:gd name="connsiteX149" fmla="*/ 715222 w 3755719"/>
                <a:gd name="connsiteY149" fmla="*/ 1881606 h 4620285"/>
                <a:gd name="connsiteX150" fmla="*/ 941840 w 3755719"/>
                <a:gd name="connsiteY150" fmla="*/ 2108225 h 4620285"/>
                <a:gd name="connsiteX151" fmla="*/ 1041472 w 3755719"/>
                <a:gd name="connsiteY151" fmla="*/ 2108225 h 4620285"/>
                <a:gd name="connsiteX152" fmla="*/ 1231972 w 3755719"/>
                <a:gd name="connsiteY152" fmla="*/ 2403500 h 4620285"/>
                <a:gd name="connsiteX153" fmla="*/ 666539 w 3755719"/>
                <a:gd name="connsiteY153" fmla="*/ 2384240 h 4620285"/>
                <a:gd name="connsiteX154" fmla="*/ 558840 w 3755719"/>
                <a:gd name="connsiteY154" fmla="*/ 2110035 h 4620285"/>
                <a:gd name="connsiteX155" fmla="*/ 570461 w 3755719"/>
                <a:gd name="connsiteY155" fmla="*/ 2013927 h 4620285"/>
                <a:gd name="connsiteX156" fmla="*/ 570461 w 3755719"/>
                <a:gd name="connsiteY156" fmla="*/ 2013165 h 4620285"/>
                <a:gd name="connsiteX157" fmla="*/ 571032 w 3755719"/>
                <a:gd name="connsiteY157" fmla="*/ 2010594 h 4620285"/>
                <a:gd name="connsiteX158" fmla="*/ 571508 w 3755719"/>
                <a:gd name="connsiteY158" fmla="*/ 2007641 h 4620285"/>
                <a:gd name="connsiteX159" fmla="*/ 571508 w 3755719"/>
                <a:gd name="connsiteY159" fmla="*/ 2007641 h 4620285"/>
                <a:gd name="connsiteX160" fmla="*/ 571508 w 3755719"/>
                <a:gd name="connsiteY160" fmla="*/ 2006307 h 4620285"/>
                <a:gd name="connsiteX161" fmla="*/ 571508 w 3755719"/>
                <a:gd name="connsiteY161" fmla="*/ 2002116 h 4620285"/>
                <a:gd name="connsiteX162" fmla="*/ 571508 w 3755719"/>
                <a:gd name="connsiteY162" fmla="*/ 2000402 h 4620285"/>
                <a:gd name="connsiteX163" fmla="*/ 571508 w 3755719"/>
                <a:gd name="connsiteY163" fmla="*/ 1996497 h 4620285"/>
                <a:gd name="connsiteX164" fmla="*/ 571508 w 3755719"/>
                <a:gd name="connsiteY164" fmla="*/ 1994401 h 4620285"/>
                <a:gd name="connsiteX165" fmla="*/ 571508 w 3755719"/>
                <a:gd name="connsiteY165" fmla="*/ 1991067 h 4620285"/>
                <a:gd name="connsiteX166" fmla="*/ 570937 w 3755719"/>
                <a:gd name="connsiteY166" fmla="*/ 1988495 h 4620285"/>
                <a:gd name="connsiteX167" fmla="*/ 570365 w 3755719"/>
                <a:gd name="connsiteY167" fmla="*/ 1985733 h 4620285"/>
                <a:gd name="connsiteX168" fmla="*/ 569508 w 3755719"/>
                <a:gd name="connsiteY168" fmla="*/ 1982876 h 4620285"/>
                <a:gd name="connsiteX169" fmla="*/ 568746 w 3755719"/>
                <a:gd name="connsiteY169" fmla="*/ 1980590 h 4620285"/>
                <a:gd name="connsiteX170" fmla="*/ 567603 w 3755719"/>
                <a:gd name="connsiteY170" fmla="*/ 1977637 h 4620285"/>
                <a:gd name="connsiteX171" fmla="*/ 566651 w 3755719"/>
                <a:gd name="connsiteY171" fmla="*/ 1975542 h 4620285"/>
                <a:gd name="connsiteX172" fmla="*/ 565127 w 3755719"/>
                <a:gd name="connsiteY172" fmla="*/ 1972684 h 4620285"/>
                <a:gd name="connsiteX173" fmla="*/ 564079 w 3755719"/>
                <a:gd name="connsiteY173" fmla="*/ 1970684 h 4620285"/>
                <a:gd name="connsiteX174" fmla="*/ 562364 w 3755719"/>
                <a:gd name="connsiteY174" fmla="*/ 1968207 h 4620285"/>
                <a:gd name="connsiteX175" fmla="*/ 561031 w 3755719"/>
                <a:gd name="connsiteY175" fmla="*/ 1966207 h 4620285"/>
                <a:gd name="connsiteX176" fmla="*/ 559221 w 3755719"/>
                <a:gd name="connsiteY176" fmla="*/ 1963921 h 4620285"/>
                <a:gd name="connsiteX177" fmla="*/ 557507 w 3755719"/>
                <a:gd name="connsiteY177" fmla="*/ 1961921 h 4620285"/>
                <a:gd name="connsiteX178" fmla="*/ 555602 w 3755719"/>
                <a:gd name="connsiteY178" fmla="*/ 1959920 h 4620285"/>
                <a:gd name="connsiteX179" fmla="*/ 553697 w 3755719"/>
                <a:gd name="connsiteY179" fmla="*/ 1958016 h 4620285"/>
                <a:gd name="connsiteX180" fmla="*/ 551506 w 3755719"/>
                <a:gd name="connsiteY180" fmla="*/ 1956206 h 4620285"/>
                <a:gd name="connsiteX181" fmla="*/ 549410 w 3755719"/>
                <a:gd name="connsiteY181" fmla="*/ 1954587 h 4620285"/>
                <a:gd name="connsiteX182" fmla="*/ 547029 w 3755719"/>
                <a:gd name="connsiteY182" fmla="*/ 1952872 h 4620285"/>
                <a:gd name="connsiteX183" fmla="*/ 544362 w 3755719"/>
                <a:gd name="connsiteY183" fmla="*/ 1951062 h 4620285"/>
                <a:gd name="connsiteX184" fmla="*/ 541600 w 3755719"/>
                <a:gd name="connsiteY184" fmla="*/ 1949538 h 4620285"/>
                <a:gd name="connsiteX185" fmla="*/ 539409 w 3755719"/>
                <a:gd name="connsiteY185" fmla="*/ 1948395 h 4620285"/>
                <a:gd name="connsiteX186" fmla="*/ 536361 w 3755719"/>
                <a:gd name="connsiteY186" fmla="*/ 1947157 h 4620285"/>
                <a:gd name="connsiteX187" fmla="*/ 534266 w 3755719"/>
                <a:gd name="connsiteY187" fmla="*/ 1946205 h 4620285"/>
                <a:gd name="connsiteX188" fmla="*/ 531122 w 3755719"/>
                <a:gd name="connsiteY188" fmla="*/ 1945252 h 4620285"/>
                <a:gd name="connsiteX189" fmla="*/ 529122 w 3755719"/>
                <a:gd name="connsiteY189" fmla="*/ 1944681 h 4620285"/>
                <a:gd name="connsiteX190" fmla="*/ 529122 w 3755719"/>
                <a:gd name="connsiteY190" fmla="*/ 1944681 h 4620285"/>
                <a:gd name="connsiteX191" fmla="*/ 527312 w 3755719"/>
                <a:gd name="connsiteY191" fmla="*/ 1944681 h 4620285"/>
                <a:gd name="connsiteX192" fmla="*/ 522740 w 3755719"/>
                <a:gd name="connsiteY192" fmla="*/ 1943823 h 4620285"/>
                <a:gd name="connsiteX193" fmla="*/ 116901 w 3755719"/>
                <a:gd name="connsiteY193" fmla="*/ 1412062 h 4620285"/>
                <a:gd name="connsiteX194" fmla="*/ 572937 w 3755719"/>
                <a:gd name="connsiteY194" fmla="*/ 1002182 h 4620285"/>
                <a:gd name="connsiteX195" fmla="*/ 585415 w 3755719"/>
                <a:gd name="connsiteY195" fmla="*/ 1000467 h 4620285"/>
                <a:gd name="connsiteX196" fmla="*/ 585415 w 3755719"/>
                <a:gd name="connsiteY196" fmla="*/ 1000467 h 4620285"/>
                <a:gd name="connsiteX197" fmla="*/ 590654 w 3755719"/>
                <a:gd name="connsiteY197" fmla="*/ 998848 h 4620285"/>
                <a:gd name="connsiteX198" fmla="*/ 591511 w 3755719"/>
                <a:gd name="connsiteY198" fmla="*/ 998848 h 4620285"/>
                <a:gd name="connsiteX199" fmla="*/ 595797 w 3755719"/>
                <a:gd name="connsiteY199" fmla="*/ 997038 h 4620285"/>
                <a:gd name="connsiteX200" fmla="*/ 597226 w 3755719"/>
                <a:gd name="connsiteY200" fmla="*/ 996276 h 4620285"/>
                <a:gd name="connsiteX201" fmla="*/ 600560 w 3755719"/>
                <a:gd name="connsiteY201" fmla="*/ 994467 h 4620285"/>
                <a:gd name="connsiteX202" fmla="*/ 602369 w 3755719"/>
                <a:gd name="connsiteY202" fmla="*/ 993228 h 4620285"/>
                <a:gd name="connsiteX203" fmla="*/ 605036 w 3755719"/>
                <a:gd name="connsiteY203" fmla="*/ 991514 h 4620285"/>
                <a:gd name="connsiteX204" fmla="*/ 606941 w 3755719"/>
                <a:gd name="connsiteY204" fmla="*/ 989895 h 4620285"/>
                <a:gd name="connsiteX205" fmla="*/ 609227 w 3755719"/>
                <a:gd name="connsiteY205" fmla="*/ 987990 h 4620285"/>
                <a:gd name="connsiteX206" fmla="*/ 611037 w 3755719"/>
                <a:gd name="connsiteY206" fmla="*/ 986275 h 4620285"/>
                <a:gd name="connsiteX207" fmla="*/ 613133 w 3755719"/>
                <a:gd name="connsiteY207" fmla="*/ 984180 h 4620285"/>
                <a:gd name="connsiteX208" fmla="*/ 614657 w 3755719"/>
                <a:gd name="connsiteY208" fmla="*/ 982370 h 4620285"/>
                <a:gd name="connsiteX209" fmla="*/ 616752 w 3755719"/>
                <a:gd name="connsiteY209" fmla="*/ 979893 h 4620285"/>
                <a:gd name="connsiteX210" fmla="*/ 617895 w 3755719"/>
                <a:gd name="connsiteY210" fmla="*/ 978274 h 4620285"/>
                <a:gd name="connsiteX211" fmla="*/ 619800 w 3755719"/>
                <a:gd name="connsiteY211" fmla="*/ 975226 h 4620285"/>
                <a:gd name="connsiteX212" fmla="*/ 620657 w 3755719"/>
                <a:gd name="connsiteY212" fmla="*/ 973797 h 4620285"/>
                <a:gd name="connsiteX213" fmla="*/ 622467 w 3755719"/>
                <a:gd name="connsiteY213" fmla="*/ 970368 h 4620285"/>
                <a:gd name="connsiteX214" fmla="*/ 623039 w 3755719"/>
                <a:gd name="connsiteY214" fmla="*/ 969035 h 4620285"/>
                <a:gd name="connsiteX215" fmla="*/ 624563 w 3755719"/>
                <a:gd name="connsiteY215" fmla="*/ 965320 h 4620285"/>
                <a:gd name="connsiteX216" fmla="*/ 624563 w 3755719"/>
                <a:gd name="connsiteY216" fmla="*/ 963891 h 4620285"/>
                <a:gd name="connsiteX217" fmla="*/ 625801 w 3755719"/>
                <a:gd name="connsiteY217" fmla="*/ 960177 h 4620285"/>
                <a:gd name="connsiteX218" fmla="*/ 625801 w 3755719"/>
                <a:gd name="connsiteY218" fmla="*/ 958462 h 4620285"/>
                <a:gd name="connsiteX219" fmla="*/ 626468 w 3755719"/>
                <a:gd name="connsiteY219" fmla="*/ 954747 h 4620285"/>
                <a:gd name="connsiteX220" fmla="*/ 626468 w 3755719"/>
                <a:gd name="connsiteY220" fmla="*/ 952747 h 4620285"/>
                <a:gd name="connsiteX221" fmla="*/ 626468 w 3755719"/>
                <a:gd name="connsiteY221" fmla="*/ 949223 h 4620285"/>
                <a:gd name="connsiteX222" fmla="*/ 626468 w 3755719"/>
                <a:gd name="connsiteY222" fmla="*/ 947127 h 4620285"/>
                <a:gd name="connsiteX223" fmla="*/ 626468 w 3755719"/>
                <a:gd name="connsiteY223" fmla="*/ 944270 h 4620285"/>
                <a:gd name="connsiteX224" fmla="*/ 626468 w 3755719"/>
                <a:gd name="connsiteY224" fmla="*/ 943508 h 4620285"/>
                <a:gd name="connsiteX225" fmla="*/ 626468 w 3755719"/>
                <a:gd name="connsiteY225" fmla="*/ 941984 h 4620285"/>
                <a:gd name="connsiteX226" fmla="*/ 626468 w 3755719"/>
                <a:gd name="connsiteY226" fmla="*/ 937602 h 4620285"/>
                <a:gd name="connsiteX227" fmla="*/ 626468 w 3755719"/>
                <a:gd name="connsiteY227" fmla="*/ 936936 h 4620285"/>
                <a:gd name="connsiteX228" fmla="*/ 625515 w 3755719"/>
                <a:gd name="connsiteY228" fmla="*/ 932078 h 4620285"/>
                <a:gd name="connsiteX229" fmla="*/ 625515 w 3755719"/>
                <a:gd name="connsiteY229" fmla="*/ 932078 h 4620285"/>
                <a:gd name="connsiteX230" fmla="*/ 608465 w 3755719"/>
                <a:gd name="connsiteY230" fmla="*/ 803300 h 4620285"/>
                <a:gd name="connsiteX231" fmla="*/ 1143675 w 3755719"/>
                <a:gd name="connsiteY231" fmla="*/ 268090 h 4620285"/>
                <a:gd name="connsiteX232" fmla="*/ 1518389 w 3755719"/>
                <a:gd name="connsiteY232" fmla="*/ 421347 h 4620285"/>
                <a:gd name="connsiteX233" fmla="*/ 1520008 w 3755719"/>
                <a:gd name="connsiteY233" fmla="*/ 422776 h 4620285"/>
                <a:gd name="connsiteX234" fmla="*/ 1521722 w 3755719"/>
                <a:gd name="connsiteY234" fmla="*/ 424300 h 4620285"/>
                <a:gd name="connsiteX235" fmla="*/ 1524675 w 3755719"/>
                <a:gd name="connsiteY235" fmla="*/ 426681 h 4620285"/>
                <a:gd name="connsiteX236" fmla="*/ 1526009 w 3755719"/>
                <a:gd name="connsiteY236" fmla="*/ 427634 h 4620285"/>
                <a:gd name="connsiteX237" fmla="*/ 1529723 w 3755719"/>
                <a:gd name="connsiteY237" fmla="*/ 430015 h 4620285"/>
                <a:gd name="connsiteX238" fmla="*/ 1530390 w 3755719"/>
                <a:gd name="connsiteY238" fmla="*/ 430015 h 4620285"/>
                <a:gd name="connsiteX239" fmla="*/ 1530390 w 3755719"/>
                <a:gd name="connsiteY239" fmla="*/ 430015 h 4620285"/>
                <a:gd name="connsiteX240" fmla="*/ 1534105 w 3755719"/>
                <a:gd name="connsiteY240" fmla="*/ 431825 h 4620285"/>
                <a:gd name="connsiteX241" fmla="*/ 1535724 w 3755719"/>
                <a:gd name="connsiteY241" fmla="*/ 432587 h 4620285"/>
                <a:gd name="connsiteX242" fmla="*/ 1538867 w 3755719"/>
                <a:gd name="connsiteY242" fmla="*/ 433825 h 4620285"/>
                <a:gd name="connsiteX243" fmla="*/ 1541249 w 3755719"/>
                <a:gd name="connsiteY243" fmla="*/ 434587 h 4620285"/>
                <a:gd name="connsiteX244" fmla="*/ 1543630 w 3755719"/>
                <a:gd name="connsiteY244" fmla="*/ 435254 h 4620285"/>
                <a:gd name="connsiteX245" fmla="*/ 1546773 w 3755719"/>
                <a:gd name="connsiteY245" fmla="*/ 436016 h 4620285"/>
                <a:gd name="connsiteX246" fmla="*/ 1548678 w 3755719"/>
                <a:gd name="connsiteY246" fmla="*/ 436016 h 4620285"/>
                <a:gd name="connsiteX247" fmla="*/ 1554012 w 3755719"/>
                <a:gd name="connsiteY247" fmla="*/ 436587 h 4620285"/>
                <a:gd name="connsiteX248" fmla="*/ 1561251 w 3755719"/>
                <a:gd name="connsiteY248" fmla="*/ 436587 h 4620285"/>
                <a:gd name="connsiteX249" fmla="*/ 1564775 w 3755719"/>
                <a:gd name="connsiteY249" fmla="*/ 436587 h 4620285"/>
                <a:gd name="connsiteX250" fmla="*/ 1566966 w 3755719"/>
                <a:gd name="connsiteY250" fmla="*/ 436587 h 4620285"/>
                <a:gd name="connsiteX251" fmla="*/ 1570109 w 3755719"/>
                <a:gd name="connsiteY251" fmla="*/ 436587 h 4620285"/>
                <a:gd name="connsiteX252" fmla="*/ 1572776 w 3755719"/>
                <a:gd name="connsiteY252" fmla="*/ 436016 h 4620285"/>
                <a:gd name="connsiteX253" fmla="*/ 1575348 w 3755719"/>
                <a:gd name="connsiteY253" fmla="*/ 435349 h 4620285"/>
                <a:gd name="connsiteX254" fmla="*/ 1578206 w 3755719"/>
                <a:gd name="connsiteY254" fmla="*/ 434397 h 4620285"/>
                <a:gd name="connsiteX255" fmla="*/ 1580396 w 3755719"/>
                <a:gd name="connsiteY255" fmla="*/ 433635 h 4620285"/>
                <a:gd name="connsiteX256" fmla="*/ 1583349 w 3755719"/>
                <a:gd name="connsiteY256" fmla="*/ 432301 h 4620285"/>
                <a:gd name="connsiteX257" fmla="*/ 1585445 w 3755719"/>
                <a:gd name="connsiteY257" fmla="*/ 431349 h 4620285"/>
                <a:gd name="connsiteX258" fmla="*/ 1588207 w 3755719"/>
                <a:gd name="connsiteY258" fmla="*/ 429825 h 4620285"/>
                <a:gd name="connsiteX259" fmla="*/ 1590302 w 3755719"/>
                <a:gd name="connsiteY259" fmla="*/ 428586 h 4620285"/>
                <a:gd name="connsiteX260" fmla="*/ 1592779 w 3755719"/>
                <a:gd name="connsiteY260" fmla="*/ 426777 h 4620285"/>
                <a:gd name="connsiteX261" fmla="*/ 1594874 w 3755719"/>
                <a:gd name="connsiteY261" fmla="*/ 425348 h 4620285"/>
                <a:gd name="connsiteX262" fmla="*/ 1597256 w 3755719"/>
                <a:gd name="connsiteY262" fmla="*/ 423252 h 4620285"/>
                <a:gd name="connsiteX263" fmla="*/ 1599065 w 3755719"/>
                <a:gd name="connsiteY263" fmla="*/ 421633 h 4620285"/>
                <a:gd name="connsiteX264" fmla="*/ 1600018 w 3755719"/>
                <a:gd name="connsiteY264" fmla="*/ 420776 h 4620285"/>
                <a:gd name="connsiteX265" fmla="*/ 1601447 w 3755719"/>
                <a:gd name="connsiteY265" fmla="*/ 419157 h 4620285"/>
                <a:gd name="connsiteX266" fmla="*/ 1602875 w 3755719"/>
                <a:gd name="connsiteY266" fmla="*/ 417537 h 4620285"/>
                <a:gd name="connsiteX267" fmla="*/ 1605257 w 3755719"/>
                <a:gd name="connsiteY267" fmla="*/ 414489 h 4620285"/>
                <a:gd name="connsiteX268" fmla="*/ 1606209 w 3755719"/>
                <a:gd name="connsiteY268" fmla="*/ 413156 h 4620285"/>
                <a:gd name="connsiteX269" fmla="*/ 1608590 w 3755719"/>
                <a:gd name="connsiteY269" fmla="*/ 409441 h 4620285"/>
                <a:gd name="connsiteX270" fmla="*/ 1609067 w 3755719"/>
                <a:gd name="connsiteY270" fmla="*/ 408774 h 4620285"/>
                <a:gd name="connsiteX271" fmla="*/ 2398937 w 3755719"/>
                <a:gd name="connsiteY271" fmla="*/ 188738 h 4620285"/>
                <a:gd name="connsiteX272" fmla="*/ 2677295 w 3755719"/>
                <a:gd name="connsiteY272" fmla="*/ 556317 h 4620285"/>
                <a:gd name="connsiteX273" fmla="*/ 2677295 w 3755719"/>
                <a:gd name="connsiteY273" fmla="*/ 556983 h 4620285"/>
                <a:gd name="connsiteX274" fmla="*/ 2680153 w 3755719"/>
                <a:gd name="connsiteY274" fmla="*/ 565461 h 4620285"/>
                <a:gd name="connsiteX275" fmla="*/ 2680153 w 3755719"/>
                <a:gd name="connsiteY275" fmla="*/ 565461 h 4620285"/>
                <a:gd name="connsiteX276" fmla="*/ 2684058 w 3755719"/>
                <a:gd name="connsiteY276" fmla="*/ 572700 h 4620285"/>
                <a:gd name="connsiteX277" fmla="*/ 2685201 w 3755719"/>
                <a:gd name="connsiteY277" fmla="*/ 574509 h 4620285"/>
                <a:gd name="connsiteX278" fmla="*/ 2689297 w 3755719"/>
                <a:gd name="connsiteY278" fmla="*/ 579843 h 4620285"/>
                <a:gd name="connsiteX279" fmla="*/ 2689964 w 3755719"/>
                <a:gd name="connsiteY279" fmla="*/ 580605 h 4620285"/>
                <a:gd name="connsiteX280" fmla="*/ 2691392 w 3755719"/>
                <a:gd name="connsiteY280" fmla="*/ 582129 h 4620285"/>
                <a:gd name="connsiteX281" fmla="*/ 2696917 w 3755719"/>
                <a:gd name="connsiteY281" fmla="*/ 587178 h 4620285"/>
                <a:gd name="connsiteX282" fmla="*/ 2697488 w 3755719"/>
                <a:gd name="connsiteY282" fmla="*/ 587654 h 4620285"/>
                <a:gd name="connsiteX283" fmla="*/ 2704346 w 3755719"/>
                <a:gd name="connsiteY283" fmla="*/ 592131 h 4620285"/>
                <a:gd name="connsiteX284" fmla="*/ 2705775 w 3755719"/>
                <a:gd name="connsiteY284" fmla="*/ 592988 h 4620285"/>
                <a:gd name="connsiteX285" fmla="*/ 2713014 w 3755719"/>
                <a:gd name="connsiteY285" fmla="*/ 596131 h 4620285"/>
                <a:gd name="connsiteX286" fmla="*/ 2714824 w 3755719"/>
                <a:gd name="connsiteY286" fmla="*/ 596703 h 4620285"/>
                <a:gd name="connsiteX287" fmla="*/ 2721872 w 3755719"/>
                <a:gd name="connsiteY287" fmla="*/ 598608 h 4620285"/>
                <a:gd name="connsiteX288" fmla="*/ 2723777 w 3755719"/>
                <a:gd name="connsiteY288" fmla="*/ 598608 h 4620285"/>
                <a:gd name="connsiteX289" fmla="*/ 2730826 w 3755719"/>
                <a:gd name="connsiteY289" fmla="*/ 599179 h 4620285"/>
                <a:gd name="connsiteX290" fmla="*/ 2733207 w 3755719"/>
                <a:gd name="connsiteY290" fmla="*/ 599179 h 4620285"/>
                <a:gd name="connsiteX291" fmla="*/ 2735588 w 3755719"/>
                <a:gd name="connsiteY291" fmla="*/ 599179 h 4620285"/>
                <a:gd name="connsiteX292" fmla="*/ 2741018 w 3755719"/>
                <a:gd name="connsiteY292" fmla="*/ 598608 h 4620285"/>
                <a:gd name="connsiteX293" fmla="*/ 2744637 w 3755719"/>
                <a:gd name="connsiteY293" fmla="*/ 598512 h 4620285"/>
                <a:gd name="connsiteX294" fmla="*/ 2745304 w 3755719"/>
                <a:gd name="connsiteY294" fmla="*/ 598512 h 4620285"/>
                <a:gd name="connsiteX295" fmla="*/ 2747971 w 3755719"/>
                <a:gd name="connsiteY295" fmla="*/ 597750 h 4620285"/>
                <a:gd name="connsiteX296" fmla="*/ 2750067 w 3755719"/>
                <a:gd name="connsiteY296" fmla="*/ 597179 h 4620285"/>
                <a:gd name="connsiteX297" fmla="*/ 2753305 w 3755719"/>
                <a:gd name="connsiteY297" fmla="*/ 595941 h 4620285"/>
                <a:gd name="connsiteX298" fmla="*/ 2755305 w 3755719"/>
                <a:gd name="connsiteY298" fmla="*/ 595083 h 4620285"/>
                <a:gd name="connsiteX299" fmla="*/ 2758639 w 3755719"/>
                <a:gd name="connsiteY299" fmla="*/ 593464 h 4620285"/>
                <a:gd name="connsiteX300" fmla="*/ 2760258 w 3755719"/>
                <a:gd name="connsiteY300" fmla="*/ 592607 h 4620285"/>
                <a:gd name="connsiteX301" fmla="*/ 2763687 w 3755719"/>
                <a:gd name="connsiteY301" fmla="*/ 590511 h 4620285"/>
                <a:gd name="connsiteX302" fmla="*/ 2765021 w 3755719"/>
                <a:gd name="connsiteY302" fmla="*/ 589559 h 4620285"/>
                <a:gd name="connsiteX303" fmla="*/ 2768259 w 3755719"/>
                <a:gd name="connsiteY303" fmla="*/ 586987 h 4620285"/>
                <a:gd name="connsiteX304" fmla="*/ 2769212 w 3755719"/>
                <a:gd name="connsiteY304" fmla="*/ 586225 h 4620285"/>
                <a:gd name="connsiteX305" fmla="*/ 3275094 w 3755719"/>
                <a:gd name="connsiteY305" fmla="*/ 624049 h 4620285"/>
                <a:gd name="connsiteX306" fmla="*/ 3361952 w 3755719"/>
                <a:gd name="connsiteY306" fmla="*/ 858069 h 4620285"/>
                <a:gd name="connsiteX307" fmla="*/ 3253177 w 3755719"/>
                <a:gd name="connsiteY307" fmla="*/ 1115244 h 4620285"/>
                <a:gd name="connsiteX308" fmla="*/ 3252758 w 3755719"/>
                <a:gd name="connsiteY308" fmla="*/ 1196063 h 4620285"/>
                <a:gd name="connsiteX309" fmla="*/ 3288229 w 3755719"/>
                <a:gd name="connsiteY309" fmla="*/ 1212780 h 4620285"/>
                <a:gd name="connsiteX310" fmla="*/ 3288705 w 3755719"/>
                <a:gd name="connsiteY310" fmla="*/ 1212780 h 4620285"/>
                <a:gd name="connsiteX311" fmla="*/ 3641797 w 3755719"/>
                <a:gd name="connsiteY311" fmla="*/ 1602733 h 4620285"/>
                <a:gd name="connsiteX312" fmla="*/ 3407482 w 3755719"/>
                <a:gd name="connsiteY312" fmla="*/ 1965826 h 4620285"/>
                <a:gd name="connsiteX313" fmla="*/ 2776355 w 3755719"/>
                <a:gd name="connsiteY313" fmla="*/ 1994020 h 4620285"/>
                <a:gd name="connsiteX314" fmla="*/ 2787024 w 3755719"/>
                <a:gd name="connsiteY314" fmla="*/ 1867052 h 4620285"/>
                <a:gd name="connsiteX315" fmla="*/ 2787024 w 3755719"/>
                <a:gd name="connsiteY315" fmla="*/ 1759134 h 4620285"/>
                <a:gd name="connsiteX316" fmla="*/ 2847507 w 3755719"/>
                <a:gd name="connsiteY316" fmla="*/ 1759134 h 4620285"/>
                <a:gd name="connsiteX317" fmla="*/ 2965236 w 3755719"/>
                <a:gd name="connsiteY317" fmla="*/ 1876863 h 4620285"/>
                <a:gd name="connsiteX318" fmla="*/ 2847507 w 3755719"/>
                <a:gd name="connsiteY318" fmla="*/ 1994592 h 4620285"/>
                <a:gd name="connsiteX319" fmla="*/ 1012516 w 3755719"/>
                <a:gd name="connsiteY319" fmla="*/ 1994020 h 4620285"/>
                <a:gd name="connsiteX320" fmla="*/ 941364 w 3755719"/>
                <a:gd name="connsiteY320" fmla="*/ 1994020 h 4620285"/>
                <a:gd name="connsiteX321" fmla="*/ 823635 w 3755719"/>
                <a:gd name="connsiteY321" fmla="*/ 1876291 h 4620285"/>
                <a:gd name="connsiteX322" fmla="*/ 941364 w 3755719"/>
                <a:gd name="connsiteY322" fmla="*/ 1758562 h 4620285"/>
                <a:gd name="connsiteX323" fmla="*/ 1001562 w 3755719"/>
                <a:gd name="connsiteY323" fmla="*/ 1758562 h 4620285"/>
                <a:gd name="connsiteX324" fmla="*/ 1001562 w 3755719"/>
                <a:gd name="connsiteY324" fmla="*/ 1867052 h 4620285"/>
                <a:gd name="connsiteX325" fmla="*/ 1012325 w 3755719"/>
                <a:gd name="connsiteY325" fmla="*/ 1994592 h 462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Lst>
              <a:rect l="l" t="t" r="r" b="b"/>
              <a:pathLst>
                <a:path w="3755719" h="4620285">
                  <a:moveTo>
                    <a:pt x="3397481" y="1119149"/>
                  </a:moveTo>
                  <a:cubicBezTo>
                    <a:pt x="3448992" y="1041815"/>
                    <a:pt x="3476319" y="950890"/>
                    <a:pt x="3475967" y="857973"/>
                  </a:cubicBezTo>
                  <a:cubicBezTo>
                    <a:pt x="3476081" y="597157"/>
                    <a:pt x="3264740" y="385630"/>
                    <a:pt x="3003927" y="385516"/>
                  </a:cubicBezTo>
                  <a:cubicBezTo>
                    <a:pt x="2919421" y="385479"/>
                    <a:pt x="2836458" y="408116"/>
                    <a:pt x="2763687" y="451065"/>
                  </a:cubicBezTo>
                  <a:cubicBezTo>
                    <a:pt x="2629632" y="92218"/>
                    <a:pt x="2230049" y="-90010"/>
                    <a:pt x="1871204" y="44048"/>
                  </a:cubicBezTo>
                  <a:cubicBezTo>
                    <a:pt x="1740616" y="92834"/>
                    <a:pt x="1627755" y="179837"/>
                    <a:pt x="1547345" y="293712"/>
                  </a:cubicBezTo>
                  <a:cubicBezTo>
                    <a:pt x="1433016" y="202675"/>
                    <a:pt x="1291056" y="153351"/>
                    <a:pt x="1144913" y="153885"/>
                  </a:cubicBezTo>
                  <a:cubicBezTo>
                    <a:pt x="786773" y="154253"/>
                    <a:pt x="496537" y="444492"/>
                    <a:pt x="496166" y="802633"/>
                  </a:cubicBezTo>
                  <a:cubicBezTo>
                    <a:pt x="496185" y="833351"/>
                    <a:pt x="498575" y="864012"/>
                    <a:pt x="503309" y="894359"/>
                  </a:cubicBezTo>
                  <a:cubicBezTo>
                    <a:pt x="182652" y="940374"/>
                    <a:pt x="-39991" y="1237621"/>
                    <a:pt x="6022" y="1558280"/>
                  </a:cubicBezTo>
                  <a:cubicBezTo>
                    <a:pt x="40090" y="1795691"/>
                    <a:pt x="215268" y="1988438"/>
                    <a:pt x="448350" y="2044979"/>
                  </a:cubicBezTo>
                  <a:cubicBezTo>
                    <a:pt x="445731" y="2066629"/>
                    <a:pt x="444454" y="2088422"/>
                    <a:pt x="444540" y="2110225"/>
                  </a:cubicBezTo>
                  <a:cubicBezTo>
                    <a:pt x="444835" y="2394289"/>
                    <a:pt x="675359" y="2624337"/>
                    <a:pt x="959424" y="2624042"/>
                  </a:cubicBezTo>
                  <a:cubicBezTo>
                    <a:pt x="1094517" y="2623899"/>
                    <a:pt x="1224133" y="2570616"/>
                    <a:pt x="1320269" y="2475699"/>
                  </a:cubicBezTo>
                  <a:cubicBezTo>
                    <a:pt x="1420672" y="2549889"/>
                    <a:pt x="1533962" y="2604792"/>
                    <a:pt x="1654406" y="2637624"/>
                  </a:cubicBezTo>
                  <a:lnTo>
                    <a:pt x="1654406" y="2671534"/>
                  </a:lnTo>
                  <a:cubicBezTo>
                    <a:pt x="1654301" y="2786433"/>
                    <a:pt x="1561185" y="2879550"/>
                    <a:pt x="1446284" y="2879655"/>
                  </a:cubicBezTo>
                  <a:lnTo>
                    <a:pt x="1031471" y="2879655"/>
                  </a:lnTo>
                  <a:cubicBezTo>
                    <a:pt x="689323" y="2880026"/>
                    <a:pt x="412050" y="3157299"/>
                    <a:pt x="411679" y="3499446"/>
                  </a:cubicBezTo>
                  <a:lnTo>
                    <a:pt x="411679" y="4569295"/>
                  </a:lnTo>
                  <a:cubicBezTo>
                    <a:pt x="415079" y="4600670"/>
                    <a:pt x="443283" y="4623349"/>
                    <a:pt x="474658" y="4619948"/>
                  </a:cubicBezTo>
                  <a:cubicBezTo>
                    <a:pt x="501347" y="4617053"/>
                    <a:pt x="522416" y="4595974"/>
                    <a:pt x="525312" y="4569295"/>
                  </a:cubicBezTo>
                  <a:lnTo>
                    <a:pt x="525312" y="3499351"/>
                  </a:lnTo>
                  <a:cubicBezTo>
                    <a:pt x="525626" y="3219926"/>
                    <a:pt x="752045" y="2993469"/>
                    <a:pt x="1031471" y="2993097"/>
                  </a:cubicBezTo>
                  <a:lnTo>
                    <a:pt x="1375037" y="2993097"/>
                  </a:lnTo>
                  <a:cubicBezTo>
                    <a:pt x="1297018" y="3111798"/>
                    <a:pt x="1292770" y="3264398"/>
                    <a:pt x="1364084" y="3387242"/>
                  </a:cubicBezTo>
                  <a:lnTo>
                    <a:pt x="1384658" y="3422484"/>
                  </a:lnTo>
                  <a:cubicBezTo>
                    <a:pt x="1481546" y="3590305"/>
                    <a:pt x="1691020" y="3655656"/>
                    <a:pt x="1866146" y="3572694"/>
                  </a:cubicBezTo>
                  <a:lnTo>
                    <a:pt x="1894721" y="3559549"/>
                  </a:lnTo>
                  <a:lnTo>
                    <a:pt x="1922820" y="3572694"/>
                  </a:lnTo>
                  <a:cubicBezTo>
                    <a:pt x="2097947" y="3656009"/>
                    <a:pt x="2307697" y="3590591"/>
                    <a:pt x="2404404" y="3422484"/>
                  </a:cubicBezTo>
                  <a:lnTo>
                    <a:pt x="2424883" y="3387242"/>
                  </a:lnTo>
                  <a:cubicBezTo>
                    <a:pt x="2475813" y="3300526"/>
                    <a:pt x="2489320" y="3196837"/>
                    <a:pt x="2462316" y="3099968"/>
                  </a:cubicBezTo>
                  <a:cubicBezTo>
                    <a:pt x="2451858" y="3062039"/>
                    <a:pt x="2435532" y="3025978"/>
                    <a:pt x="2413929" y="2993097"/>
                  </a:cubicBezTo>
                  <a:lnTo>
                    <a:pt x="2757591" y="2993097"/>
                  </a:lnTo>
                  <a:cubicBezTo>
                    <a:pt x="3037007" y="2993469"/>
                    <a:pt x="3263388" y="3219935"/>
                    <a:pt x="3263654" y="3499351"/>
                  </a:cubicBezTo>
                  <a:lnTo>
                    <a:pt x="3263654" y="4569295"/>
                  </a:lnTo>
                  <a:cubicBezTo>
                    <a:pt x="3267055" y="4600670"/>
                    <a:pt x="3295259" y="4623349"/>
                    <a:pt x="3326634" y="4619948"/>
                  </a:cubicBezTo>
                  <a:cubicBezTo>
                    <a:pt x="3353323" y="4617053"/>
                    <a:pt x="3374392" y="4595974"/>
                    <a:pt x="3377288" y="4569295"/>
                  </a:cubicBezTo>
                  <a:lnTo>
                    <a:pt x="3377288" y="3499351"/>
                  </a:lnTo>
                  <a:cubicBezTo>
                    <a:pt x="3376916" y="3157242"/>
                    <a:pt x="3099701" y="2879978"/>
                    <a:pt x="2757591" y="2879559"/>
                  </a:cubicBezTo>
                  <a:lnTo>
                    <a:pt x="2342206" y="2879559"/>
                  </a:lnTo>
                  <a:cubicBezTo>
                    <a:pt x="2319327" y="2879550"/>
                    <a:pt x="2296600" y="2875759"/>
                    <a:pt x="2274959" y="2868320"/>
                  </a:cubicBezTo>
                  <a:cubicBezTo>
                    <a:pt x="2272788" y="2867386"/>
                    <a:pt x="2270559" y="2866586"/>
                    <a:pt x="2268292" y="2865939"/>
                  </a:cubicBezTo>
                  <a:cubicBezTo>
                    <a:pt x="2187606" y="2835154"/>
                    <a:pt x="2134266" y="2757792"/>
                    <a:pt x="2134180" y="2671438"/>
                  </a:cubicBezTo>
                  <a:lnTo>
                    <a:pt x="2134180" y="2637529"/>
                  </a:lnTo>
                  <a:cubicBezTo>
                    <a:pt x="2257938" y="2603744"/>
                    <a:pt x="2374153" y="2546718"/>
                    <a:pt x="2476604" y="2469508"/>
                  </a:cubicBezTo>
                  <a:cubicBezTo>
                    <a:pt x="2707499" y="2701128"/>
                    <a:pt x="3082432" y="2701718"/>
                    <a:pt x="3314061" y="2470832"/>
                  </a:cubicBezTo>
                  <a:cubicBezTo>
                    <a:pt x="3425208" y="2360028"/>
                    <a:pt x="3487825" y="2209638"/>
                    <a:pt x="3488159" y="2052694"/>
                  </a:cubicBezTo>
                  <a:cubicBezTo>
                    <a:pt x="3653322" y="1963388"/>
                    <a:pt x="3756097" y="1790585"/>
                    <a:pt x="3755716" y="1602828"/>
                  </a:cubicBezTo>
                  <a:cubicBezTo>
                    <a:pt x="3756516" y="1380086"/>
                    <a:pt x="3610783" y="1183319"/>
                    <a:pt x="3397481" y="1119149"/>
                  </a:cubicBezTo>
                  <a:close/>
                  <a:moveTo>
                    <a:pt x="1482956" y="3365334"/>
                  </a:moveTo>
                  <a:lnTo>
                    <a:pt x="1462477" y="3330092"/>
                  </a:lnTo>
                  <a:cubicBezTo>
                    <a:pt x="1398945" y="3220935"/>
                    <a:pt x="1422824" y="3081928"/>
                    <a:pt x="1519151" y="3000241"/>
                  </a:cubicBezTo>
                  <a:lnTo>
                    <a:pt x="1812425" y="3472491"/>
                  </a:lnTo>
                  <a:cubicBezTo>
                    <a:pt x="1691315" y="3526555"/>
                    <a:pt x="1548935" y="3480273"/>
                    <a:pt x="1482765" y="3365334"/>
                  </a:cubicBezTo>
                  <a:close/>
                  <a:moveTo>
                    <a:pt x="2269625" y="3000336"/>
                  </a:moveTo>
                  <a:cubicBezTo>
                    <a:pt x="2366133" y="3081842"/>
                    <a:pt x="2390231" y="3220859"/>
                    <a:pt x="2326775" y="3330092"/>
                  </a:cubicBezTo>
                  <a:lnTo>
                    <a:pt x="2306201" y="3365239"/>
                  </a:lnTo>
                  <a:cubicBezTo>
                    <a:pt x="2240069" y="3480120"/>
                    <a:pt x="2097814" y="3526421"/>
                    <a:pt x="1976732" y="3472491"/>
                  </a:cubicBezTo>
                  <a:close/>
                  <a:moveTo>
                    <a:pt x="2171232" y="2943186"/>
                  </a:moveTo>
                  <a:lnTo>
                    <a:pt x="1894245" y="3389337"/>
                  </a:lnTo>
                  <a:lnTo>
                    <a:pt x="1617449" y="2943567"/>
                  </a:lnTo>
                  <a:cubicBezTo>
                    <a:pt x="1711079" y="2884779"/>
                    <a:pt x="1767925" y="2781995"/>
                    <a:pt x="1767944" y="2671438"/>
                  </a:cubicBezTo>
                  <a:lnTo>
                    <a:pt x="1767944" y="2660199"/>
                  </a:lnTo>
                  <a:cubicBezTo>
                    <a:pt x="1851764" y="2671505"/>
                    <a:pt x="1936727" y="2671505"/>
                    <a:pt x="2020547" y="2660199"/>
                  </a:cubicBezTo>
                  <a:lnTo>
                    <a:pt x="2020547" y="2671438"/>
                  </a:lnTo>
                  <a:cubicBezTo>
                    <a:pt x="2020623" y="2781985"/>
                    <a:pt x="2077449" y="2884741"/>
                    <a:pt x="2171042" y="2943567"/>
                  </a:cubicBezTo>
                  <a:close/>
                  <a:moveTo>
                    <a:pt x="2451934" y="2344731"/>
                  </a:moveTo>
                  <a:cubicBezTo>
                    <a:pt x="2331252" y="2443314"/>
                    <a:pt x="2202093" y="2507322"/>
                    <a:pt x="2066171" y="2536469"/>
                  </a:cubicBezTo>
                  <a:lnTo>
                    <a:pt x="2066171" y="2536469"/>
                  </a:lnTo>
                  <a:cubicBezTo>
                    <a:pt x="1953157" y="2560682"/>
                    <a:pt x="1836285" y="2560682"/>
                    <a:pt x="1723271" y="2536469"/>
                  </a:cubicBezTo>
                  <a:lnTo>
                    <a:pt x="1723271" y="2536469"/>
                  </a:lnTo>
                  <a:cubicBezTo>
                    <a:pt x="1587350" y="2507322"/>
                    <a:pt x="1458191" y="2443314"/>
                    <a:pt x="1337509" y="2344731"/>
                  </a:cubicBezTo>
                  <a:cubicBezTo>
                    <a:pt x="1241868" y="2266159"/>
                    <a:pt x="1172812" y="2159984"/>
                    <a:pt x="1139770" y="2040693"/>
                  </a:cubicBezTo>
                  <a:cubicBezTo>
                    <a:pt x="1139227" y="2037740"/>
                    <a:pt x="1138427" y="2034844"/>
                    <a:pt x="1137389" y="2032025"/>
                  </a:cubicBezTo>
                  <a:cubicBezTo>
                    <a:pt x="1123177" y="1978256"/>
                    <a:pt x="1116005" y="1922859"/>
                    <a:pt x="1116053" y="1867242"/>
                  </a:cubicBezTo>
                  <a:lnTo>
                    <a:pt x="1116053" y="1557870"/>
                  </a:lnTo>
                  <a:cubicBezTo>
                    <a:pt x="1231667" y="1637347"/>
                    <a:pt x="1389172" y="1613106"/>
                    <a:pt x="1475526" y="1502530"/>
                  </a:cubicBezTo>
                  <a:cubicBezTo>
                    <a:pt x="1565852" y="1618078"/>
                    <a:pt x="1732749" y="1638518"/>
                    <a:pt x="1848296" y="1548193"/>
                  </a:cubicBezTo>
                  <a:cubicBezTo>
                    <a:pt x="1865318" y="1534887"/>
                    <a:pt x="1880653" y="1519551"/>
                    <a:pt x="1893959" y="1502530"/>
                  </a:cubicBezTo>
                  <a:cubicBezTo>
                    <a:pt x="1984285" y="1618078"/>
                    <a:pt x="2151182" y="1638518"/>
                    <a:pt x="2266730" y="1548193"/>
                  </a:cubicBezTo>
                  <a:cubicBezTo>
                    <a:pt x="2283751" y="1534887"/>
                    <a:pt x="2299086" y="1519551"/>
                    <a:pt x="2312393" y="1502530"/>
                  </a:cubicBezTo>
                  <a:cubicBezTo>
                    <a:pt x="2399404" y="1614087"/>
                    <a:pt x="2558633" y="1637766"/>
                    <a:pt x="2674343" y="1556346"/>
                  </a:cubicBezTo>
                  <a:lnTo>
                    <a:pt x="2674343" y="1867623"/>
                  </a:lnTo>
                  <a:cubicBezTo>
                    <a:pt x="2674400" y="1923249"/>
                    <a:pt x="2667199" y="1978647"/>
                    <a:pt x="2652911" y="2032406"/>
                  </a:cubicBezTo>
                  <a:cubicBezTo>
                    <a:pt x="2651902" y="2035225"/>
                    <a:pt x="2651140" y="2038121"/>
                    <a:pt x="2650625" y="2041074"/>
                  </a:cubicBezTo>
                  <a:cubicBezTo>
                    <a:pt x="2617231" y="2160489"/>
                    <a:pt x="2547774" y="2266673"/>
                    <a:pt x="2451743" y="2345112"/>
                  </a:cubicBezTo>
                  <a:close/>
                  <a:moveTo>
                    <a:pt x="3407672" y="1965445"/>
                  </a:moveTo>
                  <a:lnTo>
                    <a:pt x="3406339" y="1966112"/>
                  </a:lnTo>
                  <a:lnTo>
                    <a:pt x="3403862" y="1967350"/>
                  </a:lnTo>
                  <a:lnTo>
                    <a:pt x="3401291" y="1968779"/>
                  </a:lnTo>
                  <a:lnTo>
                    <a:pt x="3399291" y="1970112"/>
                  </a:lnTo>
                  <a:lnTo>
                    <a:pt x="3396528" y="1972017"/>
                  </a:lnTo>
                  <a:lnTo>
                    <a:pt x="3395004" y="1973160"/>
                  </a:lnTo>
                  <a:lnTo>
                    <a:pt x="3392242" y="1975542"/>
                  </a:lnTo>
                  <a:lnTo>
                    <a:pt x="3391004" y="1976780"/>
                  </a:lnTo>
                  <a:cubicBezTo>
                    <a:pt x="3390070" y="1977618"/>
                    <a:pt x="3389175" y="1978513"/>
                    <a:pt x="3388337" y="1979447"/>
                  </a:cubicBezTo>
                  <a:cubicBezTo>
                    <a:pt x="3387956" y="1979866"/>
                    <a:pt x="3387613" y="1980314"/>
                    <a:pt x="3387289" y="1980780"/>
                  </a:cubicBezTo>
                  <a:lnTo>
                    <a:pt x="3384908" y="1983638"/>
                  </a:lnTo>
                  <a:cubicBezTo>
                    <a:pt x="3384527" y="1984152"/>
                    <a:pt x="3384174" y="1984695"/>
                    <a:pt x="3383860" y="1985257"/>
                  </a:cubicBezTo>
                  <a:lnTo>
                    <a:pt x="3381955" y="1988115"/>
                  </a:lnTo>
                  <a:lnTo>
                    <a:pt x="3380812" y="1990115"/>
                  </a:lnTo>
                  <a:lnTo>
                    <a:pt x="3379478" y="1992782"/>
                  </a:lnTo>
                  <a:cubicBezTo>
                    <a:pt x="3379040" y="1993582"/>
                    <a:pt x="3378659" y="1994411"/>
                    <a:pt x="3378335" y="1995258"/>
                  </a:cubicBezTo>
                  <a:lnTo>
                    <a:pt x="3377288" y="1997735"/>
                  </a:lnTo>
                  <a:lnTo>
                    <a:pt x="3376430" y="2000402"/>
                  </a:lnTo>
                  <a:cubicBezTo>
                    <a:pt x="3376135" y="2001250"/>
                    <a:pt x="3375878" y="2002107"/>
                    <a:pt x="3375668" y="2002974"/>
                  </a:cubicBezTo>
                  <a:lnTo>
                    <a:pt x="3375097" y="2005641"/>
                  </a:lnTo>
                  <a:lnTo>
                    <a:pt x="3374525" y="2008498"/>
                  </a:lnTo>
                  <a:lnTo>
                    <a:pt x="3374525" y="2010879"/>
                  </a:lnTo>
                  <a:cubicBezTo>
                    <a:pt x="3374430" y="2012022"/>
                    <a:pt x="3374430" y="2013165"/>
                    <a:pt x="3374525" y="2014308"/>
                  </a:cubicBezTo>
                  <a:cubicBezTo>
                    <a:pt x="3374478" y="2014947"/>
                    <a:pt x="3374478" y="2015575"/>
                    <a:pt x="3374525" y="2016213"/>
                  </a:cubicBezTo>
                  <a:lnTo>
                    <a:pt x="3374525" y="2020214"/>
                  </a:lnTo>
                  <a:cubicBezTo>
                    <a:pt x="3374525" y="2020214"/>
                    <a:pt x="3374525" y="2020214"/>
                    <a:pt x="3374525" y="2020976"/>
                  </a:cubicBezTo>
                  <a:cubicBezTo>
                    <a:pt x="3375097" y="2030977"/>
                    <a:pt x="3375383" y="2040883"/>
                    <a:pt x="3375383" y="2051075"/>
                  </a:cubicBezTo>
                  <a:cubicBezTo>
                    <a:pt x="3375259" y="2315365"/>
                    <a:pt x="3160908" y="2529506"/>
                    <a:pt x="2896618" y="2529382"/>
                  </a:cubicBezTo>
                  <a:cubicBezTo>
                    <a:pt x="2773308" y="2529325"/>
                    <a:pt x="2654788" y="2481672"/>
                    <a:pt x="2565758" y="2396356"/>
                  </a:cubicBezTo>
                  <a:cubicBezTo>
                    <a:pt x="2649225" y="2316413"/>
                    <a:pt x="2712043" y="2217410"/>
                    <a:pt x="2748828" y="2107844"/>
                  </a:cubicBezTo>
                  <a:lnTo>
                    <a:pt x="2848460" y="2107844"/>
                  </a:lnTo>
                  <a:cubicBezTo>
                    <a:pt x="2976209" y="2105253"/>
                    <a:pt x="3077669" y="1999583"/>
                    <a:pt x="3075078" y="1871833"/>
                  </a:cubicBezTo>
                  <a:cubicBezTo>
                    <a:pt x="3072564" y="1747732"/>
                    <a:pt x="2972561" y="1647729"/>
                    <a:pt x="2848460" y="1645215"/>
                  </a:cubicBezTo>
                  <a:lnTo>
                    <a:pt x="2787976" y="1645215"/>
                  </a:lnTo>
                  <a:lnTo>
                    <a:pt x="2787976" y="1338510"/>
                  </a:lnTo>
                  <a:cubicBezTo>
                    <a:pt x="2791615" y="1307153"/>
                    <a:pt x="2769145" y="1278788"/>
                    <a:pt x="2737798" y="1275149"/>
                  </a:cubicBezTo>
                  <a:cubicBezTo>
                    <a:pt x="2706442" y="1271511"/>
                    <a:pt x="2678076" y="1293980"/>
                    <a:pt x="2674438" y="1325337"/>
                  </a:cubicBezTo>
                  <a:cubicBezTo>
                    <a:pt x="2673933" y="1329709"/>
                    <a:pt x="2673933" y="1334128"/>
                    <a:pt x="2674438" y="1338510"/>
                  </a:cubicBezTo>
                  <a:cubicBezTo>
                    <a:pt x="2674438" y="1422682"/>
                    <a:pt x="2606210" y="1490910"/>
                    <a:pt x="2522038" y="1490910"/>
                  </a:cubicBezTo>
                  <a:cubicBezTo>
                    <a:pt x="2437866" y="1490910"/>
                    <a:pt x="2369638" y="1422682"/>
                    <a:pt x="2369638" y="1338510"/>
                  </a:cubicBezTo>
                  <a:cubicBezTo>
                    <a:pt x="2373276" y="1307153"/>
                    <a:pt x="2350807" y="1278788"/>
                    <a:pt x="2319460" y="1275149"/>
                  </a:cubicBezTo>
                  <a:cubicBezTo>
                    <a:pt x="2288104" y="1271511"/>
                    <a:pt x="2259739" y="1293980"/>
                    <a:pt x="2256100" y="1325337"/>
                  </a:cubicBezTo>
                  <a:cubicBezTo>
                    <a:pt x="2255595" y="1329709"/>
                    <a:pt x="2255595" y="1334128"/>
                    <a:pt x="2256100" y="1338510"/>
                  </a:cubicBezTo>
                  <a:cubicBezTo>
                    <a:pt x="2256100" y="1422682"/>
                    <a:pt x="2187872" y="1490910"/>
                    <a:pt x="2103700" y="1490910"/>
                  </a:cubicBezTo>
                  <a:cubicBezTo>
                    <a:pt x="2019527" y="1490910"/>
                    <a:pt x="1951300" y="1422682"/>
                    <a:pt x="1951300" y="1338510"/>
                  </a:cubicBezTo>
                  <a:cubicBezTo>
                    <a:pt x="1947899" y="1307134"/>
                    <a:pt x="1919696" y="1284455"/>
                    <a:pt x="1888321" y="1287856"/>
                  </a:cubicBezTo>
                  <a:cubicBezTo>
                    <a:pt x="1861632" y="1290751"/>
                    <a:pt x="1840562" y="1311830"/>
                    <a:pt x="1837667" y="1338510"/>
                  </a:cubicBezTo>
                  <a:cubicBezTo>
                    <a:pt x="1837667" y="1422682"/>
                    <a:pt x="1769439" y="1490910"/>
                    <a:pt x="1685267" y="1490910"/>
                  </a:cubicBezTo>
                  <a:cubicBezTo>
                    <a:pt x="1601094" y="1490910"/>
                    <a:pt x="1532867" y="1422682"/>
                    <a:pt x="1532867" y="1338510"/>
                  </a:cubicBezTo>
                  <a:cubicBezTo>
                    <a:pt x="1529466" y="1307134"/>
                    <a:pt x="1501263" y="1284455"/>
                    <a:pt x="1469887" y="1287856"/>
                  </a:cubicBezTo>
                  <a:cubicBezTo>
                    <a:pt x="1443198" y="1290751"/>
                    <a:pt x="1422129" y="1311830"/>
                    <a:pt x="1419233" y="1338510"/>
                  </a:cubicBezTo>
                  <a:cubicBezTo>
                    <a:pt x="1418652" y="1422672"/>
                    <a:pt x="1349949" y="1490433"/>
                    <a:pt x="1265776" y="1489852"/>
                  </a:cubicBezTo>
                  <a:cubicBezTo>
                    <a:pt x="1191938" y="1489338"/>
                    <a:pt x="1129092" y="1435960"/>
                    <a:pt x="1116624" y="1363179"/>
                  </a:cubicBezTo>
                  <a:lnTo>
                    <a:pt x="1116624" y="1338510"/>
                  </a:lnTo>
                  <a:cubicBezTo>
                    <a:pt x="1116624" y="1306944"/>
                    <a:pt x="1091040" y="1281360"/>
                    <a:pt x="1059474" y="1281360"/>
                  </a:cubicBezTo>
                  <a:lnTo>
                    <a:pt x="1057283" y="1281360"/>
                  </a:lnTo>
                  <a:cubicBezTo>
                    <a:pt x="1025717" y="1281360"/>
                    <a:pt x="1000133" y="1306944"/>
                    <a:pt x="1000133" y="1338510"/>
                  </a:cubicBezTo>
                  <a:cubicBezTo>
                    <a:pt x="1000191" y="1349692"/>
                    <a:pt x="1000914" y="1360855"/>
                    <a:pt x="1002324" y="1371942"/>
                  </a:cubicBezTo>
                  <a:lnTo>
                    <a:pt x="1002324" y="1645595"/>
                  </a:lnTo>
                  <a:lnTo>
                    <a:pt x="941840" y="1645595"/>
                  </a:lnTo>
                  <a:cubicBezTo>
                    <a:pt x="814091" y="1648186"/>
                    <a:pt x="712631" y="1753857"/>
                    <a:pt x="715222" y="1881606"/>
                  </a:cubicBezTo>
                  <a:cubicBezTo>
                    <a:pt x="717736" y="2005707"/>
                    <a:pt x="817739" y="2105710"/>
                    <a:pt x="941840" y="2108225"/>
                  </a:cubicBezTo>
                  <a:lnTo>
                    <a:pt x="1041472" y="2108225"/>
                  </a:lnTo>
                  <a:cubicBezTo>
                    <a:pt x="1079400" y="2220972"/>
                    <a:pt x="1144875" y="2322471"/>
                    <a:pt x="1231972" y="2403500"/>
                  </a:cubicBezTo>
                  <a:cubicBezTo>
                    <a:pt x="1070514" y="2554319"/>
                    <a:pt x="817368" y="2545698"/>
                    <a:pt x="666539" y="2384240"/>
                  </a:cubicBezTo>
                  <a:cubicBezTo>
                    <a:pt x="597073" y="2309869"/>
                    <a:pt x="558554" y="2211809"/>
                    <a:pt x="558840" y="2110035"/>
                  </a:cubicBezTo>
                  <a:cubicBezTo>
                    <a:pt x="558488" y="2077630"/>
                    <a:pt x="562393" y="2045312"/>
                    <a:pt x="570461" y="2013927"/>
                  </a:cubicBezTo>
                  <a:cubicBezTo>
                    <a:pt x="570461" y="2013927"/>
                    <a:pt x="570461" y="2013451"/>
                    <a:pt x="570461" y="2013165"/>
                  </a:cubicBezTo>
                  <a:lnTo>
                    <a:pt x="571032" y="2010594"/>
                  </a:lnTo>
                  <a:cubicBezTo>
                    <a:pt x="571032" y="2009546"/>
                    <a:pt x="571032" y="2008593"/>
                    <a:pt x="571508" y="2007641"/>
                  </a:cubicBezTo>
                  <a:lnTo>
                    <a:pt x="571508" y="2007641"/>
                  </a:lnTo>
                  <a:cubicBezTo>
                    <a:pt x="571461" y="2007193"/>
                    <a:pt x="571461" y="2006755"/>
                    <a:pt x="571508" y="2006307"/>
                  </a:cubicBezTo>
                  <a:cubicBezTo>
                    <a:pt x="571508" y="2004974"/>
                    <a:pt x="571508" y="2003545"/>
                    <a:pt x="571508" y="2002116"/>
                  </a:cubicBezTo>
                  <a:lnTo>
                    <a:pt x="571508" y="2000402"/>
                  </a:lnTo>
                  <a:cubicBezTo>
                    <a:pt x="571508" y="1999164"/>
                    <a:pt x="571508" y="1997830"/>
                    <a:pt x="571508" y="1996497"/>
                  </a:cubicBezTo>
                  <a:cubicBezTo>
                    <a:pt x="571556" y="1995801"/>
                    <a:pt x="571556" y="1995096"/>
                    <a:pt x="571508" y="1994401"/>
                  </a:cubicBezTo>
                  <a:cubicBezTo>
                    <a:pt x="571508" y="1993258"/>
                    <a:pt x="571508" y="1992210"/>
                    <a:pt x="571508" y="1991067"/>
                  </a:cubicBezTo>
                  <a:lnTo>
                    <a:pt x="570937" y="1988495"/>
                  </a:lnTo>
                  <a:cubicBezTo>
                    <a:pt x="570937" y="1987543"/>
                    <a:pt x="570937" y="1986686"/>
                    <a:pt x="570365" y="1985733"/>
                  </a:cubicBezTo>
                  <a:lnTo>
                    <a:pt x="569508" y="1982876"/>
                  </a:lnTo>
                  <a:cubicBezTo>
                    <a:pt x="569508" y="1982114"/>
                    <a:pt x="569508" y="1981352"/>
                    <a:pt x="568746" y="1980590"/>
                  </a:cubicBezTo>
                  <a:lnTo>
                    <a:pt x="567603" y="1977637"/>
                  </a:lnTo>
                  <a:cubicBezTo>
                    <a:pt x="567251" y="1976961"/>
                    <a:pt x="566927" y="1976256"/>
                    <a:pt x="566651" y="1975542"/>
                  </a:cubicBezTo>
                  <a:cubicBezTo>
                    <a:pt x="566651" y="1974589"/>
                    <a:pt x="565698" y="1973637"/>
                    <a:pt x="565127" y="1972684"/>
                  </a:cubicBezTo>
                  <a:cubicBezTo>
                    <a:pt x="564812" y="1971998"/>
                    <a:pt x="564469" y="1971332"/>
                    <a:pt x="564079" y="1970684"/>
                  </a:cubicBezTo>
                  <a:lnTo>
                    <a:pt x="562364" y="1968207"/>
                  </a:lnTo>
                  <a:cubicBezTo>
                    <a:pt x="562364" y="1967541"/>
                    <a:pt x="561507" y="1966779"/>
                    <a:pt x="561031" y="1966207"/>
                  </a:cubicBezTo>
                  <a:cubicBezTo>
                    <a:pt x="560555" y="1965636"/>
                    <a:pt x="559793" y="1964683"/>
                    <a:pt x="559221" y="1963921"/>
                  </a:cubicBezTo>
                  <a:lnTo>
                    <a:pt x="557507" y="1961921"/>
                  </a:lnTo>
                  <a:lnTo>
                    <a:pt x="555602" y="1959920"/>
                  </a:lnTo>
                  <a:lnTo>
                    <a:pt x="553697" y="1958016"/>
                  </a:lnTo>
                  <a:lnTo>
                    <a:pt x="551506" y="1956206"/>
                  </a:lnTo>
                  <a:cubicBezTo>
                    <a:pt x="550849" y="1955615"/>
                    <a:pt x="550153" y="1955072"/>
                    <a:pt x="549410" y="1954587"/>
                  </a:cubicBezTo>
                  <a:cubicBezTo>
                    <a:pt x="548658" y="1953958"/>
                    <a:pt x="547858" y="1953386"/>
                    <a:pt x="547029" y="1952872"/>
                  </a:cubicBezTo>
                  <a:lnTo>
                    <a:pt x="544362" y="1951062"/>
                  </a:lnTo>
                  <a:lnTo>
                    <a:pt x="541600" y="1949538"/>
                  </a:lnTo>
                  <a:lnTo>
                    <a:pt x="539409" y="1948395"/>
                  </a:lnTo>
                  <a:lnTo>
                    <a:pt x="536361" y="1947157"/>
                  </a:lnTo>
                  <a:lnTo>
                    <a:pt x="534266" y="1946205"/>
                  </a:lnTo>
                  <a:lnTo>
                    <a:pt x="531122" y="1945252"/>
                  </a:lnTo>
                  <a:lnTo>
                    <a:pt x="529122" y="1944681"/>
                  </a:lnTo>
                  <a:lnTo>
                    <a:pt x="529122" y="1944681"/>
                  </a:lnTo>
                  <a:lnTo>
                    <a:pt x="527312" y="1944681"/>
                  </a:lnTo>
                  <a:lnTo>
                    <a:pt x="522740" y="1943823"/>
                  </a:lnTo>
                  <a:cubicBezTo>
                    <a:pt x="263828" y="1909048"/>
                    <a:pt x="82127" y="1670970"/>
                    <a:pt x="116901" y="1412062"/>
                  </a:cubicBezTo>
                  <a:cubicBezTo>
                    <a:pt x="147790" y="1182061"/>
                    <a:pt x="340963" y="1008449"/>
                    <a:pt x="572937" y="1002182"/>
                  </a:cubicBezTo>
                  <a:cubicBezTo>
                    <a:pt x="577147" y="1002048"/>
                    <a:pt x="581329" y="1001477"/>
                    <a:pt x="585415" y="1000467"/>
                  </a:cubicBezTo>
                  <a:lnTo>
                    <a:pt x="585415" y="1000467"/>
                  </a:lnTo>
                  <a:cubicBezTo>
                    <a:pt x="587206" y="1000077"/>
                    <a:pt x="588958" y="999534"/>
                    <a:pt x="590654" y="998848"/>
                  </a:cubicBezTo>
                  <a:lnTo>
                    <a:pt x="591511" y="998848"/>
                  </a:lnTo>
                  <a:lnTo>
                    <a:pt x="595797" y="997038"/>
                  </a:lnTo>
                  <a:lnTo>
                    <a:pt x="597226" y="996276"/>
                  </a:lnTo>
                  <a:lnTo>
                    <a:pt x="600560" y="994467"/>
                  </a:lnTo>
                  <a:lnTo>
                    <a:pt x="602369" y="993228"/>
                  </a:lnTo>
                  <a:lnTo>
                    <a:pt x="605036" y="991514"/>
                  </a:lnTo>
                  <a:lnTo>
                    <a:pt x="606941" y="989895"/>
                  </a:lnTo>
                  <a:cubicBezTo>
                    <a:pt x="607760" y="989333"/>
                    <a:pt x="608532" y="988694"/>
                    <a:pt x="609227" y="987990"/>
                  </a:cubicBezTo>
                  <a:lnTo>
                    <a:pt x="611037" y="986275"/>
                  </a:lnTo>
                  <a:lnTo>
                    <a:pt x="613133" y="984180"/>
                  </a:lnTo>
                  <a:cubicBezTo>
                    <a:pt x="613704" y="983608"/>
                    <a:pt x="614180" y="982941"/>
                    <a:pt x="614657" y="982370"/>
                  </a:cubicBezTo>
                  <a:lnTo>
                    <a:pt x="616752" y="979893"/>
                  </a:lnTo>
                  <a:lnTo>
                    <a:pt x="617895" y="978274"/>
                  </a:lnTo>
                  <a:cubicBezTo>
                    <a:pt x="618562" y="977226"/>
                    <a:pt x="619229" y="976274"/>
                    <a:pt x="619800" y="975226"/>
                  </a:cubicBezTo>
                  <a:lnTo>
                    <a:pt x="620657" y="973797"/>
                  </a:lnTo>
                  <a:cubicBezTo>
                    <a:pt x="621324" y="972654"/>
                    <a:pt x="621896" y="971607"/>
                    <a:pt x="622467" y="970368"/>
                  </a:cubicBezTo>
                  <a:lnTo>
                    <a:pt x="623039" y="969035"/>
                  </a:lnTo>
                  <a:cubicBezTo>
                    <a:pt x="623629" y="967835"/>
                    <a:pt x="624134" y="966587"/>
                    <a:pt x="624563" y="965320"/>
                  </a:cubicBezTo>
                  <a:cubicBezTo>
                    <a:pt x="624601" y="964844"/>
                    <a:pt x="624601" y="964368"/>
                    <a:pt x="624563" y="963891"/>
                  </a:cubicBezTo>
                  <a:cubicBezTo>
                    <a:pt x="624563" y="962653"/>
                    <a:pt x="625420" y="961415"/>
                    <a:pt x="625801" y="960177"/>
                  </a:cubicBezTo>
                  <a:cubicBezTo>
                    <a:pt x="625753" y="959605"/>
                    <a:pt x="625753" y="959034"/>
                    <a:pt x="625801" y="958462"/>
                  </a:cubicBezTo>
                  <a:cubicBezTo>
                    <a:pt x="625801" y="957224"/>
                    <a:pt x="625801" y="956081"/>
                    <a:pt x="626468" y="954747"/>
                  </a:cubicBezTo>
                  <a:cubicBezTo>
                    <a:pt x="626515" y="954081"/>
                    <a:pt x="626515" y="953414"/>
                    <a:pt x="626468" y="952747"/>
                  </a:cubicBezTo>
                  <a:cubicBezTo>
                    <a:pt x="626468" y="951604"/>
                    <a:pt x="626468" y="950461"/>
                    <a:pt x="626468" y="949223"/>
                  </a:cubicBezTo>
                  <a:lnTo>
                    <a:pt x="626468" y="947127"/>
                  </a:lnTo>
                  <a:cubicBezTo>
                    <a:pt x="626468" y="946175"/>
                    <a:pt x="626468" y="945222"/>
                    <a:pt x="626468" y="944270"/>
                  </a:cubicBezTo>
                  <a:cubicBezTo>
                    <a:pt x="626468" y="943317"/>
                    <a:pt x="626468" y="943698"/>
                    <a:pt x="626468" y="943508"/>
                  </a:cubicBezTo>
                  <a:cubicBezTo>
                    <a:pt x="626515" y="943003"/>
                    <a:pt x="626515" y="942489"/>
                    <a:pt x="626468" y="941984"/>
                  </a:cubicBezTo>
                  <a:cubicBezTo>
                    <a:pt x="626468" y="940460"/>
                    <a:pt x="626468" y="939031"/>
                    <a:pt x="626468" y="937602"/>
                  </a:cubicBezTo>
                  <a:cubicBezTo>
                    <a:pt x="626468" y="936174"/>
                    <a:pt x="626468" y="937602"/>
                    <a:pt x="626468" y="936936"/>
                  </a:cubicBezTo>
                  <a:cubicBezTo>
                    <a:pt x="626468" y="935221"/>
                    <a:pt x="625896" y="933602"/>
                    <a:pt x="625515" y="932078"/>
                  </a:cubicBezTo>
                  <a:lnTo>
                    <a:pt x="625515" y="932078"/>
                  </a:lnTo>
                  <a:cubicBezTo>
                    <a:pt x="614304" y="890063"/>
                    <a:pt x="608570" y="846781"/>
                    <a:pt x="608465" y="803300"/>
                  </a:cubicBezTo>
                  <a:cubicBezTo>
                    <a:pt x="608837" y="507864"/>
                    <a:pt x="848238" y="268458"/>
                    <a:pt x="1143675" y="268090"/>
                  </a:cubicBezTo>
                  <a:cubicBezTo>
                    <a:pt x="1283959" y="267482"/>
                    <a:pt x="1418738" y="322607"/>
                    <a:pt x="1518389" y="421347"/>
                  </a:cubicBezTo>
                  <a:cubicBezTo>
                    <a:pt x="1518884" y="421873"/>
                    <a:pt x="1519427" y="422351"/>
                    <a:pt x="1520008" y="422776"/>
                  </a:cubicBezTo>
                  <a:cubicBezTo>
                    <a:pt x="1520532" y="423333"/>
                    <a:pt x="1521103" y="423844"/>
                    <a:pt x="1521722" y="424300"/>
                  </a:cubicBezTo>
                  <a:lnTo>
                    <a:pt x="1524675" y="426681"/>
                  </a:lnTo>
                  <a:lnTo>
                    <a:pt x="1526009" y="427634"/>
                  </a:lnTo>
                  <a:lnTo>
                    <a:pt x="1529723" y="430015"/>
                  </a:lnTo>
                  <a:lnTo>
                    <a:pt x="1530390" y="430015"/>
                  </a:lnTo>
                  <a:lnTo>
                    <a:pt x="1530390" y="430015"/>
                  </a:lnTo>
                  <a:lnTo>
                    <a:pt x="1534105" y="431825"/>
                  </a:lnTo>
                  <a:lnTo>
                    <a:pt x="1535724" y="432587"/>
                  </a:lnTo>
                  <a:lnTo>
                    <a:pt x="1538867" y="433825"/>
                  </a:lnTo>
                  <a:lnTo>
                    <a:pt x="1541249" y="434587"/>
                  </a:lnTo>
                  <a:lnTo>
                    <a:pt x="1543630" y="435254"/>
                  </a:lnTo>
                  <a:lnTo>
                    <a:pt x="1546773" y="436016"/>
                  </a:lnTo>
                  <a:lnTo>
                    <a:pt x="1548678" y="436016"/>
                  </a:lnTo>
                  <a:lnTo>
                    <a:pt x="1554012" y="436587"/>
                  </a:lnTo>
                  <a:lnTo>
                    <a:pt x="1561251" y="436587"/>
                  </a:lnTo>
                  <a:lnTo>
                    <a:pt x="1564775" y="436587"/>
                  </a:lnTo>
                  <a:lnTo>
                    <a:pt x="1566966" y="436587"/>
                  </a:lnTo>
                  <a:lnTo>
                    <a:pt x="1570109" y="436587"/>
                  </a:lnTo>
                  <a:lnTo>
                    <a:pt x="1572776" y="436016"/>
                  </a:lnTo>
                  <a:lnTo>
                    <a:pt x="1575348" y="435349"/>
                  </a:lnTo>
                  <a:lnTo>
                    <a:pt x="1578206" y="434397"/>
                  </a:lnTo>
                  <a:lnTo>
                    <a:pt x="1580396" y="433635"/>
                  </a:lnTo>
                  <a:lnTo>
                    <a:pt x="1583349" y="432301"/>
                  </a:lnTo>
                  <a:lnTo>
                    <a:pt x="1585445" y="431349"/>
                  </a:lnTo>
                  <a:lnTo>
                    <a:pt x="1588207" y="429825"/>
                  </a:lnTo>
                  <a:lnTo>
                    <a:pt x="1590302" y="428586"/>
                  </a:lnTo>
                  <a:cubicBezTo>
                    <a:pt x="1591169" y="428038"/>
                    <a:pt x="1591998" y="427433"/>
                    <a:pt x="1592779" y="426777"/>
                  </a:cubicBezTo>
                  <a:lnTo>
                    <a:pt x="1594874" y="425348"/>
                  </a:lnTo>
                  <a:lnTo>
                    <a:pt x="1597256" y="423252"/>
                  </a:lnTo>
                  <a:lnTo>
                    <a:pt x="1599065" y="421633"/>
                  </a:lnTo>
                  <a:lnTo>
                    <a:pt x="1600018" y="420776"/>
                  </a:lnTo>
                  <a:lnTo>
                    <a:pt x="1601447" y="419157"/>
                  </a:lnTo>
                  <a:lnTo>
                    <a:pt x="1602875" y="417537"/>
                  </a:lnTo>
                  <a:cubicBezTo>
                    <a:pt x="1603723" y="416563"/>
                    <a:pt x="1604514" y="415546"/>
                    <a:pt x="1605257" y="414489"/>
                  </a:cubicBezTo>
                  <a:lnTo>
                    <a:pt x="1606209" y="413156"/>
                  </a:lnTo>
                  <a:cubicBezTo>
                    <a:pt x="1607066" y="411961"/>
                    <a:pt x="1607867" y="410722"/>
                    <a:pt x="1608590" y="409441"/>
                  </a:cubicBezTo>
                  <a:lnTo>
                    <a:pt x="1609067" y="408774"/>
                  </a:lnTo>
                  <a:cubicBezTo>
                    <a:pt x="1766420" y="129897"/>
                    <a:pt x="2120054" y="31384"/>
                    <a:pt x="2398937" y="188738"/>
                  </a:cubicBezTo>
                  <a:cubicBezTo>
                    <a:pt x="2538545" y="267514"/>
                    <a:pt x="2639310" y="400577"/>
                    <a:pt x="2677295" y="556317"/>
                  </a:cubicBezTo>
                  <a:cubicBezTo>
                    <a:pt x="2677324" y="556538"/>
                    <a:pt x="2677324" y="556762"/>
                    <a:pt x="2677295" y="556983"/>
                  </a:cubicBezTo>
                  <a:cubicBezTo>
                    <a:pt x="2678019" y="559882"/>
                    <a:pt x="2678972" y="562716"/>
                    <a:pt x="2680153" y="565461"/>
                  </a:cubicBezTo>
                  <a:cubicBezTo>
                    <a:pt x="2680153" y="565461"/>
                    <a:pt x="2680153" y="565461"/>
                    <a:pt x="2680153" y="565461"/>
                  </a:cubicBezTo>
                  <a:cubicBezTo>
                    <a:pt x="2681286" y="567961"/>
                    <a:pt x="2682591" y="570380"/>
                    <a:pt x="2684058" y="572700"/>
                  </a:cubicBezTo>
                  <a:lnTo>
                    <a:pt x="2685201" y="574509"/>
                  </a:lnTo>
                  <a:cubicBezTo>
                    <a:pt x="2686449" y="576372"/>
                    <a:pt x="2687821" y="578154"/>
                    <a:pt x="2689297" y="579843"/>
                  </a:cubicBezTo>
                  <a:lnTo>
                    <a:pt x="2689964" y="580605"/>
                  </a:lnTo>
                  <a:lnTo>
                    <a:pt x="2691392" y="582129"/>
                  </a:lnTo>
                  <a:cubicBezTo>
                    <a:pt x="2693097" y="583958"/>
                    <a:pt x="2694945" y="585647"/>
                    <a:pt x="2696917" y="587178"/>
                  </a:cubicBezTo>
                  <a:lnTo>
                    <a:pt x="2697488" y="587654"/>
                  </a:lnTo>
                  <a:cubicBezTo>
                    <a:pt x="2699651" y="589321"/>
                    <a:pt x="2701946" y="590818"/>
                    <a:pt x="2704346" y="592131"/>
                  </a:cubicBezTo>
                  <a:lnTo>
                    <a:pt x="2705775" y="592988"/>
                  </a:lnTo>
                  <a:cubicBezTo>
                    <a:pt x="2708109" y="594212"/>
                    <a:pt x="2710528" y="595262"/>
                    <a:pt x="2713014" y="596131"/>
                  </a:cubicBezTo>
                  <a:cubicBezTo>
                    <a:pt x="2713595" y="596378"/>
                    <a:pt x="2714205" y="596569"/>
                    <a:pt x="2714824" y="596703"/>
                  </a:cubicBezTo>
                  <a:cubicBezTo>
                    <a:pt x="2717129" y="597482"/>
                    <a:pt x="2719482" y="598118"/>
                    <a:pt x="2721872" y="598608"/>
                  </a:cubicBezTo>
                  <a:lnTo>
                    <a:pt x="2723777" y="598608"/>
                  </a:lnTo>
                  <a:cubicBezTo>
                    <a:pt x="2726111" y="598940"/>
                    <a:pt x="2728464" y="599130"/>
                    <a:pt x="2730826" y="599179"/>
                  </a:cubicBezTo>
                  <a:lnTo>
                    <a:pt x="2733207" y="599179"/>
                  </a:lnTo>
                  <a:lnTo>
                    <a:pt x="2735588" y="599179"/>
                  </a:lnTo>
                  <a:cubicBezTo>
                    <a:pt x="2737408" y="599083"/>
                    <a:pt x="2739217" y="598892"/>
                    <a:pt x="2741018" y="598608"/>
                  </a:cubicBezTo>
                  <a:lnTo>
                    <a:pt x="2744637" y="598512"/>
                  </a:lnTo>
                  <a:lnTo>
                    <a:pt x="2745304" y="598512"/>
                  </a:lnTo>
                  <a:lnTo>
                    <a:pt x="2747971" y="597750"/>
                  </a:lnTo>
                  <a:lnTo>
                    <a:pt x="2750067" y="597179"/>
                  </a:lnTo>
                  <a:lnTo>
                    <a:pt x="2753305" y="595941"/>
                  </a:lnTo>
                  <a:lnTo>
                    <a:pt x="2755305" y="595083"/>
                  </a:lnTo>
                  <a:lnTo>
                    <a:pt x="2758639" y="593464"/>
                  </a:lnTo>
                  <a:lnTo>
                    <a:pt x="2760258" y="592607"/>
                  </a:lnTo>
                  <a:lnTo>
                    <a:pt x="2763687" y="590511"/>
                  </a:lnTo>
                  <a:cubicBezTo>
                    <a:pt x="2764116" y="590171"/>
                    <a:pt x="2764564" y="589854"/>
                    <a:pt x="2765021" y="589559"/>
                  </a:cubicBezTo>
                  <a:cubicBezTo>
                    <a:pt x="2766164" y="588784"/>
                    <a:pt x="2767249" y="587924"/>
                    <a:pt x="2768259" y="586987"/>
                  </a:cubicBezTo>
                  <a:cubicBezTo>
                    <a:pt x="2768621" y="586787"/>
                    <a:pt x="2768935" y="586530"/>
                    <a:pt x="2769212" y="586225"/>
                  </a:cubicBezTo>
                  <a:cubicBezTo>
                    <a:pt x="2919354" y="456975"/>
                    <a:pt x="3145840" y="473909"/>
                    <a:pt x="3275094" y="624049"/>
                  </a:cubicBezTo>
                  <a:cubicBezTo>
                    <a:pt x="3331130" y="689142"/>
                    <a:pt x="3361952" y="772179"/>
                    <a:pt x="3361952" y="858069"/>
                  </a:cubicBezTo>
                  <a:cubicBezTo>
                    <a:pt x="3362552" y="955090"/>
                    <a:pt x="3323214" y="1048092"/>
                    <a:pt x="3253177" y="1115244"/>
                  </a:cubicBezTo>
                  <a:cubicBezTo>
                    <a:pt x="3230746" y="1137446"/>
                    <a:pt x="3230555" y="1173632"/>
                    <a:pt x="3252758" y="1196063"/>
                  </a:cubicBezTo>
                  <a:cubicBezTo>
                    <a:pt x="3262245" y="1205645"/>
                    <a:pt x="3274808" y="1211560"/>
                    <a:pt x="3288229" y="1212780"/>
                  </a:cubicBezTo>
                  <a:lnTo>
                    <a:pt x="3288705" y="1212780"/>
                  </a:lnTo>
                  <a:cubicBezTo>
                    <a:pt x="3489425" y="1232106"/>
                    <a:pt x="3642435" y="1401079"/>
                    <a:pt x="3641797" y="1602733"/>
                  </a:cubicBezTo>
                  <a:cubicBezTo>
                    <a:pt x="3641073" y="1759067"/>
                    <a:pt x="3549633" y="1900751"/>
                    <a:pt x="3407482" y="1965826"/>
                  </a:cubicBezTo>
                  <a:close/>
                  <a:moveTo>
                    <a:pt x="2776355" y="1994020"/>
                  </a:moveTo>
                  <a:cubicBezTo>
                    <a:pt x="2783471" y="1952072"/>
                    <a:pt x="2787042" y="1909600"/>
                    <a:pt x="2787024" y="1867052"/>
                  </a:cubicBezTo>
                  <a:lnTo>
                    <a:pt x="2787024" y="1759134"/>
                  </a:lnTo>
                  <a:lnTo>
                    <a:pt x="2847507" y="1759134"/>
                  </a:lnTo>
                  <a:cubicBezTo>
                    <a:pt x="2912525" y="1759134"/>
                    <a:pt x="2965236" y="1811845"/>
                    <a:pt x="2965236" y="1876863"/>
                  </a:cubicBezTo>
                  <a:cubicBezTo>
                    <a:pt x="2965236" y="1941880"/>
                    <a:pt x="2912525" y="1994592"/>
                    <a:pt x="2847507" y="1994592"/>
                  </a:cubicBezTo>
                  <a:close/>
                  <a:moveTo>
                    <a:pt x="1012516" y="1994020"/>
                  </a:moveTo>
                  <a:lnTo>
                    <a:pt x="941364" y="1994020"/>
                  </a:lnTo>
                  <a:cubicBezTo>
                    <a:pt x="876346" y="1994020"/>
                    <a:pt x="823635" y="1941309"/>
                    <a:pt x="823635" y="1876291"/>
                  </a:cubicBezTo>
                  <a:cubicBezTo>
                    <a:pt x="823635" y="1811273"/>
                    <a:pt x="876346" y="1758562"/>
                    <a:pt x="941364" y="1758562"/>
                  </a:cubicBezTo>
                  <a:lnTo>
                    <a:pt x="1001562" y="1758562"/>
                  </a:lnTo>
                  <a:lnTo>
                    <a:pt x="1001562" y="1867052"/>
                  </a:lnTo>
                  <a:cubicBezTo>
                    <a:pt x="1001543" y="1909791"/>
                    <a:pt x="1005144" y="1952463"/>
                    <a:pt x="1012325" y="1994592"/>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38" name="Freeform 21">
              <a:extLst>
                <a:ext uri="{FF2B5EF4-FFF2-40B4-BE49-F238E27FC236}">
                  <a16:creationId xmlns:a16="http://schemas.microsoft.com/office/drawing/2014/main" id="{FCA4115C-6231-700A-4825-E0BA5B0CF9AC}"/>
                </a:ext>
              </a:extLst>
            </p:cNvPr>
            <p:cNvSpPr/>
            <p:nvPr/>
          </p:nvSpPr>
          <p:spPr>
            <a:xfrm>
              <a:off x="10034179" y="2127918"/>
              <a:ext cx="203273" cy="57831"/>
            </a:xfrm>
            <a:custGeom>
              <a:avLst/>
              <a:gdLst>
                <a:gd name="connsiteX0" fmla="*/ 1762496 w 1783245"/>
                <a:gd name="connsiteY0" fmla="*/ 405025 h 507341"/>
                <a:gd name="connsiteX1" fmla="*/ 157962 w 1783245"/>
                <a:gd name="connsiteY1" fmla="*/ 267913 h 507341"/>
                <a:gd name="connsiteX2" fmla="*/ 20849 w 1783245"/>
                <a:gd name="connsiteY2" fmla="*/ 405025 h 507341"/>
                <a:gd name="connsiteX3" fmla="*/ 12467 w 1783245"/>
                <a:gd name="connsiteY3" fmla="*/ 414550 h 507341"/>
                <a:gd name="connsiteX4" fmla="*/ 21526 w 1783245"/>
                <a:gd name="connsiteY4" fmla="*/ 494865 h 507341"/>
                <a:gd name="connsiteX5" fmla="*/ 80000 w 1783245"/>
                <a:gd name="connsiteY5" fmla="*/ 502561 h 507341"/>
                <a:gd name="connsiteX6" fmla="*/ 88477 w 1783245"/>
                <a:gd name="connsiteY6" fmla="*/ 498561 h 507341"/>
                <a:gd name="connsiteX7" fmla="*/ 1694868 w 1783245"/>
                <a:gd name="connsiteY7" fmla="*/ 498561 h 507341"/>
                <a:gd name="connsiteX8" fmla="*/ 1703250 w 1783245"/>
                <a:gd name="connsiteY8" fmla="*/ 502561 h 507341"/>
                <a:gd name="connsiteX9" fmla="*/ 1778479 w 1783245"/>
                <a:gd name="connsiteY9" fmla="*/ 473024 h 507341"/>
                <a:gd name="connsiteX10" fmla="*/ 1770782 w 1783245"/>
                <a:gd name="connsiteY10" fmla="*/ 414550 h 507341"/>
                <a:gd name="connsiteX11" fmla="*/ 316886 w 1783245"/>
                <a:gd name="connsiteY11" fmla="*/ 289678 h 507341"/>
                <a:gd name="connsiteX12" fmla="*/ 1466363 w 1783245"/>
                <a:gd name="connsiteY12" fmla="*/ 289678 h 507341"/>
                <a:gd name="connsiteX13" fmla="*/ 316886 w 1783245"/>
                <a:gd name="connsiteY13" fmla="*/ 289678 h 507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83245" h="507341">
                  <a:moveTo>
                    <a:pt x="1762496" y="405025"/>
                  </a:moveTo>
                  <a:cubicBezTo>
                    <a:pt x="1357274" y="-75917"/>
                    <a:pt x="638898" y="-137302"/>
                    <a:pt x="157962" y="267913"/>
                  </a:cubicBezTo>
                  <a:cubicBezTo>
                    <a:pt x="108441" y="309642"/>
                    <a:pt x="62569" y="355505"/>
                    <a:pt x="20849" y="405025"/>
                  </a:cubicBezTo>
                  <a:lnTo>
                    <a:pt x="12467" y="414550"/>
                  </a:lnTo>
                  <a:cubicBezTo>
                    <a:pt x="-7211" y="439230"/>
                    <a:pt x="-3154" y="475187"/>
                    <a:pt x="21526" y="494865"/>
                  </a:cubicBezTo>
                  <a:cubicBezTo>
                    <a:pt x="38090" y="508067"/>
                    <a:pt x="60588" y="511029"/>
                    <a:pt x="80000" y="502561"/>
                  </a:cubicBezTo>
                  <a:lnTo>
                    <a:pt x="88477" y="498561"/>
                  </a:lnTo>
                  <a:cubicBezTo>
                    <a:pt x="596845" y="257674"/>
                    <a:pt x="1186500" y="257674"/>
                    <a:pt x="1694868" y="498561"/>
                  </a:cubicBezTo>
                  <a:lnTo>
                    <a:pt x="1703250" y="502561"/>
                  </a:lnTo>
                  <a:cubicBezTo>
                    <a:pt x="1732178" y="515182"/>
                    <a:pt x="1765868" y="501952"/>
                    <a:pt x="1778479" y="473024"/>
                  </a:cubicBezTo>
                  <a:cubicBezTo>
                    <a:pt x="1786946" y="453612"/>
                    <a:pt x="1783984" y="431105"/>
                    <a:pt x="1770782" y="414550"/>
                  </a:cubicBezTo>
                  <a:close/>
                  <a:moveTo>
                    <a:pt x="316886" y="289678"/>
                  </a:moveTo>
                  <a:cubicBezTo>
                    <a:pt x="664111" y="54983"/>
                    <a:pt x="1119139" y="54983"/>
                    <a:pt x="1466363" y="289678"/>
                  </a:cubicBezTo>
                  <a:cubicBezTo>
                    <a:pt x="1091583" y="176333"/>
                    <a:pt x="691667" y="176333"/>
                    <a:pt x="316886" y="289678"/>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39" name="Freeform 22">
              <a:extLst>
                <a:ext uri="{FF2B5EF4-FFF2-40B4-BE49-F238E27FC236}">
                  <a16:creationId xmlns:a16="http://schemas.microsoft.com/office/drawing/2014/main" id="{21E16F52-A829-462B-4052-3E14C687D510}"/>
                </a:ext>
              </a:extLst>
            </p:cNvPr>
            <p:cNvSpPr/>
            <p:nvPr/>
          </p:nvSpPr>
          <p:spPr>
            <a:xfrm>
              <a:off x="10199971" y="2499028"/>
              <a:ext cx="64293" cy="13030"/>
            </a:xfrm>
            <a:custGeom>
              <a:avLst/>
              <a:gdLst>
                <a:gd name="connsiteX0" fmla="*/ 500277 w 564024"/>
                <a:gd name="connsiteY0" fmla="*/ 386 h 114310"/>
                <a:gd name="connsiteX1" fmla="*/ 63747 w 564024"/>
                <a:gd name="connsiteY1" fmla="*/ 386 h 114310"/>
                <a:gd name="connsiteX2" fmla="*/ 386 w 564024"/>
                <a:gd name="connsiteY2" fmla="*/ 50564 h 114310"/>
                <a:gd name="connsiteX3" fmla="*/ 50574 w 564024"/>
                <a:gd name="connsiteY3" fmla="*/ 113924 h 114310"/>
                <a:gd name="connsiteX4" fmla="*/ 63747 w 564024"/>
                <a:gd name="connsiteY4" fmla="*/ 113924 h 114310"/>
                <a:gd name="connsiteX5" fmla="*/ 500277 w 564024"/>
                <a:gd name="connsiteY5" fmla="*/ 113924 h 114310"/>
                <a:gd name="connsiteX6" fmla="*/ 563638 w 564024"/>
                <a:gd name="connsiteY6" fmla="*/ 63747 h 114310"/>
                <a:gd name="connsiteX7" fmla="*/ 513451 w 564024"/>
                <a:gd name="connsiteY7" fmla="*/ 386 h 114310"/>
                <a:gd name="connsiteX8" fmla="*/ 500277 w 564024"/>
                <a:gd name="connsiteY8" fmla="*/ 386 h 11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4024" h="114310">
                  <a:moveTo>
                    <a:pt x="500277" y="386"/>
                  </a:moveTo>
                  <a:lnTo>
                    <a:pt x="63747" y="386"/>
                  </a:lnTo>
                  <a:cubicBezTo>
                    <a:pt x="32390" y="-3252"/>
                    <a:pt x="4025" y="19217"/>
                    <a:pt x="386" y="50564"/>
                  </a:cubicBezTo>
                  <a:cubicBezTo>
                    <a:pt x="-3252" y="81920"/>
                    <a:pt x="19217" y="110286"/>
                    <a:pt x="50574" y="113924"/>
                  </a:cubicBezTo>
                  <a:cubicBezTo>
                    <a:pt x="54946" y="114429"/>
                    <a:pt x="59365" y="114429"/>
                    <a:pt x="63747" y="113924"/>
                  </a:cubicBezTo>
                  <a:lnTo>
                    <a:pt x="500277" y="113924"/>
                  </a:lnTo>
                  <a:cubicBezTo>
                    <a:pt x="531634" y="117563"/>
                    <a:pt x="559999" y="95093"/>
                    <a:pt x="563638" y="63747"/>
                  </a:cubicBezTo>
                  <a:cubicBezTo>
                    <a:pt x="567276" y="32390"/>
                    <a:pt x="544807" y="4025"/>
                    <a:pt x="513451" y="386"/>
                  </a:cubicBezTo>
                  <a:cubicBezTo>
                    <a:pt x="509079" y="-119"/>
                    <a:pt x="504659" y="-119"/>
                    <a:pt x="500277" y="386"/>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0" name="Freeform 23">
              <a:extLst>
                <a:ext uri="{FF2B5EF4-FFF2-40B4-BE49-F238E27FC236}">
                  <a16:creationId xmlns:a16="http://schemas.microsoft.com/office/drawing/2014/main" id="{6FBE4074-DB33-CACA-B808-EE9A61B4790A}"/>
                </a:ext>
              </a:extLst>
            </p:cNvPr>
            <p:cNvSpPr/>
            <p:nvPr/>
          </p:nvSpPr>
          <p:spPr>
            <a:xfrm>
              <a:off x="10090745" y="2290854"/>
              <a:ext cx="91096" cy="29593"/>
            </a:xfrm>
            <a:custGeom>
              <a:avLst/>
              <a:gdLst>
                <a:gd name="connsiteX0" fmla="*/ 706769 w 799155"/>
                <a:gd name="connsiteY0" fmla="*/ 21378 h 259612"/>
                <a:gd name="connsiteX1" fmla="*/ 703435 w 799155"/>
                <a:gd name="connsiteY1" fmla="*/ 24617 h 259612"/>
                <a:gd name="connsiteX2" fmla="*/ 105074 w 799155"/>
                <a:gd name="connsiteY2" fmla="*/ 24617 h 259612"/>
                <a:gd name="connsiteX3" fmla="*/ 101645 w 799155"/>
                <a:gd name="connsiteY3" fmla="*/ 21283 h 259612"/>
                <a:gd name="connsiteX4" fmla="*/ 21283 w 799155"/>
                <a:gd name="connsiteY4" fmla="*/ 12663 h 259612"/>
                <a:gd name="connsiteX5" fmla="*/ 12663 w 799155"/>
                <a:gd name="connsiteY5" fmla="*/ 93025 h 259612"/>
                <a:gd name="connsiteX6" fmla="*/ 21921 w 799155"/>
                <a:gd name="connsiteY6" fmla="*/ 102150 h 259612"/>
                <a:gd name="connsiteX7" fmla="*/ 25445 w 799155"/>
                <a:gd name="connsiteY7" fmla="*/ 105579 h 259612"/>
                <a:gd name="connsiteX8" fmla="*/ 783159 w 799155"/>
                <a:gd name="connsiteY8" fmla="*/ 105579 h 259612"/>
                <a:gd name="connsiteX9" fmla="*/ 786493 w 799155"/>
                <a:gd name="connsiteY9" fmla="*/ 102245 h 259612"/>
                <a:gd name="connsiteX10" fmla="*/ 777873 w 799155"/>
                <a:gd name="connsiteY10" fmla="*/ 21883 h 259612"/>
                <a:gd name="connsiteX11" fmla="*/ 706769 w 799155"/>
                <a:gd name="connsiteY11" fmla="*/ 21378 h 25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9155" h="259612">
                  <a:moveTo>
                    <a:pt x="706769" y="21378"/>
                  </a:moveTo>
                  <a:lnTo>
                    <a:pt x="703435" y="24617"/>
                  </a:lnTo>
                  <a:cubicBezTo>
                    <a:pt x="536852" y="186561"/>
                    <a:pt x="271657" y="186561"/>
                    <a:pt x="105074" y="24617"/>
                  </a:cubicBezTo>
                  <a:lnTo>
                    <a:pt x="101645" y="21283"/>
                  </a:lnTo>
                  <a:cubicBezTo>
                    <a:pt x="81833" y="-3292"/>
                    <a:pt x="45857" y="-7149"/>
                    <a:pt x="21283" y="12663"/>
                  </a:cubicBezTo>
                  <a:cubicBezTo>
                    <a:pt x="-3292" y="32475"/>
                    <a:pt x="-7149" y="68451"/>
                    <a:pt x="12663" y="93025"/>
                  </a:cubicBezTo>
                  <a:cubicBezTo>
                    <a:pt x="15387" y="96406"/>
                    <a:pt x="18502" y="99474"/>
                    <a:pt x="21921" y="102150"/>
                  </a:cubicBezTo>
                  <a:lnTo>
                    <a:pt x="25445" y="105579"/>
                  </a:lnTo>
                  <a:cubicBezTo>
                    <a:pt x="236262" y="310957"/>
                    <a:pt x="572342" y="310957"/>
                    <a:pt x="783159" y="105579"/>
                  </a:cubicBezTo>
                  <a:lnTo>
                    <a:pt x="786493" y="102245"/>
                  </a:lnTo>
                  <a:cubicBezTo>
                    <a:pt x="806305" y="77671"/>
                    <a:pt x="802447" y="41695"/>
                    <a:pt x="777873" y="21883"/>
                  </a:cubicBezTo>
                  <a:cubicBezTo>
                    <a:pt x="757175" y="5195"/>
                    <a:pt x="727705" y="4985"/>
                    <a:pt x="706769" y="21378"/>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sp>
        <p:nvSpPr>
          <p:cNvPr id="20" name="Oval 19">
            <a:extLst>
              <a:ext uri="{FF2B5EF4-FFF2-40B4-BE49-F238E27FC236}">
                <a16:creationId xmlns:a16="http://schemas.microsoft.com/office/drawing/2014/main" id="{12233ECA-2B7A-3F4C-6FB0-47731B773245}"/>
              </a:ext>
              <a:ext uri="{C183D7F6-B498-43B3-948B-1728B52AA6E4}">
                <adec:decorative xmlns:adec="http://schemas.microsoft.com/office/drawing/2017/decorative" val="1"/>
              </a:ext>
            </a:extLst>
          </p:cNvPr>
          <p:cNvSpPr/>
          <p:nvPr/>
        </p:nvSpPr>
        <p:spPr bwMode="auto">
          <a:xfrm>
            <a:off x="1632229" y="1883788"/>
            <a:ext cx="943706" cy="943706"/>
          </a:xfrm>
          <a:prstGeom prst="ellipse">
            <a:avLst/>
          </a:prstGeom>
          <a:solidFill>
            <a:schemeClr val="tx2"/>
          </a:solidFill>
          <a:ln w="38100">
            <a:noFill/>
          </a:ln>
          <a:effectLst/>
        </p:spPr>
        <p:txBody>
          <a:bodyPr rot="0" spcFirstLastPara="0" vert="horz" wrap="square" lIns="0" tIns="0" rIns="0" bIns="0" numCol="1" spcCol="0" rtlCol="0" fromWordArt="0" anchor="ctr" anchorCtr="0" forceAA="0" compatLnSpc="1">
            <a:prstTxWarp prst="textNoShape">
              <a:avLst/>
            </a:prstTxWarp>
            <a:noAutofit/>
          </a:bodyPr>
          <a:lstStyle/>
          <a:p>
            <a:pPr algn="ctr"/>
            <a:endParaRPr lang="en-US" sz="1400" kern="0">
              <a:latin typeface="+mj-lt"/>
              <a:cs typeface="Segoe Sans Text" pitchFamily="2" charset="0"/>
            </a:endParaRPr>
          </a:p>
        </p:txBody>
      </p:sp>
      <p:grpSp>
        <p:nvGrpSpPr>
          <p:cNvPr id="3" name="Group 2">
            <a:extLst>
              <a:ext uri="{FF2B5EF4-FFF2-40B4-BE49-F238E27FC236}">
                <a16:creationId xmlns:a16="http://schemas.microsoft.com/office/drawing/2014/main" id="{5243C4C6-E64C-4192-6259-E8827FD2AAF5}"/>
              </a:ext>
              <a:ext uri="{C183D7F6-B498-43B3-948B-1728B52AA6E4}">
                <adec:decorative xmlns:adec="http://schemas.microsoft.com/office/drawing/2017/decorative" val="1"/>
              </a:ext>
            </a:extLst>
          </p:cNvPr>
          <p:cNvGrpSpPr/>
          <p:nvPr/>
        </p:nvGrpSpPr>
        <p:grpSpPr>
          <a:xfrm>
            <a:off x="1890088" y="2055455"/>
            <a:ext cx="427990" cy="547484"/>
            <a:chOff x="1930016" y="2049506"/>
            <a:chExt cx="383991" cy="491202"/>
          </a:xfrm>
          <a:solidFill>
            <a:schemeClr val="bg1"/>
          </a:solidFill>
        </p:grpSpPr>
        <p:sp>
          <p:nvSpPr>
            <p:cNvPr id="144" name="Freeform 55">
              <a:extLst>
                <a:ext uri="{FF2B5EF4-FFF2-40B4-BE49-F238E27FC236}">
                  <a16:creationId xmlns:a16="http://schemas.microsoft.com/office/drawing/2014/main" id="{3E830417-62E3-97FF-4910-CEB64FDDC654}"/>
                </a:ext>
              </a:extLst>
            </p:cNvPr>
            <p:cNvSpPr/>
            <p:nvPr/>
          </p:nvSpPr>
          <p:spPr>
            <a:xfrm>
              <a:off x="1930016" y="2049506"/>
              <a:ext cx="383991" cy="491202"/>
            </a:xfrm>
            <a:custGeom>
              <a:avLst/>
              <a:gdLst>
                <a:gd name="connsiteX0" fmla="*/ 2659856 w 3372040"/>
                <a:gd name="connsiteY0" fmla="*/ 2738965 h 4313518"/>
                <a:gd name="connsiteX1" fmla="*/ 2659856 w 3372040"/>
                <a:gd name="connsiteY1" fmla="*/ 2738965 h 4313518"/>
                <a:gd name="connsiteX2" fmla="*/ 2527173 w 3372040"/>
                <a:gd name="connsiteY2" fmla="*/ 2728487 h 4313518"/>
                <a:gd name="connsiteX3" fmla="*/ 2266950 w 3372040"/>
                <a:gd name="connsiteY3" fmla="*/ 2728487 h 4313518"/>
                <a:gd name="connsiteX4" fmla="*/ 2224754 w 3372040"/>
                <a:gd name="connsiteY4" fmla="*/ 2725439 h 4313518"/>
                <a:gd name="connsiteX5" fmla="*/ 2217706 w 3372040"/>
                <a:gd name="connsiteY5" fmla="*/ 2724392 h 4313518"/>
                <a:gd name="connsiteX6" fmla="*/ 2217706 w 3372040"/>
                <a:gd name="connsiteY6" fmla="*/ 2724392 h 4313518"/>
                <a:gd name="connsiteX7" fmla="*/ 2170843 w 3372040"/>
                <a:gd name="connsiteY7" fmla="*/ 2712581 h 4313518"/>
                <a:gd name="connsiteX8" fmla="*/ 2131219 w 3372040"/>
                <a:gd name="connsiteY8" fmla="*/ 2696007 h 4313518"/>
                <a:gd name="connsiteX9" fmla="*/ 1968246 w 3372040"/>
                <a:gd name="connsiteY9" fmla="*/ 2468645 h 4313518"/>
                <a:gd name="connsiteX10" fmla="*/ 2228183 w 3372040"/>
                <a:gd name="connsiteY10" fmla="*/ 2375205 h 4313518"/>
                <a:gd name="connsiteX11" fmla="*/ 2624899 w 3372040"/>
                <a:gd name="connsiteY11" fmla="*/ 1820850 h 4313518"/>
                <a:gd name="connsiteX12" fmla="*/ 2727293 w 3372040"/>
                <a:gd name="connsiteY12" fmla="*/ 1820850 h 4313518"/>
                <a:gd name="connsiteX13" fmla="*/ 2977315 w 3372040"/>
                <a:gd name="connsiteY13" fmla="*/ 1564932 h 4313518"/>
                <a:gd name="connsiteX14" fmla="*/ 2948559 w 3372040"/>
                <a:gd name="connsiteY14" fmla="*/ 1450709 h 4313518"/>
                <a:gd name="connsiteX15" fmla="*/ 2948559 w 3372040"/>
                <a:gd name="connsiteY15" fmla="*/ 1003034 h 4313518"/>
                <a:gd name="connsiteX16" fmla="*/ 2112550 w 3372040"/>
                <a:gd name="connsiteY16" fmla="*/ 167215 h 4313518"/>
                <a:gd name="connsiteX17" fmla="*/ 983171 w 3372040"/>
                <a:gd name="connsiteY17" fmla="*/ 167215 h 4313518"/>
                <a:gd name="connsiteX18" fmla="*/ 657225 w 3372040"/>
                <a:gd name="connsiteY18" fmla="*/ 84347 h 4313518"/>
                <a:gd name="connsiteX19" fmla="*/ 515017 w 3372040"/>
                <a:gd name="connsiteY19" fmla="*/ 6718 h 4313518"/>
                <a:gd name="connsiteX20" fmla="*/ 437712 w 3372040"/>
                <a:gd name="connsiteY20" fmla="*/ 30297 h 4313518"/>
                <a:gd name="connsiteX21" fmla="*/ 431006 w 3372040"/>
                <a:gd name="connsiteY21" fmla="*/ 56534 h 4313518"/>
                <a:gd name="connsiteX22" fmla="*/ 431006 w 3372040"/>
                <a:gd name="connsiteY22" fmla="*/ 498018 h 4313518"/>
                <a:gd name="connsiteX23" fmla="*/ 738283 w 3372040"/>
                <a:gd name="connsiteY23" fmla="*/ 955694 h 4313518"/>
                <a:gd name="connsiteX24" fmla="*/ 738283 w 3372040"/>
                <a:gd name="connsiteY24" fmla="*/ 1317073 h 4313518"/>
                <a:gd name="connsiteX25" fmla="*/ 645319 w 3372040"/>
                <a:gd name="connsiteY25" fmla="*/ 1317073 h 4313518"/>
                <a:gd name="connsiteX26" fmla="*/ 393383 w 3372040"/>
                <a:gd name="connsiteY26" fmla="*/ 1569009 h 4313518"/>
                <a:gd name="connsiteX27" fmla="*/ 645319 w 3372040"/>
                <a:gd name="connsiteY27" fmla="*/ 1820945 h 4313518"/>
                <a:gd name="connsiteX28" fmla="*/ 747713 w 3372040"/>
                <a:gd name="connsiteY28" fmla="*/ 1820945 h 4313518"/>
                <a:gd name="connsiteX29" fmla="*/ 1138238 w 3372040"/>
                <a:gd name="connsiteY29" fmla="*/ 2371871 h 4313518"/>
                <a:gd name="connsiteX30" fmla="*/ 1404938 w 3372040"/>
                <a:gd name="connsiteY30" fmla="*/ 2468741 h 4313518"/>
                <a:gd name="connsiteX31" fmla="*/ 1241870 w 3372040"/>
                <a:gd name="connsiteY31" fmla="*/ 2696198 h 4313518"/>
                <a:gd name="connsiteX32" fmla="*/ 1202341 w 3372040"/>
                <a:gd name="connsiteY32" fmla="*/ 2712676 h 4313518"/>
                <a:gd name="connsiteX33" fmla="*/ 1105948 w 3372040"/>
                <a:gd name="connsiteY33" fmla="*/ 2728583 h 4313518"/>
                <a:gd name="connsiteX34" fmla="*/ 844868 w 3372040"/>
                <a:gd name="connsiteY34" fmla="*/ 2728583 h 4313518"/>
                <a:gd name="connsiteX35" fmla="*/ 712184 w 3372040"/>
                <a:gd name="connsiteY35" fmla="*/ 2739060 h 4313518"/>
                <a:gd name="connsiteX36" fmla="*/ 711232 w 3372040"/>
                <a:gd name="connsiteY36" fmla="*/ 2739060 h 4313518"/>
                <a:gd name="connsiteX37" fmla="*/ 0 w 3372040"/>
                <a:gd name="connsiteY37" fmla="*/ 3573641 h 4313518"/>
                <a:gd name="connsiteX38" fmla="*/ 0 w 3372040"/>
                <a:gd name="connsiteY38" fmla="*/ 4259441 h 4313518"/>
                <a:gd name="connsiteX39" fmla="*/ 62980 w 3372040"/>
                <a:gd name="connsiteY39" fmla="*/ 4310095 h 4313518"/>
                <a:gd name="connsiteX40" fmla="*/ 113633 w 3372040"/>
                <a:gd name="connsiteY40" fmla="*/ 4259441 h 4313518"/>
                <a:gd name="connsiteX41" fmla="*/ 113633 w 3372040"/>
                <a:gd name="connsiteY41" fmla="*/ 3573641 h 4313518"/>
                <a:gd name="connsiteX42" fmla="*/ 674846 w 3372040"/>
                <a:gd name="connsiteY42" fmla="*/ 2862218 h 4313518"/>
                <a:gd name="connsiteX43" fmla="*/ 1479233 w 3372040"/>
                <a:gd name="connsiteY43" fmla="*/ 4307161 h 4313518"/>
                <a:gd name="connsiteX44" fmla="*/ 1479233 w 3372040"/>
                <a:gd name="connsiteY44" fmla="*/ 4307161 h 4313518"/>
                <a:gd name="connsiteX45" fmla="*/ 1479233 w 3372040"/>
                <a:gd name="connsiteY45" fmla="*/ 4307161 h 4313518"/>
                <a:gd name="connsiteX46" fmla="*/ 1479233 w 3372040"/>
                <a:gd name="connsiteY46" fmla="*/ 4307161 h 4313518"/>
                <a:gd name="connsiteX47" fmla="*/ 1479233 w 3372040"/>
                <a:gd name="connsiteY47" fmla="*/ 4307161 h 4313518"/>
                <a:gd name="connsiteX48" fmla="*/ 1481328 w 3372040"/>
                <a:gd name="connsiteY48" fmla="*/ 4308399 h 4313518"/>
                <a:gd name="connsiteX49" fmla="*/ 1484376 w 3372040"/>
                <a:gd name="connsiteY49" fmla="*/ 4309923 h 4313518"/>
                <a:gd name="connsiteX50" fmla="*/ 1485710 w 3372040"/>
                <a:gd name="connsiteY50" fmla="*/ 4310590 h 4313518"/>
                <a:gd name="connsiteX51" fmla="*/ 1486567 w 3372040"/>
                <a:gd name="connsiteY51" fmla="*/ 4310590 h 4313518"/>
                <a:gd name="connsiteX52" fmla="*/ 1489901 w 3372040"/>
                <a:gd name="connsiteY52" fmla="*/ 4311828 h 4313518"/>
                <a:gd name="connsiteX53" fmla="*/ 1491710 w 3372040"/>
                <a:gd name="connsiteY53" fmla="*/ 4312495 h 4313518"/>
                <a:gd name="connsiteX54" fmla="*/ 1493139 w 3372040"/>
                <a:gd name="connsiteY54" fmla="*/ 4312971 h 4313518"/>
                <a:gd name="connsiteX55" fmla="*/ 1494377 w 3372040"/>
                <a:gd name="connsiteY55" fmla="*/ 4312971 h 4313518"/>
                <a:gd name="connsiteX56" fmla="*/ 1495806 w 3372040"/>
                <a:gd name="connsiteY56" fmla="*/ 4312971 h 4313518"/>
                <a:gd name="connsiteX57" fmla="*/ 1497235 w 3372040"/>
                <a:gd name="connsiteY57" fmla="*/ 4312971 h 4313518"/>
                <a:gd name="connsiteX58" fmla="*/ 1499997 w 3372040"/>
                <a:gd name="connsiteY58" fmla="*/ 4313447 h 4313518"/>
                <a:gd name="connsiteX59" fmla="*/ 1501902 w 3372040"/>
                <a:gd name="connsiteY59" fmla="*/ 4313447 h 4313518"/>
                <a:gd name="connsiteX60" fmla="*/ 1501902 w 3372040"/>
                <a:gd name="connsiteY60" fmla="*/ 4313447 h 4313518"/>
                <a:gd name="connsiteX61" fmla="*/ 1502759 w 3372040"/>
                <a:gd name="connsiteY61" fmla="*/ 4313447 h 4313518"/>
                <a:gd name="connsiteX62" fmla="*/ 1508570 w 3372040"/>
                <a:gd name="connsiteY62" fmla="*/ 4313447 h 4313518"/>
                <a:gd name="connsiteX63" fmla="*/ 1514475 w 3372040"/>
                <a:gd name="connsiteY63" fmla="*/ 4313447 h 4313518"/>
                <a:gd name="connsiteX64" fmla="*/ 2697099 w 3372040"/>
                <a:gd name="connsiteY64" fmla="*/ 2862218 h 4313518"/>
                <a:gd name="connsiteX65" fmla="*/ 3258407 w 3372040"/>
                <a:gd name="connsiteY65" fmla="*/ 3573641 h 4313518"/>
                <a:gd name="connsiteX66" fmla="*/ 3258407 w 3372040"/>
                <a:gd name="connsiteY66" fmla="*/ 4259441 h 4313518"/>
                <a:gd name="connsiteX67" fmla="*/ 3321387 w 3372040"/>
                <a:gd name="connsiteY67" fmla="*/ 4310095 h 4313518"/>
                <a:gd name="connsiteX68" fmla="*/ 3372041 w 3372040"/>
                <a:gd name="connsiteY68" fmla="*/ 4259441 h 4313518"/>
                <a:gd name="connsiteX69" fmla="*/ 3372041 w 3372040"/>
                <a:gd name="connsiteY69" fmla="*/ 3573641 h 4313518"/>
                <a:gd name="connsiteX70" fmla="*/ 2659856 w 3372040"/>
                <a:gd name="connsiteY70" fmla="*/ 2738965 h 4313518"/>
                <a:gd name="connsiteX71" fmla="*/ 2094929 w 3372040"/>
                <a:gd name="connsiteY71" fmla="*/ 2807545 h 4313518"/>
                <a:gd name="connsiteX72" fmla="*/ 2098548 w 3372040"/>
                <a:gd name="connsiteY72" fmla="*/ 2806497 h 4313518"/>
                <a:gd name="connsiteX73" fmla="*/ 2114169 w 3372040"/>
                <a:gd name="connsiteY73" fmla="*/ 2813069 h 4313518"/>
                <a:gd name="connsiteX74" fmla="*/ 2117122 w 3372040"/>
                <a:gd name="connsiteY74" fmla="*/ 2823547 h 4313518"/>
                <a:gd name="connsiteX75" fmla="*/ 2098072 w 3372040"/>
                <a:gd name="connsiteY75" fmla="*/ 3093009 h 4313518"/>
                <a:gd name="connsiteX76" fmla="*/ 2091976 w 3372040"/>
                <a:gd name="connsiteY76" fmla="*/ 3117584 h 4313518"/>
                <a:gd name="connsiteX77" fmla="*/ 2087880 w 3372040"/>
                <a:gd name="connsiteY77" fmla="*/ 3120441 h 4313518"/>
                <a:gd name="connsiteX78" fmla="*/ 2071688 w 3372040"/>
                <a:gd name="connsiteY78" fmla="*/ 3119012 h 4313518"/>
                <a:gd name="connsiteX79" fmla="*/ 1802797 w 3372040"/>
                <a:gd name="connsiteY79" fmla="*/ 2927560 h 4313518"/>
                <a:gd name="connsiteX80" fmla="*/ 2060543 w 3372040"/>
                <a:gd name="connsiteY80" fmla="*/ 3234265 h 4313518"/>
                <a:gd name="connsiteX81" fmla="*/ 1686973 w 3372040"/>
                <a:gd name="connsiteY81" fmla="*/ 3990741 h 4313518"/>
                <a:gd name="connsiteX82" fmla="*/ 1313402 w 3372040"/>
                <a:gd name="connsiteY82" fmla="*/ 3233789 h 4313518"/>
                <a:gd name="connsiteX83" fmla="*/ 1365599 w 3372040"/>
                <a:gd name="connsiteY83" fmla="*/ 3211691 h 4313518"/>
                <a:gd name="connsiteX84" fmla="*/ 1685925 w 3372040"/>
                <a:gd name="connsiteY84" fmla="*/ 2983757 h 4313518"/>
                <a:gd name="connsiteX85" fmla="*/ 2006251 w 3372040"/>
                <a:gd name="connsiteY85" fmla="*/ 3211595 h 4313518"/>
                <a:gd name="connsiteX86" fmla="*/ 2060543 w 3372040"/>
                <a:gd name="connsiteY86" fmla="*/ 3234265 h 4313518"/>
                <a:gd name="connsiteX87" fmla="*/ 2519934 w 3372040"/>
                <a:gd name="connsiteY87" fmla="*/ 1699597 h 4313518"/>
                <a:gd name="connsiteX88" fmla="*/ 2519934 w 3372040"/>
                <a:gd name="connsiteY88" fmla="*/ 1710836 h 4313518"/>
                <a:gd name="connsiteX89" fmla="*/ 2500027 w 3372040"/>
                <a:gd name="connsiteY89" fmla="*/ 1723219 h 4313518"/>
                <a:gd name="connsiteX90" fmla="*/ 1898999 w 3372040"/>
                <a:gd name="connsiteY90" fmla="*/ 1723219 h 4313518"/>
                <a:gd name="connsiteX91" fmla="*/ 1853279 w 3372040"/>
                <a:gd name="connsiteY91" fmla="*/ 1677499 h 4313518"/>
                <a:gd name="connsiteX92" fmla="*/ 1853279 w 3372040"/>
                <a:gd name="connsiteY92" fmla="*/ 1401274 h 4313518"/>
                <a:gd name="connsiteX93" fmla="*/ 1898999 w 3372040"/>
                <a:gd name="connsiteY93" fmla="*/ 1355554 h 4313518"/>
                <a:gd name="connsiteX94" fmla="*/ 2520124 w 3372040"/>
                <a:gd name="connsiteY94" fmla="*/ 1355554 h 4313518"/>
                <a:gd name="connsiteX95" fmla="*/ 2519934 w 3372040"/>
                <a:gd name="connsiteY95" fmla="*/ 1242397 h 4313518"/>
                <a:gd name="connsiteX96" fmla="*/ 1898809 w 3372040"/>
                <a:gd name="connsiteY96" fmla="*/ 1242397 h 4313518"/>
                <a:gd name="connsiteX97" fmla="*/ 1739551 w 3372040"/>
                <a:gd name="connsiteY97" fmla="*/ 1401655 h 4313518"/>
                <a:gd name="connsiteX98" fmla="*/ 1739551 w 3372040"/>
                <a:gd name="connsiteY98" fmla="*/ 1488713 h 4313518"/>
                <a:gd name="connsiteX99" fmla="*/ 1632299 w 3372040"/>
                <a:gd name="connsiteY99" fmla="*/ 1488713 h 4313518"/>
                <a:gd name="connsiteX100" fmla="*/ 1632299 w 3372040"/>
                <a:gd name="connsiteY100" fmla="*/ 1401655 h 4313518"/>
                <a:gd name="connsiteX101" fmla="*/ 1473041 w 3372040"/>
                <a:gd name="connsiteY101" fmla="*/ 1242397 h 4313518"/>
                <a:gd name="connsiteX102" fmla="*/ 851916 w 3372040"/>
                <a:gd name="connsiteY102" fmla="*/ 1242397 h 4313518"/>
                <a:gd name="connsiteX103" fmla="*/ 851916 w 3372040"/>
                <a:gd name="connsiteY103" fmla="*/ 987127 h 4313518"/>
                <a:gd name="connsiteX104" fmla="*/ 925639 w 3372040"/>
                <a:gd name="connsiteY104" fmla="*/ 992651 h 4313518"/>
                <a:gd name="connsiteX105" fmla="*/ 2519934 w 3372040"/>
                <a:gd name="connsiteY105" fmla="*/ 992651 h 4313518"/>
                <a:gd name="connsiteX106" fmla="*/ 2726531 w 3372040"/>
                <a:gd name="connsiteY106" fmla="*/ 1707503 h 4313518"/>
                <a:gd name="connsiteX107" fmla="*/ 2633472 w 3372040"/>
                <a:gd name="connsiteY107" fmla="*/ 1707503 h 4313518"/>
                <a:gd name="connsiteX108" fmla="*/ 2633472 w 3372040"/>
                <a:gd name="connsiteY108" fmla="*/ 1699692 h 4313518"/>
                <a:gd name="connsiteX109" fmla="*/ 2633472 w 3372040"/>
                <a:gd name="connsiteY109" fmla="*/ 1430706 h 4313518"/>
                <a:gd name="connsiteX110" fmla="*/ 2726436 w 3372040"/>
                <a:gd name="connsiteY110" fmla="*/ 1430706 h 4313518"/>
                <a:gd name="connsiteX111" fmla="*/ 2857291 w 3372040"/>
                <a:gd name="connsiteY111" fmla="*/ 1576077 h 4313518"/>
                <a:gd name="connsiteX112" fmla="*/ 2726436 w 3372040"/>
                <a:gd name="connsiteY112" fmla="*/ 1706931 h 4313518"/>
                <a:gd name="connsiteX113" fmla="*/ 645319 w 3372040"/>
                <a:gd name="connsiteY113" fmla="*/ 1707503 h 4313518"/>
                <a:gd name="connsiteX114" fmla="*/ 514464 w 3372040"/>
                <a:gd name="connsiteY114" fmla="*/ 1562132 h 4313518"/>
                <a:gd name="connsiteX115" fmla="*/ 645319 w 3372040"/>
                <a:gd name="connsiteY115" fmla="*/ 1431278 h 4313518"/>
                <a:gd name="connsiteX116" fmla="*/ 738283 w 3372040"/>
                <a:gd name="connsiteY116" fmla="*/ 1431278 h 4313518"/>
                <a:gd name="connsiteX117" fmla="*/ 738283 w 3372040"/>
                <a:gd name="connsiteY117" fmla="*/ 1700073 h 4313518"/>
                <a:gd name="connsiteX118" fmla="*/ 738283 w 3372040"/>
                <a:gd name="connsiteY118" fmla="*/ 1707884 h 4313518"/>
                <a:gd name="connsiteX119" fmla="*/ 544544 w 3372040"/>
                <a:gd name="connsiteY119" fmla="*/ 497828 h 4313518"/>
                <a:gd name="connsiteX120" fmla="*/ 544544 w 3372040"/>
                <a:gd name="connsiteY120" fmla="*/ 152261 h 4313518"/>
                <a:gd name="connsiteX121" fmla="*/ 602742 w 3372040"/>
                <a:gd name="connsiteY121" fmla="*/ 184074 h 4313518"/>
                <a:gd name="connsiteX122" fmla="*/ 983171 w 3372040"/>
                <a:gd name="connsiteY122" fmla="*/ 281515 h 4313518"/>
                <a:gd name="connsiteX123" fmla="*/ 2112550 w 3372040"/>
                <a:gd name="connsiteY123" fmla="*/ 281515 h 4313518"/>
                <a:gd name="connsiteX124" fmla="*/ 2834164 w 3372040"/>
                <a:gd name="connsiteY124" fmla="*/ 1003129 h 4313518"/>
                <a:gd name="connsiteX125" fmla="*/ 2834164 w 3372040"/>
                <a:gd name="connsiteY125" fmla="*/ 1341743 h 4313518"/>
                <a:gd name="connsiteX126" fmla="*/ 2726531 w 3372040"/>
                <a:gd name="connsiteY126" fmla="*/ 1317359 h 4313518"/>
                <a:gd name="connsiteX127" fmla="*/ 2633567 w 3372040"/>
                <a:gd name="connsiteY127" fmla="*/ 1317359 h 4313518"/>
                <a:gd name="connsiteX128" fmla="*/ 2633567 w 3372040"/>
                <a:gd name="connsiteY128" fmla="*/ 936359 h 4313518"/>
                <a:gd name="connsiteX129" fmla="*/ 2576417 w 3372040"/>
                <a:gd name="connsiteY129" fmla="*/ 879209 h 4313518"/>
                <a:gd name="connsiteX130" fmla="*/ 925639 w 3372040"/>
                <a:gd name="connsiteY130" fmla="*/ 879209 h 4313518"/>
                <a:gd name="connsiteX131" fmla="*/ 544544 w 3372040"/>
                <a:gd name="connsiteY131" fmla="*/ 498018 h 4313518"/>
                <a:gd name="connsiteX132" fmla="*/ 851916 w 3372040"/>
                <a:gd name="connsiteY132" fmla="*/ 1699311 h 4313518"/>
                <a:gd name="connsiteX133" fmla="*/ 851916 w 3372040"/>
                <a:gd name="connsiteY133" fmla="*/ 1355744 h 4313518"/>
                <a:gd name="connsiteX134" fmla="*/ 1473041 w 3372040"/>
                <a:gd name="connsiteY134" fmla="*/ 1355744 h 4313518"/>
                <a:gd name="connsiteX135" fmla="*/ 1518761 w 3372040"/>
                <a:gd name="connsiteY135" fmla="*/ 1401464 h 4313518"/>
                <a:gd name="connsiteX136" fmla="*/ 1518761 w 3372040"/>
                <a:gd name="connsiteY136" fmla="*/ 1677689 h 4313518"/>
                <a:gd name="connsiteX137" fmla="*/ 1473041 w 3372040"/>
                <a:gd name="connsiteY137" fmla="*/ 1723409 h 4313518"/>
                <a:gd name="connsiteX138" fmla="*/ 872014 w 3372040"/>
                <a:gd name="connsiteY138" fmla="*/ 1723409 h 4313518"/>
                <a:gd name="connsiteX139" fmla="*/ 852107 w 3372040"/>
                <a:gd name="connsiteY139" fmla="*/ 1711027 h 4313518"/>
                <a:gd name="connsiteX140" fmla="*/ 851916 w 3372040"/>
                <a:gd name="connsiteY140" fmla="*/ 1699502 h 4313518"/>
                <a:gd name="connsiteX141" fmla="*/ 1190435 w 3372040"/>
                <a:gd name="connsiteY141" fmla="*/ 2270811 h 4313518"/>
                <a:gd name="connsiteX142" fmla="*/ 865918 w 3372040"/>
                <a:gd name="connsiteY142" fmla="*/ 1836281 h 4313518"/>
                <a:gd name="connsiteX143" fmla="*/ 1473041 w 3372040"/>
                <a:gd name="connsiteY143" fmla="*/ 1836281 h 4313518"/>
                <a:gd name="connsiteX144" fmla="*/ 1632299 w 3372040"/>
                <a:gd name="connsiteY144" fmla="*/ 1677023 h 4313518"/>
                <a:gd name="connsiteX145" fmla="*/ 1632299 w 3372040"/>
                <a:gd name="connsiteY145" fmla="*/ 1601775 h 4313518"/>
                <a:gd name="connsiteX146" fmla="*/ 1739551 w 3372040"/>
                <a:gd name="connsiteY146" fmla="*/ 1601775 h 4313518"/>
                <a:gd name="connsiteX147" fmla="*/ 1739551 w 3372040"/>
                <a:gd name="connsiteY147" fmla="*/ 1677023 h 4313518"/>
                <a:gd name="connsiteX148" fmla="*/ 1898809 w 3372040"/>
                <a:gd name="connsiteY148" fmla="*/ 1836281 h 4313518"/>
                <a:gd name="connsiteX149" fmla="*/ 2505837 w 3372040"/>
                <a:gd name="connsiteY149" fmla="*/ 1836281 h 4313518"/>
                <a:gd name="connsiteX150" fmla="*/ 2175510 w 3372040"/>
                <a:gd name="connsiteY150" fmla="*/ 2273859 h 4313518"/>
                <a:gd name="connsiteX151" fmla="*/ 1685925 w 3372040"/>
                <a:gd name="connsiteY151" fmla="*/ 2385302 h 4313518"/>
                <a:gd name="connsiteX152" fmla="*/ 1190625 w 3372040"/>
                <a:gd name="connsiteY152" fmla="*/ 2271192 h 4313518"/>
                <a:gd name="connsiteX153" fmla="*/ 1516380 w 3372040"/>
                <a:gd name="connsiteY153" fmla="*/ 2487886 h 4313518"/>
                <a:gd name="connsiteX154" fmla="*/ 1855470 w 3372040"/>
                <a:gd name="connsiteY154" fmla="*/ 2487886 h 4313518"/>
                <a:gd name="connsiteX155" fmla="*/ 1983486 w 3372040"/>
                <a:gd name="connsiteY155" fmla="*/ 2730202 h 4313518"/>
                <a:gd name="connsiteX156" fmla="*/ 1685925 w 3372040"/>
                <a:gd name="connsiteY156" fmla="*/ 2852693 h 4313518"/>
                <a:gd name="connsiteX157" fmla="*/ 1388364 w 3372040"/>
                <a:gd name="connsiteY157" fmla="*/ 2730583 h 4313518"/>
                <a:gd name="connsiteX158" fmla="*/ 1516380 w 3372040"/>
                <a:gd name="connsiteY158" fmla="*/ 2488267 h 4313518"/>
                <a:gd name="connsiteX159" fmla="*/ 1257300 w 3372040"/>
                <a:gd name="connsiteY159" fmla="*/ 2813165 h 4313518"/>
                <a:gd name="connsiteX160" fmla="*/ 1273016 w 3372040"/>
                <a:gd name="connsiteY160" fmla="*/ 2806592 h 4313518"/>
                <a:gd name="connsiteX161" fmla="*/ 1276636 w 3372040"/>
                <a:gd name="connsiteY161" fmla="*/ 2807640 h 4313518"/>
                <a:gd name="connsiteX162" fmla="*/ 1568672 w 3372040"/>
                <a:gd name="connsiteY162" fmla="*/ 2927560 h 4313518"/>
                <a:gd name="connsiteX163" fmla="*/ 1299401 w 3372040"/>
                <a:gd name="connsiteY163" fmla="*/ 3119108 h 4313518"/>
                <a:gd name="connsiteX164" fmla="*/ 1283208 w 3372040"/>
                <a:gd name="connsiteY164" fmla="*/ 3120536 h 4313518"/>
                <a:gd name="connsiteX165" fmla="*/ 1281875 w 3372040"/>
                <a:gd name="connsiteY165" fmla="*/ 3119679 h 4313518"/>
                <a:gd name="connsiteX166" fmla="*/ 1272350 w 3372040"/>
                <a:gd name="connsiteY166" fmla="*/ 3079865 h 4313518"/>
                <a:gd name="connsiteX167" fmla="*/ 1254633 w 3372040"/>
                <a:gd name="connsiteY167" fmla="*/ 2823642 h 4313518"/>
                <a:gd name="connsiteX168" fmla="*/ 1257300 w 3372040"/>
                <a:gd name="connsiteY168" fmla="*/ 2813165 h 4313518"/>
                <a:gd name="connsiteX169" fmla="*/ 1504950 w 3372040"/>
                <a:gd name="connsiteY169" fmla="*/ 4188099 h 4313518"/>
                <a:gd name="connsiteX170" fmla="*/ 787813 w 3372040"/>
                <a:gd name="connsiteY170" fmla="*/ 2844407 h 4313518"/>
                <a:gd name="connsiteX171" fmla="*/ 844963 w 3372040"/>
                <a:gd name="connsiteY171" fmla="*/ 2842216 h 4313518"/>
                <a:gd name="connsiteX172" fmla="*/ 1105472 w 3372040"/>
                <a:gd name="connsiteY172" fmla="*/ 2842216 h 4313518"/>
                <a:gd name="connsiteX173" fmla="*/ 1111758 w 3372040"/>
                <a:gd name="connsiteY173" fmla="*/ 2842216 h 4313518"/>
                <a:gd name="connsiteX174" fmla="*/ 1160431 w 3372040"/>
                <a:gd name="connsiteY174" fmla="*/ 3104725 h 4313518"/>
                <a:gd name="connsiteX175" fmla="*/ 1161098 w 3372040"/>
                <a:gd name="connsiteY175" fmla="*/ 3115107 h 4313518"/>
                <a:gd name="connsiteX176" fmla="*/ 1175671 w 3372040"/>
                <a:gd name="connsiteY176" fmla="*/ 3166733 h 4313518"/>
                <a:gd name="connsiteX177" fmla="*/ 1612583 w 3372040"/>
                <a:gd name="connsiteY177" fmla="*/ 4079704 h 4313518"/>
                <a:gd name="connsiteX178" fmla="*/ 1504950 w 3372040"/>
                <a:gd name="connsiteY178" fmla="*/ 4188099 h 4313518"/>
                <a:gd name="connsiteX179" fmla="*/ 1680020 w 3372040"/>
                <a:gd name="connsiteY179" fmla="*/ 4174763 h 4313518"/>
                <a:gd name="connsiteX180" fmla="*/ 2202371 w 3372040"/>
                <a:gd name="connsiteY180" fmla="*/ 3153017 h 4313518"/>
                <a:gd name="connsiteX181" fmla="*/ 2210181 w 3372040"/>
                <a:gd name="connsiteY181" fmla="*/ 3121394 h 4313518"/>
                <a:gd name="connsiteX182" fmla="*/ 2262569 w 3372040"/>
                <a:gd name="connsiteY182" fmla="*/ 2842025 h 4313518"/>
                <a:gd name="connsiteX183" fmla="*/ 2266474 w 3372040"/>
                <a:gd name="connsiteY183" fmla="*/ 2842025 h 4313518"/>
                <a:gd name="connsiteX184" fmla="*/ 2526983 w 3372040"/>
                <a:gd name="connsiteY184" fmla="*/ 2842025 h 4313518"/>
                <a:gd name="connsiteX185" fmla="*/ 2585085 w 3372040"/>
                <a:gd name="connsiteY185" fmla="*/ 2844311 h 4313518"/>
                <a:gd name="connsiteX186" fmla="*/ 1679543 w 3372040"/>
                <a:gd name="connsiteY186" fmla="*/ 4174763 h 431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3372040" h="4313518">
                  <a:moveTo>
                    <a:pt x="2659856" y="2738965"/>
                  </a:moveTo>
                  <a:lnTo>
                    <a:pt x="2659856" y="2738965"/>
                  </a:lnTo>
                  <a:cubicBezTo>
                    <a:pt x="2615975" y="2731993"/>
                    <a:pt x="2571607" y="2728487"/>
                    <a:pt x="2527173" y="2728487"/>
                  </a:cubicBezTo>
                  <a:lnTo>
                    <a:pt x="2266950" y="2728487"/>
                  </a:lnTo>
                  <a:cubicBezTo>
                    <a:pt x="2252834" y="2728487"/>
                    <a:pt x="2238727" y="2727468"/>
                    <a:pt x="2224754" y="2725439"/>
                  </a:cubicBezTo>
                  <a:cubicBezTo>
                    <a:pt x="2222430" y="2724944"/>
                    <a:pt x="2220078" y="2724592"/>
                    <a:pt x="2217706" y="2724392"/>
                  </a:cubicBezTo>
                  <a:lnTo>
                    <a:pt x="2217706" y="2724392"/>
                  </a:lnTo>
                  <a:cubicBezTo>
                    <a:pt x="2201790" y="2721734"/>
                    <a:pt x="2186111" y="2717791"/>
                    <a:pt x="2170843" y="2712581"/>
                  </a:cubicBezTo>
                  <a:cubicBezTo>
                    <a:pt x="2158651" y="2704875"/>
                    <a:pt x="2145259" y="2699274"/>
                    <a:pt x="2131219" y="2696007"/>
                  </a:cubicBezTo>
                  <a:cubicBezTo>
                    <a:pt x="2043046" y="2651364"/>
                    <a:pt x="1982210" y="2566486"/>
                    <a:pt x="1968246" y="2468645"/>
                  </a:cubicBezTo>
                  <a:cubicBezTo>
                    <a:pt x="2058495" y="2448614"/>
                    <a:pt x="2145840" y="2417220"/>
                    <a:pt x="2228183" y="2375205"/>
                  </a:cubicBezTo>
                  <a:cubicBezTo>
                    <a:pt x="2441762" y="2264839"/>
                    <a:pt x="2589333" y="2058613"/>
                    <a:pt x="2624899" y="1820850"/>
                  </a:cubicBezTo>
                  <a:lnTo>
                    <a:pt x="2727293" y="1820850"/>
                  </a:lnTo>
                  <a:cubicBezTo>
                    <a:pt x="2867006" y="1819221"/>
                    <a:pt x="2978944" y="1704645"/>
                    <a:pt x="2977315" y="1564932"/>
                  </a:cubicBezTo>
                  <a:cubicBezTo>
                    <a:pt x="2976848" y="1525127"/>
                    <a:pt x="2967000" y="1485989"/>
                    <a:pt x="2948559" y="1450709"/>
                  </a:cubicBezTo>
                  <a:lnTo>
                    <a:pt x="2948559" y="1003034"/>
                  </a:lnTo>
                  <a:cubicBezTo>
                    <a:pt x="2948350" y="541437"/>
                    <a:pt x="2574151" y="167320"/>
                    <a:pt x="2112550" y="167215"/>
                  </a:cubicBezTo>
                  <a:lnTo>
                    <a:pt x="983171" y="167215"/>
                  </a:lnTo>
                  <a:cubicBezTo>
                    <a:pt x="869299" y="167271"/>
                    <a:pt x="757238" y="138780"/>
                    <a:pt x="657225" y="84347"/>
                  </a:cubicBezTo>
                  <a:lnTo>
                    <a:pt x="515017" y="6718"/>
                  </a:lnTo>
                  <a:cubicBezTo>
                    <a:pt x="487156" y="-8118"/>
                    <a:pt x="452542" y="2439"/>
                    <a:pt x="437712" y="30297"/>
                  </a:cubicBezTo>
                  <a:cubicBezTo>
                    <a:pt x="433407" y="38380"/>
                    <a:pt x="431111" y="47378"/>
                    <a:pt x="431006" y="56534"/>
                  </a:cubicBezTo>
                  <a:lnTo>
                    <a:pt x="431006" y="498018"/>
                  </a:lnTo>
                  <a:cubicBezTo>
                    <a:pt x="431225" y="698748"/>
                    <a:pt x="552583" y="879494"/>
                    <a:pt x="738283" y="955694"/>
                  </a:cubicBezTo>
                  <a:lnTo>
                    <a:pt x="738283" y="1317073"/>
                  </a:lnTo>
                  <a:lnTo>
                    <a:pt x="645319" y="1317073"/>
                  </a:lnTo>
                  <a:cubicBezTo>
                    <a:pt x="506178" y="1317073"/>
                    <a:pt x="393383" y="1429868"/>
                    <a:pt x="393383" y="1569009"/>
                  </a:cubicBezTo>
                  <a:cubicBezTo>
                    <a:pt x="393383" y="1708150"/>
                    <a:pt x="506178" y="1820945"/>
                    <a:pt x="645319" y="1820945"/>
                  </a:cubicBezTo>
                  <a:lnTo>
                    <a:pt x="747713" y="1820945"/>
                  </a:lnTo>
                  <a:cubicBezTo>
                    <a:pt x="782707" y="2056308"/>
                    <a:pt x="927745" y="2260915"/>
                    <a:pt x="1138238" y="2371871"/>
                  </a:cubicBezTo>
                  <a:cubicBezTo>
                    <a:pt x="1222543" y="2415620"/>
                    <a:pt x="1312202" y="2448186"/>
                    <a:pt x="1404938" y="2468741"/>
                  </a:cubicBezTo>
                  <a:cubicBezTo>
                    <a:pt x="1391012" y="2566648"/>
                    <a:pt x="1330128" y="2651582"/>
                    <a:pt x="1241870" y="2696198"/>
                  </a:cubicBezTo>
                  <a:cubicBezTo>
                    <a:pt x="1227877" y="2699493"/>
                    <a:pt x="1214523" y="2705056"/>
                    <a:pt x="1202341" y="2712676"/>
                  </a:cubicBezTo>
                  <a:cubicBezTo>
                    <a:pt x="1171299" y="2723230"/>
                    <a:pt x="1138733" y="2728602"/>
                    <a:pt x="1105948" y="2728583"/>
                  </a:cubicBezTo>
                  <a:lnTo>
                    <a:pt x="844868" y="2728583"/>
                  </a:lnTo>
                  <a:cubicBezTo>
                    <a:pt x="800433" y="2728583"/>
                    <a:pt x="756066" y="2732088"/>
                    <a:pt x="712184" y="2739060"/>
                  </a:cubicBezTo>
                  <a:lnTo>
                    <a:pt x="711232" y="2739060"/>
                  </a:lnTo>
                  <a:cubicBezTo>
                    <a:pt x="301657" y="2805354"/>
                    <a:pt x="505" y="3158741"/>
                    <a:pt x="0" y="3573641"/>
                  </a:cubicBezTo>
                  <a:lnTo>
                    <a:pt x="0" y="4259441"/>
                  </a:lnTo>
                  <a:cubicBezTo>
                    <a:pt x="3404" y="4290816"/>
                    <a:pt x="31601" y="4313495"/>
                    <a:pt x="62980" y="4310095"/>
                  </a:cubicBezTo>
                  <a:cubicBezTo>
                    <a:pt x="89665" y="4307199"/>
                    <a:pt x="110739" y="4286120"/>
                    <a:pt x="113633" y="4259441"/>
                  </a:cubicBezTo>
                  <a:lnTo>
                    <a:pt x="113633" y="3573641"/>
                  </a:lnTo>
                  <a:cubicBezTo>
                    <a:pt x="114048" y="3235379"/>
                    <a:pt x="345977" y="2941371"/>
                    <a:pt x="674846" y="2862218"/>
                  </a:cubicBezTo>
                  <a:cubicBezTo>
                    <a:pt x="710279" y="3097295"/>
                    <a:pt x="875443" y="3930447"/>
                    <a:pt x="1479233" y="4307161"/>
                  </a:cubicBezTo>
                  <a:lnTo>
                    <a:pt x="1479233" y="4307161"/>
                  </a:lnTo>
                  <a:lnTo>
                    <a:pt x="1479233" y="4307161"/>
                  </a:lnTo>
                  <a:lnTo>
                    <a:pt x="1479233" y="4307161"/>
                  </a:lnTo>
                  <a:lnTo>
                    <a:pt x="1479233" y="4307161"/>
                  </a:lnTo>
                  <a:lnTo>
                    <a:pt x="1481328" y="4308399"/>
                  </a:lnTo>
                  <a:lnTo>
                    <a:pt x="1484376" y="4309923"/>
                  </a:lnTo>
                  <a:lnTo>
                    <a:pt x="1485710" y="4310590"/>
                  </a:lnTo>
                  <a:lnTo>
                    <a:pt x="1486567" y="4310590"/>
                  </a:lnTo>
                  <a:lnTo>
                    <a:pt x="1489901" y="4311828"/>
                  </a:lnTo>
                  <a:lnTo>
                    <a:pt x="1491710" y="4312495"/>
                  </a:lnTo>
                  <a:lnTo>
                    <a:pt x="1493139" y="4312971"/>
                  </a:lnTo>
                  <a:lnTo>
                    <a:pt x="1494377" y="4312971"/>
                  </a:lnTo>
                  <a:lnTo>
                    <a:pt x="1495806" y="4312971"/>
                  </a:lnTo>
                  <a:lnTo>
                    <a:pt x="1497235" y="4312971"/>
                  </a:lnTo>
                  <a:lnTo>
                    <a:pt x="1499997" y="4313447"/>
                  </a:lnTo>
                  <a:lnTo>
                    <a:pt x="1501902" y="4313447"/>
                  </a:lnTo>
                  <a:lnTo>
                    <a:pt x="1501902" y="4313447"/>
                  </a:lnTo>
                  <a:lnTo>
                    <a:pt x="1502759" y="4313447"/>
                  </a:lnTo>
                  <a:cubicBezTo>
                    <a:pt x="1504693" y="4313543"/>
                    <a:pt x="1506636" y="4313543"/>
                    <a:pt x="1508570" y="4313447"/>
                  </a:cubicBezTo>
                  <a:lnTo>
                    <a:pt x="1514475" y="4313447"/>
                  </a:lnTo>
                  <a:cubicBezTo>
                    <a:pt x="2431923" y="4251726"/>
                    <a:pt x="2655570" y="3139015"/>
                    <a:pt x="2697099" y="2862218"/>
                  </a:cubicBezTo>
                  <a:cubicBezTo>
                    <a:pt x="3026007" y="2941333"/>
                    <a:pt x="3257979" y="3235351"/>
                    <a:pt x="3258407" y="3573641"/>
                  </a:cubicBezTo>
                  <a:lnTo>
                    <a:pt x="3258407" y="4259441"/>
                  </a:lnTo>
                  <a:cubicBezTo>
                    <a:pt x="3261808" y="4290816"/>
                    <a:pt x="3290011" y="4313495"/>
                    <a:pt x="3321387" y="4310095"/>
                  </a:cubicBezTo>
                  <a:cubicBezTo>
                    <a:pt x="3348076" y="4307199"/>
                    <a:pt x="3369145" y="4286120"/>
                    <a:pt x="3372041" y="4259441"/>
                  </a:cubicBezTo>
                  <a:lnTo>
                    <a:pt x="3372041" y="3573641"/>
                  </a:lnTo>
                  <a:cubicBezTo>
                    <a:pt x="3371545" y="3158379"/>
                    <a:pt x="3069860" y="2804811"/>
                    <a:pt x="2659856" y="2738965"/>
                  </a:cubicBezTo>
                  <a:close/>
                  <a:moveTo>
                    <a:pt x="2094929" y="2807545"/>
                  </a:moveTo>
                  <a:cubicBezTo>
                    <a:pt x="2096081" y="2807030"/>
                    <a:pt x="2097300" y="2806678"/>
                    <a:pt x="2098548" y="2806497"/>
                  </a:cubicBezTo>
                  <a:cubicBezTo>
                    <a:pt x="2103691" y="2808783"/>
                    <a:pt x="2108930" y="2810974"/>
                    <a:pt x="2114169" y="2813069"/>
                  </a:cubicBezTo>
                  <a:cubicBezTo>
                    <a:pt x="2116398" y="2816079"/>
                    <a:pt x="2117455" y="2819813"/>
                    <a:pt x="2117122" y="2823547"/>
                  </a:cubicBezTo>
                  <a:lnTo>
                    <a:pt x="2098072" y="3093009"/>
                  </a:lnTo>
                  <a:cubicBezTo>
                    <a:pt x="2096072" y="3101105"/>
                    <a:pt x="2094071" y="3109297"/>
                    <a:pt x="2091976" y="3117584"/>
                  </a:cubicBezTo>
                  <a:cubicBezTo>
                    <a:pt x="2090766" y="3118746"/>
                    <a:pt x="2089385" y="3119708"/>
                    <a:pt x="2087880" y="3120441"/>
                  </a:cubicBezTo>
                  <a:cubicBezTo>
                    <a:pt x="2082660" y="3123127"/>
                    <a:pt x="2076355" y="3122565"/>
                    <a:pt x="2071688" y="3119012"/>
                  </a:cubicBezTo>
                  <a:lnTo>
                    <a:pt x="1802797" y="2927560"/>
                  </a:lnTo>
                  <a:close/>
                  <a:moveTo>
                    <a:pt x="2060543" y="3234265"/>
                  </a:moveTo>
                  <a:cubicBezTo>
                    <a:pt x="1992154" y="3465246"/>
                    <a:pt x="1877187" y="3747281"/>
                    <a:pt x="1686973" y="3990741"/>
                  </a:cubicBezTo>
                  <a:cubicBezTo>
                    <a:pt x="1496473" y="3747472"/>
                    <a:pt x="1381697" y="3465056"/>
                    <a:pt x="1313402" y="3233789"/>
                  </a:cubicBezTo>
                  <a:cubicBezTo>
                    <a:pt x="1332224" y="3230379"/>
                    <a:pt x="1350045" y="3222825"/>
                    <a:pt x="1365599" y="3211691"/>
                  </a:cubicBezTo>
                  <a:lnTo>
                    <a:pt x="1685925" y="2983757"/>
                  </a:lnTo>
                  <a:lnTo>
                    <a:pt x="2006251" y="3211595"/>
                  </a:lnTo>
                  <a:cubicBezTo>
                    <a:pt x="2022367" y="3223225"/>
                    <a:pt x="2040941" y="3230988"/>
                    <a:pt x="2060543" y="3234265"/>
                  </a:cubicBezTo>
                  <a:close/>
                  <a:moveTo>
                    <a:pt x="2519934" y="1699597"/>
                  </a:moveTo>
                  <a:cubicBezTo>
                    <a:pt x="2519934" y="1703407"/>
                    <a:pt x="2519934" y="1707122"/>
                    <a:pt x="2519934" y="1710836"/>
                  </a:cubicBezTo>
                  <a:cubicBezTo>
                    <a:pt x="2512533" y="1713580"/>
                    <a:pt x="2505761" y="1717790"/>
                    <a:pt x="2500027" y="1723219"/>
                  </a:cubicBezTo>
                  <a:lnTo>
                    <a:pt x="1898999" y="1723219"/>
                  </a:lnTo>
                  <a:cubicBezTo>
                    <a:pt x="1873748" y="1723219"/>
                    <a:pt x="1853279" y="1702750"/>
                    <a:pt x="1853279" y="1677499"/>
                  </a:cubicBezTo>
                  <a:lnTo>
                    <a:pt x="1853279" y="1401274"/>
                  </a:lnTo>
                  <a:cubicBezTo>
                    <a:pt x="1853279" y="1376023"/>
                    <a:pt x="1873748" y="1355554"/>
                    <a:pt x="1898999" y="1355554"/>
                  </a:cubicBezTo>
                  <a:lnTo>
                    <a:pt x="2520124" y="1355554"/>
                  </a:lnTo>
                  <a:close/>
                  <a:moveTo>
                    <a:pt x="2519934" y="1242397"/>
                  </a:moveTo>
                  <a:lnTo>
                    <a:pt x="1898809" y="1242397"/>
                  </a:lnTo>
                  <a:cubicBezTo>
                    <a:pt x="1810893" y="1242502"/>
                    <a:pt x="1739656" y="1313739"/>
                    <a:pt x="1739551" y="1401655"/>
                  </a:cubicBezTo>
                  <a:lnTo>
                    <a:pt x="1739551" y="1488713"/>
                  </a:lnTo>
                  <a:lnTo>
                    <a:pt x="1632299" y="1488713"/>
                  </a:lnTo>
                  <a:lnTo>
                    <a:pt x="1632299" y="1401655"/>
                  </a:lnTo>
                  <a:cubicBezTo>
                    <a:pt x="1632194" y="1313739"/>
                    <a:pt x="1560957" y="1242502"/>
                    <a:pt x="1473041" y="1242397"/>
                  </a:cubicBezTo>
                  <a:lnTo>
                    <a:pt x="851916" y="1242397"/>
                  </a:lnTo>
                  <a:lnTo>
                    <a:pt x="851916" y="987127"/>
                  </a:lnTo>
                  <a:cubicBezTo>
                    <a:pt x="876319" y="990803"/>
                    <a:pt x="900960" y="992651"/>
                    <a:pt x="925639" y="992651"/>
                  </a:cubicBezTo>
                  <a:lnTo>
                    <a:pt x="2519934" y="992651"/>
                  </a:lnTo>
                  <a:close/>
                  <a:moveTo>
                    <a:pt x="2726531" y="1707503"/>
                  </a:moveTo>
                  <a:lnTo>
                    <a:pt x="2633472" y="1707503"/>
                  </a:lnTo>
                  <a:cubicBezTo>
                    <a:pt x="2633472" y="1704931"/>
                    <a:pt x="2633472" y="1702359"/>
                    <a:pt x="2633472" y="1699692"/>
                  </a:cubicBezTo>
                  <a:lnTo>
                    <a:pt x="2633472" y="1430706"/>
                  </a:lnTo>
                  <a:lnTo>
                    <a:pt x="2726436" y="1430706"/>
                  </a:lnTo>
                  <a:cubicBezTo>
                    <a:pt x="2802712" y="1434716"/>
                    <a:pt x="2861300" y="1499800"/>
                    <a:pt x="2857291" y="1576077"/>
                  </a:cubicBezTo>
                  <a:cubicBezTo>
                    <a:pt x="2853576" y="1646752"/>
                    <a:pt x="2797112" y="1703216"/>
                    <a:pt x="2726436" y="1706931"/>
                  </a:cubicBezTo>
                  <a:close/>
                  <a:moveTo>
                    <a:pt x="645319" y="1707503"/>
                  </a:moveTo>
                  <a:cubicBezTo>
                    <a:pt x="569043" y="1703493"/>
                    <a:pt x="510454" y="1638408"/>
                    <a:pt x="514464" y="1562132"/>
                  </a:cubicBezTo>
                  <a:cubicBezTo>
                    <a:pt x="518179" y="1491457"/>
                    <a:pt x="574643" y="1434992"/>
                    <a:pt x="645319" y="1431278"/>
                  </a:cubicBezTo>
                  <a:lnTo>
                    <a:pt x="738283" y="1431278"/>
                  </a:lnTo>
                  <a:lnTo>
                    <a:pt x="738283" y="1700073"/>
                  </a:lnTo>
                  <a:cubicBezTo>
                    <a:pt x="738283" y="1702645"/>
                    <a:pt x="738283" y="1705312"/>
                    <a:pt x="738283" y="1707884"/>
                  </a:cubicBezTo>
                  <a:close/>
                  <a:moveTo>
                    <a:pt x="544544" y="497828"/>
                  </a:moveTo>
                  <a:lnTo>
                    <a:pt x="544544" y="152261"/>
                  </a:lnTo>
                  <a:lnTo>
                    <a:pt x="602742" y="184074"/>
                  </a:lnTo>
                  <a:cubicBezTo>
                    <a:pt x="719423" y="247824"/>
                    <a:pt x="850211" y="281324"/>
                    <a:pt x="983171" y="281515"/>
                  </a:cubicBezTo>
                  <a:lnTo>
                    <a:pt x="2112550" y="281515"/>
                  </a:lnTo>
                  <a:cubicBezTo>
                    <a:pt x="2510914" y="281935"/>
                    <a:pt x="2833745" y="604767"/>
                    <a:pt x="2834164" y="1003129"/>
                  </a:cubicBezTo>
                  <a:lnTo>
                    <a:pt x="2834164" y="1341743"/>
                  </a:lnTo>
                  <a:cubicBezTo>
                    <a:pt x="2800569" y="1325645"/>
                    <a:pt x="2763784" y="1317311"/>
                    <a:pt x="2726531" y="1317359"/>
                  </a:cubicBezTo>
                  <a:lnTo>
                    <a:pt x="2633567" y="1317359"/>
                  </a:lnTo>
                  <a:lnTo>
                    <a:pt x="2633567" y="936359"/>
                  </a:lnTo>
                  <a:cubicBezTo>
                    <a:pt x="2633567" y="904793"/>
                    <a:pt x="2607983" y="879209"/>
                    <a:pt x="2576417" y="879209"/>
                  </a:cubicBezTo>
                  <a:lnTo>
                    <a:pt x="925639" y="879209"/>
                  </a:lnTo>
                  <a:cubicBezTo>
                    <a:pt x="715242" y="878942"/>
                    <a:pt x="544754" y="708416"/>
                    <a:pt x="544544" y="498018"/>
                  </a:cubicBezTo>
                  <a:close/>
                  <a:moveTo>
                    <a:pt x="851916" y="1699311"/>
                  </a:moveTo>
                  <a:lnTo>
                    <a:pt x="851916" y="1355744"/>
                  </a:lnTo>
                  <a:lnTo>
                    <a:pt x="1473041" y="1355744"/>
                  </a:lnTo>
                  <a:cubicBezTo>
                    <a:pt x="1498292" y="1355744"/>
                    <a:pt x="1518761" y="1376214"/>
                    <a:pt x="1518761" y="1401464"/>
                  </a:cubicBezTo>
                  <a:lnTo>
                    <a:pt x="1518761" y="1677689"/>
                  </a:lnTo>
                  <a:cubicBezTo>
                    <a:pt x="1518761" y="1702940"/>
                    <a:pt x="1498292" y="1723409"/>
                    <a:pt x="1473041" y="1723409"/>
                  </a:cubicBezTo>
                  <a:lnTo>
                    <a:pt x="872014" y="1723409"/>
                  </a:lnTo>
                  <a:cubicBezTo>
                    <a:pt x="866280" y="1717980"/>
                    <a:pt x="859507" y="1713770"/>
                    <a:pt x="852107" y="1711027"/>
                  </a:cubicBezTo>
                  <a:cubicBezTo>
                    <a:pt x="852011" y="1707026"/>
                    <a:pt x="851916" y="1703312"/>
                    <a:pt x="851916" y="1699502"/>
                  </a:cubicBezTo>
                  <a:close/>
                  <a:moveTo>
                    <a:pt x="1190435" y="2270811"/>
                  </a:moveTo>
                  <a:cubicBezTo>
                    <a:pt x="1022471" y="2182076"/>
                    <a:pt x="903313" y="2022523"/>
                    <a:pt x="865918" y="1836281"/>
                  </a:cubicBezTo>
                  <a:lnTo>
                    <a:pt x="1473041" y="1836281"/>
                  </a:lnTo>
                  <a:cubicBezTo>
                    <a:pt x="1560957" y="1836176"/>
                    <a:pt x="1632194" y="1764938"/>
                    <a:pt x="1632299" y="1677023"/>
                  </a:cubicBezTo>
                  <a:lnTo>
                    <a:pt x="1632299" y="1601775"/>
                  </a:lnTo>
                  <a:lnTo>
                    <a:pt x="1739551" y="1601775"/>
                  </a:lnTo>
                  <a:lnTo>
                    <a:pt x="1739551" y="1677023"/>
                  </a:lnTo>
                  <a:cubicBezTo>
                    <a:pt x="1739656" y="1764938"/>
                    <a:pt x="1810893" y="1836176"/>
                    <a:pt x="1898809" y="1836281"/>
                  </a:cubicBezTo>
                  <a:lnTo>
                    <a:pt x="2505837" y="1836281"/>
                  </a:lnTo>
                  <a:cubicBezTo>
                    <a:pt x="2467747" y="2024676"/>
                    <a:pt x="2346255" y="2185610"/>
                    <a:pt x="2175510" y="2273859"/>
                  </a:cubicBezTo>
                  <a:cubicBezTo>
                    <a:pt x="2031873" y="2348440"/>
                    <a:pt x="1866900" y="2385302"/>
                    <a:pt x="1685925" y="2385302"/>
                  </a:cubicBezTo>
                  <a:cubicBezTo>
                    <a:pt x="1502283" y="2385302"/>
                    <a:pt x="1335500" y="2346916"/>
                    <a:pt x="1190625" y="2271192"/>
                  </a:cubicBezTo>
                  <a:close/>
                  <a:moveTo>
                    <a:pt x="1516380" y="2487886"/>
                  </a:moveTo>
                  <a:cubicBezTo>
                    <a:pt x="1628966" y="2502107"/>
                    <a:pt x="1742885" y="2502107"/>
                    <a:pt x="1855470" y="2487886"/>
                  </a:cubicBezTo>
                  <a:cubicBezTo>
                    <a:pt x="1869519" y="2580812"/>
                    <a:pt x="1914649" y="2666223"/>
                    <a:pt x="1983486" y="2730202"/>
                  </a:cubicBezTo>
                  <a:lnTo>
                    <a:pt x="1685925" y="2852693"/>
                  </a:lnTo>
                  <a:lnTo>
                    <a:pt x="1388364" y="2730583"/>
                  </a:lnTo>
                  <a:cubicBezTo>
                    <a:pt x="1457239" y="2666632"/>
                    <a:pt x="1502369" y="2581202"/>
                    <a:pt x="1516380" y="2488267"/>
                  </a:cubicBezTo>
                  <a:close/>
                  <a:moveTo>
                    <a:pt x="1257300" y="2813165"/>
                  </a:moveTo>
                  <a:lnTo>
                    <a:pt x="1273016" y="2806592"/>
                  </a:lnTo>
                  <a:cubicBezTo>
                    <a:pt x="1274264" y="2806792"/>
                    <a:pt x="1275474" y="2807145"/>
                    <a:pt x="1276636" y="2807640"/>
                  </a:cubicBezTo>
                  <a:lnTo>
                    <a:pt x="1568672" y="2927560"/>
                  </a:lnTo>
                  <a:lnTo>
                    <a:pt x="1299401" y="3119108"/>
                  </a:lnTo>
                  <a:cubicBezTo>
                    <a:pt x="1294733" y="3122660"/>
                    <a:pt x="1288428" y="3123223"/>
                    <a:pt x="1283208" y="3120536"/>
                  </a:cubicBezTo>
                  <a:cubicBezTo>
                    <a:pt x="1282732" y="3120308"/>
                    <a:pt x="1282284" y="3120022"/>
                    <a:pt x="1281875" y="3119679"/>
                  </a:cubicBezTo>
                  <a:cubicBezTo>
                    <a:pt x="1278446" y="3106154"/>
                    <a:pt x="1275207" y="3092914"/>
                    <a:pt x="1272350" y="3079865"/>
                  </a:cubicBezTo>
                  <a:lnTo>
                    <a:pt x="1254633" y="2823642"/>
                  </a:lnTo>
                  <a:cubicBezTo>
                    <a:pt x="1254224" y="2819947"/>
                    <a:pt x="1255166" y="2816222"/>
                    <a:pt x="1257300" y="2813165"/>
                  </a:cubicBezTo>
                  <a:close/>
                  <a:moveTo>
                    <a:pt x="1504950" y="4188099"/>
                  </a:moveTo>
                  <a:cubicBezTo>
                    <a:pt x="976122" y="3829768"/>
                    <a:pt x="821246" y="3057862"/>
                    <a:pt x="787813" y="2844407"/>
                  </a:cubicBezTo>
                  <a:cubicBezTo>
                    <a:pt x="806863" y="2842978"/>
                    <a:pt x="825913" y="2842216"/>
                    <a:pt x="844963" y="2842216"/>
                  </a:cubicBezTo>
                  <a:lnTo>
                    <a:pt x="1105472" y="2842216"/>
                  </a:lnTo>
                  <a:lnTo>
                    <a:pt x="1111758" y="2842216"/>
                  </a:lnTo>
                  <a:cubicBezTo>
                    <a:pt x="1118997" y="2897556"/>
                    <a:pt x="1133475" y="2989949"/>
                    <a:pt x="1160431" y="3104725"/>
                  </a:cubicBezTo>
                  <a:lnTo>
                    <a:pt x="1161098" y="3115107"/>
                  </a:lnTo>
                  <a:cubicBezTo>
                    <a:pt x="1162345" y="3133138"/>
                    <a:pt x="1167298" y="3150712"/>
                    <a:pt x="1175671" y="3166733"/>
                  </a:cubicBezTo>
                  <a:cubicBezTo>
                    <a:pt x="1242917" y="3428099"/>
                    <a:pt x="1371410" y="3780143"/>
                    <a:pt x="1612583" y="4079704"/>
                  </a:cubicBezTo>
                  <a:cubicBezTo>
                    <a:pt x="1578559" y="4117632"/>
                    <a:pt x="1542631" y="4153808"/>
                    <a:pt x="1504950" y="4188099"/>
                  </a:cubicBezTo>
                  <a:close/>
                  <a:moveTo>
                    <a:pt x="1680020" y="4174763"/>
                  </a:moveTo>
                  <a:cubicBezTo>
                    <a:pt x="1979486" y="3853390"/>
                    <a:pt x="2129219" y="3443815"/>
                    <a:pt x="2202371" y="3153017"/>
                  </a:cubicBezTo>
                  <a:cubicBezTo>
                    <a:pt x="2206257" y="3142834"/>
                    <a:pt x="2208876" y="3132214"/>
                    <a:pt x="2210181" y="3121394"/>
                  </a:cubicBezTo>
                  <a:cubicBezTo>
                    <a:pt x="2232460" y="3029239"/>
                    <a:pt x="2249948" y="2935989"/>
                    <a:pt x="2262569" y="2842025"/>
                  </a:cubicBezTo>
                  <a:lnTo>
                    <a:pt x="2266474" y="2842025"/>
                  </a:lnTo>
                  <a:lnTo>
                    <a:pt x="2526983" y="2842025"/>
                  </a:lnTo>
                  <a:cubicBezTo>
                    <a:pt x="2546509" y="2842025"/>
                    <a:pt x="2565940" y="2842787"/>
                    <a:pt x="2585085" y="2844311"/>
                  </a:cubicBezTo>
                  <a:cubicBezTo>
                    <a:pt x="2550319" y="3079769"/>
                    <a:pt x="2371725" y="3996265"/>
                    <a:pt x="1679543" y="417476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5" name="Freeform 56">
              <a:extLst>
                <a:ext uri="{FF2B5EF4-FFF2-40B4-BE49-F238E27FC236}">
                  <a16:creationId xmlns:a16="http://schemas.microsoft.com/office/drawing/2014/main" id="{6FD0FA87-E89E-909E-021B-5FA5A7C53DF8}"/>
                </a:ext>
              </a:extLst>
            </p:cNvPr>
            <p:cNvSpPr/>
            <p:nvPr/>
          </p:nvSpPr>
          <p:spPr>
            <a:xfrm>
              <a:off x="2076344" y="2271096"/>
              <a:ext cx="92104" cy="29561"/>
            </a:xfrm>
            <a:custGeom>
              <a:avLst/>
              <a:gdLst>
                <a:gd name="connsiteX0" fmla="*/ 783267 w 808816"/>
                <a:gd name="connsiteY0" fmla="*/ 105833 h 259594"/>
                <a:gd name="connsiteX1" fmla="*/ 786696 w 808816"/>
                <a:gd name="connsiteY1" fmla="*/ 102404 h 259594"/>
                <a:gd name="connsiteX2" fmla="*/ 796821 w 808816"/>
                <a:gd name="connsiteY2" fmla="*/ 22222 h 259594"/>
                <a:gd name="connsiteX3" fmla="*/ 716639 w 808816"/>
                <a:gd name="connsiteY3" fmla="*/ 12087 h 259594"/>
                <a:gd name="connsiteX4" fmla="*/ 706971 w 808816"/>
                <a:gd name="connsiteY4" fmla="*/ 21631 h 259594"/>
                <a:gd name="connsiteX5" fmla="*/ 703638 w 808816"/>
                <a:gd name="connsiteY5" fmla="*/ 24870 h 259594"/>
                <a:gd name="connsiteX6" fmla="*/ 105277 w 808816"/>
                <a:gd name="connsiteY6" fmla="*/ 24870 h 259594"/>
                <a:gd name="connsiteX7" fmla="*/ 101848 w 808816"/>
                <a:gd name="connsiteY7" fmla="*/ 21536 h 259594"/>
                <a:gd name="connsiteX8" fmla="*/ 21533 w 808816"/>
                <a:gd name="connsiteY8" fmla="*/ 12459 h 259594"/>
                <a:gd name="connsiteX9" fmla="*/ 12456 w 808816"/>
                <a:gd name="connsiteY9" fmla="*/ 92764 h 259594"/>
                <a:gd name="connsiteX10" fmla="*/ 22124 w 808816"/>
                <a:gd name="connsiteY10" fmla="*/ 102308 h 259594"/>
                <a:gd name="connsiteX11" fmla="*/ 25648 w 808816"/>
                <a:gd name="connsiteY11" fmla="*/ 105833 h 259594"/>
                <a:gd name="connsiteX12" fmla="*/ 783267 w 808816"/>
                <a:gd name="connsiteY12" fmla="*/ 105833 h 259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816" h="259594">
                  <a:moveTo>
                    <a:pt x="783267" y="105833"/>
                  </a:moveTo>
                  <a:lnTo>
                    <a:pt x="786696" y="102404"/>
                  </a:lnTo>
                  <a:cubicBezTo>
                    <a:pt x="811632" y="83058"/>
                    <a:pt x="816166" y="47159"/>
                    <a:pt x="796821" y="22222"/>
                  </a:cubicBezTo>
                  <a:cubicBezTo>
                    <a:pt x="777476" y="-2724"/>
                    <a:pt x="741576" y="-7258"/>
                    <a:pt x="716639" y="12087"/>
                  </a:cubicBezTo>
                  <a:cubicBezTo>
                    <a:pt x="713048" y="14878"/>
                    <a:pt x="709800" y="18079"/>
                    <a:pt x="706971" y="21631"/>
                  </a:cubicBezTo>
                  <a:lnTo>
                    <a:pt x="703638" y="24870"/>
                  </a:lnTo>
                  <a:cubicBezTo>
                    <a:pt x="537036" y="186766"/>
                    <a:pt x="271879" y="186766"/>
                    <a:pt x="105277" y="24870"/>
                  </a:cubicBezTo>
                  <a:lnTo>
                    <a:pt x="101848" y="21536"/>
                  </a:lnTo>
                  <a:cubicBezTo>
                    <a:pt x="82179" y="-3152"/>
                    <a:pt x="46222" y="-7210"/>
                    <a:pt x="21533" y="12459"/>
                  </a:cubicBezTo>
                  <a:cubicBezTo>
                    <a:pt x="-3146" y="32128"/>
                    <a:pt x="-7213" y="68085"/>
                    <a:pt x="12456" y="92764"/>
                  </a:cubicBezTo>
                  <a:cubicBezTo>
                    <a:pt x="15294" y="96317"/>
                    <a:pt x="18533" y="99527"/>
                    <a:pt x="22124" y="102308"/>
                  </a:cubicBezTo>
                  <a:lnTo>
                    <a:pt x="25648" y="105833"/>
                  </a:lnTo>
                  <a:cubicBezTo>
                    <a:pt x="236579" y="310849"/>
                    <a:pt x="572335" y="310849"/>
                    <a:pt x="783267" y="10583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6" name="Freeform 57">
              <a:extLst>
                <a:ext uri="{FF2B5EF4-FFF2-40B4-BE49-F238E27FC236}">
                  <a16:creationId xmlns:a16="http://schemas.microsoft.com/office/drawing/2014/main" id="{6B92E17A-4312-8983-6571-81B408AAA0B9}"/>
                </a:ext>
              </a:extLst>
            </p:cNvPr>
            <p:cNvSpPr/>
            <p:nvPr/>
          </p:nvSpPr>
          <p:spPr>
            <a:xfrm>
              <a:off x="2067415" y="2217103"/>
              <a:ext cx="14997" cy="15521"/>
            </a:xfrm>
            <a:custGeom>
              <a:avLst/>
              <a:gdLst>
                <a:gd name="connsiteX0" fmla="*/ 65865 w 131695"/>
                <a:gd name="connsiteY0" fmla="*/ 136303 h 136302"/>
                <a:gd name="connsiteX1" fmla="*/ 65865 w 131695"/>
                <a:gd name="connsiteY1" fmla="*/ 0 h 136302"/>
                <a:gd name="connsiteX2" fmla="*/ 65865 w 131695"/>
                <a:gd name="connsiteY2" fmla="*/ 136303 h 136302"/>
              </a:gdLst>
              <a:ahLst/>
              <a:cxnLst>
                <a:cxn ang="0">
                  <a:pos x="connsiteX0" y="connsiteY0"/>
                </a:cxn>
                <a:cxn ang="0">
                  <a:pos x="connsiteX1" y="connsiteY1"/>
                </a:cxn>
                <a:cxn ang="0">
                  <a:pos x="connsiteX2" y="connsiteY2"/>
                </a:cxn>
              </a:cxnLst>
              <a:rect l="l" t="t" r="r" b="b"/>
              <a:pathLst>
                <a:path w="131695" h="136302">
                  <a:moveTo>
                    <a:pt x="65865" y="136303"/>
                  </a:moveTo>
                  <a:cubicBezTo>
                    <a:pt x="153591" y="136303"/>
                    <a:pt x="153686" y="0"/>
                    <a:pt x="65865" y="0"/>
                  </a:cubicBezTo>
                  <a:cubicBezTo>
                    <a:pt x="-21955" y="0"/>
                    <a:pt x="-21955" y="136303"/>
                    <a:pt x="65865"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sp>
          <p:nvSpPr>
            <p:cNvPr id="147" name="Freeform 58">
              <a:extLst>
                <a:ext uri="{FF2B5EF4-FFF2-40B4-BE49-F238E27FC236}">
                  <a16:creationId xmlns:a16="http://schemas.microsoft.com/office/drawing/2014/main" id="{58E6B9A8-5700-FF25-C693-18EA9639A6C7}"/>
                </a:ext>
              </a:extLst>
            </p:cNvPr>
            <p:cNvSpPr/>
            <p:nvPr/>
          </p:nvSpPr>
          <p:spPr>
            <a:xfrm>
              <a:off x="2162373" y="2217103"/>
              <a:ext cx="15001" cy="15521"/>
            </a:xfrm>
            <a:custGeom>
              <a:avLst/>
              <a:gdLst>
                <a:gd name="connsiteX0" fmla="*/ 65901 w 131730"/>
                <a:gd name="connsiteY0" fmla="*/ 136303 h 136302"/>
                <a:gd name="connsiteX1" fmla="*/ 65901 w 131730"/>
                <a:gd name="connsiteY1" fmla="*/ 0 h 136302"/>
                <a:gd name="connsiteX2" fmla="*/ 65901 w 131730"/>
                <a:gd name="connsiteY2" fmla="*/ 136303 h 136302"/>
              </a:gdLst>
              <a:ahLst/>
              <a:cxnLst>
                <a:cxn ang="0">
                  <a:pos x="connsiteX0" y="connsiteY0"/>
                </a:cxn>
                <a:cxn ang="0">
                  <a:pos x="connsiteX1" y="connsiteY1"/>
                </a:cxn>
                <a:cxn ang="0">
                  <a:pos x="connsiteX2" y="connsiteY2"/>
                </a:cxn>
              </a:cxnLst>
              <a:rect l="l" t="t" r="r" b="b"/>
              <a:pathLst>
                <a:path w="131730" h="136302">
                  <a:moveTo>
                    <a:pt x="65901" y="136303"/>
                  </a:moveTo>
                  <a:cubicBezTo>
                    <a:pt x="153626" y="136303"/>
                    <a:pt x="153721" y="0"/>
                    <a:pt x="65901" y="0"/>
                  </a:cubicBezTo>
                  <a:cubicBezTo>
                    <a:pt x="-21919" y="0"/>
                    <a:pt x="-22015" y="136303"/>
                    <a:pt x="65901" y="13630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effectLst/>
                <a:uLnTx/>
                <a:uFillTx/>
                <a:latin typeface="Aptos" panose="02110004020202020204"/>
                <a:ea typeface="+mn-ea"/>
                <a:cs typeface="+mn-cs"/>
              </a:endParaRPr>
            </a:p>
          </p:txBody>
        </p:sp>
      </p:grpSp>
      <p:sp>
        <p:nvSpPr>
          <p:cNvPr id="163" name="Rectangle: Rounded Corners 162">
            <a:extLst>
              <a:ext uri="{FF2B5EF4-FFF2-40B4-BE49-F238E27FC236}">
                <a16:creationId xmlns:a16="http://schemas.microsoft.com/office/drawing/2014/main" id="{6328E3E3-35A5-07AC-13BC-245CA06466D5}"/>
              </a:ext>
              <a:ext uri="{C183D7F6-B498-43B3-948B-1728B52AA6E4}">
                <adec:decorative xmlns:adec="http://schemas.microsoft.com/office/drawing/2017/decorative" val="1"/>
              </a:ext>
            </a:extLst>
          </p:cNvPr>
          <p:cNvSpPr/>
          <p:nvPr/>
        </p:nvSpPr>
        <p:spPr bwMode="auto">
          <a:xfrm>
            <a:off x="301688" y="5476517"/>
            <a:ext cx="11513975" cy="457200"/>
          </a:xfrm>
          <a:prstGeom prst="roundRect">
            <a:avLst>
              <a:gd name="adj" fmla="val 50000"/>
            </a:avLst>
          </a:prstGeom>
          <a:solidFill>
            <a:schemeClr val="accent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a:latin typeface="+mj-lt"/>
              <a:ea typeface="+mj-ea"/>
              <a:cs typeface="+mj-cs"/>
            </a:endParaRPr>
          </a:p>
        </p:txBody>
      </p:sp>
      <p:sp>
        <p:nvSpPr>
          <p:cNvPr id="17" name="Graphic 5">
            <a:extLst>
              <a:ext uri="{FF2B5EF4-FFF2-40B4-BE49-F238E27FC236}">
                <a16:creationId xmlns:a16="http://schemas.microsoft.com/office/drawing/2014/main" id="{326D9079-ABB3-4ECD-0796-6D4B42F90136}"/>
              </a:ext>
              <a:ext uri="{C183D7F6-B498-43B3-948B-1728B52AA6E4}">
                <adec:decorative xmlns:adec="http://schemas.microsoft.com/office/drawing/2017/decorative" val="1"/>
              </a:ext>
            </a:extLst>
          </p:cNvPr>
          <p:cNvSpPr>
            <a:spLocks noChangeAspect="1"/>
          </p:cNvSpPr>
          <p:nvPr/>
        </p:nvSpPr>
        <p:spPr>
          <a:xfrm>
            <a:off x="816728" y="3001653"/>
            <a:ext cx="275006" cy="275052"/>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9" name="Graphic 44">
            <a:extLst>
              <a:ext uri="{FF2B5EF4-FFF2-40B4-BE49-F238E27FC236}">
                <a16:creationId xmlns:a16="http://schemas.microsoft.com/office/drawing/2014/main" id="{1FAA1A7B-7313-0205-A1D2-FDBF0CFC026E}"/>
              </a:ext>
              <a:ext uri="{C183D7F6-B498-43B3-948B-1728B52AA6E4}">
                <adec:decorative xmlns:adec="http://schemas.microsoft.com/office/drawing/2017/decorative" val="1"/>
              </a:ext>
            </a:extLst>
          </p:cNvPr>
          <p:cNvSpPr>
            <a:spLocks noChangeAspect="1"/>
          </p:cNvSpPr>
          <p:nvPr/>
        </p:nvSpPr>
        <p:spPr>
          <a:xfrm>
            <a:off x="805901" y="3769149"/>
            <a:ext cx="296660" cy="222494"/>
          </a:xfrm>
          <a:custGeom>
            <a:avLst/>
            <a:gdLst>
              <a:gd name="connsiteX0" fmla="*/ 158200 w 372234"/>
              <a:gd name="connsiteY0" fmla="*/ 55835 h 279175"/>
              <a:gd name="connsiteX1" fmla="*/ 102364 w 372234"/>
              <a:gd name="connsiteY1" fmla="*/ 111670 h 279175"/>
              <a:gd name="connsiteX2" fmla="*/ 158200 w 372234"/>
              <a:gd name="connsiteY2" fmla="*/ 167505 h 279175"/>
              <a:gd name="connsiteX3" fmla="*/ 214035 w 372234"/>
              <a:gd name="connsiteY3" fmla="*/ 111670 h 279175"/>
              <a:gd name="connsiteX4" fmla="*/ 158200 w 372234"/>
              <a:gd name="connsiteY4" fmla="*/ 55835 h 279175"/>
              <a:gd name="connsiteX5" fmla="*/ 130282 w 372234"/>
              <a:gd name="connsiteY5" fmla="*/ 111670 h 279175"/>
              <a:gd name="connsiteX6" fmla="*/ 158200 w 372234"/>
              <a:gd name="connsiteY6" fmla="*/ 83753 h 279175"/>
              <a:gd name="connsiteX7" fmla="*/ 186117 w 372234"/>
              <a:gd name="connsiteY7" fmla="*/ 111670 h 279175"/>
              <a:gd name="connsiteX8" fmla="*/ 158200 w 372234"/>
              <a:gd name="connsiteY8" fmla="*/ 139588 h 279175"/>
              <a:gd name="connsiteX9" fmla="*/ 130282 w 372234"/>
              <a:gd name="connsiteY9" fmla="*/ 111670 h 279175"/>
              <a:gd name="connsiteX10" fmla="*/ 0 w 372234"/>
              <a:gd name="connsiteY10" fmla="*/ 41876 h 279175"/>
              <a:gd name="connsiteX11" fmla="*/ 41876 w 372234"/>
              <a:gd name="connsiteY11" fmla="*/ 0 h 279175"/>
              <a:gd name="connsiteX12" fmla="*/ 274523 w 372234"/>
              <a:gd name="connsiteY12" fmla="*/ 0 h 279175"/>
              <a:gd name="connsiteX13" fmla="*/ 316399 w 372234"/>
              <a:gd name="connsiteY13" fmla="*/ 41876 h 279175"/>
              <a:gd name="connsiteX14" fmla="*/ 316399 w 372234"/>
              <a:gd name="connsiteY14" fmla="*/ 181464 h 279175"/>
              <a:gd name="connsiteX15" fmla="*/ 274523 w 372234"/>
              <a:gd name="connsiteY15" fmla="*/ 223341 h 279175"/>
              <a:gd name="connsiteX16" fmla="*/ 41876 w 372234"/>
              <a:gd name="connsiteY16" fmla="*/ 223341 h 279175"/>
              <a:gd name="connsiteX17" fmla="*/ 0 w 372234"/>
              <a:gd name="connsiteY17" fmla="*/ 181464 h 279175"/>
              <a:gd name="connsiteX18" fmla="*/ 0 w 372234"/>
              <a:gd name="connsiteY18" fmla="*/ 41876 h 279175"/>
              <a:gd name="connsiteX19" fmla="*/ 41876 w 372234"/>
              <a:gd name="connsiteY19" fmla="*/ 27918 h 279175"/>
              <a:gd name="connsiteX20" fmla="*/ 27918 w 372234"/>
              <a:gd name="connsiteY20" fmla="*/ 41876 h 279175"/>
              <a:gd name="connsiteX21" fmla="*/ 27918 w 372234"/>
              <a:gd name="connsiteY21" fmla="*/ 55835 h 279175"/>
              <a:gd name="connsiteX22" fmla="*/ 41876 w 372234"/>
              <a:gd name="connsiteY22" fmla="*/ 55835 h 279175"/>
              <a:gd name="connsiteX23" fmla="*/ 55835 w 372234"/>
              <a:gd name="connsiteY23" fmla="*/ 41876 h 279175"/>
              <a:gd name="connsiteX24" fmla="*/ 55835 w 372234"/>
              <a:gd name="connsiteY24" fmla="*/ 27918 h 279175"/>
              <a:gd name="connsiteX25" fmla="*/ 41876 w 372234"/>
              <a:gd name="connsiteY25" fmla="*/ 27918 h 279175"/>
              <a:gd name="connsiteX26" fmla="*/ 27918 w 372234"/>
              <a:gd name="connsiteY26" fmla="*/ 139588 h 279175"/>
              <a:gd name="connsiteX27" fmla="*/ 41876 w 372234"/>
              <a:gd name="connsiteY27" fmla="*/ 139588 h 279175"/>
              <a:gd name="connsiteX28" fmla="*/ 83753 w 372234"/>
              <a:gd name="connsiteY28" fmla="*/ 181464 h 279175"/>
              <a:gd name="connsiteX29" fmla="*/ 83753 w 372234"/>
              <a:gd name="connsiteY29" fmla="*/ 195423 h 279175"/>
              <a:gd name="connsiteX30" fmla="*/ 232646 w 372234"/>
              <a:gd name="connsiteY30" fmla="*/ 195423 h 279175"/>
              <a:gd name="connsiteX31" fmla="*/ 232646 w 372234"/>
              <a:gd name="connsiteY31" fmla="*/ 181464 h 279175"/>
              <a:gd name="connsiteX32" fmla="*/ 274523 w 372234"/>
              <a:gd name="connsiteY32" fmla="*/ 139588 h 279175"/>
              <a:gd name="connsiteX33" fmla="*/ 288481 w 372234"/>
              <a:gd name="connsiteY33" fmla="*/ 139588 h 279175"/>
              <a:gd name="connsiteX34" fmla="*/ 288481 w 372234"/>
              <a:gd name="connsiteY34" fmla="*/ 83753 h 279175"/>
              <a:gd name="connsiteX35" fmla="*/ 274523 w 372234"/>
              <a:gd name="connsiteY35" fmla="*/ 83753 h 279175"/>
              <a:gd name="connsiteX36" fmla="*/ 232646 w 372234"/>
              <a:gd name="connsiteY36" fmla="*/ 41876 h 279175"/>
              <a:gd name="connsiteX37" fmla="*/ 232646 w 372234"/>
              <a:gd name="connsiteY37" fmla="*/ 27918 h 279175"/>
              <a:gd name="connsiteX38" fmla="*/ 83753 w 372234"/>
              <a:gd name="connsiteY38" fmla="*/ 27918 h 279175"/>
              <a:gd name="connsiteX39" fmla="*/ 83753 w 372234"/>
              <a:gd name="connsiteY39" fmla="*/ 41876 h 279175"/>
              <a:gd name="connsiteX40" fmla="*/ 41876 w 372234"/>
              <a:gd name="connsiteY40" fmla="*/ 83753 h 279175"/>
              <a:gd name="connsiteX41" fmla="*/ 27918 w 372234"/>
              <a:gd name="connsiteY41" fmla="*/ 83753 h 279175"/>
              <a:gd name="connsiteX42" fmla="*/ 27918 w 372234"/>
              <a:gd name="connsiteY42" fmla="*/ 139588 h 279175"/>
              <a:gd name="connsiteX43" fmla="*/ 288481 w 372234"/>
              <a:gd name="connsiteY43" fmla="*/ 55835 h 279175"/>
              <a:gd name="connsiteX44" fmla="*/ 288481 w 372234"/>
              <a:gd name="connsiteY44" fmla="*/ 41876 h 279175"/>
              <a:gd name="connsiteX45" fmla="*/ 274523 w 372234"/>
              <a:gd name="connsiteY45" fmla="*/ 27918 h 279175"/>
              <a:gd name="connsiteX46" fmla="*/ 260564 w 372234"/>
              <a:gd name="connsiteY46" fmla="*/ 27918 h 279175"/>
              <a:gd name="connsiteX47" fmla="*/ 260564 w 372234"/>
              <a:gd name="connsiteY47" fmla="*/ 41876 h 279175"/>
              <a:gd name="connsiteX48" fmla="*/ 274523 w 372234"/>
              <a:gd name="connsiteY48" fmla="*/ 55835 h 279175"/>
              <a:gd name="connsiteX49" fmla="*/ 288481 w 372234"/>
              <a:gd name="connsiteY49" fmla="*/ 55835 h 279175"/>
              <a:gd name="connsiteX50" fmla="*/ 288481 w 372234"/>
              <a:gd name="connsiteY50" fmla="*/ 167505 h 279175"/>
              <a:gd name="connsiteX51" fmla="*/ 274523 w 372234"/>
              <a:gd name="connsiteY51" fmla="*/ 167505 h 279175"/>
              <a:gd name="connsiteX52" fmla="*/ 260564 w 372234"/>
              <a:gd name="connsiteY52" fmla="*/ 181464 h 279175"/>
              <a:gd name="connsiteX53" fmla="*/ 260564 w 372234"/>
              <a:gd name="connsiteY53" fmla="*/ 195423 h 279175"/>
              <a:gd name="connsiteX54" fmla="*/ 274523 w 372234"/>
              <a:gd name="connsiteY54" fmla="*/ 195423 h 279175"/>
              <a:gd name="connsiteX55" fmla="*/ 288481 w 372234"/>
              <a:gd name="connsiteY55" fmla="*/ 181464 h 279175"/>
              <a:gd name="connsiteX56" fmla="*/ 288481 w 372234"/>
              <a:gd name="connsiteY56" fmla="*/ 167505 h 279175"/>
              <a:gd name="connsiteX57" fmla="*/ 27918 w 372234"/>
              <a:gd name="connsiteY57" fmla="*/ 181464 h 279175"/>
              <a:gd name="connsiteX58" fmla="*/ 41876 w 372234"/>
              <a:gd name="connsiteY58" fmla="*/ 195423 h 279175"/>
              <a:gd name="connsiteX59" fmla="*/ 55835 w 372234"/>
              <a:gd name="connsiteY59" fmla="*/ 195423 h 279175"/>
              <a:gd name="connsiteX60" fmla="*/ 55835 w 372234"/>
              <a:gd name="connsiteY60" fmla="*/ 181464 h 279175"/>
              <a:gd name="connsiteX61" fmla="*/ 41876 w 372234"/>
              <a:gd name="connsiteY61" fmla="*/ 167505 h 279175"/>
              <a:gd name="connsiteX62" fmla="*/ 27918 w 372234"/>
              <a:gd name="connsiteY62" fmla="*/ 167505 h 279175"/>
              <a:gd name="connsiteX63" fmla="*/ 27918 w 372234"/>
              <a:gd name="connsiteY63" fmla="*/ 181464 h 279175"/>
              <a:gd name="connsiteX64" fmla="*/ 44694 w 372234"/>
              <a:gd name="connsiteY64" fmla="*/ 251258 h 279175"/>
              <a:gd name="connsiteX65" fmla="*/ 93059 w 372234"/>
              <a:gd name="connsiteY65" fmla="*/ 279176 h 279175"/>
              <a:gd name="connsiteX66" fmla="*/ 283829 w 372234"/>
              <a:gd name="connsiteY66" fmla="*/ 279176 h 279175"/>
              <a:gd name="connsiteX67" fmla="*/ 372234 w 372234"/>
              <a:gd name="connsiteY67" fmla="*/ 190770 h 279175"/>
              <a:gd name="connsiteX68" fmla="*/ 372234 w 372234"/>
              <a:gd name="connsiteY68" fmla="*/ 93059 h 279175"/>
              <a:gd name="connsiteX69" fmla="*/ 344317 w 372234"/>
              <a:gd name="connsiteY69" fmla="*/ 44694 h 279175"/>
              <a:gd name="connsiteX70" fmla="*/ 344317 w 372234"/>
              <a:gd name="connsiteY70" fmla="*/ 190770 h 279175"/>
              <a:gd name="connsiteX71" fmla="*/ 283829 w 372234"/>
              <a:gd name="connsiteY71" fmla="*/ 251258 h 279175"/>
              <a:gd name="connsiteX72" fmla="*/ 44694 w 372234"/>
              <a:gd name="connsiteY72" fmla="*/ 251258 h 279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372234" h="279175">
                <a:moveTo>
                  <a:pt x="158200" y="55835"/>
                </a:moveTo>
                <a:cubicBezTo>
                  <a:pt x="127363" y="55835"/>
                  <a:pt x="102364" y="80833"/>
                  <a:pt x="102364" y="111670"/>
                </a:cubicBezTo>
                <a:cubicBezTo>
                  <a:pt x="102364" y="142508"/>
                  <a:pt x="127363" y="167505"/>
                  <a:pt x="158200" y="167505"/>
                </a:cubicBezTo>
                <a:cubicBezTo>
                  <a:pt x="189037" y="167505"/>
                  <a:pt x="214035" y="142508"/>
                  <a:pt x="214035" y="111670"/>
                </a:cubicBezTo>
                <a:cubicBezTo>
                  <a:pt x="214035" y="80833"/>
                  <a:pt x="189037" y="55835"/>
                  <a:pt x="158200" y="55835"/>
                </a:cubicBezTo>
                <a:close/>
                <a:moveTo>
                  <a:pt x="130282" y="111670"/>
                </a:moveTo>
                <a:cubicBezTo>
                  <a:pt x="130282" y="96252"/>
                  <a:pt x="142781" y="83753"/>
                  <a:pt x="158200" y="83753"/>
                </a:cubicBezTo>
                <a:cubicBezTo>
                  <a:pt x="173617" y="83753"/>
                  <a:pt x="186117" y="96252"/>
                  <a:pt x="186117" y="111670"/>
                </a:cubicBezTo>
                <a:cubicBezTo>
                  <a:pt x="186117" y="127088"/>
                  <a:pt x="173617" y="139588"/>
                  <a:pt x="158200" y="139588"/>
                </a:cubicBezTo>
                <a:cubicBezTo>
                  <a:pt x="142781" y="139588"/>
                  <a:pt x="130282" y="127088"/>
                  <a:pt x="130282" y="111670"/>
                </a:cubicBezTo>
                <a:close/>
                <a:moveTo>
                  <a:pt x="0" y="41876"/>
                </a:moveTo>
                <a:cubicBezTo>
                  <a:pt x="0" y="18749"/>
                  <a:pt x="18749" y="0"/>
                  <a:pt x="41876" y="0"/>
                </a:cubicBezTo>
                <a:lnTo>
                  <a:pt x="274523" y="0"/>
                </a:lnTo>
                <a:cubicBezTo>
                  <a:pt x="297650" y="0"/>
                  <a:pt x="316399" y="18749"/>
                  <a:pt x="316399" y="41876"/>
                </a:cubicBezTo>
                <a:lnTo>
                  <a:pt x="316399" y="181464"/>
                </a:lnTo>
                <a:cubicBezTo>
                  <a:pt x="316399" y="204591"/>
                  <a:pt x="297650" y="223341"/>
                  <a:pt x="274523" y="223341"/>
                </a:cubicBezTo>
                <a:lnTo>
                  <a:pt x="41876" y="223341"/>
                </a:lnTo>
                <a:cubicBezTo>
                  <a:pt x="18749" y="223341"/>
                  <a:pt x="0" y="204591"/>
                  <a:pt x="0" y="181464"/>
                </a:cubicBezTo>
                <a:lnTo>
                  <a:pt x="0" y="41876"/>
                </a:lnTo>
                <a:close/>
                <a:moveTo>
                  <a:pt x="41876" y="27918"/>
                </a:moveTo>
                <a:cubicBezTo>
                  <a:pt x="34167" y="27918"/>
                  <a:pt x="27918" y="34167"/>
                  <a:pt x="27918" y="41876"/>
                </a:cubicBezTo>
                <a:lnTo>
                  <a:pt x="27918" y="55835"/>
                </a:lnTo>
                <a:lnTo>
                  <a:pt x="41876" y="55835"/>
                </a:lnTo>
                <a:cubicBezTo>
                  <a:pt x="49585" y="55835"/>
                  <a:pt x="55835" y="49585"/>
                  <a:pt x="55835" y="41876"/>
                </a:cubicBezTo>
                <a:lnTo>
                  <a:pt x="55835" y="27918"/>
                </a:lnTo>
                <a:lnTo>
                  <a:pt x="41876" y="27918"/>
                </a:lnTo>
                <a:close/>
                <a:moveTo>
                  <a:pt x="27918" y="139588"/>
                </a:moveTo>
                <a:lnTo>
                  <a:pt x="41876" y="139588"/>
                </a:lnTo>
                <a:cubicBezTo>
                  <a:pt x="65004" y="139588"/>
                  <a:pt x="83753" y="158337"/>
                  <a:pt x="83753" y="181464"/>
                </a:cubicBezTo>
                <a:lnTo>
                  <a:pt x="83753" y="195423"/>
                </a:lnTo>
                <a:lnTo>
                  <a:pt x="232646" y="195423"/>
                </a:lnTo>
                <a:lnTo>
                  <a:pt x="232646" y="181464"/>
                </a:lnTo>
                <a:cubicBezTo>
                  <a:pt x="232646" y="158337"/>
                  <a:pt x="251396" y="139588"/>
                  <a:pt x="274523" y="139588"/>
                </a:cubicBezTo>
                <a:lnTo>
                  <a:pt x="288481" y="139588"/>
                </a:lnTo>
                <a:lnTo>
                  <a:pt x="288481" y="83753"/>
                </a:lnTo>
                <a:lnTo>
                  <a:pt x="274523" y="83753"/>
                </a:lnTo>
                <a:cubicBezTo>
                  <a:pt x="251396" y="83753"/>
                  <a:pt x="232646" y="65004"/>
                  <a:pt x="232646" y="41876"/>
                </a:cubicBezTo>
                <a:lnTo>
                  <a:pt x="232646" y="27918"/>
                </a:lnTo>
                <a:lnTo>
                  <a:pt x="83753" y="27918"/>
                </a:lnTo>
                <a:lnTo>
                  <a:pt x="83753" y="41876"/>
                </a:lnTo>
                <a:cubicBezTo>
                  <a:pt x="83753" y="65004"/>
                  <a:pt x="65004" y="83753"/>
                  <a:pt x="41876" y="83753"/>
                </a:cubicBezTo>
                <a:lnTo>
                  <a:pt x="27918" y="83753"/>
                </a:lnTo>
                <a:lnTo>
                  <a:pt x="27918" y="139588"/>
                </a:lnTo>
                <a:close/>
                <a:moveTo>
                  <a:pt x="288481" y="55835"/>
                </a:moveTo>
                <a:lnTo>
                  <a:pt x="288481" y="41876"/>
                </a:lnTo>
                <a:cubicBezTo>
                  <a:pt x="288481" y="34167"/>
                  <a:pt x="282232" y="27918"/>
                  <a:pt x="274523" y="27918"/>
                </a:cubicBezTo>
                <a:lnTo>
                  <a:pt x="260564" y="27918"/>
                </a:lnTo>
                <a:lnTo>
                  <a:pt x="260564" y="41876"/>
                </a:lnTo>
                <a:cubicBezTo>
                  <a:pt x="260564" y="49585"/>
                  <a:pt x="266814" y="55835"/>
                  <a:pt x="274523" y="55835"/>
                </a:cubicBezTo>
                <a:lnTo>
                  <a:pt x="288481" y="55835"/>
                </a:lnTo>
                <a:close/>
                <a:moveTo>
                  <a:pt x="288481" y="167505"/>
                </a:moveTo>
                <a:lnTo>
                  <a:pt x="274523" y="167505"/>
                </a:lnTo>
                <a:cubicBezTo>
                  <a:pt x="266814" y="167505"/>
                  <a:pt x="260564" y="173755"/>
                  <a:pt x="260564" y="181464"/>
                </a:cubicBezTo>
                <a:lnTo>
                  <a:pt x="260564" y="195423"/>
                </a:lnTo>
                <a:lnTo>
                  <a:pt x="274523" y="195423"/>
                </a:lnTo>
                <a:cubicBezTo>
                  <a:pt x="282232" y="195423"/>
                  <a:pt x="288481" y="189173"/>
                  <a:pt x="288481" y="181464"/>
                </a:cubicBezTo>
                <a:lnTo>
                  <a:pt x="288481" y="167505"/>
                </a:lnTo>
                <a:close/>
                <a:moveTo>
                  <a:pt x="27918" y="181464"/>
                </a:moveTo>
                <a:cubicBezTo>
                  <a:pt x="27918" y="189173"/>
                  <a:pt x="34167" y="195423"/>
                  <a:pt x="41876" y="195423"/>
                </a:cubicBezTo>
                <a:lnTo>
                  <a:pt x="55835" y="195423"/>
                </a:lnTo>
                <a:lnTo>
                  <a:pt x="55835" y="181464"/>
                </a:lnTo>
                <a:cubicBezTo>
                  <a:pt x="55835" y="173755"/>
                  <a:pt x="49585" y="167505"/>
                  <a:pt x="41876" y="167505"/>
                </a:cubicBezTo>
                <a:lnTo>
                  <a:pt x="27918" y="167505"/>
                </a:lnTo>
                <a:lnTo>
                  <a:pt x="27918" y="181464"/>
                </a:lnTo>
                <a:close/>
                <a:moveTo>
                  <a:pt x="44694" y="251258"/>
                </a:moveTo>
                <a:cubicBezTo>
                  <a:pt x="54348" y="267947"/>
                  <a:pt x="72392" y="279176"/>
                  <a:pt x="93059" y="279176"/>
                </a:cubicBezTo>
                <a:lnTo>
                  <a:pt x="283829" y="279176"/>
                </a:lnTo>
                <a:cubicBezTo>
                  <a:pt x="332655" y="279176"/>
                  <a:pt x="372234" y="239596"/>
                  <a:pt x="372234" y="190770"/>
                </a:cubicBezTo>
                <a:lnTo>
                  <a:pt x="372234" y="93059"/>
                </a:lnTo>
                <a:cubicBezTo>
                  <a:pt x="372234" y="72392"/>
                  <a:pt x="361006" y="54348"/>
                  <a:pt x="344317" y="44694"/>
                </a:cubicBezTo>
                <a:lnTo>
                  <a:pt x="344317" y="190770"/>
                </a:lnTo>
                <a:cubicBezTo>
                  <a:pt x="344317" y="224176"/>
                  <a:pt x="317235" y="251258"/>
                  <a:pt x="283829" y="251258"/>
                </a:cubicBezTo>
                <a:lnTo>
                  <a:pt x="44694" y="251258"/>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28" name="Graphic 43">
            <a:extLst>
              <a:ext uri="{FF2B5EF4-FFF2-40B4-BE49-F238E27FC236}">
                <a16:creationId xmlns:a16="http://schemas.microsoft.com/office/drawing/2014/main" id="{CD91BE04-1EB7-6B91-8005-73AB1DCE05E3}"/>
              </a:ext>
              <a:ext uri="{C183D7F6-B498-43B3-948B-1728B52AA6E4}">
                <adec:decorative xmlns:adec="http://schemas.microsoft.com/office/drawing/2017/decorative" val="1"/>
              </a:ext>
            </a:extLst>
          </p:cNvPr>
          <p:cNvSpPr>
            <a:spLocks noChangeAspect="1"/>
          </p:cNvSpPr>
          <p:nvPr/>
        </p:nvSpPr>
        <p:spPr>
          <a:xfrm>
            <a:off x="5837175" y="3003253"/>
            <a:ext cx="271852" cy="271852"/>
          </a:xfrm>
          <a:custGeom>
            <a:avLst/>
            <a:gdLst>
              <a:gd name="connsiteX0" fmla="*/ 110490 w 274319"/>
              <a:gd name="connsiteY0" fmla="*/ 0 h 274319"/>
              <a:gd name="connsiteX1" fmla="*/ 220980 w 274319"/>
              <a:gd name="connsiteY1" fmla="*/ 110490 h 274319"/>
              <a:gd name="connsiteX2" fmla="*/ 196284 w 274319"/>
              <a:gd name="connsiteY2" fmla="*/ 180119 h 274319"/>
              <a:gd name="connsiteX3" fmla="*/ 270972 w 274319"/>
              <a:gd name="connsiteY3" fmla="*/ 254808 h 274319"/>
              <a:gd name="connsiteX4" fmla="*/ 270972 w 274319"/>
              <a:gd name="connsiteY4" fmla="*/ 270972 h 274319"/>
              <a:gd name="connsiteX5" fmla="*/ 256090 w 274319"/>
              <a:gd name="connsiteY5" fmla="*/ 272078 h 274319"/>
              <a:gd name="connsiteX6" fmla="*/ 254808 w 274319"/>
              <a:gd name="connsiteY6" fmla="*/ 270972 h 274319"/>
              <a:gd name="connsiteX7" fmla="*/ 180119 w 274319"/>
              <a:gd name="connsiteY7" fmla="*/ 196284 h 274319"/>
              <a:gd name="connsiteX8" fmla="*/ 110490 w 274319"/>
              <a:gd name="connsiteY8" fmla="*/ 220980 h 274319"/>
              <a:gd name="connsiteX9" fmla="*/ 0 w 274319"/>
              <a:gd name="connsiteY9" fmla="*/ 110490 h 274319"/>
              <a:gd name="connsiteX10" fmla="*/ 110490 w 274319"/>
              <a:gd name="connsiteY10" fmla="*/ 0 h 274319"/>
              <a:gd name="connsiteX11" fmla="*/ 110490 w 274319"/>
              <a:gd name="connsiteY11" fmla="*/ 22860 h 274319"/>
              <a:gd name="connsiteX12" fmla="*/ 22860 w 274319"/>
              <a:gd name="connsiteY12" fmla="*/ 110490 h 274319"/>
              <a:gd name="connsiteX13" fmla="*/ 110490 w 274319"/>
              <a:gd name="connsiteY13" fmla="*/ 198120 h 274319"/>
              <a:gd name="connsiteX14" fmla="*/ 198120 w 274319"/>
              <a:gd name="connsiteY14" fmla="*/ 110490 h 274319"/>
              <a:gd name="connsiteX15" fmla="*/ 110490 w 274319"/>
              <a:gd name="connsiteY15" fmla="*/ 22860 h 27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19" h="274319">
                <a:moveTo>
                  <a:pt x="110490" y="0"/>
                </a:moveTo>
                <a:cubicBezTo>
                  <a:pt x="171512" y="0"/>
                  <a:pt x="220980" y="49468"/>
                  <a:pt x="220980" y="110490"/>
                </a:cubicBezTo>
                <a:cubicBezTo>
                  <a:pt x="220980" y="136884"/>
                  <a:pt x="211725" y="161116"/>
                  <a:pt x="196284" y="180119"/>
                </a:cubicBezTo>
                <a:lnTo>
                  <a:pt x="270972" y="254808"/>
                </a:lnTo>
                <a:cubicBezTo>
                  <a:pt x="275436" y="259272"/>
                  <a:pt x="275436" y="266508"/>
                  <a:pt x="270972" y="270972"/>
                </a:cubicBezTo>
                <a:cubicBezTo>
                  <a:pt x="266915" y="275030"/>
                  <a:pt x="260564" y="275399"/>
                  <a:pt x="256090" y="272078"/>
                </a:cubicBezTo>
                <a:lnTo>
                  <a:pt x="254808" y="270972"/>
                </a:lnTo>
                <a:lnTo>
                  <a:pt x="180119" y="196284"/>
                </a:lnTo>
                <a:cubicBezTo>
                  <a:pt x="161116" y="211725"/>
                  <a:pt x="136884" y="220980"/>
                  <a:pt x="110490" y="220980"/>
                </a:cubicBezTo>
                <a:cubicBezTo>
                  <a:pt x="49468" y="220980"/>
                  <a:pt x="0" y="171512"/>
                  <a:pt x="0" y="110490"/>
                </a:cubicBezTo>
                <a:cubicBezTo>
                  <a:pt x="0" y="49468"/>
                  <a:pt x="49468" y="0"/>
                  <a:pt x="110490" y="0"/>
                </a:cubicBezTo>
                <a:close/>
                <a:moveTo>
                  <a:pt x="110490" y="22860"/>
                </a:moveTo>
                <a:cubicBezTo>
                  <a:pt x="62093" y="22860"/>
                  <a:pt x="22860" y="62093"/>
                  <a:pt x="22860" y="110490"/>
                </a:cubicBezTo>
                <a:cubicBezTo>
                  <a:pt x="22860" y="158886"/>
                  <a:pt x="62093" y="198120"/>
                  <a:pt x="110490" y="198120"/>
                </a:cubicBezTo>
                <a:cubicBezTo>
                  <a:pt x="158886" y="198120"/>
                  <a:pt x="198120" y="158886"/>
                  <a:pt x="198120" y="110490"/>
                </a:cubicBezTo>
                <a:cubicBezTo>
                  <a:pt x="198120" y="62093"/>
                  <a:pt x="158886" y="22860"/>
                  <a:pt x="110490" y="22860"/>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31" name="Graphic 56">
            <a:extLst>
              <a:ext uri="{FF2B5EF4-FFF2-40B4-BE49-F238E27FC236}">
                <a16:creationId xmlns:a16="http://schemas.microsoft.com/office/drawing/2014/main" id="{A62DE1F8-3BED-43F4-2735-0735CC2C83DF}"/>
              </a:ext>
              <a:ext uri="{C183D7F6-B498-43B3-948B-1728B52AA6E4}">
                <adec:decorative xmlns:adec="http://schemas.microsoft.com/office/drawing/2017/decorative" val="1"/>
              </a:ext>
            </a:extLst>
          </p:cNvPr>
          <p:cNvSpPr/>
          <p:nvPr/>
        </p:nvSpPr>
        <p:spPr>
          <a:xfrm>
            <a:off x="5862317" y="3748840"/>
            <a:ext cx="221568" cy="263112"/>
          </a:xfrm>
          <a:custGeom>
            <a:avLst/>
            <a:gdLst>
              <a:gd name="connsiteX0" fmla="*/ 152080 w 360483"/>
              <a:gd name="connsiteY0" fmla="*/ 264731 h 428076"/>
              <a:gd name="connsiteX1" fmla="*/ 180243 w 360483"/>
              <a:gd name="connsiteY1" fmla="*/ 236569 h 428076"/>
              <a:gd name="connsiteX2" fmla="*/ 152080 w 360483"/>
              <a:gd name="connsiteY2" fmla="*/ 208406 h 428076"/>
              <a:gd name="connsiteX3" fmla="*/ 123917 w 360483"/>
              <a:gd name="connsiteY3" fmla="*/ 236569 h 428076"/>
              <a:gd name="connsiteX4" fmla="*/ 152080 w 360483"/>
              <a:gd name="connsiteY4" fmla="*/ 264731 h 428076"/>
              <a:gd name="connsiteX5" fmla="*/ 73224 w 360483"/>
              <a:gd name="connsiteY5" fmla="*/ 78856 h 428076"/>
              <a:gd name="connsiteX6" fmla="*/ 152080 w 360483"/>
              <a:gd name="connsiteY6" fmla="*/ 0 h 428076"/>
              <a:gd name="connsiteX7" fmla="*/ 230936 w 360483"/>
              <a:gd name="connsiteY7" fmla="*/ 78856 h 428076"/>
              <a:gd name="connsiteX8" fmla="*/ 230936 w 360483"/>
              <a:gd name="connsiteY8" fmla="*/ 101387 h 428076"/>
              <a:gd name="connsiteX9" fmla="*/ 253466 w 360483"/>
              <a:gd name="connsiteY9" fmla="*/ 101387 h 428076"/>
              <a:gd name="connsiteX10" fmla="*/ 304160 w 360483"/>
              <a:gd name="connsiteY10" fmla="*/ 152080 h 428076"/>
              <a:gd name="connsiteX11" fmla="*/ 304160 w 360483"/>
              <a:gd name="connsiteY11" fmla="*/ 321057 h 428076"/>
              <a:gd name="connsiteX12" fmla="*/ 253466 w 360483"/>
              <a:gd name="connsiteY12" fmla="*/ 371751 h 428076"/>
              <a:gd name="connsiteX13" fmla="*/ 50693 w 360483"/>
              <a:gd name="connsiteY13" fmla="*/ 371751 h 428076"/>
              <a:gd name="connsiteX14" fmla="*/ 0 w 360483"/>
              <a:gd name="connsiteY14" fmla="*/ 321057 h 428076"/>
              <a:gd name="connsiteX15" fmla="*/ 0 w 360483"/>
              <a:gd name="connsiteY15" fmla="*/ 152080 h 428076"/>
              <a:gd name="connsiteX16" fmla="*/ 50693 w 360483"/>
              <a:gd name="connsiteY16" fmla="*/ 101387 h 428076"/>
              <a:gd name="connsiteX17" fmla="*/ 73224 w 360483"/>
              <a:gd name="connsiteY17" fmla="*/ 101387 h 428076"/>
              <a:gd name="connsiteX18" fmla="*/ 73224 w 360483"/>
              <a:gd name="connsiteY18" fmla="*/ 78856 h 428076"/>
              <a:gd name="connsiteX19" fmla="*/ 197140 w 360483"/>
              <a:gd name="connsiteY19" fmla="*/ 78856 h 428076"/>
              <a:gd name="connsiteX20" fmla="*/ 152080 w 360483"/>
              <a:gd name="connsiteY20" fmla="*/ 33796 h 428076"/>
              <a:gd name="connsiteX21" fmla="*/ 107019 w 360483"/>
              <a:gd name="connsiteY21" fmla="*/ 78856 h 428076"/>
              <a:gd name="connsiteX22" fmla="*/ 107019 w 360483"/>
              <a:gd name="connsiteY22" fmla="*/ 101387 h 428076"/>
              <a:gd name="connsiteX23" fmla="*/ 197140 w 360483"/>
              <a:gd name="connsiteY23" fmla="*/ 101387 h 428076"/>
              <a:gd name="connsiteX24" fmla="*/ 197140 w 360483"/>
              <a:gd name="connsiteY24" fmla="*/ 78856 h 428076"/>
              <a:gd name="connsiteX25" fmla="*/ 33796 w 360483"/>
              <a:gd name="connsiteY25" fmla="*/ 152080 h 428076"/>
              <a:gd name="connsiteX26" fmla="*/ 33796 w 360483"/>
              <a:gd name="connsiteY26" fmla="*/ 321057 h 428076"/>
              <a:gd name="connsiteX27" fmla="*/ 50693 w 360483"/>
              <a:gd name="connsiteY27" fmla="*/ 337955 h 428076"/>
              <a:gd name="connsiteX28" fmla="*/ 253466 w 360483"/>
              <a:gd name="connsiteY28" fmla="*/ 337955 h 428076"/>
              <a:gd name="connsiteX29" fmla="*/ 270364 w 360483"/>
              <a:gd name="connsiteY29" fmla="*/ 321057 h 428076"/>
              <a:gd name="connsiteX30" fmla="*/ 270364 w 360483"/>
              <a:gd name="connsiteY30" fmla="*/ 152080 h 428076"/>
              <a:gd name="connsiteX31" fmla="*/ 253466 w 360483"/>
              <a:gd name="connsiteY31" fmla="*/ 135182 h 428076"/>
              <a:gd name="connsiteX32" fmla="*/ 50693 w 360483"/>
              <a:gd name="connsiteY32" fmla="*/ 135182 h 428076"/>
              <a:gd name="connsiteX33" fmla="*/ 33796 w 360483"/>
              <a:gd name="connsiteY33" fmla="*/ 152080 h 428076"/>
              <a:gd name="connsiteX34" fmla="*/ 129547 w 360483"/>
              <a:gd name="connsiteY34" fmla="*/ 428076 h 428076"/>
              <a:gd name="connsiteX35" fmla="*/ 81738 w 360483"/>
              <a:gd name="connsiteY35" fmla="*/ 394281 h 428076"/>
              <a:gd name="connsiteX36" fmla="*/ 264729 w 360483"/>
              <a:gd name="connsiteY36" fmla="*/ 394281 h 428076"/>
              <a:gd name="connsiteX37" fmla="*/ 326688 w 360483"/>
              <a:gd name="connsiteY37" fmla="*/ 332322 h 428076"/>
              <a:gd name="connsiteX38" fmla="*/ 326688 w 360483"/>
              <a:gd name="connsiteY38" fmla="*/ 183129 h 428076"/>
              <a:gd name="connsiteX39" fmla="*/ 360483 w 360483"/>
              <a:gd name="connsiteY39" fmla="*/ 230936 h 428076"/>
              <a:gd name="connsiteX40" fmla="*/ 360483 w 360483"/>
              <a:gd name="connsiteY40" fmla="*/ 332322 h 428076"/>
              <a:gd name="connsiteX41" fmla="*/ 264729 w 360483"/>
              <a:gd name="connsiteY41" fmla="*/ 428076 h 428076"/>
              <a:gd name="connsiteX42" fmla="*/ 129547 w 360483"/>
              <a:gd name="connsiteY42" fmla="*/ 428076 h 428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60483" h="428076">
                <a:moveTo>
                  <a:pt x="152080" y="264731"/>
                </a:moveTo>
                <a:cubicBezTo>
                  <a:pt x="167635" y="264731"/>
                  <a:pt x="180243" y="252123"/>
                  <a:pt x="180243" y="236569"/>
                </a:cubicBezTo>
                <a:cubicBezTo>
                  <a:pt x="180243" y="221014"/>
                  <a:pt x="167635" y="208406"/>
                  <a:pt x="152080" y="208406"/>
                </a:cubicBezTo>
                <a:cubicBezTo>
                  <a:pt x="136525" y="208406"/>
                  <a:pt x="123917" y="221014"/>
                  <a:pt x="123917" y="236569"/>
                </a:cubicBezTo>
                <a:cubicBezTo>
                  <a:pt x="123917" y="252123"/>
                  <a:pt x="136525" y="264731"/>
                  <a:pt x="152080" y="264731"/>
                </a:cubicBezTo>
                <a:close/>
                <a:moveTo>
                  <a:pt x="73224" y="78856"/>
                </a:moveTo>
                <a:cubicBezTo>
                  <a:pt x="73224" y="35305"/>
                  <a:pt x="108529" y="0"/>
                  <a:pt x="152080" y="0"/>
                </a:cubicBezTo>
                <a:cubicBezTo>
                  <a:pt x="195631" y="0"/>
                  <a:pt x="230936" y="35305"/>
                  <a:pt x="230936" y="78856"/>
                </a:cubicBezTo>
                <a:lnTo>
                  <a:pt x="230936" y="101387"/>
                </a:lnTo>
                <a:lnTo>
                  <a:pt x="253466" y="101387"/>
                </a:lnTo>
                <a:cubicBezTo>
                  <a:pt x="281462" y="101387"/>
                  <a:pt x="304160" y="124083"/>
                  <a:pt x="304160" y="152080"/>
                </a:cubicBezTo>
                <a:lnTo>
                  <a:pt x="304160" y="321057"/>
                </a:lnTo>
                <a:cubicBezTo>
                  <a:pt x="304160" y="349053"/>
                  <a:pt x="281462" y="371751"/>
                  <a:pt x="253466" y="371751"/>
                </a:cubicBezTo>
                <a:lnTo>
                  <a:pt x="50693" y="371751"/>
                </a:lnTo>
                <a:cubicBezTo>
                  <a:pt x="22696" y="371751"/>
                  <a:pt x="0" y="349053"/>
                  <a:pt x="0" y="321057"/>
                </a:cubicBezTo>
                <a:lnTo>
                  <a:pt x="0" y="152080"/>
                </a:lnTo>
                <a:cubicBezTo>
                  <a:pt x="0" y="124083"/>
                  <a:pt x="22696" y="101387"/>
                  <a:pt x="50693" y="101387"/>
                </a:cubicBezTo>
                <a:lnTo>
                  <a:pt x="73224" y="101387"/>
                </a:lnTo>
                <a:lnTo>
                  <a:pt x="73224" y="78856"/>
                </a:lnTo>
                <a:close/>
                <a:moveTo>
                  <a:pt x="197140" y="78856"/>
                </a:moveTo>
                <a:cubicBezTo>
                  <a:pt x="197140" y="53970"/>
                  <a:pt x="176967" y="33796"/>
                  <a:pt x="152080" y="33796"/>
                </a:cubicBezTo>
                <a:cubicBezTo>
                  <a:pt x="127193" y="33796"/>
                  <a:pt x="107019" y="53970"/>
                  <a:pt x="107019" y="78856"/>
                </a:cubicBezTo>
                <a:lnTo>
                  <a:pt x="107019" y="101387"/>
                </a:lnTo>
                <a:lnTo>
                  <a:pt x="197140" y="101387"/>
                </a:lnTo>
                <a:lnTo>
                  <a:pt x="197140" y="78856"/>
                </a:lnTo>
                <a:close/>
                <a:moveTo>
                  <a:pt x="33796" y="152080"/>
                </a:moveTo>
                <a:lnTo>
                  <a:pt x="33796" y="321057"/>
                </a:lnTo>
                <a:cubicBezTo>
                  <a:pt x="33796" y="330389"/>
                  <a:pt x="41361" y="337955"/>
                  <a:pt x="50693" y="337955"/>
                </a:cubicBezTo>
                <a:lnTo>
                  <a:pt x="253466" y="337955"/>
                </a:lnTo>
                <a:cubicBezTo>
                  <a:pt x="262798" y="337955"/>
                  <a:pt x="270364" y="330389"/>
                  <a:pt x="270364" y="321057"/>
                </a:cubicBezTo>
                <a:lnTo>
                  <a:pt x="270364" y="152080"/>
                </a:lnTo>
                <a:cubicBezTo>
                  <a:pt x="270364" y="142747"/>
                  <a:pt x="262798" y="135182"/>
                  <a:pt x="253466" y="135182"/>
                </a:cubicBezTo>
                <a:lnTo>
                  <a:pt x="50693" y="135182"/>
                </a:lnTo>
                <a:cubicBezTo>
                  <a:pt x="41361" y="135182"/>
                  <a:pt x="33796" y="142747"/>
                  <a:pt x="33796" y="152080"/>
                </a:cubicBezTo>
                <a:close/>
                <a:moveTo>
                  <a:pt x="129547" y="428076"/>
                </a:moveTo>
                <a:cubicBezTo>
                  <a:pt x="107475" y="428076"/>
                  <a:pt x="88698" y="413970"/>
                  <a:pt x="81738" y="394281"/>
                </a:cubicBezTo>
                <a:lnTo>
                  <a:pt x="264729" y="394281"/>
                </a:lnTo>
                <a:cubicBezTo>
                  <a:pt x="298948" y="394281"/>
                  <a:pt x="326688" y="366542"/>
                  <a:pt x="326688" y="332322"/>
                </a:cubicBezTo>
                <a:lnTo>
                  <a:pt x="326688" y="183129"/>
                </a:lnTo>
                <a:cubicBezTo>
                  <a:pt x="346377" y="190086"/>
                  <a:pt x="360483" y="208865"/>
                  <a:pt x="360483" y="230936"/>
                </a:cubicBezTo>
                <a:lnTo>
                  <a:pt x="360483" y="332322"/>
                </a:lnTo>
                <a:cubicBezTo>
                  <a:pt x="360483" y="385206"/>
                  <a:pt x="317612" y="428076"/>
                  <a:pt x="264729" y="428076"/>
                </a:cubicBezTo>
                <a:lnTo>
                  <a:pt x="129547" y="42807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34" name="Graphic 277">
            <a:extLst>
              <a:ext uri="{FF2B5EF4-FFF2-40B4-BE49-F238E27FC236}">
                <a16:creationId xmlns:a16="http://schemas.microsoft.com/office/drawing/2014/main" id="{0E6CA6B7-E76E-FCDB-1D5B-C9321E916C84}"/>
              </a:ext>
              <a:ext uri="{C183D7F6-B498-43B3-948B-1728B52AA6E4}">
                <adec:decorative xmlns:adec="http://schemas.microsoft.com/office/drawing/2017/decorative" val="1"/>
              </a:ext>
            </a:extLst>
          </p:cNvPr>
          <p:cNvSpPr/>
          <p:nvPr/>
        </p:nvSpPr>
        <p:spPr>
          <a:xfrm>
            <a:off x="5842370" y="4508357"/>
            <a:ext cx="261462" cy="261460"/>
          </a:xfrm>
          <a:custGeom>
            <a:avLst/>
            <a:gdLst>
              <a:gd name="connsiteX0" fmla="*/ 285057 w 325969"/>
              <a:gd name="connsiteY0" fmla="*/ 58199 h 325969"/>
              <a:gd name="connsiteX1" fmla="*/ 305595 w 325969"/>
              <a:gd name="connsiteY1" fmla="*/ 118164 h 325969"/>
              <a:gd name="connsiteX2" fmla="*/ 254211 w 325969"/>
              <a:gd name="connsiteY2" fmla="*/ 204264 h 325969"/>
              <a:gd name="connsiteX3" fmla="*/ 222400 w 325969"/>
              <a:gd name="connsiteY3" fmla="*/ 197953 h 325969"/>
              <a:gd name="connsiteX4" fmla="*/ 128015 w 325969"/>
              <a:gd name="connsiteY4" fmla="*/ 103569 h 325969"/>
              <a:gd name="connsiteX5" fmla="*/ 121705 w 325969"/>
              <a:gd name="connsiteY5" fmla="*/ 71757 h 325969"/>
              <a:gd name="connsiteX6" fmla="*/ 207804 w 325969"/>
              <a:gd name="connsiteY6" fmla="*/ 20373 h 325969"/>
              <a:gd name="connsiteX7" fmla="*/ 267771 w 325969"/>
              <a:gd name="connsiteY7" fmla="*/ 40912 h 325969"/>
              <a:gd name="connsiteX8" fmla="*/ 305103 w 325969"/>
              <a:gd name="connsiteY8" fmla="*/ 3580 h 325969"/>
              <a:gd name="connsiteX9" fmla="*/ 322389 w 325969"/>
              <a:gd name="connsiteY9" fmla="*/ 3580 h 325969"/>
              <a:gd name="connsiteX10" fmla="*/ 322389 w 325969"/>
              <a:gd name="connsiteY10" fmla="*/ 20867 h 325969"/>
              <a:gd name="connsiteX11" fmla="*/ 285057 w 325969"/>
              <a:gd name="connsiteY11" fmla="*/ 58199 h 325969"/>
              <a:gd name="connsiteX12" fmla="*/ 252190 w 325969"/>
              <a:gd name="connsiteY12" fmla="*/ 176563 h 325969"/>
              <a:gd name="connsiteX13" fmla="*/ 281147 w 325969"/>
              <a:gd name="connsiteY13" fmla="*/ 118164 h 325969"/>
              <a:gd name="connsiteX14" fmla="*/ 207804 w 325969"/>
              <a:gd name="connsiteY14" fmla="*/ 44821 h 325969"/>
              <a:gd name="connsiteX15" fmla="*/ 149405 w 325969"/>
              <a:gd name="connsiteY15" fmla="*/ 73779 h 325969"/>
              <a:gd name="connsiteX16" fmla="*/ 151439 w 325969"/>
              <a:gd name="connsiteY16" fmla="*/ 92418 h 325969"/>
              <a:gd name="connsiteX17" fmla="*/ 233549 w 325969"/>
              <a:gd name="connsiteY17" fmla="*/ 174529 h 325969"/>
              <a:gd name="connsiteX18" fmla="*/ 252190 w 325969"/>
              <a:gd name="connsiteY18" fmla="*/ 176563 h 325969"/>
              <a:gd name="connsiteX19" fmla="*/ 20867 w 325969"/>
              <a:gd name="connsiteY19" fmla="*/ 322389 h 325969"/>
              <a:gd name="connsiteX20" fmla="*/ 58197 w 325969"/>
              <a:gd name="connsiteY20" fmla="*/ 285059 h 325969"/>
              <a:gd name="connsiteX21" fmla="*/ 118162 w 325969"/>
              <a:gd name="connsiteY21" fmla="*/ 305597 h 325969"/>
              <a:gd name="connsiteX22" fmla="*/ 204261 w 325969"/>
              <a:gd name="connsiteY22" fmla="*/ 254213 h 325969"/>
              <a:gd name="connsiteX23" fmla="*/ 197952 w 325969"/>
              <a:gd name="connsiteY23" fmla="*/ 222401 h 325969"/>
              <a:gd name="connsiteX24" fmla="*/ 103567 w 325969"/>
              <a:gd name="connsiteY24" fmla="*/ 128016 h 325969"/>
              <a:gd name="connsiteX25" fmla="*/ 71755 w 325969"/>
              <a:gd name="connsiteY25" fmla="*/ 121706 h 325969"/>
              <a:gd name="connsiteX26" fmla="*/ 20371 w 325969"/>
              <a:gd name="connsiteY26" fmla="*/ 207806 h 325969"/>
              <a:gd name="connsiteX27" fmla="*/ 40910 w 325969"/>
              <a:gd name="connsiteY27" fmla="*/ 267773 h 325969"/>
              <a:gd name="connsiteX28" fmla="*/ 3580 w 325969"/>
              <a:gd name="connsiteY28" fmla="*/ 305103 h 325969"/>
              <a:gd name="connsiteX29" fmla="*/ 3580 w 325969"/>
              <a:gd name="connsiteY29" fmla="*/ 322389 h 325969"/>
              <a:gd name="connsiteX30" fmla="*/ 20867 w 325969"/>
              <a:gd name="connsiteY30" fmla="*/ 322389 h 325969"/>
              <a:gd name="connsiteX31" fmla="*/ 92416 w 325969"/>
              <a:gd name="connsiteY31" fmla="*/ 151441 h 325969"/>
              <a:gd name="connsiteX32" fmla="*/ 174528 w 325969"/>
              <a:gd name="connsiteY32" fmla="*/ 233551 h 325969"/>
              <a:gd name="connsiteX33" fmla="*/ 176562 w 325969"/>
              <a:gd name="connsiteY33" fmla="*/ 252192 h 325969"/>
              <a:gd name="connsiteX34" fmla="*/ 118162 w 325969"/>
              <a:gd name="connsiteY34" fmla="*/ 281149 h 325969"/>
              <a:gd name="connsiteX35" fmla="*/ 44819 w 325969"/>
              <a:gd name="connsiteY35" fmla="*/ 207806 h 325969"/>
              <a:gd name="connsiteX36" fmla="*/ 73777 w 325969"/>
              <a:gd name="connsiteY36" fmla="*/ 149407 h 325969"/>
              <a:gd name="connsiteX37" fmla="*/ 92416 w 325969"/>
              <a:gd name="connsiteY37" fmla="*/ 151441 h 325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25969" h="325969">
                <a:moveTo>
                  <a:pt x="285057" y="58199"/>
                </a:moveTo>
                <a:cubicBezTo>
                  <a:pt x="297930" y="74759"/>
                  <a:pt x="305595" y="95566"/>
                  <a:pt x="305595" y="118164"/>
                </a:cubicBezTo>
                <a:cubicBezTo>
                  <a:pt x="305595" y="155378"/>
                  <a:pt x="284808" y="187737"/>
                  <a:pt x="254211" y="204264"/>
                </a:cubicBezTo>
                <a:cubicBezTo>
                  <a:pt x="243632" y="209978"/>
                  <a:pt x="230902" y="206456"/>
                  <a:pt x="222400" y="197953"/>
                </a:cubicBezTo>
                <a:lnTo>
                  <a:pt x="128015" y="103569"/>
                </a:lnTo>
                <a:cubicBezTo>
                  <a:pt x="119512" y="95066"/>
                  <a:pt x="115990" y="82337"/>
                  <a:pt x="121705" y="71757"/>
                </a:cubicBezTo>
                <a:cubicBezTo>
                  <a:pt x="138231" y="41160"/>
                  <a:pt x="170590" y="20373"/>
                  <a:pt x="207804" y="20373"/>
                </a:cubicBezTo>
                <a:cubicBezTo>
                  <a:pt x="230402" y="20373"/>
                  <a:pt x="251212" y="28039"/>
                  <a:pt x="267771" y="40912"/>
                </a:cubicBezTo>
                <a:lnTo>
                  <a:pt x="305103" y="3580"/>
                </a:lnTo>
                <a:cubicBezTo>
                  <a:pt x="309877" y="-1193"/>
                  <a:pt x="317615" y="-1193"/>
                  <a:pt x="322389" y="3580"/>
                </a:cubicBezTo>
                <a:cubicBezTo>
                  <a:pt x="327163" y="8354"/>
                  <a:pt x="327163" y="16094"/>
                  <a:pt x="322389" y="20867"/>
                </a:cubicBezTo>
                <a:lnTo>
                  <a:pt x="285057" y="58199"/>
                </a:lnTo>
                <a:close/>
                <a:moveTo>
                  <a:pt x="252190" y="176563"/>
                </a:moveTo>
                <a:cubicBezTo>
                  <a:pt x="269796" y="163158"/>
                  <a:pt x="281147" y="141970"/>
                  <a:pt x="281147" y="118164"/>
                </a:cubicBezTo>
                <a:cubicBezTo>
                  <a:pt x="281147" y="77658"/>
                  <a:pt x="248311" y="44821"/>
                  <a:pt x="207804" y="44821"/>
                </a:cubicBezTo>
                <a:cubicBezTo>
                  <a:pt x="183999" y="44821"/>
                  <a:pt x="162811" y="56172"/>
                  <a:pt x="149405" y="73779"/>
                </a:cubicBezTo>
                <a:cubicBezTo>
                  <a:pt x="145070" y="79470"/>
                  <a:pt x="146380" y="87360"/>
                  <a:pt x="151439" y="92418"/>
                </a:cubicBezTo>
                <a:lnTo>
                  <a:pt x="233549" y="174529"/>
                </a:lnTo>
                <a:cubicBezTo>
                  <a:pt x="238608" y="179588"/>
                  <a:pt x="246498" y="180899"/>
                  <a:pt x="252190" y="176563"/>
                </a:cubicBezTo>
                <a:close/>
                <a:moveTo>
                  <a:pt x="20867" y="322389"/>
                </a:moveTo>
                <a:lnTo>
                  <a:pt x="58197" y="285059"/>
                </a:lnTo>
                <a:cubicBezTo>
                  <a:pt x="74757" y="297932"/>
                  <a:pt x="95564" y="305597"/>
                  <a:pt x="118162" y="305597"/>
                </a:cubicBezTo>
                <a:cubicBezTo>
                  <a:pt x="155377" y="305597"/>
                  <a:pt x="187736" y="284810"/>
                  <a:pt x="204261" y="254213"/>
                </a:cubicBezTo>
                <a:cubicBezTo>
                  <a:pt x="209977" y="243633"/>
                  <a:pt x="206455" y="230904"/>
                  <a:pt x="197952" y="222401"/>
                </a:cubicBezTo>
                <a:lnTo>
                  <a:pt x="103567" y="128016"/>
                </a:lnTo>
                <a:cubicBezTo>
                  <a:pt x="95064" y="119513"/>
                  <a:pt x="82335" y="115992"/>
                  <a:pt x="71755" y="121706"/>
                </a:cubicBezTo>
                <a:cubicBezTo>
                  <a:pt x="41158" y="138232"/>
                  <a:pt x="20371" y="170591"/>
                  <a:pt x="20371" y="207806"/>
                </a:cubicBezTo>
                <a:cubicBezTo>
                  <a:pt x="20371" y="230405"/>
                  <a:pt x="28037" y="251214"/>
                  <a:pt x="40910" y="267773"/>
                </a:cubicBezTo>
                <a:lnTo>
                  <a:pt x="3580" y="305103"/>
                </a:lnTo>
                <a:cubicBezTo>
                  <a:pt x="-1193" y="309877"/>
                  <a:pt x="-1193" y="317615"/>
                  <a:pt x="3580" y="322389"/>
                </a:cubicBezTo>
                <a:cubicBezTo>
                  <a:pt x="8354" y="327163"/>
                  <a:pt x="16094" y="327163"/>
                  <a:pt x="20867" y="322389"/>
                </a:cubicBezTo>
                <a:close/>
                <a:moveTo>
                  <a:pt x="92416" y="151441"/>
                </a:moveTo>
                <a:lnTo>
                  <a:pt x="174528" y="233551"/>
                </a:lnTo>
                <a:cubicBezTo>
                  <a:pt x="179587" y="238610"/>
                  <a:pt x="180895" y="246500"/>
                  <a:pt x="176562" y="252192"/>
                </a:cubicBezTo>
                <a:cubicBezTo>
                  <a:pt x="163156" y="269797"/>
                  <a:pt x="141968" y="281149"/>
                  <a:pt x="118162" y="281149"/>
                </a:cubicBezTo>
                <a:cubicBezTo>
                  <a:pt x="77656" y="281149"/>
                  <a:pt x="44819" y="248313"/>
                  <a:pt x="44819" y="207806"/>
                </a:cubicBezTo>
                <a:cubicBezTo>
                  <a:pt x="44819" y="184000"/>
                  <a:pt x="56170" y="162812"/>
                  <a:pt x="73777" y="149407"/>
                </a:cubicBezTo>
                <a:cubicBezTo>
                  <a:pt x="79468" y="145071"/>
                  <a:pt x="87357" y="146382"/>
                  <a:pt x="92416" y="151441"/>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35" name="Graphic 310">
            <a:extLst>
              <a:ext uri="{FF2B5EF4-FFF2-40B4-BE49-F238E27FC236}">
                <a16:creationId xmlns:a16="http://schemas.microsoft.com/office/drawing/2014/main" id="{80CB8285-C4AD-870B-214A-41A89B48A22B}"/>
              </a:ext>
              <a:ext uri="{C183D7F6-B498-43B3-948B-1728B52AA6E4}">
                <adec:decorative xmlns:adec="http://schemas.microsoft.com/office/drawing/2017/decorative" val="1"/>
              </a:ext>
            </a:extLst>
          </p:cNvPr>
          <p:cNvSpPr>
            <a:spLocks noChangeAspect="1"/>
          </p:cNvSpPr>
          <p:nvPr/>
        </p:nvSpPr>
        <p:spPr>
          <a:xfrm>
            <a:off x="5834323" y="5185011"/>
            <a:ext cx="277558" cy="249802"/>
          </a:xfrm>
          <a:custGeom>
            <a:avLst/>
            <a:gdLst>
              <a:gd name="connsiteX0" fmla="*/ 15237 w 304741"/>
              <a:gd name="connsiteY0" fmla="*/ 11428 h 274267"/>
              <a:gd name="connsiteX1" fmla="*/ 26665 w 304741"/>
              <a:gd name="connsiteY1" fmla="*/ 0 h 274267"/>
              <a:gd name="connsiteX2" fmla="*/ 278077 w 304741"/>
              <a:gd name="connsiteY2" fmla="*/ 0 h 274267"/>
              <a:gd name="connsiteX3" fmla="*/ 289505 w 304741"/>
              <a:gd name="connsiteY3" fmla="*/ 11428 h 274267"/>
              <a:gd name="connsiteX4" fmla="*/ 278077 w 304741"/>
              <a:gd name="connsiteY4" fmla="*/ 22856 h 274267"/>
              <a:gd name="connsiteX5" fmla="*/ 262200 w 304741"/>
              <a:gd name="connsiteY5" fmla="*/ 22856 h 274267"/>
              <a:gd name="connsiteX6" fmla="*/ 303898 w 304741"/>
              <a:gd name="connsiteY6" fmla="*/ 125203 h 274267"/>
              <a:gd name="connsiteX7" fmla="*/ 304742 w 304741"/>
              <a:gd name="connsiteY7" fmla="*/ 129515 h 274267"/>
              <a:gd name="connsiteX8" fmla="*/ 251412 w 304741"/>
              <a:gd name="connsiteY8" fmla="*/ 182845 h 274267"/>
              <a:gd name="connsiteX9" fmla="*/ 198082 w 304741"/>
              <a:gd name="connsiteY9" fmla="*/ 129515 h 274267"/>
              <a:gd name="connsiteX10" fmla="*/ 198926 w 304741"/>
              <a:gd name="connsiteY10" fmla="*/ 125203 h 274267"/>
              <a:gd name="connsiteX11" fmla="*/ 240624 w 304741"/>
              <a:gd name="connsiteY11" fmla="*/ 22856 h 274267"/>
              <a:gd name="connsiteX12" fmla="*/ 163799 w 304741"/>
              <a:gd name="connsiteY12" fmla="*/ 22856 h 274267"/>
              <a:gd name="connsiteX13" fmla="*/ 163799 w 304741"/>
              <a:gd name="connsiteY13" fmla="*/ 205701 h 274267"/>
              <a:gd name="connsiteX14" fmla="*/ 224747 w 304741"/>
              <a:gd name="connsiteY14" fmla="*/ 205701 h 274267"/>
              <a:gd name="connsiteX15" fmla="*/ 259030 w 304741"/>
              <a:gd name="connsiteY15" fmla="*/ 239984 h 274267"/>
              <a:gd name="connsiteX16" fmla="*/ 224747 w 304741"/>
              <a:gd name="connsiteY16" fmla="*/ 274268 h 274267"/>
              <a:gd name="connsiteX17" fmla="*/ 80039 w 304741"/>
              <a:gd name="connsiteY17" fmla="*/ 274268 h 274267"/>
              <a:gd name="connsiteX18" fmla="*/ 45756 w 304741"/>
              <a:gd name="connsiteY18" fmla="*/ 239984 h 274267"/>
              <a:gd name="connsiteX19" fmla="*/ 80039 w 304741"/>
              <a:gd name="connsiteY19" fmla="*/ 205701 h 274267"/>
              <a:gd name="connsiteX20" fmla="*/ 140943 w 304741"/>
              <a:gd name="connsiteY20" fmla="*/ 205701 h 274267"/>
              <a:gd name="connsiteX21" fmla="*/ 140943 w 304741"/>
              <a:gd name="connsiteY21" fmla="*/ 22856 h 274267"/>
              <a:gd name="connsiteX22" fmla="*/ 64118 w 304741"/>
              <a:gd name="connsiteY22" fmla="*/ 22856 h 274267"/>
              <a:gd name="connsiteX23" fmla="*/ 105815 w 304741"/>
              <a:gd name="connsiteY23" fmla="*/ 125203 h 274267"/>
              <a:gd name="connsiteX24" fmla="*/ 106660 w 304741"/>
              <a:gd name="connsiteY24" fmla="*/ 129515 h 274267"/>
              <a:gd name="connsiteX25" fmla="*/ 53330 w 304741"/>
              <a:gd name="connsiteY25" fmla="*/ 182845 h 274267"/>
              <a:gd name="connsiteX26" fmla="*/ 0 w 304741"/>
              <a:gd name="connsiteY26" fmla="*/ 129515 h 274267"/>
              <a:gd name="connsiteX27" fmla="*/ 845 w 304741"/>
              <a:gd name="connsiteY27" fmla="*/ 125203 h 274267"/>
              <a:gd name="connsiteX28" fmla="*/ 42542 w 304741"/>
              <a:gd name="connsiteY28" fmla="*/ 22856 h 274267"/>
              <a:gd name="connsiteX29" fmla="*/ 26665 w 304741"/>
              <a:gd name="connsiteY29" fmla="*/ 22856 h 274267"/>
              <a:gd name="connsiteX30" fmla="*/ 15237 w 304741"/>
              <a:gd name="connsiteY30" fmla="*/ 11428 h 274267"/>
              <a:gd name="connsiteX31" fmla="*/ 68612 w 304741"/>
              <a:gd name="connsiteY31" fmla="*/ 239984 h 274267"/>
              <a:gd name="connsiteX32" fmla="*/ 80039 w 304741"/>
              <a:gd name="connsiteY32" fmla="*/ 251412 h 274267"/>
              <a:gd name="connsiteX33" fmla="*/ 224747 w 304741"/>
              <a:gd name="connsiteY33" fmla="*/ 251412 h 274267"/>
              <a:gd name="connsiteX34" fmla="*/ 236175 w 304741"/>
              <a:gd name="connsiteY34" fmla="*/ 239984 h 274267"/>
              <a:gd name="connsiteX35" fmla="*/ 224747 w 304741"/>
              <a:gd name="connsiteY35" fmla="*/ 228556 h 274267"/>
              <a:gd name="connsiteX36" fmla="*/ 80039 w 304741"/>
              <a:gd name="connsiteY36" fmla="*/ 228556 h 274267"/>
              <a:gd name="connsiteX37" fmla="*/ 68612 w 304741"/>
              <a:gd name="connsiteY37" fmla="*/ 239984 h 274267"/>
              <a:gd name="connsiteX38" fmla="*/ 81589 w 304741"/>
              <a:gd name="connsiteY38" fmla="*/ 140943 h 274267"/>
              <a:gd name="connsiteX39" fmla="*/ 25071 w 304741"/>
              <a:gd name="connsiteY39" fmla="*/ 140943 h 274267"/>
              <a:gd name="connsiteX40" fmla="*/ 53330 w 304741"/>
              <a:gd name="connsiteY40" fmla="*/ 159989 h 274267"/>
              <a:gd name="connsiteX41" fmla="*/ 81589 w 304741"/>
              <a:gd name="connsiteY41" fmla="*/ 140943 h 274267"/>
              <a:gd name="connsiteX42" fmla="*/ 78236 w 304741"/>
              <a:gd name="connsiteY42" fmla="*/ 118087 h 274267"/>
              <a:gd name="connsiteX43" fmla="*/ 53330 w 304741"/>
              <a:gd name="connsiteY43" fmla="*/ 56953 h 274267"/>
              <a:gd name="connsiteX44" fmla="*/ 28423 w 304741"/>
              <a:gd name="connsiteY44" fmla="*/ 118087 h 274267"/>
              <a:gd name="connsiteX45" fmla="*/ 78236 w 304741"/>
              <a:gd name="connsiteY45" fmla="*/ 118087 h 274267"/>
              <a:gd name="connsiteX46" fmla="*/ 251412 w 304741"/>
              <a:gd name="connsiteY46" fmla="*/ 159989 h 274267"/>
              <a:gd name="connsiteX47" fmla="*/ 279671 w 304741"/>
              <a:gd name="connsiteY47" fmla="*/ 140943 h 274267"/>
              <a:gd name="connsiteX48" fmla="*/ 223153 w 304741"/>
              <a:gd name="connsiteY48" fmla="*/ 140943 h 274267"/>
              <a:gd name="connsiteX49" fmla="*/ 251412 w 304741"/>
              <a:gd name="connsiteY49" fmla="*/ 159989 h 274267"/>
              <a:gd name="connsiteX50" fmla="*/ 226505 w 304741"/>
              <a:gd name="connsiteY50" fmla="*/ 118087 h 274267"/>
              <a:gd name="connsiteX51" fmla="*/ 276318 w 304741"/>
              <a:gd name="connsiteY51" fmla="*/ 118087 h 274267"/>
              <a:gd name="connsiteX52" fmla="*/ 251412 w 304741"/>
              <a:gd name="connsiteY52" fmla="*/ 56953 h 274267"/>
              <a:gd name="connsiteX53" fmla="*/ 226505 w 304741"/>
              <a:gd name="connsiteY53" fmla="*/ 118087 h 274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304741" h="274267">
                <a:moveTo>
                  <a:pt x="15237" y="11428"/>
                </a:moveTo>
                <a:cubicBezTo>
                  <a:pt x="15237" y="5116"/>
                  <a:pt x="20354" y="0"/>
                  <a:pt x="26665" y="0"/>
                </a:cubicBezTo>
                <a:lnTo>
                  <a:pt x="278077" y="0"/>
                </a:lnTo>
                <a:cubicBezTo>
                  <a:pt x="284388" y="0"/>
                  <a:pt x="289505" y="5116"/>
                  <a:pt x="289505" y="11428"/>
                </a:cubicBezTo>
                <a:cubicBezTo>
                  <a:pt x="289505" y="17739"/>
                  <a:pt x="284388" y="22856"/>
                  <a:pt x="278077" y="22856"/>
                </a:cubicBezTo>
                <a:lnTo>
                  <a:pt x="262200" y="22856"/>
                </a:lnTo>
                <a:lnTo>
                  <a:pt x="303898" y="125203"/>
                </a:lnTo>
                <a:cubicBezTo>
                  <a:pt x="304455" y="126573"/>
                  <a:pt x="304742" y="128037"/>
                  <a:pt x="304742" y="129515"/>
                </a:cubicBezTo>
                <a:cubicBezTo>
                  <a:pt x="304742" y="158968"/>
                  <a:pt x="280865" y="182845"/>
                  <a:pt x="251412" y="182845"/>
                </a:cubicBezTo>
                <a:cubicBezTo>
                  <a:pt x="221959" y="182845"/>
                  <a:pt x="198082" y="158968"/>
                  <a:pt x="198082" y="129515"/>
                </a:cubicBezTo>
                <a:cubicBezTo>
                  <a:pt x="198082" y="128037"/>
                  <a:pt x="198369" y="126573"/>
                  <a:pt x="198926" y="125203"/>
                </a:cubicBezTo>
                <a:lnTo>
                  <a:pt x="240624" y="22856"/>
                </a:lnTo>
                <a:lnTo>
                  <a:pt x="163799" y="22856"/>
                </a:lnTo>
                <a:lnTo>
                  <a:pt x="163799" y="205701"/>
                </a:lnTo>
                <a:lnTo>
                  <a:pt x="224747" y="205701"/>
                </a:lnTo>
                <a:cubicBezTo>
                  <a:pt x="243681" y="205701"/>
                  <a:pt x="259030" y="221050"/>
                  <a:pt x="259030" y="239984"/>
                </a:cubicBezTo>
                <a:cubicBezTo>
                  <a:pt x="259030" y="258918"/>
                  <a:pt x="243681" y="274268"/>
                  <a:pt x="224747" y="274268"/>
                </a:cubicBezTo>
                <a:lnTo>
                  <a:pt x="80039" y="274268"/>
                </a:lnTo>
                <a:cubicBezTo>
                  <a:pt x="61105" y="274268"/>
                  <a:pt x="45756" y="258918"/>
                  <a:pt x="45756" y="239984"/>
                </a:cubicBezTo>
                <a:cubicBezTo>
                  <a:pt x="45756" y="221050"/>
                  <a:pt x="61105" y="205701"/>
                  <a:pt x="80039" y="205701"/>
                </a:cubicBezTo>
                <a:lnTo>
                  <a:pt x="140943" y="205701"/>
                </a:lnTo>
                <a:lnTo>
                  <a:pt x="140943" y="22856"/>
                </a:lnTo>
                <a:lnTo>
                  <a:pt x="64118" y="22856"/>
                </a:lnTo>
                <a:lnTo>
                  <a:pt x="105815" y="125203"/>
                </a:lnTo>
                <a:cubicBezTo>
                  <a:pt x="106373" y="126573"/>
                  <a:pt x="106660" y="128037"/>
                  <a:pt x="106660" y="129515"/>
                </a:cubicBezTo>
                <a:cubicBezTo>
                  <a:pt x="106660" y="158968"/>
                  <a:pt x="82783" y="182845"/>
                  <a:pt x="53330" y="182845"/>
                </a:cubicBezTo>
                <a:cubicBezTo>
                  <a:pt x="23877" y="182845"/>
                  <a:pt x="0" y="158968"/>
                  <a:pt x="0" y="129515"/>
                </a:cubicBezTo>
                <a:cubicBezTo>
                  <a:pt x="0" y="128037"/>
                  <a:pt x="287" y="126573"/>
                  <a:pt x="845" y="125203"/>
                </a:cubicBezTo>
                <a:lnTo>
                  <a:pt x="42542" y="22856"/>
                </a:lnTo>
                <a:lnTo>
                  <a:pt x="26665" y="22856"/>
                </a:lnTo>
                <a:cubicBezTo>
                  <a:pt x="20354" y="22856"/>
                  <a:pt x="15237" y="17739"/>
                  <a:pt x="15237" y="11428"/>
                </a:cubicBezTo>
                <a:close/>
                <a:moveTo>
                  <a:pt x="68612" y="239984"/>
                </a:moveTo>
                <a:cubicBezTo>
                  <a:pt x="68612" y="246295"/>
                  <a:pt x="73728" y="251412"/>
                  <a:pt x="80039" y="251412"/>
                </a:cubicBezTo>
                <a:lnTo>
                  <a:pt x="224747" y="251412"/>
                </a:lnTo>
                <a:cubicBezTo>
                  <a:pt x="231058" y="251412"/>
                  <a:pt x="236175" y="246295"/>
                  <a:pt x="236175" y="239984"/>
                </a:cubicBezTo>
                <a:cubicBezTo>
                  <a:pt x="236175" y="233673"/>
                  <a:pt x="231058" y="228556"/>
                  <a:pt x="224747" y="228556"/>
                </a:cubicBezTo>
                <a:lnTo>
                  <a:pt x="80039" y="228556"/>
                </a:lnTo>
                <a:cubicBezTo>
                  <a:pt x="73728" y="228556"/>
                  <a:pt x="68612" y="233673"/>
                  <a:pt x="68612" y="239984"/>
                </a:cubicBezTo>
                <a:close/>
                <a:moveTo>
                  <a:pt x="81589" y="140943"/>
                </a:moveTo>
                <a:lnTo>
                  <a:pt x="25071" y="140943"/>
                </a:lnTo>
                <a:cubicBezTo>
                  <a:pt x="29591" y="152112"/>
                  <a:pt x="40541" y="159989"/>
                  <a:pt x="53330" y="159989"/>
                </a:cubicBezTo>
                <a:cubicBezTo>
                  <a:pt x="66119" y="159989"/>
                  <a:pt x="77068" y="152112"/>
                  <a:pt x="81589" y="140943"/>
                </a:cubicBezTo>
                <a:close/>
                <a:moveTo>
                  <a:pt x="78236" y="118087"/>
                </a:moveTo>
                <a:lnTo>
                  <a:pt x="53330" y="56953"/>
                </a:lnTo>
                <a:lnTo>
                  <a:pt x="28423" y="118087"/>
                </a:lnTo>
                <a:lnTo>
                  <a:pt x="78236" y="118087"/>
                </a:lnTo>
                <a:close/>
                <a:moveTo>
                  <a:pt x="251412" y="159989"/>
                </a:moveTo>
                <a:cubicBezTo>
                  <a:pt x="264200" y="159989"/>
                  <a:pt x="275150" y="152112"/>
                  <a:pt x="279671" y="140943"/>
                </a:cubicBezTo>
                <a:lnTo>
                  <a:pt x="223153" y="140943"/>
                </a:lnTo>
                <a:cubicBezTo>
                  <a:pt x="227674" y="152112"/>
                  <a:pt x="238623" y="159989"/>
                  <a:pt x="251412" y="159989"/>
                </a:cubicBezTo>
                <a:close/>
                <a:moveTo>
                  <a:pt x="226505" y="118087"/>
                </a:moveTo>
                <a:lnTo>
                  <a:pt x="276318" y="118087"/>
                </a:lnTo>
                <a:lnTo>
                  <a:pt x="251412" y="56953"/>
                </a:lnTo>
                <a:lnTo>
                  <a:pt x="226505" y="118087"/>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36" name="Graphic 63">
            <a:extLst>
              <a:ext uri="{FF2B5EF4-FFF2-40B4-BE49-F238E27FC236}">
                <a16:creationId xmlns:a16="http://schemas.microsoft.com/office/drawing/2014/main" id="{CAB8E74F-23DC-56C5-6ADF-DAB64A4577A5}"/>
              </a:ext>
              <a:ext uri="{C183D7F6-B498-43B3-948B-1728B52AA6E4}">
                <adec:decorative xmlns:adec="http://schemas.microsoft.com/office/drawing/2017/decorative" val="1"/>
              </a:ext>
            </a:extLst>
          </p:cNvPr>
          <p:cNvSpPr/>
          <p:nvPr/>
        </p:nvSpPr>
        <p:spPr>
          <a:xfrm>
            <a:off x="8831795" y="2998113"/>
            <a:ext cx="268706" cy="282132"/>
          </a:xfrm>
          <a:custGeom>
            <a:avLst/>
            <a:gdLst>
              <a:gd name="connsiteX0" fmla="*/ 185434 w 309096"/>
              <a:gd name="connsiteY0" fmla="*/ 185422 h 324542"/>
              <a:gd name="connsiteX1" fmla="*/ 34763 w 309096"/>
              <a:gd name="connsiteY1" fmla="*/ 185422 h 324542"/>
              <a:gd name="connsiteX2" fmla="*/ 0 w 309096"/>
              <a:gd name="connsiteY2" fmla="*/ 220185 h 324542"/>
              <a:gd name="connsiteX3" fmla="*/ 0 w 309096"/>
              <a:gd name="connsiteY3" fmla="*/ 229113 h 324542"/>
              <a:gd name="connsiteX4" fmla="*/ 13885 w 309096"/>
              <a:gd name="connsiteY4" fmla="*/ 266756 h 324542"/>
              <a:gd name="connsiteX5" fmla="*/ 123608 w 309096"/>
              <a:gd name="connsiteY5" fmla="*/ 309101 h 324542"/>
              <a:gd name="connsiteX6" fmla="*/ 154917 w 309096"/>
              <a:gd name="connsiteY6" fmla="*/ 306933 h 324542"/>
              <a:gd name="connsiteX7" fmla="*/ 154518 w 309096"/>
              <a:gd name="connsiteY7" fmla="*/ 301355 h 324542"/>
              <a:gd name="connsiteX8" fmla="*/ 154518 w 309096"/>
              <a:gd name="connsiteY8" fmla="*/ 283534 h 324542"/>
              <a:gd name="connsiteX9" fmla="*/ 123608 w 309096"/>
              <a:gd name="connsiteY9" fmla="*/ 285915 h 324542"/>
              <a:gd name="connsiteX10" fmla="*/ 31518 w 309096"/>
              <a:gd name="connsiteY10" fmla="*/ 251699 h 324542"/>
              <a:gd name="connsiteX11" fmla="*/ 23187 w 309096"/>
              <a:gd name="connsiteY11" fmla="*/ 229113 h 324542"/>
              <a:gd name="connsiteX12" fmla="*/ 23187 w 309096"/>
              <a:gd name="connsiteY12" fmla="*/ 220185 h 324542"/>
              <a:gd name="connsiteX13" fmla="*/ 34763 w 309096"/>
              <a:gd name="connsiteY13" fmla="*/ 208608 h 324542"/>
              <a:gd name="connsiteX14" fmla="*/ 157733 w 309096"/>
              <a:gd name="connsiteY14" fmla="*/ 208608 h 324542"/>
              <a:gd name="connsiteX15" fmla="*/ 185434 w 309096"/>
              <a:gd name="connsiteY15" fmla="*/ 186196 h 324542"/>
              <a:gd name="connsiteX16" fmla="*/ 185434 w 309096"/>
              <a:gd name="connsiteY16" fmla="*/ 185422 h 324542"/>
              <a:gd name="connsiteX17" fmla="*/ 123608 w 309096"/>
              <a:gd name="connsiteY17" fmla="*/ 0 h 324542"/>
              <a:gd name="connsiteX18" fmla="*/ 200898 w 309096"/>
              <a:gd name="connsiteY18" fmla="*/ 77289 h 324542"/>
              <a:gd name="connsiteX19" fmla="*/ 123608 w 309096"/>
              <a:gd name="connsiteY19" fmla="*/ 154579 h 324542"/>
              <a:gd name="connsiteX20" fmla="*/ 46319 w 309096"/>
              <a:gd name="connsiteY20" fmla="*/ 77289 h 324542"/>
              <a:gd name="connsiteX21" fmla="*/ 123608 w 309096"/>
              <a:gd name="connsiteY21" fmla="*/ 0 h 324542"/>
              <a:gd name="connsiteX22" fmla="*/ 123608 w 309096"/>
              <a:gd name="connsiteY22" fmla="*/ 23187 h 324542"/>
              <a:gd name="connsiteX23" fmla="*/ 69505 w 309096"/>
              <a:gd name="connsiteY23" fmla="*/ 77289 h 324542"/>
              <a:gd name="connsiteX24" fmla="*/ 123608 w 309096"/>
              <a:gd name="connsiteY24" fmla="*/ 131392 h 324542"/>
              <a:gd name="connsiteX25" fmla="*/ 177711 w 309096"/>
              <a:gd name="connsiteY25" fmla="*/ 77289 h 324542"/>
              <a:gd name="connsiteX26" fmla="*/ 123608 w 309096"/>
              <a:gd name="connsiteY26" fmla="*/ 23187 h 324542"/>
              <a:gd name="connsiteX27" fmla="*/ 200891 w 309096"/>
              <a:gd name="connsiteY27" fmla="*/ 200880 h 324542"/>
              <a:gd name="connsiteX28" fmla="*/ 193162 w 309096"/>
              <a:gd name="connsiteY28" fmla="*/ 200880 h 324542"/>
              <a:gd name="connsiteX29" fmla="*/ 169976 w 309096"/>
              <a:gd name="connsiteY29" fmla="*/ 224066 h 324542"/>
              <a:gd name="connsiteX30" fmla="*/ 169976 w 309096"/>
              <a:gd name="connsiteY30" fmla="*/ 301355 h 324542"/>
              <a:gd name="connsiteX31" fmla="*/ 193162 w 309096"/>
              <a:gd name="connsiteY31" fmla="*/ 324542 h 324542"/>
              <a:gd name="connsiteX32" fmla="*/ 285909 w 309096"/>
              <a:gd name="connsiteY32" fmla="*/ 324542 h 324542"/>
              <a:gd name="connsiteX33" fmla="*/ 309096 w 309096"/>
              <a:gd name="connsiteY33" fmla="*/ 301355 h 324542"/>
              <a:gd name="connsiteX34" fmla="*/ 309096 w 309096"/>
              <a:gd name="connsiteY34" fmla="*/ 224066 h 324542"/>
              <a:gd name="connsiteX35" fmla="*/ 285909 w 309096"/>
              <a:gd name="connsiteY35" fmla="*/ 200880 h 324542"/>
              <a:gd name="connsiteX36" fmla="*/ 278181 w 309096"/>
              <a:gd name="connsiteY36" fmla="*/ 200880 h 324542"/>
              <a:gd name="connsiteX37" fmla="*/ 278181 w 309096"/>
              <a:gd name="connsiteY37" fmla="*/ 185422 h 324542"/>
              <a:gd name="connsiteX38" fmla="*/ 239536 w 309096"/>
              <a:gd name="connsiteY38" fmla="*/ 146777 h 324542"/>
              <a:gd name="connsiteX39" fmla="*/ 200891 w 309096"/>
              <a:gd name="connsiteY39" fmla="*/ 185422 h 324542"/>
              <a:gd name="connsiteX40" fmla="*/ 200891 w 309096"/>
              <a:gd name="connsiteY40" fmla="*/ 200880 h 324542"/>
              <a:gd name="connsiteX41" fmla="*/ 224078 w 309096"/>
              <a:gd name="connsiteY41" fmla="*/ 185422 h 324542"/>
              <a:gd name="connsiteX42" fmla="*/ 239536 w 309096"/>
              <a:gd name="connsiteY42" fmla="*/ 169964 h 324542"/>
              <a:gd name="connsiteX43" fmla="*/ 254994 w 309096"/>
              <a:gd name="connsiteY43" fmla="*/ 185422 h 324542"/>
              <a:gd name="connsiteX44" fmla="*/ 254994 w 309096"/>
              <a:gd name="connsiteY44" fmla="*/ 200880 h 324542"/>
              <a:gd name="connsiteX45" fmla="*/ 224078 w 309096"/>
              <a:gd name="connsiteY45" fmla="*/ 200880 h 324542"/>
              <a:gd name="connsiteX46" fmla="*/ 224078 w 309096"/>
              <a:gd name="connsiteY46" fmla="*/ 185422 h 324542"/>
              <a:gd name="connsiteX47" fmla="*/ 254994 w 309096"/>
              <a:gd name="connsiteY47" fmla="*/ 262711 h 324542"/>
              <a:gd name="connsiteX48" fmla="*/ 239536 w 309096"/>
              <a:gd name="connsiteY48" fmla="*/ 278169 h 324542"/>
              <a:gd name="connsiteX49" fmla="*/ 224078 w 309096"/>
              <a:gd name="connsiteY49" fmla="*/ 262711 h 324542"/>
              <a:gd name="connsiteX50" fmla="*/ 239536 w 309096"/>
              <a:gd name="connsiteY50" fmla="*/ 247253 h 324542"/>
              <a:gd name="connsiteX51" fmla="*/ 254994 w 309096"/>
              <a:gd name="connsiteY51" fmla="*/ 262711 h 324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309096" h="324542">
                <a:moveTo>
                  <a:pt x="185434" y="185422"/>
                </a:moveTo>
                <a:lnTo>
                  <a:pt x="34763" y="185422"/>
                </a:lnTo>
                <a:cubicBezTo>
                  <a:pt x="15564" y="185422"/>
                  <a:pt x="0" y="200985"/>
                  <a:pt x="0" y="220185"/>
                </a:cubicBezTo>
                <a:lnTo>
                  <a:pt x="0" y="229113"/>
                </a:lnTo>
                <a:cubicBezTo>
                  <a:pt x="0" y="242914"/>
                  <a:pt x="4923" y="256262"/>
                  <a:pt x="13885" y="266756"/>
                </a:cubicBezTo>
                <a:cubicBezTo>
                  <a:pt x="38097" y="295110"/>
                  <a:pt x="74980" y="309101"/>
                  <a:pt x="123608" y="309101"/>
                </a:cubicBezTo>
                <a:cubicBezTo>
                  <a:pt x="134653" y="309101"/>
                  <a:pt x="145093" y="308379"/>
                  <a:pt x="154917" y="306933"/>
                </a:cubicBezTo>
                <a:cubicBezTo>
                  <a:pt x="154654" y="305112"/>
                  <a:pt x="154518" y="303249"/>
                  <a:pt x="154518" y="301355"/>
                </a:cubicBezTo>
                <a:lnTo>
                  <a:pt x="154518" y="283534"/>
                </a:lnTo>
                <a:cubicBezTo>
                  <a:pt x="145025" y="285120"/>
                  <a:pt x="134727" y="285915"/>
                  <a:pt x="123608" y="285915"/>
                </a:cubicBezTo>
                <a:cubicBezTo>
                  <a:pt x="81280" y="285915"/>
                  <a:pt x="50891" y="274386"/>
                  <a:pt x="31518" y="251699"/>
                </a:cubicBezTo>
                <a:cubicBezTo>
                  <a:pt x="26141" y="245403"/>
                  <a:pt x="23187" y="237394"/>
                  <a:pt x="23187" y="229113"/>
                </a:cubicBezTo>
                <a:lnTo>
                  <a:pt x="23187" y="220185"/>
                </a:lnTo>
                <a:cubicBezTo>
                  <a:pt x="23187" y="213791"/>
                  <a:pt x="28369" y="208608"/>
                  <a:pt x="34763" y="208608"/>
                </a:cubicBezTo>
                <a:lnTo>
                  <a:pt x="157733" y="208608"/>
                </a:lnTo>
                <a:cubicBezTo>
                  <a:pt x="162701" y="197239"/>
                  <a:pt x="172981" y="188723"/>
                  <a:pt x="185434" y="186196"/>
                </a:cubicBezTo>
                <a:lnTo>
                  <a:pt x="185434" y="185422"/>
                </a:lnTo>
                <a:close/>
                <a:moveTo>
                  <a:pt x="123608" y="0"/>
                </a:moveTo>
                <a:cubicBezTo>
                  <a:pt x="166294" y="0"/>
                  <a:pt x="200898" y="34604"/>
                  <a:pt x="200898" y="77289"/>
                </a:cubicBezTo>
                <a:cubicBezTo>
                  <a:pt x="200898" y="119975"/>
                  <a:pt x="166294" y="154579"/>
                  <a:pt x="123608" y="154579"/>
                </a:cubicBezTo>
                <a:cubicBezTo>
                  <a:pt x="80922" y="154579"/>
                  <a:pt x="46319" y="119975"/>
                  <a:pt x="46319" y="77289"/>
                </a:cubicBezTo>
                <a:cubicBezTo>
                  <a:pt x="46319" y="34604"/>
                  <a:pt x="80922" y="0"/>
                  <a:pt x="123608" y="0"/>
                </a:cubicBezTo>
                <a:close/>
                <a:moveTo>
                  <a:pt x="123608" y="23187"/>
                </a:moveTo>
                <a:cubicBezTo>
                  <a:pt x="93728" y="23187"/>
                  <a:pt x="69505" y="47409"/>
                  <a:pt x="69505" y="77289"/>
                </a:cubicBezTo>
                <a:cubicBezTo>
                  <a:pt x="69505" y="107169"/>
                  <a:pt x="93728" y="131392"/>
                  <a:pt x="123608" y="131392"/>
                </a:cubicBezTo>
                <a:cubicBezTo>
                  <a:pt x="153488" y="131392"/>
                  <a:pt x="177711" y="107169"/>
                  <a:pt x="177711" y="77289"/>
                </a:cubicBezTo>
                <a:cubicBezTo>
                  <a:pt x="177711" y="47409"/>
                  <a:pt x="153488" y="23187"/>
                  <a:pt x="123608" y="23187"/>
                </a:cubicBezTo>
                <a:close/>
                <a:moveTo>
                  <a:pt x="200891" y="200880"/>
                </a:moveTo>
                <a:lnTo>
                  <a:pt x="193162" y="200880"/>
                </a:lnTo>
                <a:cubicBezTo>
                  <a:pt x="180357" y="200880"/>
                  <a:pt x="169976" y="211261"/>
                  <a:pt x="169976" y="224066"/>
                </a:cubicBezTo>
                <a:lnTo>
                  <a:pt x="169976" y="301355"/>
                </a:lnTo>
                <a:cubicBezTo>
                  <a:pt x="169976" y="314162"/>
                  <a:pt x="180357" y="324542"/>
                  <a:pt x="193162" y="324542"/>
                </a:cubicBezTo>
                <a:lnTo>
                  <a:pt x="285909" y="324542"/>
                </a:lnTo>
                <a:cubicBezTo>
                  <a:pt x="298715" y="324542"/>
                  <a:pt x="309096" y="314162"/>
                  <a:pt x="309096" y="301355"/>
                </a:cubicBezTo>
                <a:lnTo>
                  <a:pt x="309096" y="224066"/>
                </a:lnTo>
                <a:cubicBezTo>
                  <a:pt x="309096" y="211261"/>
                  <a:pt x="298715" y="200880"/>
                  <a:pt x="285909" y="200880"/>
                </a:cubicBezTo>
                <a:lnTo>
                  <a:pt x="278181" y="200880"/>
                </a:lnTo>
                <a:lnTo>
                  <a:pt x="278181" y="185422"/>
                </a:lnTo>
                <a:cubicBezTo>
                  <a:pt x="278181" y="164079"/>
                  <a:pt x="260879" y="146777"/>
                  <a:pt x="239536" y="146777"/>
                </a:cubicBezTo>
                <a:cubicBezTo>
                  <a:pt x="218193" y="146777"/>
                  <a:pt x="200891" y="164079"/>
                  <a:pt x="200891" y="185422"/>
                </a:cubicBezTo>
                <a:lnTo>
                  <a:pt x="200891" y="200880"/>
                </a:lnTo>
                <a:close/>
                <a:moveTo>
                  <a:pt x="224078" y="185422"/>
                </a:moveTo>
                <a:cubicBezTo>
                  <a:pt x="224078" y="176886"/>
                  <a:pt x="230999" y="169964"/>
                  <a:pt x="239536" y="169964"/>
                </a:cubicBezTo>
                <a:cubicBezTo>
                  <a:pt x="248073" y="169964"/>
                  <a:pt x="254994" y="176886"/>
                  <a:pt x="254994" y="185422"/>
                </a:cubicBezTo>
                <a:lnTo>
                  <a:pt x="254994" y="200880"/>
                </a:lnTo>
                <a:lnTo>
                  <a:pt x="224078" y="200880"/>
                </a:lnTo>
                <a:lnTo>
                  <a:pt x="224078" y="185422"/>
                </a:lnTo>
                <a:close/>
                <a:moveTo>
                  <a:pt x="254994" y="262711"/>
                </a:moveTo>
                <a:cubicBezTo>
                  <a:pt x="254994" y="271248"/>
                  <a:pt x="248073" y="278169"/>
                  <a:pt x="239536" y="278169"/>
                </a:cubicBezTo>
                <a:cubicBezTo>
                  <a:pt x="230999" y="278169"/>
                  <a:pt x="224078" y="271248"/>
                  <a:pt x="224078" y="262711"/>
                </a:cubicBezTo>
                <a:cubicBezTo>
                  <a:pt x="224078" y="254175"/>
                  <a:pt x="230999" y="247253"/>
                  <a:pt x="239536" y="247253"/>
                </a:cubicBezTo>
                <a:cubicBezTo>
                  <a:pt x="248073" y="247253"/>
                  <a:pt x="254994" y="254175"/>
                  <a:pt x="254994" y="262711"/>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37" name="Graphic 76">
            <a:extLst>
              <a:ext uri="{FF2B5EF4-FFF2-40B4-BE49-F238E27FC236}">
                <a16:creationId xmlns:a16="http://schemas.microsoft.com/office/drawing/2014/main" id="{AE3F69F0-5268-5BBF-8CE3-13CC47739F70}"/>
              </a:ext>
              <a:ext uri="{C183D7F6-B498-43B3-948B-1728B52AA6E4}">
                <adec:decorative xmlns:adec="http://schemas.microsoft.com/office/drawing/2017/decorative" val="1"/>
              </a:ext>
            </a:extLst>
          </p:cNvPr>
          <p:cNvSpPr/>
          <p:nvPr/>
        </p:nvSpPr>
        <p:spPr>
          <a:xfrm>
            <a:off x="8835471" y="3803096"/>
            <a:ext cx="261354" cy="154600"/>
          </a:xfrm>
          <a:custGeom>
            <a:avLst/>
            <a:gdLst>
              <a:gd name="connsiteX0" fmla="*/ 150327 w 300635"/>
              <a:gd name="connsiteY0" fmla="*/ 54174 h 177836"/>
              <a:gd name="connsiteX1" fmla="*/ 212159 w 300635"/>
              <a:gd name="connsiteY1" fmla="*/ 116005 h 177836"/>
              <a:gd name="connsiteX2" fmla="*/ 150327 w 300635"/>
              <a:gd name="connsiteY2" fmla="*/ 177836 h 177836"/>
              <a:gd name="connsiteX3" fmla="*/ 88496 w 300635"/>
              <a:gd name="connsiteY3" fmla="*/ 116005 h 177836"/>
              <a:gd name="connsiteX4" fmla="*/ 150327 w 300635"/>
              <a:gd name="connsiteY4" fmla="*/ 54174 h 177836"/>
              <a:gd name="connsiteX5" fmla="*/ 150327 w 300635"/>
              <a:gd name="connsiteY5" fmla="*/ 77360 h 177836"/>
              <a:gd name="connsiteX6" fmla="*/ 111682 w 300635"/>
              <a:gd name="connsiteY6" fmla="*/ 116005 h 177836"/>
              <a:gd name="connsiteX7" fmla="*/ 150327 w 300635"/>
              <a:gd name="connsiteY7" fmla="*/ 154649 h 177836"/>
              <a:gd name="connsiteX8" fmla="*/ 188972 w 300635"/>
              <a:gd name="connsiteY8" fmla="*/ 116005 h 177836"/>
              <a:gd name="connsiteX9" fmla="*/ 150327 w 300635"/>
              <a:gd name="connsiteY9" fmla="*/ 77360 h 177836"/>
              <a:gd name="connsiteX10" fmla="*/ 150327 w 300635"/>
              <a:gd name="connsiteY10" fmla="*/ 0 h 177836"/>
              <a:gd name="connsiteX11" fmla="*/ 300285 w 300635"/>
              <a:gd name="connsiteY11" fmla="*/ 116929 h 177836"/>
              <a:gd name="connsiteX12" fmla="*/ 291855 w 300635"/>
              <a:gd name="connsiteY12" fmla="*/ 130991 h 177836"/>
              <a:gd name="connsiteX13" fmla="*/ 277793 w 300635"/>
              <a:gd name="connsiteY13" fmla="*/ 122559 h 177836"/>
              <a:gd name="connsiteX14" fmla="*/ 150327 w 300635"/>
              <a:gd name="connsiteY14" fmla="*/ 23187 h 177836"/>
              <a:gd name="connsiteX15" fmla="*/ 22844 w 300635"/>
              <a:gd name="connsiteY15" fmla="*/ 122630 h 177836"/>
              <a:gd name="connsiteX16" fmla="*/ 8787 w 300635"/>
              <a:gd name="connsiteY16" fmla="*/ 131069 h 177836"/>
              <a:gd name="connsiteX17" fmla="*/ 348 w 300635"/>
              <a:gd name="connsiteY17" fmla="*/ 117011 h 177836"/>
              <a:gd name="connsiteX18" fmla="*/ 150327 w 300635"/>
              <a:gd name="connsiteY18" fmla="*/ 0 h 17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0635" h="177836">
                <a:moveTo>
                  <a:pt x="150327" y="54174"/>
                </a:moveTo>
                <a:cubicBezTo>
                  <a:pt x="184475" y="54174"/>
                  <a:pt x="212159" y="81857"/>
                  <a:pt x="212159" y="116005"/>
                </a:cubicBezTo>
                <a:cubicBezTo>
                  <a:pt x="212159" y="150154"/>
                  <a:pt x="184475" y="177836"/>
                  <a:pt x="150327" y="177836"/>
                </a:cubicBezTo>
                <a:cubicBezTo>
                  <a:pt x="116178" y="177836"/>
                  <a:pt x="88496" y="150154"/>
                  <a:pt x="88496" y="116005"/>
                </a:cubicBezTo>
                <a:cubicBezTo>
                  <a:pt x="88496" y="81857"/>
                  <a:pt x="116178" y="54174"/>
                  <a:pt x="150327" y="54174"/>
                </a:cubicBezTo>
                <a:close/>
                <a:moveTo>
                  <a:pt x="150327" y="77360"/>
                </a:moveTo>
                <a:cubicBezTo>
                  <a:pt x="128985" y="77360"/>
                  <a:pt x="111682" y="94662"/>
                  <a:pt x="111682" y="116005"/>
                </a:cubicBezTo>
                <a:cubicBezTo>
                  <a:pt x="111682" y="137347"/>
                  <a:pt x="128985" y="154649"/>
                  <a:pt x="150327" y="154649"/>
                </a:cubicBezTo>
                <a:cubicBezTo>
                  <a:pt x="171670" y="154649"/>
                  <a:pt x="188972" y="137347"/>
                  <a:pt x="188972" y="116005"/>
                </a:cubicBezTo>
                <a:cubicBezTo>
                  <a:pt x="188972" y="94662"/>
                  <a:pt x="171670" y="77360"/>
                  <a:pt x="150327" y="77360"/>
                </a:cubicBezTo>
                <a:close/>
                <a:moveTo>
                  <a:pt x="150327" y="0"/>
                </a:moveTo>
                <a:cubicBezTo>
                  <a:pt x="221642" y="0"/>
                  <a:pt x="283204" y="48692"/>
                  <a:pt x="300285" y="116929"/>
                </a:cubicBezTo>
                <a:cubicBezTo>
                  <a:pt x="301840" y="123140"/>
                  <a:pt x="298066" y="129436"/>
                  <a:pt x="291855" y="130991"/>
                </a:cubicBezTo>
                <a:cubicBezTo>
                  <a:pt x="285642" y="132545"/>
                  <a:pt x="279348" y="128771"/>
                  <a:pt x="277793" y="122559"/>
                </a:cubicBezTo>
                <a:cubicBezTo>
                  <a:pt x="263279" y="64582"/>
                  <a:pt x="210942" y="23187"/>
                  <a:pt x="150327" y="23187"/>
                </a:cubicBezTo>
                <a:cubicBezTo>
                  <a:pt x="89685" y="23187"/>
                  <a:pt x="37332" y="64618"/>
                  <a:pt x="22844" y="122630"/>
                </a:cubicBezTo>
                <a:cubicBezTo>
                  <a:pt x="21293" y="128841"/>
                  <a:pt x="14999" y="132619"/>
                  <a:pt x="8787" y="131069"/>
                </a:cubicBezTo>
                <a:cubicBezTo>
                  <a:pt x="2575" y="129517"/>
                  <a:pt x="-1203" y="123224"/>
                  <a:pt x="348" y="117011"/>
                </a:cubicBezTo>
                <a:cubicBezTo>
                  <a:pt x="17400" y="48734"/>
                  <a:pt x="78981" y="0"/>
                  <a:pt x="150327" y="0"/>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38" name="Graphic 15">
            <a:extLst>
              <a:ext uri="{FF2B5EF4-FFF2-40B4-BE49-F238E27FC236}">
                <a16:creationId xmlns:a16="http://schemas.microsoft.com/office/drawing/2014/main" id="{EACA4F38-FFCC-6DAE-1643-EAD5858314EC}"/>
              </a:ext>
              <a:ext uri="{C183D7F6-B498-43B3-948B-1728B52AA6E4}">
                <adec:decorative xmlns:adec="http://schemas.microsoft.com/office/drawing/2017/decorative" val="1"/>
              </a:ext>
            </a:extLst>
          </p:cNvPr>
          <p:cNvSpPr/>
          <p:nvPr/>
        </p:nvSpPr>
        <p:spPr>
          <a:xfrm>
            <a:off x="8829694" y="4512703"/>
            <a:ext cx="272908" cy="286556"/>
          </a:xfrm>
          <a:custGeom>
            <a:avLst/>
            <a:gdLst>
              <a:gd name="connsiteX0" fmla="*/ 141259 w 339911"/>
              <a:gd name="connsiteY0" fmla="*/ 229405 h 356910"/>
              <a:gd name="connsiteX1" fmla="*/ 153303 w 339911"/>
              <a:gd name="connsiteY1" fmla="*/ 203907 h 356910"/>
              <a:gd name="connsiteX2" fmla="*/ 38228 w 339911"/>
              <a:gd name="connsiteY2" fmla="*/ 203907 h 356910"/>
              <a:gd name="connsiteX3" fmla="*/ 0 w 339911"/>
              <a:gd name="connsiteY3" fmla="*/ 242136 h 356910"/>
              <a:gd name="connsiteX4" fmla="*/ 0 w 339911"/>
              <a:gd name="connsiteY4" fmla="*/ 251956 h 356910"/>
              <a:gd name="connsiteX5" fmla="*/ 15270 w 339911"/>
              <a:gd name="connsiteY5" fmla="*/ 293350 h 356910"/>
              <a:gd name="connsiteX6" fmla="*/ 135932 w 339911"/>
              <a:gd name="connsiteY6" fmla="*/ 339919 h 356910"/>
              <a:gd name="connsiteX7" fmla="*/ 165110 w 339911"/>
              <a:gd name="connsiteY7" fmla="*/ 338236 h 356910"/>
              <a:gd name="connsiteX8" fmla="*/ 148213 w 339911"/>
              <a:gd name="connsiteY8" fmla="*/ 314109 h 356910"/>
              <a:gd name="connsiteX9" fmla="*/ 135932 w 339911"/>
              <a:gd name="connsiteY9" fmla="*/ 314420 h 356910"/>
              <a:gd name="connsiteX10" fmla="*/ 34660 w 339911"/>
              <a:gd name="connsiteY10" fmla="*/ 276793 h 356910"/>
              <a:gd name="connsiteX11" fmla="*/ 25498 w 339911"/>
              <a:gd name="connsiteY11" fmla="*/ 251956 h 356910"/>
              <a:gd name="connsiteX12" fmla="*/ 25498 w 339911"/>
              <a:gd name="connsiteY12" fmla="*/ 242136 h 356910"/>
              <a:gd name="connsiteX13" fmla="*/ 38228 w 339911"/>
              <a:gd name="connsiteY13" fmla="*/ 229405 h 356910"/>
              <a:gd name="connsiteX14" fmla="*/ 141259 w 339911"/>
              <a:gd name="connsiteY14" fmla="*/ 229405 h 356910"/>
              <a:gd name="connsiteX15" fmla="*/ 135932 w 339911"/>
              <a:gd name="connsiteY15" fmla="*/ 0 h 356910"/>
              <a:gd name="connsiteX16" fmla="*/ 220926 w 339911"/>
              <a:gd name="connsiteY16" fmla="*/ 84995 h 356910"/>
              <a:gd name="connsiteX17" fmla="*/ 135932 w 339911"/>
              <a:gd name="connsiteY17" fmla="*/ 169989 h 356910"/>
              <a:gd name="connsiteX18" fmla="*/ 50936 w 339911"/>
              <a:gd name="connsiteY18" fmla="*/ 84995 h 356910"/>
              <a:gd name="connsiteX19" fmla="*/ 135932 w 339911"/>
              <a:gd name="connsiteY19" fmla="*/ 0 h 356910"/>
              <a:gd name="connsiteX20" fmla="*/ 135932 w 339911"/>
              <a:gd name="connsiteY20" fmla="*/ 25498 h 356910"/>
              <a:gd name="connsiteX21" fmla="*/ 76435 w 339911"/>
              <a:gd name="connsiteY21" fmla="*/ 84995 h 356910"/>
              <a:gd name="connsiteX22" fmla="*/ 135932 w 339911"/>
              <a:gd name="connsiteY22" fmla="*/ 144491 h 356910"/>
              <a:gd name="connsiteX23" fmla="*/ 195428 w 339911"/>
              <a:gd name="connsiteY23" fmla="*/ 84995 h 356910"/>
              <a:gd name="connsiteX24" fmla="*/ 135932 w 339911"/>
              <a:gd name="connsiteY24" fmla="*/ 25498 h 356910"/>
              <a:gd name="connsiteX25" fmla="*/ 339912 w 339911"/>
              <a:gd name="connsiteY25" fmla="*/ 263417 h 356910"/>
              <a:gd name="connsiteX26" fmla="*/ 246418 w 339911"/>
              <a:gd name="connsiteY26" fmla="*/ 356911 h 356910"/>
              <a:gd name="connsiteX27" fmla="*/ 152924 w 339911"/>
              <a:gd name="connsiteY27" fmla="*/ 263417 h 356910"/>
              <a:gd name="connsiteX28" fmla="*/ 246418 w 339911"/>
              <a:gd name="connsiteY28" fmla="*/ 169923 h 356910"/>
              <a:gd name="connsiteX29" fmla="*/ 339912 w 339911"/>
              <a:gd name="connsiteY29" fmla="*/ 263417 h 356910"/>
              <a:gd name="connsiteX30" fmla="*/ 255859 w 339911"/>
              <a:gd name="connsiteY30" fmla="*/ 211070 h 356910"/>
              <a:gd name="connsiteX31" fmla="*/ 236977 w 339911"/>
              <a:gd name="connsiteY31" fmla="*/ 211070 h 356910"/>
              <a:gd name="connsiteX32" fmla="*/ 227508 w 339911"/>
              <a:gd name="connsiteY32" fmla="*/ 241449 h 356910"/>
              <a:gd name="connsiteX33" fmla="*/ 196868 w 339911"/>
              <a:gd name="connsiteY33" fmla="*/ 241449 h 356910"/>
              <a:gd name="connsiteX34" fmla="*/ 191032 w 339911"/>
              <a:gd name="connsiteY34" fmla="*/ 260168 h 356910"/>
              <a:gd name="connsiteX35" fmla="*/ 215821 w 339911"/>
              <a:gd name="connsiteY35" fmla="*/ 278944 h 356910"/>
              <a:gd name="connsiteX36" fmla="*/ 206353 w 339911"/>
              <a:gd name="connsiteY36" fmla="*/ 309321 h 356910"/>
              <a:gd name="connsiteX37" fmla="*/ 221628 w 339911"/>
              <a:gd name="connsiteY37" fmla="*/ 320890 h 356910"/>
              <a:gd name="connsiteX38" fmla="*/ 246418 w 339911"/>
              <a:gd name="connsiteY38" fmla="*/ 302116 h 356910"/>
              <a:gd name="connsiteX39" fmla="*/ 271207 w 339911"/>
              <a:gd name="connsiteY39" fmla="*/ 320890 h 356910"/>
              <a:gd name="connsiteX40" fmla="*/ 286483 w 339911"/>
              <a:gd name="connsiteY40" fmla="*/ 309321 h 356910"/>
              <a:gd name="connsiteX41" fmla="*/ 277014 w 339911"/>
              <a:gd name="connsiteY41" fmla="*/ 278944 h 356910"/>
              <a:gd name="connsiteX42" fmla="*/ 301804 w 339911"/>
              <a:gd name="connsiteY42" fmla="*/ 260168 h 356910"/>
              <a:gd name="connsiteX43" fmla="*/ 295968 w 339911"/>
              <a:gd name="connsiteY43" fmla="*/ 241449 h 356910"/>
              <a:gd name="connsiteX44" fmla="*/ 265327 w 339911"/>
              <a:gd name="connsiteY44" fmla="*/ 241449 h 356910"/>
              <a:gd name="connsiteX45" fmla="*/ 255859 w 339911"/>
              <a:gd name="connsiteY45" fmla="*/ 211070 h 35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39911" h="356910">
                <a:moveTo>
                  <a:pt x="141259" y="229405"/>
                </a:moveTo>
                <a:cubicBezTo>
                  <a:pt x="144190" y="220336"/>
                  <a:pt x="148261" y="211781"/>
                  <a:pt x="153303" y="203907"/>
                </a:cubicBezTo>
                <a:lnTo>
                  <a:pt x="38228" y="203907"/>
                </a:lnTo>
                <a:cubicBezTo>
                  <a:pt x="17115" y="203907"/>
                  <a:pt x="0" y="221023"/>
                  <a:pt x="0" y="242136"/>
                </a:cubicBezTo>
                <a:lnTo>
                  <a:pt x="0" y="251956"/>
                </a:lnTo>
                <a:cubicBezTo>
                  <a:pt x="0" y="267131"/>
                  <a:pt x="5414" y="281810"/>
                  <a:pt x="15270" y="293350"/>
                </a:cubicBezTo>
                <a:cubicBezTo>
                  <a:pt x="41895" y="324531"/>
                  <a:pt x="82455" y="339919"/>
                  <a:pt x="135932" y="339919"/>
                </a:cubicBezTo>
                <a:cubicBezTo>
                  <a:pt x="146129" y="339919"/>
                  <a:pt x="155858" y="339358"/>
                  <a:pt x="165110" y="338236"/>
                </a:cubicBezTo>
                <a:cubicBezTo>
                  <a:pt x="158464" y="331016"/>
                  <a:pt x="152764" y="322908"/>
                  <a:pt x="148213" y="314109"/>
                </a:cubicBezTo>
                <a:cubicBezTo>
                  <a:pt x="144225" y="314317"/>
                  <a:pt x="140132" y="314420"/>
                  <a:pt x="135932" y="314420"/>
                </a:cubicBezTo>
                <a:cubicBezTo>
                  <a:pt x="89383" y="314420"/>
                  <a:pt x="55965" y="301743"/>
                  <a:pt x="34660" y="276793"/>
                </a:cubicBezTo>
                <a:cubicBezTo>
                  <a:pt x="28747" y="269868"/>
                  <a:pt x="25498" y="261061"/>
                  <a:pt x="25498" y="251956"/>
                </a:cubicBezTo>
                <a:lnTo>
                  <a:pt x="25498" y="242136"/>
                </a:lnTo>
                <a:cubicBezTo>
                  <a:pt x="25498" y="235105"/>
                  <a:pt x="31198" y="229405"/>
                  <a:pt x="38228" y="229405"/>
                </a:cubicBezTo>
                <a:lnTo>
                  <a:pt x="141259" y="229405"/>
                </a:lnTo>
                <a:close/>
                <a:moveTo>
                  <a:pt x="135932" y="0"/>
                </a:moveTo>
                <a:cubicBezTo>
                  <a:pt x="182872" y="0"/>
                  <a:pt x="220926" y="38053"/>
                  <a:pt x="220926" y="84995"/>
                </a:cubicBezTo>
                <a:cubicBezTo>
                  <a:pt x="220926" y="131936"/>
                  <a:pt x="182872" y="169989"/>
                  <a:pt x="135932" y="169989"/>
                </a:cubicBezTo>
                <a:cubicBezTo>
                  <a:pt x="88990" y="169989"/>
                  <a:pt x="50936" y="131936"/>
                  <a:pt x="50936" y="84995"/>
                </a:cubicBezTo>
                <a:cubicBezTo>
                  <a:pt x="50936" y="38053"/>
                  <a:pt x="88990" y="0"/>
                  <a:pt x="135932" y="0"/>
                </a:cubicBezTo>
                <a:close/>
                <a:moveTo>
                  <a:pt x="135932" y="25498"/>
                </a:moveTo>
                <a:cubicBezTo>
                  <a:pt x="103072" y="25498"/>
                  <a:pt x="76435" y="52136"/>
                  <a:pt x="76435" y="84995"/>
                </a:cubicBezTo>
                <a:cubicBezTo>
                  <a:pt x="76435" y="117853"/>
                  <a:pt x="103072" y="144491"/>
                  <a:pt x="135932" y="144491"/>
                </a:cubicBezTo>
                <a:cubicBezTo>
                  <a:pt x="168791" y="144491"/>
                  <a:pt x="195428" y="117853"/>
                  <a:pt x="195428" y="84995"/>
                </a:cubicBezTo>
                <a:cubicBezTo>
                  <a:pt x="195428" y="52136"/>
                  <a:pt x="168791" y="25498"/>
                  <a:pt x="135932" y="25498"/>
                </a:cubicBezTo>
                <a:close/>
                <a:moveTo>
                  <a:pt x="339912" y="263417"/>
                </a:moveTo>
                <a:cubicBezTo>
                  <a:pt x="339912" y="315053"/>
                  <a:pt x="298054" y="356911"/>
                  <a:pt x="246418" y="356911"/>
                </a:cubicBezTo>
                <a:cubicBezTo>
                  <a:pt x="194782" y="356911"/>
                  <a:pt x="152924" y="315053"/>
                  <a:pt x="152924" y="263417"/>
                </a:cubicBezTo>
                <a:cubicBezTo>
                  <a:pt x="152924" y="211781"/>
                  <a:pt x="194782" y="169923"/>
                  <a:pt x="246418" y="169923"/>
                </a:cubicBezTo>
                <a:cubicBezTo>
                  <a:pt x="298054" y="169923"/>
                  <a:pt x="339912" y="211781"/>
                  <a:pt x="339912" y="263417"/>
                </a:cubicBezTo>
                <a:close/>
                <a:moveTo>
                  <a:pt x="255859" y="211070"/>
                </a:moveTo>
                <a:cubicBezTo>
                  <a:pt x="252888" y="201537"/>
                  <a:pt x="239948" y="201537"/>
                  <a:pt x="236977" y="211070"/>
                </a:cubicBezTo>
                <a:lnTo>
                  <a:pt x="227508" y="241449"/>
                </a:lnTo>
                <a:lnTo>
                  <a:pt x="196868" y="241449"/>
                </a:lnTo>
                <a:cubicBezTo>
                  <a:pt x="187251" y="241449"/>
                  <a:pt x="183253" y="254276"/>
                  <a:pt x="191032" y="260168"/>
                </a:cubicBezTo>
                <a:lnTo>
                  <a:pt x="215821" y="278944"/>
                </a:lnTo>
                <a:lnTo>
                  <a:pt x="206353" y="309321"/>
                </a:lnTo>
                <a:cubicBezTo>
                  <a:pt x="203382" y="318854"/>
                  <a:pt x="213848" y="326782"/>
                  <a:pt x="221628" y="320890"/>
                </a:cubicBezTo>
                <a:lnTo>
                  <a:pt x="246418" y="302116"/>
                </a:lnTo>
                <a:lnTo>
                  <a:pt x="271207" y="320890"/>
                </a:lnTo>
                <a:cubicBezTo>
                  <a:pt x="278988" y="326782"/>
                  <a:pt x="289454" y="318854"/>
                  <a:pt x="286483" y="309321"/>
                </a:cubicBezTo>
                <a:lnTo>
                  <a:pt x="277014" y="278944"/>
                </a:lnTo>
                <a:lnTo>
                  <a:pt x="301804" y="260168"/>
                </a:lnTo>
                <a:cubicBezTo>
                  <a:pt x="309582" y="254276"/>
                  <a:pt x="305584" y="241449"/>
                  <a:pt x="295968" y="241449"/>
                </a:cubicBezTo>
                <a:lnTo>
                  <a:pt x="265327" y="241449"/>
                </a:lnTo>
                <a:lnTo>
                  <a:pt x="255859" y="211070"/>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40" name="Graphic 8">
            <a:extLst>
              <a:ext uri="{FF2B5EF4-FFF2-40B4-BE49-F238E27FC236}">
                <a16:creationId xmlns:a16="http://schemas.microsoft.com/office/drawing/2014/main" id="{3D9A6AD3-EAE3-4584-7909-75AB03D97266}"/>
              </a:ext>
              <a:ext uri="{C183D7F6-B498-43B3-948B-1728B52AA6E4}">
                <adec:decorative xmlns:adec="http://schemas.microsoft.com/office/drawing/2017/decorative" val="1"/>
              </a:ext>
            </a:extLst>
          </p:cNvPr>
          <p:cNvSpPr>
            <a:spLocks noChangeAspect="1"/>
          </p:cNvSpPr>
          <p:nvPr/>
        </p:nvSpPr>
        <p:spPr>
          <a:xfrm>
            <a:off x="8859163" y="5184049"/>
            <a:ext cx="213970" cy="251724"/>
          </a:xfrm>
          <a:custGeom>
            <a:avLst/>
            <a:gdLst>
              <a:gd name="connsiteX0" fmla="*/ 40481 w 305867"/>
              <a:gd name="connsiteY0" fmla="*/ 0 h 359833"/>
              <a:gd name="connsiteX1" fmla="*/ 0 w 305867"/>
              <a:gd name="connsiteY1" fmla="*/ 40481 h 359833"/>
              <a:gd name="connsiteX2" fmla="*/ 0 w 305867"/>
              <a:gd name="connsiteY2" fmla="*/ 319352 h 359833"/>
              <a:gd name="connsiteX3" fmla="*/ 40481 w 305867"/>
              <a:gd name="connsiteY3" fmla="*/ 359833 h 359833"/>
              <a:gd name="connsiteX4" fmla="*/ 175428 w 305867"/>
              <a:gd name="connsiteY4" fmla="*/ 359833 h 359833"/>
              <a:gd name="connsiteX5" fmla="*/ 215907 w 305867"/>
              <a:gd name="connsiteY5" fmla="*/ 319734 h 359833"/>
              <a:gd name="connsiteX6" fmla="*/ 215912 w 305867"/>
              <a:gd name="connsiteY6" fmla="*/ 319354 h 359833"/>
              <a:gd name="connsiteX7" fmla="*/ 215912 w 305867"/>
              <a:gd name="connsiteY7" fmla="*/ 292366 h 359833"/>
              <a:gd name="connsiteX8" fmla="*/ 202419 w 305867"/>
              <a:gd name="connsiteY8" fmla="*/ 278873 h 359833"/>
              <a:gd name="connsiteX9" fmla="*/ 185562 w 305867"/>
              <a:gd name="connsiteY9" fmla="*/ 273821 h 359833"/>
              <a:gd name="connsiteX10" fmla="*/ 176369 w 305867"/>
              <a:gd name="connsiteY10" fmla="*/ 259622 h 359833"/>
              <a:gd name="connsiteX11" fmla="*/ 170933 w 305867"/>
              <a:gd name="connsiteY11" fmla="*/ 211402 h 359833"/>
              <a:gd name="connsiteX12" fmla="*/ 167303 w 305867"/>
              <a:gd name="connsiteY12" fmla="*/ 202198 h 359833"/>
              <a:gd name="connsiteX13" fmla="*/ 164345 w 305867"/>
              <a:gd name="connsiteY13" fmla="*/ 199013 h 359833"/>
              <a:gd name="connsiteX14" fmla="*/ 161277 w 305867"/>
              <a:gd name="connsiteY14" fmla="*/ 195888 h 359833"/>
              <a:gd name="connsiteX15" fmla="*/ 139993 w 305867"/>
              <a:gd name="connsiteY15" fmla="*/ 174874 h 359833"/>
              <a:gd name="connsiteX16" fmla="*/ 125360 w 305867"/>
              <a:gd name="connsiteY16" fmla="*/ 153872 h 359833"/>
              <a:gd name="connsiteX17" fmla="*/ 125081 w 305867"/>
              <a:gd name="connsiteY17" fmla="*/ 148016 h 359833"/>
              <a:gd name="connsiteX18" fmla="*/ 128763 w 305867"/>
              <a:gd name="connsiteY18" fmla="*/ 142211 h 359833"/>
              <a:gd name="connsiteX19" fmla="*/ 134552 w 305867"/>
              <a:gd name="connsiteY19" fmla="*/ 138536 h 359833"/>
              <a:gd name="connsiteX20" fmla="*/ 140387 w 305867"/>
              <a:gd name="connsiteY20" fmla="*/ 138822 h 359833"/>
              <a:gd name="connsiteX21" fmla="*/ 161387 w 305867"/>
              <a:gd name="connsiteY21" fmla="*/ 153478 h 359833"/>
              <a:gd name="connsiteX22" fmla="*/ 188585 w 305867"/>
              <a:gd name="connsiteY22" fmla="*/ 180489 h 359833"/>
              <a:gd name="connsiteX23" fmla="*/ 219541 w 305867"/>
              <a:gd name="connsiteY23" fmla="*/ 211616 h 359833"/>
              <a:gd name="connsiteX24" fmla="*/ 238613 w 305867"/>
              <a:gd name="connsiteY24" fmla="*/ 212273 h 359833"/>
              <a:gd name="connsiteX25" fmla="*/ 239271 w 305867"/>
              <a:gd name="connsiteY25" fmla="*/ 193202 h 359833"/>
              <a:gd name="connsiteX26" fmla="*/ 215903 w 305867"/>
              <a:gd name="connsiteY26" fmla="*/ 169553 h 359833"/>
              <a:gd name="connsiteX27" fmla="*/ 215903 w 305867"/>
              <a:gd name="connsiteY27" fmla="*/ 109035 h 359833"/>
              <a:gd name="connsiteX28" fmla="*/ 267023 w 305867"/>
              <a:gd name="connsiteY28" fmla="*/ 160156 h 359833"/>
              <a:gd name="connsiteX29" fmla="*/ 278880 w 305867"/>
              <a:gd name="connsiteY29" fmla="*/ 188779 h 359833"/>
              <a:gd name="connsiteX30" fmla="*/ 278880 w 305867"/>
              <a:gd name="connsiteY30" fmla="*/ 346340 h 359833"/>
              <a:gd name="connsiteX31" fmla="*/ 292373 w 305867"/>
              <a:gd name="connsiteY31" fmla="*/ 359833 h 359833"/>
              <a:gd name="connsiteX32" fmla="*/ 305867 w 305867"/>
              <a:gd name="connsiteY32" fmla="*/ 346340 h 359833"/>
              <a:gd name="connsiteX33" fmla="*/ 305867 w 305867"/>
              <a:gd name="connsiteY33" fmla="*/ 188779 h 359833"/>
              <a:gd name="connsiteX34" fmla="*/ 286107 w 305867"/>
              <a:gd name="connsiteY34" fmla="*/ 141072 h 359833"/>
              <a:gd name="connsiteX35" fmla="*/ 215902 w 305867"/>
              <a:gd name="connsiteY35" fmla="*/ 70868 h 359833"/>
              <a:gd name="connsiteX36" fmla="*/ 215902 w 305867"/>
              <a:gd name="connsiteY36" fmla="*/ 40480 h 359833"/>
              <a:gd name="connsiteX37" fmla="*/ 175420 w 305867"/>
              <a:gd name="connsiteY37" fmla="*/ 0 h 359833"/>
              <a:gd name="connsiteX38" fmla="*/ 40481 w 305867"/>
              <a:gd name="connsiteY38" fmla="*/ 0 h 359833"/>
              <a:gd name="connsiteX39" fmla="*/ 150986 w 305867"/>
              <a:gd name="connsiteY39" fmla="*/ 268788 h 359833"/>
              <a:gd name="connsiteX40" fmla="*/ 157891 w 305867"/>
              <a:gd name="connsiteY40" fmla="*/ 282861 h 359833"/>
              <a:gd name="connsiteX41" fmla="*/ 134950 w 305867"/>
              <a:gd name="connsiteY41" fmla="*/ 319356 h 359833"/>
              <a:gd name="connsiteX42" fmla="*/ 134950 w 305867"/>
              <a:gd name="connsiteY42" fmla="*/ 332846 h 359833"/>
              <a:gd name="connsiteX43" fmla="*/ 80974 w 305867"/>
              <a:gd name="connsiteY43" fmla="*/ 332846 h 359833"/>
              <a:gd name="connsiteX44" fmla="*/ 80974 w 305867"/>
              <a:gd name="connsiteY44" fmla="*/ 319356 h 359833"/>
              <a:gd name="connsiteX45" fmla="*/ 40493 w 305867"/>
              <a:gd name="connsiteY45" fmla="*/ 278874 h 359833"/>
              <a:gd name="connsiteX46" fmla="*/ 26987 w 305867"/>
              <a:gd name="connsiteY46" fmla="*/ 278874 h 359833"/>
              <a:gd name="connsiteX47" fmla="*/ 26987 w 305867"/>
              <a:gd name="connsiteY47" fmla="*/ 80957 h 359833"/>
              <a:gd name="connsiteX48" fmla="*/ 40493 w 305867"/>
              <a:gd name="connsiteY48" fmla="*/ 80957 h 359833"/>
              <a:gd name="connsiteX49" fmla="*/ 80974 w 305867"/>
              <a:gd name="connsiteY49" fmla="*/ 40475 h 359833"/>
              <a:gd name="connsiteX50" fmla="*/ 80974 w 305867"/>
              <a:gd name="connsiteY50" fmla="*/ 26988 h 359833"/>
              <a:gd name="connsiteX51" fmla="*/ 134950 w 305867"/>
              <a:gd name="connsiteY51" fmla="*/ 26988 h 359833"/>
              <a:gd name="connsiteX52" fmla="*/ 134950 w 305867"/>
              <a:gd name="connsiteY52" fmla="*/ 40475 h 359833"/>
              <a:gd name="connsiteX53" fmla="*/ 175431 w 305867"/>
              <a:gd name="connsiteY53" fmla="*/ 80957 h 359833"/>
              <a:gd name="connsiteX54" fmla="*/ 188914 w 305867"/>
              <a:gd name="connsiteY54" fmla="*/ 80957 h 359833"/>
              <a:gd name="connsiteX55" fmla="*/ 188916 w 305867"/>
              <a:gd name="connsiteY55" fmla="*/ 142820 h 359833"/>
              <a:gd name="connsiteX56" fmla="*/ 180476 w 305867"/>
              <a:gd name="connsiteY56" fmla="*/ 134401 h 359833"/>
              <a:gd name="connsiteX57" fmla="*/ 147713 w 305867"/>
              <a:gd name="connsiteY57" fmla="*/ 112848 h 359833"/>
              <a:gd name="connsiteX58" fmla="*/ 127856 w 305867"/>
              <a:gd name="connsiteY58" fmla="*/ 112392 h 359833"/>
              <a:gd name="connsiteX59" fmla="*/ 116478 w 305867"/>
              <a:gd name="connsiteY59" fmla="*/ 117516 h 359833"/>
              <a:gd name="connsiteX60" fmla="*/ 107958 w 305867"/>
              <a:gd name="connsiteY60" fmla="*/ 116944 h 359833"/>
              <a:gd name="connsiteX61" fmla="*/ 44987 w 305867"/>
              <a:gd name="connsiteY61" fmla="*/ 179915 h 359833"/>
              <a:gd name="connsiteX62" fmla="*/ 107958 w 305867"/>
              <a:gd name="connsiteY62" fmla="*/ 242886 h 359833"/>
              <a:gd name="connsiteX63" fmla="*/ 144370 w 305867"/>
              <a:gd name="connsiteY63" fmla="*/ 231297 h 359833"/>
              <a:gd name="connsiteX64" fmla="*/ 150986 w 305867"/>
              <a:gd name="connsiteY64" fmla="*/ 268788 h 359833"/>
              <a:gd name="connsiteX65" fmla="*/ 71975 w 305867"/>
              <a:gd name="connsiteY65" fmla="*/ 179915 h 359833"/>
              <a:gd name="connsiteX66" fmla="*/ 98158 w 305867"/>
              <a:gd name="connsiteY66" fmla="*/ 145283 h 359833"/>
              <a:gd name="connsiteX67" fmla="*/ 99378 w 305867"/>
              <a:gd name="connsiteY67" fmla="*/ 161166 h 359833"/>
              <a:gd name="connsiteX68" fmla="*/ 120915 w 305867"/>
              <a:gd name="connsiteY68" fmla="*/ 193961 h 359833"/>
              <a:gd name="connsiteX69" fmla="*/ 132879 w 305867"/>
              <a:gd name="connsiteY69" fmla="*/ 205873 h 359833"/>
              <a:gd name="connsiteX70" fmla="*/ 107958 w 305867"/>
              <a:gd name="connsiteY70" fmla="*/ 215898 h 359833"/>
              <a:gd name="connsiteX71" fmla="*/ 71975 w 305867"/>
              <a:gd name="connsiteY71" fmla="*/ 179915 h 359833"/>
              <a:gd name="connsiteX72" fmla="*/ 26987 w 305867"/>
              <a:gd name="connsiteY72" fmla="*/ 40481 h 359833"/>
              <a:gd name="connsiteX73" fmla="*/ 40481 w 305867"/>
              <a:gd name="connsiteY73" fmla="*/ 26988 h 359833"/>
              <a:gd name="connsiteX74" fmla="*/ 53987 w 305867"/>
              <a:gd name="connsiteY74" fmla="*/ 26988 h 359833"/>
              <a:gd name="connsiteX75" fmla="*/ 53987 w 305867"/>
              <a:gd name="connsiteY75" fmla="*/ 40475 h 359833"/>
              <a:gd name="connsiteX76" fmla="*/ 40493 w 305867"/>
              <a:gd name="connsiteY76" fmla="*/ 53969 h 359833"/>
              <a:gd name="connsiteX77" fmla="*/ 26987 w 305867"/>
              <a:gd name="connsiteY77" fmla="*/ 53969 h 359833"/>
              <a:gd name="connsiteX78" fmla="*/ 26987 w 305867"/>
              <a:gd name="connsiteY78" fmla="*/ 40481 h 359833"/>
              <a:gd name="connsiteX79" fmla="*/ 161937 w 305867"/>
              <a:gd name="connsiteY79" fmla="*/ 26988 h 359833"/>
              <a:gd name="connsiteX80" fmla="*/ 175420 w 305867"/>
              <a:gd name="connsiteY80" fmla="*/ 26988 h 359833"/>
              <a:gd name="connsiteX81" fmla="*/ 188914 w 305867"/>
              <a:gd name="connsiteY81" fmla="*/ 40481 h 359833"/>
              <a:gd name="connsiteX82" fmla="*/ 188914 w 305867"/>
              <a:gd name="connsiteY82" fmla="*/ 53969 h 359833"/>
              <a:gd name="connsiteX83" fmla="*/ 175431 w 305867"/>
              <a:gd name="connsiteY83" fmla="*/ 53969 h 359833"/>
              <a:gd name="connsiteX84" fmla="*/ 161937 w 305867"/>
              <a:gd name="connsiteY84" fmla="*/ 40475 h 359833"/>
              <a:gd name="connsiteX85" fmla="*/ 161937 w 305867"/>
              <a:gd name="connsiteY85" fmla="*/ 26988 h 359833"/>
              <a:gd name="connsiteX86" fmla="*/ 188920 w 305867"/>
              <a:gd name="connsiteY86" fmla="*/ 305862 h 359833"/>
              <a:gd name="connsiteX87" fmla="*/ 188921 w 305867"/>
              <a:gd name="connsiteY87" fmla="*/ 319352 h 359833"/>
              <a:gd name="connsiteX88" fmla="*/ 175428 w 305867"/>
              <a:gd name="connsiteY88" fmla="*/ 332846 h 359833"/>
              <a:gd name="connsiteX89" fmla="*/ 161937 w 305867"/>
              <a:gd name="connsiteY89" fmla="*/ 332846 h 359833"/>
              <a:gd name="connsiteX90" fmla="*/ 161937 w 305867"/>
              <a:gd name="connsiteY90" fmla="*/ 319356 h 359833"/>
              <a:gd name="connsiteX91" fmla="*/ 175431 w 305867"/>
              <a:gd name="connsiteY91" fmla="*/ 305862 h 359833"/>
              <a:gd name="connsiteX92" fmla="*/ 188920 w 305867"/>
              <a:gd name="connsiteY92" fmla="*/ 305862 h 359833"/>
              <a:gd name="connsiteX93" fmla="*/ 53987 w 305867"/>
              <a:gd name="connsiteY93" fmla="*/ 332846 h 359833"/>
              <a:gd name="connsiteX94" fmla="*/ 40481 w 305867"/>
              <a:gd name="connsiteY94" fmla="*/ 332846 h 359833"/>
              <a:gd name="connsiteX95" fmla="*/ 26987 w 305867"/>
              <a:gd name="connsiteY95" fmla="*/ 319352 h 359833"/>
              <a:gd name="connsiteX96" fmla="*/ 26987 w 305867"/>
              <a:gd name="connsiteY96" fmla="*/ 305862 h 359833"/>
              <a:gd name="connsiteX97" fmla="*/ 40493 w 305867"/>
              <a:gd name="connsiteY97" fmla="*/ 305862 h 359833"/>
              <a:gd name="connsiteX98" fmla="*/ 53987 w 305867"/>
              <a:gd name="connsiteY98" fmla="*/ 319356 h 359833"/>
              <a:gd name="connsiteX99" fmla="*/ 53987 w 305867"/>
              <a:gd name="connsiteY99" fmla="*/ 332846 h 359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305867" h="359833">
                <a:moveTo>
                  <a:pt x="40481" y="0"/>
                </a:moveTo>
                <a:cubicBezTo>
                  <a:pt x="18124" y="0"/>
                  <a:pt x="0" y="18124"/>
                  <a:pt x="0" y="40481"/>
                </a:cubicBezTo>
                <a:lnTo>
                  <a:pt x="0" y="319352"/>
                </a:lnTo>
                <a:cubicBezTo>
                  <a:pt x="0" y="341709"/>
                  <a:pt x="18124" y="359833"/>
                  <a:pt x="40481" y="359833"/>
                </a:cubicBezTo>
                <a:lnTo>
                  <a:pt x="175428" y="359833"/>
                </a:lnTo>
                <a:cubicBezTo>
                  <a:pt x="197656" y="359833"/>
                  <a:pt x="215702" y="341915"/>
                  <a:pt x="215907" y="319734"/>
                </a:cubicBezTo>
                <a:lnTo>
                  <a:pt x="215912" y="319354"/>
                </a:lnTo>
                <a:lnTo>
                  <a:pt x="215912" y="292366"/>
                </a:lnTo>
                <a:cubicBezTo>
                  <a:pt x="215912" y="284914"/>
                  <a:pt x="209871" y="278873"/>
                  <a:pt x="202419" y="278873"/>
                </a:cubicBezTo>
                <a:cubicBezTo>
                  <a:pt x="194252" y="278873"/>
                  <a:pt x="189116" y="276676"/>
                  <a:pt x="185562" y="273821"/>
                </a:cubicBezTo>
                <a:cubicBezTo>
                  <a:pt x="181820" y="270811"/>
                  <a:pt x="178734" y="266169"/>
                  <a:pt x="176369" y="259622"/>
                </a:cubicBezTo>
                <a:cubicBezTo>
                  <a:pt x="171464" y="246038"/>
                  <a:pt x="170933" y="228127"/>
                  <a:pt x="170933" y="211402"/>
                </a:cubicBezTo>
                <a:cubicBezTo>
                  <a:pt x="170931" y="207985"/>
                  <a:pt x="169634" y="204695"/>
                  <a:pt x="167303" y="202198"/>
                </a:cubicBezTo>
                <a:cubicBezTo>
                  <a:pt x="165932" y="200726"/>
                  <a:pt x="165009" y="199729"/>
                  <a:pt x="164345" y="199013"/>
                </a:cubicBezTo>
                <a:cubicBezTo>
                  <a:pt x="162718" y="197255"/>
                  <a:pt x="162643" y="197172"/>
                  <a:pt x="161277" y="195888"/>
                </a:cubicBezTo>
                <a:cubicBezTo>
                  <a:pt x="159948" y="194637"/>
                  <a:pt x="155887" y="190760"/>
                  <a:pt x="139993" y="174874"/>
                </a:cubicBezTo>
                <a:cubicBezTo>
                  <a:pt x="131564" y="166448"/>
                  <a:pt x="126890" y="159318"/>
                  <a:pt x="125360" y="153872"/>
                </a:cubicBezTo>
                <a:cubicBezTo>
                  <a:pt x="124660" y="151376"/>
                  <a:pt x="124696" y="149514"/>
                  <a:pt x="125081" y="148016"/>
                </a:cubicBezTo>
                <a:cubicBezTo>
                  <a:pt x="125463" y="146530"/>
                  <a:pt x="126397" y="144577"/>
                  <a:pt x="128763" y="142211"/>
                </a:cubicBezTo>
                <a:cubicBezTo>
                  <a:pt x="131127" y="139845"/>
                  <a:pt x="133075" y="138915"/>
                  <a:pt x="134552" y="138536"/>
                </a:cubicBezTo>
                <a:cubicBezTo>
                  <a:pt x="136042" y="138155"/>
                  <a:pt x="137897" y="138120"/>
                  <a:pt x="140387" y="138822"/>
                </a:cubicBezTo>
                <a:cubicBezTo>
                  <a:pt x="145829" y="140357"/>
                  <a:pt x="152954" y="145040"/>
                  <a:pt x="161387" y="153478"/>
                </a:cubicBezTo>
                <a:cubicBezTo>
                  <a:pt x="171095" y="163192"/>
                  <a:pt x="180321" y="172315"/>
                  <a:pt x="188585" y="180489"/>
                </a:cubicBezTo>
                <a:cubicBezTo>
                  <a:pt x="202250" y="194001"/>
                  <a:pt x="213298" y="204927"/>
                  <a:pt x="219541" y="211616"/>
                </a:cubicBezTo>
                <a:cubicBezTo>
                  <a:pt x="224626" y="217064"/>
                  <a:pt x="233165" y="217357"/>
                  <a:pt x="238613" y="212273"/>
                </a:cubicBezTo>
                <a:cubicBezTo>
                  <a:pt x="244060" y="207188"/>
                  <a:pt x="244355" y="198650"/>
                  <a:pt x="239271" y="193202"/>
                </a:cubicBezTo>
                <a:cubicBezTo>
                  <a:pt x="234152" y="187716"/>
                  <a:pt x="225923" y="179483"/>
                  <a:pt x="215903" y="169553"/>
                </a:cubicBezTo>
                <a:lnTo>
                  <a:pt x="215903" y="109035"/>
                </a:lnTo>
                <a:lnTo>
                  <a:pt x="267023" y="160156"/>
                </a:lnTo>
                <a:cubicBezTo>
                  <a:pt x="274614" y="167747"/>
                  <a:pt x="278880" y="178044"/>
                  <a:pt x="278880" y="188779"/>
                </a:cubicBezTo>
                <a:lnTo>
                  <a:pt x="278880" y="346340"/>
                </a:lnTo>
                <a:cubicBezTo>
                  <a:pt x="278880" y="353792"/>
                  <a:pt x="284921" y="359833"/>
                  <a:pt x="292373" y="359833"/>
                </a:cubicBezTo>
                <a:cubicBezTo>
                  <a:pt x="299826" y="359833"/>
                  <a:pt x="305867" y="353792"/>
                  <a:pt x="305867" y="346340"/>
                </a:cubicBezTo>
                <a:lnTo>
                  <a:pt x="305867" y="188779"/>
                </a:lnTo>
                <a:cubicBezTo>
                  <a:pt x="305867" y="170887"/>
                  <a:pt x="298759" y="153726"/>
                  <a:pt x="286107" y="141072"/>
                </a:cubicBezTo>
                <a:lnTo>
                  <a:pt x="215902" y="70868"/>
                </a:lnTo>
                <a:lnTo>
                  <a:pt x="215902" y="40480"/>
                </a:lnTo>
                <a:cubicBezTo>
                  <a:pt x="215900" y="18123"/>
                  <a:pt x="197777" y="0"/>
                  <a:pt x="175420" y="0"/>
                </a:cubicBezTo>
                <a:lnTo>
                  <a:pt x="40481" y="0"/>
                </a:lnTo>
                <a:close/>
                <a:moveTo>
                  <a:pt x="150986" y="268788"/>
                </a:moveTo>
                <a:cubicBezTo>
                  <a:pt x="152729" y="273612"/>
                  <a:pt x="154975" y="278399"/>
                  <a:pt x="157891" y="282861"/>
                </a:cubicBezTo>
                <a:cubicBezTo>
                  <a:pt x="144316" y="289396"/>
                  <a:pt x="134950" y="303282"/>
                  <a:pt x="134950" y="319356"/>
                </a:cubicBezTo>
                <a:lnTo>
                  <a:pt x="134950" y="332846"/>
                </a:lnTo>
                <a:lnTo>
                  <a:pt x="80974" y="332846"/>
                </a:lnTo>
                <a:lnTo>
                  <a:pt x="80974" y="319356"/>
                </a:lnTo>
                <a:cubicBezTo>
                  <a:pt x="80974" y="296997"/>
                  <a:pt x="62850" y="278874"/>
                  <a:pt x="40493" y="278874"/>
                </a:cubicBezTo>
                <a:lnTo>
                  <a:pt x="26987" y="278874"/>
                </a:lnTo>
                <a:lnTo>
                  <a:pt x="26987" y="80957"/>
                </a:lnTo>
                <a:lnTo>
                  <a:pt x="40493" y="80957"/>
                </a:lnTo>
                <a:cubicBezTo>
                  <a:pt x="62850" y="80957"/>
                  <a:pt x="80974" y="62832"/>
                  <a:pt x="80974" y="40475"/>
                </a:cubicBezTo>
                <a:lnTo>
                  <a:pt x="80974" y="26988"/>
                </a:lnTo>
                <a:lnTo>
                  <a:pt x="134950" y="26988"/>
                </a:lnTo>
                <a:lnTo>
                  <a:pt x="134950" y="40475"/>
                </a:lnTo>
                <a:cubicBezTo>
                  <a:pt x="134950" y="62832"/>
                  <a:pt x="153073" y="80957"/>
                  <a:pt x="175431" y="80957"/>
                </a:cubicBezTo>
                <a:lnTo>
                  <a:pt x="188914" y="80957"/>
                </a:lnTo>
                <a:lnTo>
                  <a:pt x="188916" y="142820"/>
                </a:lnTo>
                <a:cubicBezTo>
                  <a:pt x="186136" y="140054"/>
                  <a:pt x="183317" y="137244"/>
                  <a:pt x="180476" y="134401"/>
                </a:cubicBezTo>
                <a:cubicBezTo>
                  <a:pt x="170922" y="124840"/>
                  <a:pt x="159816" y="116261"/>
                  <a:pt x="147713" y="112848"/>
                </a:cubicBezTo>
                <a:cubicBezTo>
                  <a:pt x="141429" y="111076"/>
                  <a:pt x="134682" y="110644"/>
                  <a:pt x="127856" y="112392"/>
                </a:cubicBezTo>
                <a:cubicBezTo>
                  <a:pt x="123791" y="113434"/>
                  <a:pt x="119995" y="115172"/>
                  <a:pt x="116478" y="117516"/>
                </a:cubicBezTo>
                <a:cubicBezTo>
                  <a:pt x="113691" y="117139"/>
                  <a:pt x="110848" y="116944"/>
                  <a:pt x="107958" y="116944"/>
                </a:cubicBezTo>
                <a:cubicBezTo>
                  <a:pt x="73180" y="116944"/>
                  <a:pt x="44987" y="145137"/>
                  <a:pt x="44987" y="179915"/>
                </a:cubicBezTo>
                <a:cubicBezTo>
                  <a:pt x="44987" y="214693"/>
                  <a:pt x="73180" y="242886"/>
                  <a:pt x="107958" y="242886"/>
                </a:cubicBezTo>
                <a:cubicBezTo>
                  <a:pt x="121526" y="242886"/>
                  <a:pt x="134090" y="238595"/>
                  <a:pt x="144370" y="231297"/>
                </a:cubicBezTo>
                <a:cubicBezTo>
                  <a:pt x="145034" y="243607"/>
                  <a:pt x="146720" y="256973"/>
                  <a:pt x="150986" y="268788"/>
                </a:cubicBezTo>
                <a:close/>
                <a:moveTo>
                  <a:pt x="71975" y="179915"/>
                </a:moveTo>
                <a:cubicBezTo>
                  <a:pt x="71975" y="163440"/>
                  <a:pt x="83048" y="149549"/>
                  <a:pt x="98158" y="145283"/>
                </a:cubicBezTo>
                <a:cubicBezTo>
                  <a:pt x="97405" y="150741"/>
                  <a:pt x="97956" y="156103"/>
                  <a:pt x="99378" y="161166"/>
                </a:cubicBezTo>
                <a:cubicBezTo>
                  <a:pt x="102779" y="173281"/>
                  <a:pt x="111347" y="184398"/>
                  <a:pt x="120915" y="193961"/>
                </a:cubicBezTo>
                <a:cubicBezTo>
                  <a:pt x="125983" y="199027"/>
                  <a:pt x="129874" y="202897"/>
                  <a:pt x="132879" y="205873"/>
                </a:cubicBezTo>
                <a:cubicBezTo>
                  <a:pt x="126413" y="212082"/>
                  <a:pt x="117631" y="215898"/>
                  <a:pt x="107958" y="215898"/>
                </a:cubicBezTo>
                <a:cubicBezTo>
                  <a:pt x="88085" y="215898"/>
                  <a:pt x="71975" y="199788"/>
                  <a:pt x="71975" y="179915"/>
                </a:cubicBezTo>
                <a:close/>
                <a:moveTo>
                  <a:pt x="26987" y="40481"/>
                </a:moveTo>
                <a:cubicBezTo>
                  <a:pt x="26987" y="33029"/>
                  <a:pt x="33029" y="26988"/>
                  <a:pt x="40481" y="26988"/>
                </a:cubicBezTo>
                <a:lnTo>
                  <a:pt x="53987" y="26988"/>
                </a:lnTo>
                <a:lnTo>
                  <a:pt x="53987" y="40475"/>
                </a:lnTo>
                <a:cubicBezTo>
                  <a:pt x="53987" y="47928"/>
                  <a:pt x="47945" y="53969"/>
                  <a:pt x="40493" y="53969"/>
                </a:cubicBezTo>
                <a:lnTo>
                  <a:pt x="26987" y="53969"/>
                </a:lnTo>
                <a:lnTo>
                  <a:pt x="26987" y="40481"/>
                </a:lnTo>
                <a:close/>
                <a:moveTo>
                  <a:pt x="161937" y="26988"/>
                </a:moveTo>
                <a:lnTo>
                  <a:pt x="175420" y="26988"/>
                </a:lnTo>
                <a:cubicBezTo>
                  <a:pt x="182873" y="26988"/>
                  <a:pt x="188912" y="33029"/>
                  <a:pt x="188914" y="40481"/>
                </a:cubicBezTo>
                <a:lnTo>
                  <a:pt x="188914" y="53969"/>
                </a:lnTo>
                <a:lnTo>
                  <a:pt x="175431" y="53969"/>
                </a:lnTo>
                <a:cubicBezTo>
                  <a:pt x="167979" y="53969"/>
                  <a:pt x="161937" y="47928"/>
                  <a:pt x="161937" y="40475"/>
                </a:cubicBezTo>
                <a:lnTo>
                  <a:pt x="161937" y="26988"/>
                </a:lnTo>
                <a:close/>
                <a:moveTo>
                  <a:pt x="188920" y="305862"/>
                </a:moveTo>
                <a:lnTo>
                  <a:pt x="188921" y="319352"/>
                </a:lnTo>
                <a:cubicBezTo>
                  <a:pt x="188921" y="326804"/>
                  <a:pt x="182880" y="332846"/>
                  <a:pt x="175428" y="332846"/>
                </a:cubicBezTo>
                <a:lnTo>
                  <a:pt x="161937" y="332846"/>
                </a:lnTo>
                <a:lnTo>
                  <a:pt x="161937" y="319356"/>
                </a:lnTo>
                <a:cubicBezTo>
                  <a:pt x="161937" y="311902"/>
                  <a:pt x="167979" y="305862"/>
                  <a:pt x="175431" y="305862"/>
                </a:cubicBezTo>
                <a:lnTo>
                  <a:pt x="188920" y="305862"/>
                </a:lnTo>
                <a:close/>
                <a:moveTo>
                  <a:pt x="53987" y="332846"/>
                </a:moveTo>
                <a:lnTo>
                  <a:pt x="40481" y="332846"/>
                </a:lnTo>
                <a:cubicBezTo>
                  <a:pt x="33029" y="332846"/>
                  <a:pt x="26987" y="326804"/>
                  <a:pt x="26987" y="319352"/>
                </a:cubicBezTo>
                <a:lnTo>
                  <a:pt x="26987" y="305862"/>
                </a:lnTo>
                <a:lnTo>
                  <a:pt x="40493" y="305862"/>
                </a:lnTo>
                <a:cubicBezTo>
                  <a:pt x="47945" y="305862"/>
                  <a:pt x="53987" y="311902"/>
                  <a:pt x="53987" y="319356"/>
                </a:cubicBezTo>
                <a:lnTo>
                  <a:pt x="53987" y="33284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cxnSp>
        <p:nvCxnSpPr>
          <p:cNvPr id="41" name="Straight Connector 40">
            <a:extLst>
              <a:ext uri="{FF2B5EF4-FFF2-40B4-BE49-F238E27FC236}">
                <a16:creationId xmlns:a16="http://schemas.microsoft.com/office/drawing/2014/main" id="{F69DD545-9836-D0FD-4ACF-86DE2B82FAE3}"/>
              </a:ext>
              <a:ext uri="{C183D7F6-B498-43B3-948B-1728B52AA6E4}">
                <adec:decorative xmlns:adec="http://schemas.microsoft.com/office/drawing/2017/decorative" val="1"/>
              </a:ext>
            </a:extLst>
          </p:cNvPr>
          <p:cNvCxnSpPr>
            <a:cxnSpLocks/>
          </p:cNvCxnSpPr>
          <p:nvPr/>
        </p:nvCxnSpPr>
        <p:spPr>
          <a:xfrm>
            <a:off x="8647301" y="3621218"/>
            <a:ext cx="2926080"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7F254F-790E-9164-C7D1-AA0754E5ED95}"/>
              </a:ext>
              <a:ext uri="{C183D7F6-B498-43B3-948B-1728B52AA6E4}">
                <adec:decorative xmlns:adec="http://schemas.microsoft.com/office/drawing/2017/decorative" val="1"/>
              </a:ext>
            </a:extLst>
          </p:cNvPr>
          <p:cNvCxnSpPr>
            <a:cxnSpLocks/>
          </p:cNvCxnSpPr>
          <p:nvPr/>
        </p:nvCxnSpPr>
        <p:spPr>
          <a:xfrm>
            <a:off x="8647301" y="4222829"/>
            <a:ext cx="2926080"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2FBDCEA-2FEC-27FB-3BFD-8D2AD8C2B291}"/>
              </a:ext>
              <a:ext uri="{C183D7F6-B498-43B3-948B-1728B52AA6E4}">
                <adec:decorative xmlns:adec="http://schemas.microsoft.com/office/drawing/2017/decorative" val="1"/>
              </a:ext>
            </a:extLst>
          </p:cNvPr>
          <p:cNvCxnSpPr>
            <a:cxnSpLocks/>
          </p:cNvCxnSpPr>
          <p:nvPr/>
        </p:nvCxnSpPr>
        <p:spPr>
          <a:xfrm>
            <a:off x="8647301" y="5009106"/>
            <a:ext cx="2926080"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1D8DB485-DC14-7059-0C5B-37763622B63F}"/>
              </a:ext>
              <a:ext uri="{C183D7F6-B498-43B3-948B-1728B52AA6E4}">
                <adec:decorative xmlns:adec="http://schemas.microsoft.com/office/drawing/2017/decorative" val="1"/>
              </a:ext>
            </a:extLst>
          </p:cNvPr>
          <p:cNvCxnSpPr>
            <a:cxnSpLocks/>
          </p:cNvCxnSpPr>
          <p:nvPr/>
        </p:nvCxnSpPr>
        <p:spPr>
          <a:xfrm>
            <a:off x="5648858" y="3436552"/>
            <a:ext cx="2926080"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101251F-231F-EEB2-8D70-7ED8A19E5C26}"/>
              </a:ext>
              <a:ext uri="{C183D7F6-B498-43B3-948B-1728B52AA6E4}">
                <adec:decorative xmlns:adec="http://schemas.microsoft.com/office/drawing/2017/decorative" val="1"/>
              </a:ext>
            </a:extLst>
          </p:cNvPr>
          <p:cNvCxnSpPr>
            <a:cxnSpLocks/>
          </p:cNvCxnSpPr>
          <p:nvPr/>
        </p:nvCxnSpPr>
        <p:spPr>
          <a:xfrm>
            <a:off x="5648858" y="4222829"/>
            <a:ext cx="2926080"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FE468DB3-632F-F86B-232B-92CD13644E44}"/>
              </a:ext>
              <a:ext uri="{C183D7F6-B498-43B3-948B-1728B52AA6E4}">
                <adec:decorative xmlns:adec="http://schemas.microsoft.com/office/drawing/2017/decorative" val="1"/>
              </a:ext>
            </a:extLst>
          </p:cNvPr>
          <p:cNvCxnSpPr>
            <a:cxnSpLocks/>
          </p:cNvCxnSpPr>
          <p:nvPr/>
        </p:nvCxnSpPr>
        <p:spPr>
          <a:xfrm>
            <a:off x="5648858" y="5009106"/>
            <a:ext cx="2926080"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6C8A770-1596-393C-DE71-66CC0DFB97E2}"/>
              </a:ext>
              <a:ext uri="{C183D7F6-B498-43B3-948B-1728B52AA6E4}">
                <adec:decorative xmlns:adec="http://schemas.microsoft.com/office/drawing/2017/decorative" val="1"/>
              </a:ext>
            </a:extLst>
          </p:cNvPr>
          <p:cNvCxnSpPr>
            <a:cxnSpLocks/>
          </p:cNvCxnSpPr>
          <p:nvPr/>
        </p:nvCxnSpPr>
        <p:spPr>
          <a:xfrm>
            <a:off x="641042" y="3589456"/>
            <a:ext cx="2926080"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6" name="Title 65">
            <a:extLst>
              <a:ext uri="{FF2B5EF4-FFF2-40B4-BE49-F238E27FC236}">
                <a16:creationId xmlns:a16="http://schemas.microsoft.com/office/drawing/2014/main" id="{F72F09A9-3522-AEA4-254E-BD68092E79F8}"/>
              </a:ext>
            </a:extLst>
          </p:cNvPr>
          <p:cNvSpPr>
            <a:spLocks noGrp="1"/>
          </p:cNvSpPr>
          <p:nvPr>
            <p:ph type="title"/>
          </p:nvPr>
        </p:nvSpPr>
        <p:spPr/>
        <p:txBody>
          <a:bodyPr>
            <a:normAutofit fontScale="90000"/>
          </a:bodyPr>
          <a:lstStyle/>
          <a:p>
            <a:pPr algn="ctr"/>
            <a:r>
              <a:rPr lang="en-US"/>
              <a:t>Balancing Pace of Innovation and Governance for Trustworthy AI</a:t>
            </a:r>
            <a:endParaRPr lang="en-IN"/>
          </a:p>
        </p:txBody>
      </p:sp>
      <p:sp>
        <p:nvSpPr>
          <p:cNvPr id="67" name="Rectangle 66" descr="A weighing scale graphic, with the left side having">
            <a:extLst>
              <a:ext uri="{FF2B5EF4-FFF2-40B4-BE49-F238E27FC236}">
                <a16:creationId xmlns:a16="http://schemas.microsoft.com/office/drawing/2014/main" id="{7279ED04-1582-E48C-8A46-85B70A7B48C2}"/>
              </a:ext>
            </a:extLst>
          </p:cNvPr>
          <p:cNvSpPr/>
          <p:nvPr/>
        </p:nvSpPr>
        <p:spPr bwMode="auto">
          <a:xfrm>
            <a:off x="459445" y="1551356"/>
            <a:ext cx="357283" cy="4571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103" name="TextBox 102">
            <a:extLst>
              <a:ext uri="{FF2B5EF4-FFF2-40B4-BE49-F238E27FC236}">
                <a16:creationId xmlns:a16="http://schemas.microsoft.com/office/drawing/2014/main" id="{B793FF03-FF40-4C97-B7B3-51C918AB417B}"/>
              </a:ext>
            </a:extLst>
          </p:cNvPr>
          <p:cNvSpPr txBox="1">
            <a:spLocks/>
          </p:cNvSpPr>
          <p:nvPr/>
        </p:nvSpPr>
        <p:spPr>
          <a:xfrm>
            <a:off x="920659" y="1558073"/>
            <a:ext cx="2366847"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solidFill>
                  <a:schemeClr val="accent2"/>
                </a:solidFill>
                <a:effectLst/>
                <a:uLnTx/>
                <a:uFillTx/>
                <a:latin typeface="+mj-lt"/>
                <a:ea typeface="+mj-ea"/>
                <a:cs typeface="+mj-cs"/>
              </a:rPr>
              <a:t>Agent Creator/Maker</a:t>
            </a:r>
          </a:p>
        </p:txBody>
      </p:sp>
      <p:sp>
        <p:nvSpPr>
          <p:cNvPr id="115" name="TextBox 114">
            <a:extLst>
              <a:ext uri="{FF2B5EF4-FFF2-40B4-BE49-F238E27FC236}">
                <a16:creationId xmlns:a16="http://schemas.microsoft.com/office/drawing/2014/main" id="{F9154603-18C0-FAFE-33B4-B66F76908B96}"/>
              </a:ext>
            </a:extLst>
          </p:cNvPr>
          <p:cNvSpPr txBox="1">
            <a:spLocks/>
          </p:cNvSpPr>
          <p:nvPr/>
        </p:nvSpPr>
        <p:spPr>
          <a:xfrm>
            <a:off x="1191746" y="2904914"/>
            <a:ext cx="2356239" cy="646331"/>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a:t>
            </a:r>
            <a:r>
              <a:rPr kumimoji="0" lang="en-US" sz="1200" i="0" u="none" strike="noStrike" kern="1200" cap="none" spc="0" normalizeH="0" baseline="0" noProof="0">
                <a:ln>
                  <a:noFill/>
                </a:ln>
                <a:effectLst/>
                <a:uLnTx/>
                <a:uFillTx/>
                <a:latin typeface="+mj-lt"/>
                <a:ea typeface="+mj-ea"/>
                <a:cs typeface="+mj-cs"/>
              </a:rPr>
              <a:t>build a conversational agent </a:t>
            </a:r>
            <a:r>
              <a:rPr kumimoji="0" lang="en-US" sz="1200" b="0" i="0" u="none" strike="noStrike" kern="1200" cap="none" spc="0" normalizeH="0" baseline="0" noProof="0">
                <a:ln>
                  <a:noFill/>
                </a:ln>
                <a:effectLst/>
                <a:uLnTx/>
                <a:uFillTx/>
                <a:latin typeface="Segoe UI"/>
                <a:ea typeface="+mn-ea"/>
                <a:cs typeface="Segoe UI" panose="020B0502040204020203" pitchFamily="34" charset="0"/>
              </a:rPr>
              <a:t>that will answer on my behalf?</a:t>
            </a:r>
          </a:p>
        </p:txBody>
      </p:sp>
      <p:sp>
        <p:nvSpPr>
          <p:cNvPr id="113" name="TextBox 112">
            <a:extLst>
              <a:ext uri="{FF2B5EF4-FFF2-40B4-BE49-F238E27FC236}">
                <a16:creationId xmlns:a16="http://schemas.microsoft.com/office/drawing/2014/main" id="{2E69F8C5-E98E-E91C-FD16-3ACB9ACC0A25}"/>
              </a:ext>
            </a:extLst>
          </p:cNvPr>
          <p:cNvSpPr txBox="1">
            <a:spLocks/>
          </p:cNvSpPr>
          <p:nvPr/>
        </p:nvSpPr>
        <p:spPr>
          <a:xfrm>
            <a:off x="1191746" y="3627666"/>
            <a:ext cx="2150745" cy="830997"/>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build agents that can </a:t>
            </a:r>
            <a:r>
              <a:rPr kumimoji="0" lang="en-US" sz="1200" i="0" u="none" strike="noStrike" kern="1200" cap="none" spc="0" normalizeH="0" baseline="0" noProof="0">
                <a:ln>
                  <a:noFill/>
                </a:ln>
                <a:effectLst/>
                <a:uLnTx/>
                <a:uFillTx/>
                <a:latin typeface="+mj-lt"/>
                <a:ea typeface="+mj-ea"/>
                <a:cs typeface="+mj-cs"/>
              </a:rPr>
              <a:t>drive efficiency and save efforts and costs</a:t>
            </a:r>
            <a:r>
              <a:rPr kumimoji="0" lang="en-US" sz="1200" b="0" i="0" u="none" strike="noStrike" kern="1200" cap="none" spc="0" normalizeH="0" baseline="0" noProof="0">
                <a:ln>
                  <a:noFill/>
                </a:ln>
                <a:effectLst/>
                <a:uLnTx/>
                <a:uFillTx/>
              </a:rPr>
              <a:t> for our enterprise?</a:t>
            </a:r>
          </a:p>
        </p:txBody>
      </p:sp>
      <p:sp>
        <p:nvSpPr>
          <p:cNvPr id="69" name="Rectangle 68" descr="Right side of the scale with ">
            <a:extLst>
              <a:ext uri="{FF2B5EF4-FFF2-40B4-BE49-F238E27FC236}">
                <a16:creationId xmlns:a16="http://schemas.microsoft.com/office/drawing/2014/main" id="{A16F812C-793A-071E-556B-592A3ED4CAE0}"/>
              </a:ext>
            </a:extLst>
          </p:cNvPr>
          <p:cNvSpPr/>
          <p:nvPr/>
        </p:nvSpPr>
        <p:spPr bwMode="auto">
          <a:xfrm>
            <a:off x="5717594" y="1551356"/>
            <a:ext cx="357283" cy="45719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39" name="TextBox 38">
            <a:extLst>
              <a:ext uri="{FF2B5EF4-FFF2-40B4-BE49-F238E27FC236}">
                <a16:creationId xmlns:a16="http://schemas.microsoft.com/office/drawing/2014/main" id="{D7B528BF-1FF7-6696-77F9-8D4BE943E775}"/>
              </a:ext>
            </a:extLst>
          </p:cNvPr>
          <p:cNvSpPr txBox="1">
            <a:spLocks/>
          </p:cNvSpPr>
          <p:nvPr/>
        </p:nvSpPr>
        <p:spPr>
          <a:xfrm>
            <a:off x="6645229" y="1558073"/>
            <a:ext cx="93334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solidFill>
                  <a:schemeClr val="accent2"/>
                </a:solidFill>
                <a:effectLst/>
                <a:uLnTx/>
                <a:uFillTx/>
                <a:latin typeface="+mj-lt"/>
                <a:ea typeface="+mj-ea"/>
                <a:cs typeface="+mj-cs"/>
              </a:rPr>
              <a:t>CISO</a:t>
            </a:r>
          </a:p>
        </p:txBody>
      </p:sp>
      <p:sp>
        <p:nvSpPr>
          <p:cNvPr id="83" name="TextBox 82">
            <a:extLst>
              <a:ext uri="{FF2B5EF4-FFF2-40B4-BE49-F238E27FC236}">
                <a16:creationId xmlns:a16="http://schemas.microsoft.com/office/drawing/2014/main" id="{118783E7-B17B-5282-5AE6-6C26ED60EF35}"/>
              </a:ext>
            </a:extLst>
          </p:cNvPr>
          <p:cNvSpPr txBox="1">
            <a:spLocks/>
          </p:cNvSpPr>
          <p:nvPr/>
        </p:nvSpPr>
        <p:spPr>
          <a:xfrm>
            <a:off x="6210615" y="2904914"/>
            <a:ext cx="2271987" cy="46166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understand all my </a:t>
            </a:r>
            <a:r>
              <a:rPr kumimoji="0" lang="en-US" sz="1200" i="0" u="none" strike="noStrike" kern="1200" cap="none" spc="0" normalizeH="0" baseline="0" noProof="0">
                <a:ln>
                  <a:noFill/>
                </a:ln>
                <a:effectLst/>
                <a:uLnTx/>
                <a:uFillTx/>
                <a:latin typeface="+mj-lt"/>
                <a:ea typeface="+mj-ea"/>
                <a:cs typeface="+mj-cs"/>
              </a:rPr>
              <a:t>data security risks</a:t>
            </a:r>
            <a:r>
              <a:rPr kumimoji="0" lang="en-US" sz="1200" b="0" i="0" u="none" strike="noStrike" kern="1200" cap="none" spc="0" normalizeH="0" baseline="0" noProof="0">
                <a:ln>
                  <a:noFill/>
                </a:ln>
                <a:effectLst/>
                <a:uLnTx/>
                <a:uFillTx/>
              </a:rPr>
              <a:t>?</a:t>
            </a:r>
          </a:p>
        </p:txBody>
      </p:sp>
      <p:sp>
        <p:nvSpPr>
          <p:cNvPr id="76" name="TextBox 75">
            <a:extLst>
              <a:ext uri="{FF2B5EF4-FFF2-40B4-BE49-F238E27FC236}">
                <a16:creationId xmlns:a16="http://schemas.microsoft.com/office/drawing/2014/main" id="{A0E6B043-8FF4-646B-0C81-7BB4DCA705F4}"/>
              </a:ext>
            </a:extLst>
          </p:cNvPr>
          <p:cNvSpPr txBox="1">
            <a:spLocks/>
          </p:cNvSpPr>
          <p:nvPr/>
        </p:nvSpPr>
        <p:spPr>
          <a:xfrm>
            <a:off x="6210615" y="3506525"/>
            <a:ext cx="2356239" cy="646331"/>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a:t>
            </a:r>
            <a:r>
              <a:rPr kumimoji="0" lang="en-US" sz="1200" i="0" u="none" strike="noStrike" kern="1200" cap="none" spc="0" normalizeH="0" baseline="0" noProof="0">
                <a:ln>
                  <a:noFill/>
                </a:ln>
                <a:effectLst/>
                <a:uLnTx/>
                <a:uFillTx/>
                <a:latin typeface="+mj-lt"/>
                <a:ea typeface="+mj-ea"/>
                <a:cs typeface="+mj-cs"/>
              </a:rPr>
              <a:t>discover</a:t>
            </a:r>
            <a:r>
              <a:rPr kumimoji="0" lang="en-US" sz="1200" b="0" i="0" u="none" strike="noStrike" kern="1200" cap="none" spc="0" normalizeH="0" baseline="0" noProof="0">
                <a:ln>
                  <a:noFill/>
                </a:ln>
                <a:effectLst/>
                <a:uLnTx/>
                <a:uFillTx/>
              </a:rPr>
              <a:t> all agents and </a:t>
            </a:r>
            <a:r>
              <a:rPr kumimoji="0" lang="en-US" sz="1200" i="0" u="none" strike="noStrike" kern="1200" cap="none" spc="0" normalizeH="0" baseline="0" noProof="0">
                <a:ln>
                  <a:noFill/>
                </a:ln>
                <a:effectLst/>
                <a:uLnTx/>
                <a:uFillTx/>
                <a:latin typeface="+mj-lt"/>
                <a:ea typeface="+mj-ea"/>
                <a:cs typeface="+mj-cs"/>
              </a:rPr>
              <a:t>protect my data </a:t>
            </a:r>
            <a:r>
              <a:rPr kumimoji="0" lang="en-US" sz="1200" b="0" i="0" u="none" strike="noStrike" kern="1200" cap="none" spc="0" normalizeH="0" baseline="0" noProof="0">
                <a:ln>
                  <a:noFill/>
                </a:ln>
                <a:effectLst/>
                <a:uLnTx/>
                <a:uFillTx/>
                <a:latin typeface="Segoe UI"/>
                <a:ea typeface="+mn-ea"/>
                <a:cs typeface="Segoe UI" panose="020B0502040204020203" pitchFamily="34" charset="0"/>
              </a:rPr>
              <a:t>from external threats?</a:t>
            </a:r>
          </a:p>
        </p:txBody>
      </p:sp>
      <p:sp>
        <p:nvSpPr>
          <p:cNvPr id="68" name="TextBox 67">
            <a:extLst>
              <a:ext uri="{FF2B5EF4-FFF2-40B4-BE49-F238E27FC236}">
                <a16:creationId xmlns:a16="http://schemas.microsoft.com/office/drawing/2014/main" id="{9F24DC42-52D7-1C14-9750-D8AA7BD71E82}"/>
              </a:ext>
            </a:extLst>
          </p:cNvPr>
          <p:cNvSpPr txBox="1">
            <a:spLocks/>
          </p:cNvSpPr>
          <p:nvPr/>
        </p:nvSpPr>
        <p:spPr>
          <a:xfrm>
            <a:off x="6210615" y="4292802"/>
            <a:ext cx="2356239" cy="646331"/>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ensure agents have the right access to data and </a:t>
            </a:r>
            <a:r>
              <a:rPr kumimoji="0" lang="en-US" sz="1200" i="0" u="none" strike="noStrike" kern="1200" cap="none" spc="0" normalizeH="0" baseline="0" noProof="0">
                <a:ln>
                  <a:noFill/>
                </a:ln>
                <a:effectLst/>
                <a:uLnTx/>
                <a:uFillTx/>
                <a:latin typeface="+mj-lt"/>
                <a:ea typeface="+mj-ea"/>
                <a:cs typeface="+mj-cs"/>
              </a:rPr>
              <a:t>prevent data exfiltration</a:t>
            </a:r>
            <a:r>
              <a:rPr kumimoji="0" lang="en-US" sz="1200" b="0" i="0" u="none" strike="noStrike" kern="1200" cap="none" spc="0" normalizeH="0" baseline="0" noProof="0">
                <a:ln>
                  <a:noFill/>
                </a:ln>
                <a:effectLst/>
                <a:uLnTx/>
                <a:uFillTx/>
              </a:rPr>
              <a:t>?</a:t>
            </a:r>
          </a:p>
        </p:txBody>
      </p:sp>
      <p:sp>
        <p:nvSpPr>
          <p:cNvPr id="72" name="TextBox 71">
            <a:extLst>
              <a:ext uri="{FF2B5EF4-FFF2-40B4-BE49-F238E27FC236}">
                <a16:creationId xmlns:a16="http://schemas.microsoft.com/office/drawing/2014/main" id="{858EBB63-0BCA-8B7F-020B-73C9FFDE91E4}"/>
              </a:ext>
            </a:extLst>
          </p:cNvPr>
          <p:cNvSpPr txBox="1">
            <a:spLocks/>
          </p:cNvSpPr>
          <p:nvPr/>
        </p:nvSpPr>
        <p:spPr>
          <a:xfrm>
            <a:off x="6210615" y="5079079"/>
            <a:ext cx="2356239" cy="46166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a:t>
            </a:r>
            <a:r>
              <a:rPr kumimoji="0" lang="en-US" sz="1200" i="0" u="none" strike="noStrike" kern="1200" cap="none" spc="0" normalizeH="0" baseline="0" noProof="0">
                <a:ln>
                  <a:noFill/>
                </a:ln>
                <a:effectLst/>
                <a:uLnTx/>
                <a:uFillTx/>
                <a:latin typeface="+mj-lt"/>
                <a:ea typeface="+mj-ea"/>
                <a:cs typeface="+mj-cs"/>
              </a:rPr>
              <a:t>stay compliant with regulations</a:t>
            </a:r>
            <a:r>
              <a:rPr kumimoji="0" lang="en-US" sz="1200" b="0" i="0" u="none" strike="noStrike" kern="1200" cap="none" spc="0" normalizeH="0" baseline="0" noProof="0">
                <a:ln>
                  <a:noFill/>
                </a:ln>
                <a:effectLst/>
                <a:uLnTx/>
                <a:uFillTx/>
              </a:rPr>
              <a:t>?</a:t>
            </a:r>
          </a:p>
        </p:txBody>
      </p:sp>
      <p:sp>
        <p:nvSpPr>
          <p:cNvPr id="30" name="TextBox 29">
            <a:extLst>
              <a:ext uri="{FF2B5EF4-FFF2-40B4-BE49-F238E27FC236}">
                <a16:creationId xmlns:a16="http://schemas.microsoft.com/office/drawing/2014/main" id="{79176A32-7CB9-3722-A18D-764F71163940}"/>
              </a:ext>
            </a:extLst>
          </p:cNvPr>
          <p:cNvSpPr txBox="1">
            <a:spLocks/>
          </p:cNvSpPr>
          <p:nvPr/>
        </p:nvSpPr>
        <p:spPr>
          <a:xfrm>
            <a:off x="9609210" y="1558073"/>
            <a:ext cx="1002262"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solidFill>
                  <a:schemeClr val="accent2"/>
                </a:solidFill>
                <a:effectLst/>
                <a:uLnTx/>
                <a:uFillTx/>
                <a:latin typeface="+mj-lt"/>
                <a:ea typeface="+mj-ea"/>
                <a:cs typeface="+mj-cs"/>
              </a:rPr>
              <a:t>CIO</a:t>
            </a:r>
          </a:p>
        </p:txBody>
      </p:sp>
      <p:sp>
        <p:nvSpPr>
          <p:cNvPr id="65" name="TextBox 64">
            <a:extLst>
              <a:ext uri="{FF2B5EF4-FFF2-40B4-BE49-F238E27FC236}">
                <a16:creationId xmlns:a16="http://schemas.microsoft.com/office/drawing/2014/main" id="{A9A41D4A-972D-F68E-ABB4-96AE9C2AE1D1}"/>
              </a:ext>
            </a:extLst>
          </p:cNvPr>
          <p:cNvSpPr txBox="1">
            <a:spLocks/>
          </p:cNvSpPr>
          <p:nvPr/>
        </p:nvSpPr>
        <p:spPr>
          <a:xfrm>
            <a:off x="9216284" y="2904914"/>
            <a:ext cx="2356239" cy="646331"/>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ensure that solutions people are building </a:t>
            </a:r>
            <a:r>
              <a:rPr kumimoji="0" lang="en-US" sz="1200" i="0" u="none" strike="noStrike" kern="1200" cap="none" spc="0" normalizeH="0" baseline="0" noProof="0">
                <a:ln>
                  <a:noFill/>
                </a:ln>
                <a:effectLst/>
                <a:uLnTx/>
                <a:uFillTx/>
                <a:latin typeface="+mj-lt"/>
                <a:ea typeface="+mj-ea"/>
                <a:cs typeface="+mj-cs"/>
              </a:rPr>
              <a:t>follow guidelines?</a:t>
            </a:r>
          </a:p>
        </p:txBody>
      </p:sp>
      <p:sp>
        <p:nvSpPr>
          <p:cNvPr id="42" name="TextBox 41">
            <a:extLst>
              <a:ext uri="{FF2B5EF4-FFF2-40B4-BE49-F238E27FC236}">
                <a16:creationId xmlns:a16="http://schemas.microsoft.com/office/drawing/2014/main" id="{F862BEC3-D930-DBD3-7780-F4FB03C3D825}"/>
              </a:ext>
            </a:extLst>
          </p:cNvPr>
          <p:cNvSpPr txBox="1">
            <a:spLocks/>
          </p:cNvSpPr>
          <p:nvPr/>
        </p:nvSpPr>
        <p:spPr>
          <a:xfrm>
            <a:off x="9216284" y="3691191"/>
            <a:ext cx="2356239" cy="46166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gain</a:t>
            </a:r>
            <a:r>
              <a:rPr kumimoji="0" lang="en-US" sz="1200" i="0" u="none" strike="noStrike" kern="1200" cap="none" spc="0" normalizeH="0" baseline="0" noProof="0">
                <a:ln>
                  <a:noFill/>
                </a:ln>
                <a:effectLst/>
                <a:uLnTx/>
                <a:uFillTx/>
                <a:latin typeface="+mj-lt"/>
                <a:ea typeface="+mj-ea"/>
                <a:cs typeface="+mj-cs"/>
              </a:rPr>
              <a:t> visibility</a:t>
            </a:r>
            <a:r>
              <a:rPr kumimoji="0" lang="en-US" sz="1200" b="1" i="0" u="none" strike="noStrike" kern="1200" cap="none" spc="0" normalizeH="0" baseline="0" noProof="0">
                <a:ln>
                  <a:noFill/>
                </a:ln>
                <a:effectLst/>
                <a:uLnTx/>
                <a:uFillTx/>
                <a:latin typeface="Segoe UI"/>
                <a:ea typeface="+mn-ea"/>
                <a:cs typeface="Segoe UI" panose="020B0502040204020203" pitchFamily="34" charset="0"/>
              </a:rPr>
              <a:t> </a:t>
            </a:r>
            <a:r>
              <a:rPr kumimoji="0" lang="en-US" sz="1200" b="0" i="0" u="none" strike="noStrike" kern="1200" cap="none" spc="0" normalizeH="0" baseline="0" noProof="0">
                <a:ln>
                  <a:noFill/>
                </a:ln>
                <a:effectLst/>
                <a:uLnTx/>
                <a:uFillTx/>
              </a:rPr>
              <a:t>to what is getting used?</a:t>
            </a:r>
          </a:p>
        </p:txBody>
      </p:sp>
      <p:sp>
        <p:nvSpPr>
          <p:cNvPr id="64" name="TextBox 63">
            <a:extLst>
              <a:ext uri="{FF2B5EF4-FFF2-40B4-BE49-F238E27FC236}">
                <a16:creationId xmlns:a16="http://schemas.microsoft.com/office/drawing/2014/main" id="{7FD08A7C-0C23-6DE4-D6ED-95637DBE3CED}"/>
              </a:ext>
            </a:extLst>
          </p:cNvPr>
          <p:cNvSpPr txBox="1">
            <a:spLocks/>
          </p:cNvSpPr>
          <p:nvPr/>
        </p:nvSpPr>
        <p:spPr>
          <a:xfrm>
            <a:off x="9216284" y="4292802"/>
            <a:ext cx="2356239" cy="646331"/>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get </a:t>
            </a:r>
            <a:r>
              <a:rPr kumimoji="0" lang="en-US" sz="1200" i="0" u="none" strike="noStrike" kern="1200" cap="none" spc="0" normalizeH="0" baseline="0" noProof="0">
                <a:ln>
                  <a:noFill/>
                </a:ln>
                <a:effectLst/>
                <a:uLnTx/>
                <a:uFillTx/>
                <a:latin typeface="+mj-lt"/>
                <a:ea typeface="+mj-ea"/>
                <a:cs typeface="+mj-cs"/>
              </a:rPr>
              <a:t>experts to review agents </a:t>
            </a:r>
            <a:r>
              <a:rPr kumimoji="0" lang="en-US" sz="1200" b="0" i="0" u="none" strike="noStrike" kern="1200" cap="none" spc="0" normalizeH="0" baseline="0" noProof="0">
                <a:ln>
                  <a:noFill/>
                </a:ln>
                <a:effectLst/>
                <a:uLnTx/>
                <a:uFillTx/>
                <a:latin typeface="Segoe UI"/>
                <a:ea typeface="+mn-ea"/>
                <a:cs typeface="Segoe UI" panose="020B0502040204020203" pitchFamily="34" charset="0"/>
              </a:rPr>
              <a:t>before they get shared broadly?</a:t>
            </a:r>
          </a:p>
        </p:txBody>
      </p:sp>
      <p:sp>
        <p:nvSpPr>
          <p:cNvPr id="77" name="TextBox 76">
            <a:extLst>
              <a:ext uri="{FF2B5EF4-FFF2-40B4-BE49-F238E27FC236}">
                <a16:creationId xmlns:a16="http://schemas.microsoft.com/office/drawing/2014/main" id="{F6C161C8-401A-F42D-90B4-83271E888C11}"/>
              </a:ext>
            </a:extLst>
          </p:cNvPr>
          <p:cNvSpPr txBox="1">
            <a:spLocks/>
          </p:cNvSpPr>
          <p:nvPr/>
        </p:nvSpPr>
        <p:spPr>
          <a:xfrm>
            <a:off x="9216284" y="5079079"/>
            <a:ext cx="2356239" cy="461665"/>
          </a:xfrm>
          <a:prstGeom prst="rect">
            <a:avLst/>
          </a:prstGeom>
          <a:noFill/>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How can I drive </a:t>
            </a:r>
            <a:r>
              <a:rPr kumimoji="0" lang="en-US" sz="1200" i="0" u="none" strike="noStrike" kern="1200" cap="none" spc="0" normalizeH="0" baseline="0" noProof="0">
                <a:ln>
                  <a:noFill/>
                </a:ln>
                <a:effectLst/>
                <a:uLnTx/>
                <a:uFillTx/>
                <a:latin typeface="+mj-lt"/>
                <a:ea typeface="+mj-ea"/>
                <a:cs typeface="+mj-cs"/>
              </a:rPr>
              <a:t>cost efficiency and ROI?</a:t>
            </a:r>
          </a:p>
        </p:txBody>
      </p:sp>
    </p:spTree>
    <p:extLst>
      <p:ext uri="{BB962C8B-B14F-4D97-AF65-F5344CB8AC3E}">
        <p14:creationId xmlns:p14="http://schemas.microsoft.com/office/powerpoint/2010/main" val="30555991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Learning 2</a:t>
            </a:r>
          </a:p>
        </p:txBody>
      </p:sp>
      <p:sp>
        <p:nvSpPr>
          <p:cNvPr id="3" name="TextBox 2"/>
          <p:cNvSpPr txBox="1"/>
          <p:nvPr/>
        </p:nvSpPr>
        <p:spPr>
          <a:xfrm>
            <a:off x="731520" y="4480560"/>
            <a:ext cx="9144000" cy="6400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800" b="0">
                <a:solidFill>
                  <a:srgbClr val="FFFFFF"/>
                </a:solidFill>
                <a:latin typeface="Segoe UI"/>
              </a:defRPr>
            </a:pPr>
            <a:r>
              <a:rPr kumimoji="0" sz="1800" b="0" i="0" u="none" strike="noStrike" kern="1200" cap="none" spc="0" normalizeH="0" baseline="0" noProof="0">
                <a:ln>
                  <a:noFill/>
                </a:ln>
                <a:solidFill>
                  <a:srgbClr val="FFFFFF"/>
                </a:solidFill>
                <a:effectLst/>
                <a:uLnTx/>
                <a:uFillTx/>
                <a:latin typeface="Segoe UI"/>
                <a:ea typeface="+mn-ea"/>
                <a:cs typeface="+mn-cs"/>
              </a:rPr>
              <a:t>What breaks without AgenticOps</a:t>
            </a: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Evolving threat map with the rise of agentic AI</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51" name="!!TextBox 50">
            <a:extLst>
              <a:ext uri="{FF2B5EF4-FFF2-40B4-BE49-F238E27FC236}">
                <a16:creationId xmlns:a16="http://schemas.microsoft.com/office/drawing/2014/main" id="{AEBAEC3C-F76E-4D60-C15E-BC3DFCC514F1}"/>
              </a:ext>
              <a:ext uri="{C183D7F6-B498-43B3-948B-1728B52AA6E4}">
                <adec:decorative xmlns:adec="http://schemas.microsoft.com/office/drawing/2017/decorative" val="1"/>
              </a:ext>
            </a:extLst>
          </p:cNvPr>
          <p:cNvSpPr txBox="1">
            <a:spLocks/>
          </p:cNvSpPr>
          <p:nvPr/>
        </p:nvSpPr>
        <p:spPr>
          <a:xfrm>
            <a:off x="482945" y="1371600"/>
            <a:ext cx="11017250" cy="1351160"/>
          </a:xfrm>
          <a:prstGeom prst="roundRect">
            <a:avLst>
              <a:gd name="adj" fmla="val 8419"/>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marR="0" lvl="0" indent="0" defTabSz="932472" fontAlgn="base">
              <a:lnSpc>
                <a:spcPct val="100000"/>
              </a:lnSpc>
              <a:spcBef>
                <a:spcPct val="0"/>
              </a:spcBef>
              <a:spcAft>
                <a:spcPct val="0"/>
              </a:spcAft>
              <a:buClrTx/>
              <a:buSzTx/>
              <a:buFontTx/>
              <a:buNone/>
              <a:tabLst/>
              <a:defRPr kumimoji="0" sz="1200" b="0" i="0" u="none" strike="noStrike" cap="none" spc="0" normalizeH="0" baseline="30000">
                <a:ln>
                  <a:noFill/>
                </a:ln>
                <a:solidFill>
                  <a:srgbClr val="FFFFFF"/>
                </a:solidFill>
                <a:effectLst/>
                <a:uLnTx/>
                <a:uFillTx/>
                <a:latin typeface="Segoe UI"/>
                <a:cs typeface="Segoe UI" pitchFamily="34" charset="0"/>
              </a:defRPr>
            </a:lvl1pPr>
            <a:lvl2pPr marL="457183" defTabSz="914367">
              <a:defRPr sz="1765">
                <a:solidFill>
                  <a:schemeClr val="lt1"/>
                </a:solidFill>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endParaRPr lang="en-US"/>
          </a:p>
        </p:txBody>
      </p:sp>
      <p:sp>
        <p:nvSpPr>
          <p:cNvPr id="72" name="TextBox 71">
            <a:extLst>
              <a:ext uri="{FF2B5EF4-FFF2-40B4-BE49-F238E27FC236}">
                <a16:creationId xmlns:a16="http://schemas.microsoft.com/office/drawing/2014/main" id="{FB1CB924-832A-39C1-962C-7F71EF20BD23}"/>
              </a:ext>
              <a:ext uri="{C183D7F6-B498-43B3-948B-1728B52AA6E4}">
                <adec:decorative xmlns:adec="http://schemas.microsoft.com/office/drawing/2017/decorative" val="1"/>
              </a:ext>
            </a:extLst>
          </p:cNvPr>
          <p:cNvSpPr txBox="1">
            <a:spLocks/>
          </p:cNvSpPr>
          <p:nvPr/>
        </p:nvSpPr>
        <p:spPr>
          <a:xfrm>
            <a:off x="482945" y="2829096"/>
            <a:ext cx="11017250" cy="2139607"/>
          </a:xfrm>
          <a:prstGeom prst="roundRect">
            <a:avLst>
              <a:gd name="adj" fmla="val 5317"/>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marR="0" lvl="0" indent="0" defTabSz="932472" fontAlgn="base">
              <a:lnSpc>
                <a:spcPct val="100000"/>
              </a:lnSpc>
              <a:spcBef>
                <a:spcPct val="0"/>
              </a:spcBef>
              <a:spcAft>
                <a:spcPct val="0"/>
              </a:spcAft>
              <a:buClrTx/>
              <a:buSzTx/>
              <a:buFontTx/>
              <a:buNone/>
              <a:tabLst/>
              <a:defRPr kumimoji="0" sz="1200" b="0" i="0" u="none" strike="noStrike" cap="none" spc="0" normalizeH="0" baseline="30000">
                <a:ln>
                  <a:noFill/>
                </a:ln>
                <a:solidFill>
                  <a:srgbClr val="FFFFFF"/>
                </a:solidFill>
                <a:effectLst/>
                <a:uLnTx/>
                <a:uFillTx/>
                <a:latin typeface="Segoe UI"/>
                <a:cs typeface="Segoe UI" pitchFamily="34" charset="0"/>
              </a:defRPr>
            </a:lvl1pPr>
            <a:lvl2pPr marL="457183" defTabSz="914367">
              <a:defRPr sz="1765">
                <a:solidFill>
                  <a:schemeClr val="lt1"/>
                </a:solidFill>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endParaRPr lang="en-US"/>
          </a:p>
        </p:txBody>
      </p:sp>
      <p:sp>
        <p:nvSpPr>
          <p:cNvPr id="81" name="TextBox 80">
            <a:extLst>
              <a:ext uri="{FF2B5EF4-FFF2-40B4-BE49-F238E27FC236}">
                <a16:creationId xmlns:a16="http://schemas.microsoft.com/office/drawing/2014/main" id="{2554EEEF-A3CB-2BC5-A7D6-8C31D19DDE46}"/>
              </a:ext>
              <a:ext uri="{C183D7F6-B498-43B3-948B-1728B52AA6E4}">
                <adec:decorative xmlns:adec="http://schemas.microsoft.com/office/drawing/2017/decorative" val="1"/>
              </a:ext>
            </a:extLst>
          </p:cNvPr>
          <p:cNvSpPr txBox="1">
            <a:spLocks/>
          </p:cNvSpPr>
          <p:nvPr/>
        </p:nvSpPr>
        <p:spPr>
          <a:xfrm>
            <a:off x="482945" y="5075040"/>
            <a:ext cx="11017250" cy="1351160"/>
          </a:xfrm>
          <a:prstGeom prst="roundRect">
            <a:avLst>
              <a:gd name="adj" fmla="val 842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marR="0" lvl="0" indent="0" defTabSz="932472" fontAlgn="base">
              <a:lnSpc>
                <a:spcPct val="100000"/>
              </a:lnSpc>
              <a:spcBef>
                <a:spcPct val="0"/>
              </a:spcBef>
              <a:spcAft>
                <a:spcPct val="0"/>
              </a:spcAft>
              <a:buClrTx/>
              <a:buSzTx/>
              <a:buFontTx/>
              <a:buNone/>
              <a:tabLst/>
              <a:defRPr kumimoji="0" sz="1200" b="0" i="0" u="none" strike="noStrike" cap="none" spc="0" normalizeH="0" baseline="30000">
                <a:ln>
                  <a:noFill/>
                </a:ln>
                <a:solidFill>
                  <a:srgbClr val="FFFFFF"/>
                </a:solidFill>
                <a:effectLst/>
                <a:uLnTx/>
                <a:uFillTx/>
                <a:latin typeface="Segoe UI"/>
                <a:cs typeface="Segoe UI" pitchFamily="34" charset="0"/>
              </a:defRPr>
            </a:lvl1pPr>
            <a:lvl2pPr marL="457183" defTabSz="914367">
              <a:defRPr sz="1765">
                <a:solidFill>
                  <a:schemeClr val="lt1"/>
                </a:solidFill>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endParaRPr lang="en-US"/>
          </a:p>
        </p:txBody>
      </p:sp>
      <p:grpSp>
        <p:nvGrpSpPr>
          <p:cNvPr id="7" name="Group 6">
            <a:extLst>
              <a:ext uri="{FF2B5EF4-FFF2-40B4-BE49-F238E27FC236}">
                <a16:creationId xmlns:a16="http://schemas.microsoft.com/office/drawing/2014/main" id="{54F65679-98AF-419E-0B58-1F90517A49C1}"/>
              </a:ext>
              <a:ext uri="{C183D7F6-B498-43B3-948B-1728B52AA6E4}">
                <adec:decorative xmlns:adec="http://schemas.microsoft.com/office/drawing/2017/decorative" val="1"/>
              </a:ext>
            </a:extLst>
          </p:cNvPr>
          <p:cNvGrpSpPr/>
          <p:nvPr/>
        </p:nvGrpSpPr>
        <p:grpSpPr>
          <a:xfrm>
            <a:off x="588003" y="1477938"/>
            <a:ext cx="2485293" cy="4843228"/>
            <a:chOff x="694021" y="1325538"/>
            <a:chExt cx="2485293" cy="4843228"/>
          </a:xfrm>
          <a:solidFill>
            <a:schemeClr val="tx2"/>
          </a:solidFill>
        </p:grpSpPr>
        <p:sp>
          <p:nvSpPr>
            <p:cNvPr id="73" name="!!layer 2">
              <a:extLst>
                <a:ext uri="{FF2B5EF4-FFF2-40B4-BE49-F238E27FC236}">
                  <a16:creationId xmlns:a16="http://schemas.microsoft.com/office/drawing/2014/main" id="{2666145D-D1BC-5661-488B-11FFA2D4C64E}"/>
                </a:ext>
                <a:ext uri="{C183D7F6-B498-43B3-948B-1728B52AA6E4}">
                  <adec:decorative xmlns:adec="http://schemas.microsoft.com/office/drawing/2017/decorative" val="1"/>
                </a:ext>
              </a:extLst>
            </p:cNvPr>
            <p:cNvSpPr>
              <a:spLocks noChangeAspect="1"/>
            </p:cNvSpPr>
            <p:nvPr/>
          </p:nvSpPr>
          <p:spPr bwMode="auto">
            <a:xfrm>
              <a:off x="694021" y="2797495"/>
              <a:ext cx="2485289" cy="1944854"/>
            </a:xfrm>
            <a:prstGeom prst="roundRect">
              <a:avLst>
                <a:gd name="adj" fmla="val 4957"/>
              </a:avLst>
            </a:prstGeom>
            <a:grpFill/>
            <a:ln w="19050">
              <a:noFill/>
              <a:headEnd type="none" w="med" len="med"/>
              <a:tailEnd type="none" w="med" len="med"/>
            </a:ln>
            <a:effectLst>
              <a:outerShdw blurRad="279400" dist="50800" dir="540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98"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bg1"/>
                </a:solidFill>
                <a:effectLst/>
                <a:uLnTx/>
                <a:uFillTx/>
                <a:latin typeface="Segoe UI Variable Display Semib" pitchFamily="2" charset="0"/>
                <a:ea typeface="+mn-ea"/>
                <a:cs typeface="Segoe UI" pitchFamily="34" charset="0"/>
                <a:sym typeface="+mn-lt"/>
              </a:endParaRPr>
            </a:p>
          </p:txBody>
        </p:sp>
        <p:sp>
          <p:nvSpPr>
            <p:cNvPr id="82" name="!!layer 3">
              <a:extLst>
                <a:ext uri="{FF2B5EF4-FFF2-40B4-BE49-F238E27FC236}">
                  <a16:creationId xmlns:a16="http://schemas.microsoft.com/office/drawing/2014/main" id="{01401343-EDD5-65DC-7E74-AC71DDC64943}"/>
                </a:ext>
                <a:ext uri="{C183D7F6-B498-43B3-948B-1728B52AA6E4}">
                  <adec:decorative xmlns:adec="http://schemas.microsoft.com/office/drawing/2017/decorative" val="1"/>
                </a:ext>
              </a:extLst>
            </p:cNvPr>
            <p:cNvSpPr>
              <a:spLocks/>
            </p:cNvSpPr>
            <p:nvPr/>
          </p:nvSpPr>
          <p:spPr bwMode="auto">
            <a:xfrm>
              <a:off x="694021" y="5027674"/>
              <a:ext cx="2485289" cy="1141092"/>
            </a:xfrm>
            <a:prstGeom prst="roundRect">
              <a:avLst>
                <a:gd name="adj" fmla="val 8492"/>
              </a:avLst>
            </a:prstGeom>
            <a:grpFill/>
            <a:ln w="19050">
              <a:noFill/>
              <a:headEnd type="none" w="med" len="med"/>
              <a:tailEnd type="none" w="med" len="med"/>
            </a:ln>
            <a:effectLst>
              <a:outerShdw blurRad="279400" dist="50800" dir="540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98"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bg1"/>
                </a:solidFill>
                <a:effectLst/>
                <a:uLnTx/>
                <a:uFillTx/>
                <a:latin typeface="Segoe UI"/>
                <a:ea typeface="+mn-lt"/>
                <a:cs typeface="Segoe UI"/>
                <a:sym typeface="+mn-lt"/>
              </a:endParaRPr>
            </a:p>
          </p:txBody>
        </p:sp>
        <p:sp>
          <p:nvSpPr>
            <p:cNvPr id="8" name="!!layer 1">
              <a:extLst>
                <a:ext uri="{FF2B5EF4-FFF2-40B4-BE49-F238E27FC236}">
                  <a16:creationId xmlns:a16="http://schemas.microsoft.com/office/drawing/2014/main" id="{65D1B23A-5770-F5F0-5B77-B7394B23ECB7}"/>
                </a:ext>
                <a:ext uri="{C183D7F6-B498-43B3-948B-1728B52AA6E4}">
                  <adec:decorative xmlns:adec="http://schemas.microsoft.com/office/drawing/2017/decorative" val="1"/>
                </a:ext>
              </a:extLst>
            </p:cNvPr>
            <p:cNvSpPr>
              <a:spLocks noChangeAspect="1"/>
            </p:cNvSpPr>
            <p:nvPr/>
          </p:nvSpPr>
          <p:spPr bwMode="auto">
            <a:xfrm>
              <a:off x="694021" y="1325538"/>
              <a:ext cx="2485293" cy="1138484"/>
            </a:xfrm>
            <a:prstGeom prst="roundRect">
              <a:avLst>
                <a:gd name="adj" fmla="val 8511"/>
              </a:avLst>
            </a:prstGeom>
            <a:grpFill/>
            <a:ln w="19050">
              <a:noFill/>
              <a:headEnd type="none" w="med" len="med"/>
              <a:tailEnd type="none" w="med" len="med"/>
            </a:ln>
            <a:effectLst>
              <a:outerShdw blurRad="279400" dist="50800" dir="5400000" algn="t"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98"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bg1"/>
                </a:solidFill>
                <a:effectLst/>
                <a:uLnTx/>
                <a:uFillTx/>
                <a:latin typeface="Segoe UI"/>
                <a:ea typeface="+mn-lt"/>
                <a:cs typeface="Segoe UI"/>
                <a:sym typeface="+mn-lt"/>
              </a:endParaRPr>
            </a:p>
          </p:txBody>
        </p:sp>
      </p:grpSp>
      <p:sp>
        <p:nvSpPr>
          <p:cNvPr id="19" name="!!text1">
            <a:extLst>
              <a:ext uri="{FF2B5EF4-FFF2-40B4-BE49-F238E27FC236}">
                <a16:creationId xmlns:a16="http://schemas.microsoft.com/office/drawing/2014/main" id="{3578676D-C5DD-F433-3386-20E2DABE8CDD}"/>
              </a:ext>
              <a:ext uri="{C183D7F6-B498-43B3-948B-1728B52AA6E4}">
                <adec:decorative xmlns:adec="http://schemas.microsoft.com/office/drawing/2017/decorative" val="0"/>
              </a:ext>
            </a:extLst>
          </p:cNvPr>
          <p:cNvSpPr txBox="1">
            <a:spLocks/>
          </p:cNvSpPr>
          <p:nvPr/>
        </p:nvSpPr>
        <p:spPr>
          <a:xfrm>
            <a:off x="887878" y="1904341"/>
            <a:ext cx="1885541" cy="28567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a:ln>
                  <a:noFill/>
                </a:ln>
                <a:solidFill>
                  <a:schemeClr val="bg1"/>
                </a:solidFill>
                <a:effectLst/>
                <a:uLnTx/>
                <a:uFillTx/>
                <a:latin typeface="+mj-lt"/>
                <a:ea typeface="+mj-ea"/>
                <a:cs typeface="+mj-cs"/>
              </a:rPr>
              <a:t>AI usage</a:t>
            </a:r>
          </a:p>
        </p:txBody>
      </p:sp>
      <p:sp>
        <p:nvSpPr>
          <p:cNvPr id="48" name="TextBox 47">
            <a:extLst>
              <a:ext uri="{FF2B5EF4-FFF2-40B4-BE49-F238E27FC236}">
                <a16:creationId xmlns:a16="http://schemas.microsoft.com/office/drawing/2014/main" id="{11EC8838-6524-226F-ADD7-DF14E6DC4815}"/>
              </a:ext>
              <a:ext uri="{C183D7F6-B498-43B3-948B-1728B52AA6E4}">
                <adec:decorative xmlns:adec="http://schemas.microsoft.com/office/drawing/2017/decorative" val="0"/>
              </a:ext>
            </a:extLst>
          </p:cNvPr>
          <p:cNvSpPr txBox="1"/>
          <p:nvPr/>
        </p:nvSpPr>
        <p:spPr>
          <a:xfrm>
            <a:off x="4075076" y="1520382"/>
            <a:ext cx="3931799" cy="22219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j-lt"/>
                <a:ea typeface="+mj-ea"/>
                <a:cs typeface="+mj-cs"/>
              </a:rPr>
              <a:t>User interaction with generative AI-based apps</a:t>
            </a:r>
          </a:p>
        </p:txBody>
      </p:sp>
      <p:sp>
        <p:nvSpPr>
          <p:cNvPr id="9" name="Rectangle: Rounded Corners 8">
            <a:extLst>
              <a:ext uri="{FF2B5EF4-FFF2-40B4-BE49-F238E27FC236}">
                <a16:creationId xmlns:a16="http://schemas.microsoft.com/office/drawing/2014/main" id="{9A2801CF-9E39-1A7B-96AF-159EB713F82D}"/>
              </a:ext>
              <a:ext uri="{C183D7F6-B498-43B3-948B-1728B52AA6E4}">
                <adec:decorative xmlns:adec="http://schemas.microsoft.com/office/drawing/2017/decorative" val="0"/>
              </a:ext>
            </a:extLst>
          </p:cNvPr>
          <p:cNvSpPr>
            <a:spLocks/>
          </p:cNvSpPr>
          <p:nvPr/>
        </p:nvSpPr>
        <p:spPr>
          <a:xfrm>
            <a:off x="3188720" y="1847493"/>
            <a:ext cx="2802850" cy="725061"/>
          </a:xfrm>
          <a:prstGeom prst="roundRect">
            <a:avLst>
              <a:gd name="adj" fmla="val 11700"/>
            </a:avLst>
          </a:prstGeom>
          <a:noFill/>
          <a:ln w="9525" cap="flat" cmpd="sng" algn="ctr">
            <a:solidFill>
              <a:schemeClr val="accent2">
                <a:lumMod val="20000"/>
                <a:lumOff val="8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200" b="0" i="0" u="none" strike="noStrike" kern="0" cap="none" spc="0" normalizeH="0" baseline="0" noProof="0">
                <a:ln>
                  <a:noFill/>
                </a:ln>
                <a:effectLst/>
                <a:uLnTx/>
                <a:uFillTx/>
              </a:rPr>
              <a:t>Sensitive </a:t>
            </a:r>
            <a:br>
              <a:rPr kumimoji="0" lang="en-US" sz="1200" b="0" i="0" u="none" strike="noStrike" kern="0" cap="none" spc="0" normalizeH="0" baseline="0" noProof="0">
                <a:ln>
                  <a:noFill/>
                </a:ln>
                <a:effectLst/>
                <a:uLnTx/>
                <a:uFillTx/>
              </a:rPr>
            </a:br>
            <a:r>
              <a:rPr kumimoji="0" lang="en-US" sz="1200" b="0" i="0" u="none" strike="noStrike" kern="0" cap="none" spc="0" normalizeH="0" baseline="0" noProof="0">
                <a:ln>
                  <a:noFill/>
                </a:ln>
                <a:effectLst/>
                <a:uLnTx/>
                <a:uFillTx/>
              </a:rPr>
              <a:t>information disclosure</a:t>
            </a:r>
          </a:p>
        </p:txBody>
      </p:sp>
      <p:sp>
        <p:nvSpPr>
          <p:cNvPr id="10" name="Rectangle: Rounded Corners 9">
            <a:extLst>
              <a:ext uri="{FF2B5EF4-FFF2-40B4-BE49-F238E27FC236}">
                <a16:creationId xmlns:a16="http://schemas.microsoft.com/office/drawing/2014/main" id="{1E5B4344-2BAA-FE83-AC8E-F41E84BAA5FF}"/>
              </a:ext>
              <a:ext uri="{C183D7F6-B498-43B3-948B-1728B52AA6E4}">
                <adec:decorative xmlns:adec="http://schemas.microsoft.com/office/drawing/2017/decorative" val="0"/>
              </a:ext>
            </a:extLst>
          </p:cNvPr>
          <p:cNvSpPr>
            <a:spLocks/>
          </p:cNvSpPr>
          <p:nvPr/>
        </p:nvSpPr>
        <p:spPr>
          <a:xfrm>
            <a:off x="6096776" y="1847493"/>
            <a:ext cx="2802850" cy="725061"/>
          </a:xfrm>
          <a:prstGeom prst="roundRect">
            <a:avLst>
              <a:gd name="adj" fmla="val 11700"/>
            </a:avLst>
          </a:prstGeom>
          <a:noFill/>
          <a:ln w="9525" cap="flat" cmpd="sng" algn="ctr">
            <a:solidFill>
              <a:schemeClr val="accent2">
                <a:lumMod val="20000"/>
                <a:lumOff val="80000"/>
              </a:schemeClr>
            </a:solidFill>
            <a:prstDash val="solid"/>
            <a:headEnd type="none" w="lg" len="med"/>
            <a:tailEnd type="none" w="lg"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200" b="0" i="0" u="none" strike="noStrike" kern="0" cap="none" spc="0" normalizeH="0" baseline="0" noProof="0">
                <a:ln>
                  <a:noFill/>
                </a:ln>
                <a:effectLst/>
                <a:uLnTx/>
                <a:uFillTx/>
              </a:rPr>
              <a:t>Shadow IT/harmful third-party </a:t>
            </a:r>
            <a:br>
              <a:rPr kumimoji="0" lang="en-US" sz="1200" b="0" i="0" u="none" strike="noStrike" kern="0" cap="none" spc="0" normalizeH="0" baseline="0" noProof="0">
                <a:ln>
                  <a:noFill/>
                </a:ln>
                <a:effectLst/>
                <a:uLnTx/>
                <a:uFillTx/>
              </a:rPr>
            </a:br>
            <a:r>
              <a:rPr kumimoji="0" lang="en-US" sz="1200" b="0" i="0" u="none" strike="noStrike" kern="0" cap="none" spc="0" normalizeH="0" baseline="0" noProof="0">
                <a:ln>
                  <a:noFill/>
                </a:ln>
                <a:effectLst/>
                <a:uLnTx/>
                <a:uFillTx/>
              </a:rPr>
              <a:t>LLM-based app or plugin</a:t>
            </a:r>
          </a:p>
        </p:txBody>
      </p:sp>
      <p:sp>
        <p:nvSpPr>
          <p:cNvPr id="79" name="TextBox 78" descr="Generative AI extended risks: AI insider risk, excessive agency and overreliance">
            <a:extLst>
              <a:ext uri="{FF2B5EF4-FFF2-40B4-BE49-F238E27FC236}">
                <a16:creationId xmlns:a16="http://schemas.microsoft.com/office/drawing/2014/main" id="{5B7FC0CA-7CF2-A4B1-0327-1AFD2F9C9FEE}"/>
              </a:ext>
              <a:ext uri="{C183D7F6-B498-43B3-948B-1728B52AA6E4}">
                <adec:decorative xmlns:adec="http://schemas.microsoft.com/office/drawing/2017/decorative" val="0"/>
              </a:ext>
            </a:extLst>
          </p:cNvPr>
          <p:cNvSpPr txBox="1"/>
          <p:nvPr/>
        </p:nvSpPr>
        <p:spPr>
          <a:xfrm>
            <a:off x="8988476" y="1520383"/>
            <a:ext cx="2399493" cy="22219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j-lt"/>
                <a:ea typeface="+mj-ea"/>
                <a:cs typeface="+mj-cs"/>
              </a:rPr>
              <a:t>Generative AI extended risks </a:t>
            </a:r>
          </a:p>
        </p:txBody>
      </p:sp>
      <p:sp>
        <p:nvSpPr>
          <p:cNvPr id="11" name="Rectangle: Rounded Corners 10">
            <a:extLst>
              <a:ext uri="{FF2B5EF4-FFF2-40B4-BE49-F238E27FC236}">
                <a16:creationId xmlns:a16="http://schemas.microsoft.com/office/drawing/2014/main" id="{DA55DEA5-45AC-D4E9-9EED-0F77BDD9A2CD}"/>
              </a:ext>
              <a:ext uri="{C183D7F6-B498-43B3-948B-1728B52AA6E4}">
                <adec:decorative xmlns:adec="http://schemas.microsoft.com/office/drawing/2017/decorative" val="1"/>
              </a:ext>
            </a:extLst>
          </p:cNvPr>
          <p:cNvSpPr>
            <a:spLocks/>
          </p:cNvSpPr>
          <p:nvPr/>
        </p:nvSpPr>
        <p:spPr>
          <a:xfrm>
            <a:off x="9004686" y="1847493"/>
            <a:ext cx="2393649" cy="3014873"/>
          </a:xfrm>
          <a:prstGeom prst="roundRect">
            <a:avLst>
              <a:gd name="adj" fmla="val 4139"/>
            </a:avLst>
          </a:prstGeom>
          <a:solidFill>
            <a:srgbClr val="FFFFFF"/>
          </a:solidFill>
          <a:ln w="9525" cap="flat" cmpd="sng" algn="ctr">
            <a:solidFill>
              <a:schemeClr val="accent1">
                <a:lumMod val="40000"/>
                <a:lumOff val="6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400" b="0" i="0" u="none" strike="noStrike" kern="0" cap="none" spc="0" normalizeH="0" baseline="0" noProof="0">
                <a:ln>
                  <a:noFill/>
                </a:ln>
                <a:effectLst/>
                <a:uLnTx/>
                <a:uFillTx/>
              </a:rPr>
              <a:t>AI insider risk,</a:t>
            </a:r>
            <a:br>
              <a:rPr kumimoji="0" lang="en-US" sz="1400" b="0" i="0" u="none" strike="noStrike" kern="0" cap="none" spc="0" normalizeH="0" baseline="0" noProof="0">
                <a:ln>
                  <a:noFill/>
                </a:ln>
                <a:effectLst/>
                <a:uLnTx/>
                <a:uFillTx/>
              </a:rPr>
            </a:br>
            <a:r>
              <a:rPr kumimoji="0" lang="en-US" sz="1400" b="0" i="0" u="none" strike="noStrike" kern="0" cap="none" spc="0" normalizeH="0" baseline="0" noProof="0">
                <a:ln>
                  <a:noFill/>
                </a:ln>
                <a:effectLst/>
                <a:uLnTx/>
                <a:uFillTx/>
              </a:rPr>
              <a:t>excessive agency </a:t>
            </a:r>
            <a:br>
              <a:rPr kumimoji="0" lang="en-US" sz="1400" b="0" i="0" u="none" strike="noStrike" kern="0" cap="none" spc="0" normalizeH="0" baseline="0" noProof="0">
                <a:ln>
                  <a:noFill/>
                </a:ln>
                <a:effectLst/>
                <a:uLnTx/>
                <a:uFillTx/>
              </a:rPr>
            </a:br>
            <a:r>
              <a:rPr kumimoji="0" lang="en-US" sz="1400" b="0" i="0" u="none" strike="noStrike" kern="0" cap="none" spc="0" normalizeH="0" baseline="0" noProof="0">
                <a:ln>
                  <a:noFill/>
                </a:ln>
                <a:effectLst/>
                <a:uLnTx/>
                <a:uFillTx/>
              </a:rPr>
              <a:t>and overreliance</a:t>
            </a:r>
          </a:p>
        </p:txBody>
      </p:sp>
      <p:sp>
        <p:nvSpPr>
          <p:cNvPr id="74" name="!!text2">
            <a:extLst>
              <a:ext uri="{FF2B5EF4-FFF2-40B4-BE49-F238E27FC236}">
                <a16:creationId xmlns:a16="http://schemas.microsoft.com/office/drawing/2014/main" id="{C00AD68A-F88F-A6F3-DFB4-F6620C901814}"/>
              </a:ext>
              <a:ext uri="{C183D7F6-B498-43B3-948B-1728B52AA6E4}">
                <adec:decorative xmlns:adec="http://schemas.microsoft.com/office/drawing/2017/decorative" val="0"/>
              </a:ext>
            </a:extLst>
          </p:cNvPr>
          <p:cNvSpPr txBox="1">
            <a:spLocks/>
          </p:cNvSpPr>
          <p:nvPr/>
        </p:nvSpPr>
        <p:spPr>
          <a:xfrm>
            <a:off x="887878" y="3620452"/>
            <a:ext cx="1885541" cy="5713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a:ln>
                  <a:noFill/>
                </a:ln>
                <a:solidFill>
                  <a:schemeClr val="bg1"/>
                </a:solidFill>
                <a:effectLst/>
                <a:uLnTx/>
                <a:uFillTx/>
                <a:latin typeface="+mj-lt"/>
                <a:ea typeface="+mj-ea"/>
                <a:cs typeface="+mj-cs"/>
              </a:rPr>
              <a:t>AI agents &amp; applications</a:t>
            </a:r>
          </a:p>
        </p:txBody>
      </p:sp>
      <p:sp>
        <p:nvSpPr>
          <p:cNvPr id="75" name="TextBox 74">
            <a:extLst>
              <a:ext uri="{FF2B5EF4-FFF2-40B4-BE49-F238E27FC236}">
                <a16:creationId xmlns:a16="http://schemas.microsoft.com/office/drawing/2014/main" id="{752BB3FB-29F5-8957-BB0A-732B57FEE4FD}"/>
              </a:ext>
              <a:ext uri="{C183D7F6-B498-43B3-948B-1728B52AA6E4}">
                <adec:decorative xmlns:adec="http://schemas.microsoft.com/office/drawing/2017/decorative" val="0"/>
              </a:ext>
            </a:extLst>
          </p:cNvPr>
          <p:cNvSpPr txBox="1"/>
          <p:nvPr/>
        </p:nvSpPr>
        <p:spPr>
          <a:xfrm>
            <a:off x="4074152" y="2977879"/>
            <a:ext cx="3931799" cy="22219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j-lt"/>
                <a:ea typeface="+mj-ea"/>
                <a:cs typeface="+mj-cs"/>
              </a:rPr>
              <a:t>Generative AI-based agent &amp; app lifecycle </a:t>
            </a:r>
          </a:p>
        </p:txBody>
      </p:sp>
      <p:sp>
        <p:nvSpPr>
          <p:cNvPr id="15" name="Freeform: Shape 14">
            <a:extLst>
              <a:ext uri="{FF2B5EF4-FFF2-40B4-BE49-F238E27FC236}">
                <a16:creationId xmlns:a16="http://schemas.microsoft.com/office/drawing/2014/main" id="{8A9193A3-1F51-E3D3-8CDE-D62CFE2C9D70}"/>
              </a:ext>
              <a:ext uri="{C183D7F6-B498-43B3-948B-1728B52AA6E4}">
                <adec:decorative xmlns:adec="http://schemas.microsoft.com/office/drawing/2017/decorative" val="0"/>
              </a:ext>
            </a:extLst>
          </p:cNvPr>
          <p:cNvSpPr>
            <a:spLocks/>
          </p:cNvSpPr>
          <p:nvPr/>
        </p:nvSpPr>
        <p:spPr>
          <a:xfrm>
            <a:off x="3181824" y="3344293"/>
            <a:ext cx="1833629" cy="707288"/>
          </a:xfrm>
          <a:custGeom>
            <a:avLst/>
            <a:gdLst>
              <a:gd name="connsiteX0" fmla="*/ 60665 w 1284620"/>
              <a:gd name="connsiteY0" fmla="*/ 0 h 518503"/>
              <a:gd name="connsiteX1" fmla="*/ 1223955 w 1284620"/>
              <a:gd name="connsiteY1" fmla="*/ 0 h 518503"/>
              <a:gd name="connsiteX2" fmla="*/ 1284620 w 1284620"/>
              <a:gd name="connsiteY2" fmla="*/ 60665 h 518503"/>
              <a:gd name="connsiteX3" fmla="*/ 1284620 w 1284620"/>
              <a:gd name="connsiteY3" fmla="*/ 457838 h 518503"/>
              <a:gd name="connsiteX4" fmla="*/ 1223955 w 1284620"/>
              <a:gd name="connsiteY4" fmla="*/ 518503 h 518503"/>
              <a:gd name="connsiteX5" fmla="*/ 60665 w 1284620"/>
              <a:gd name="connsiteY5" fmla="*/ 518503 h 518503"/>
              <a:gd name="connsiteX6" fmla="*/ 0 w 1284620"/>
              <a:gd name="connsiteY6" fmla="*/ 457838 h 518503"/>
              <a:gd name="connsiteX7" fmla="*/ 0 w 1284620"/>
              <a:gd name="connsiteY7" fmla="*/ 60665 h 518503"/>
              <a:gd name="connsiteX8" fmla="*/ 60665 w 1284620"/>
              <a:gd name="connsiteY8" fmla="*/ 0 h 51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4620" h="518503">
                <a:moveTo>
                  <a:pt x="60665" y="0"/>
                </a:moveTo>
                <a:lnTo>
                  <a:pt x="1223955" y="0"/>
                </a:lnTo>
                <a:cubicBezTo>
                  <a:pt x="1257459" y="0"/>
                  <a:pt x="1284620" y="27161"/>
                  <a:pt x="1284620" y="60665"/>
                </a:cubicBezTo>
                <a:lnTo>
                  <a:pt x="1284620" y="457838"/>
                </a:lnTo>
                <a:cubicBezTo>
                  <a:pt x="1284620" y="491342"/>
                  <a:pt x="1257459" y="518503"/>
                  <a:pt x="1223955" y="518503"/>
                </a:cubicBezTo>
                <a:lnTo>
                  <a:pt x="60665" y="518503"/>
                </a:lnTo>
                <a:cubicBezTo>
                  <a:pt x="27161" y="518503"/>
                  <a:pt x="0" y="491342"/>
                  <a:pt x="0" y="457838"/>
                </a:cubicBezTo>
                <a:lnTo>
                  <a:pt x="0" y="60665"/>
                </a:lnTo>
                <a:cubicBezTo>
                  <a:pt x="0" y="27161"/>
                  <a:pt x="27161" y="0"/>
                  <a:pt x="60665" y="0"/>
                </a:cubicBezTo>
                <a:close/>
              </a:path>
            </a:pathLst>
          </a:custGeom>
          <a:noFill/>
          <a:ln w="9525" cap="flat" cmpd="sng" algn="ctr">
            <a:solidFill>
              <a:schemeClr val="accent1">
                <a:lumMod val="40000"/>
                <a:lumOff val="6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ts val="1200"/>
              </a:spcBef>
              <a:spcAft>
                <a:spcPct val="0"/>
              </a:spcAft>
              <a:defRPr/>
            </a:pPr>
            <a:r>
              <a:rPr lang="en-US" sz="1200" kern="0"/>
              <a:t>Intent breaking, misbehavior &amp; malfunction</a:t>
            </a:r>
          </a:p>
        </p:txBody>
      </p:sp>
      <p:sp>
        <p:nvSpPr>
          <p:cNvPr id="16" name="Rectangle: Rounded Corners 15">
            <a:extLst>
              <a:ext uri="{FF2B5EF4-FFF2-40B4-BE49-F238E27FC236}">
                <a16:creationId xmlns:a16="http://schemas.microsoft.com/office/drawing/2014/main" id="{210EE251-B11C-C281-B6A6-C4EE60008198}"/>
              </a:ext>
              <a:ext uri="{C183D7F6-B498-43B3-948B-1728B52AA6E4}">
                <adec:decorative xmlns:adec="http://schemas.microsoft.com/office/drawing/2017/decorative" val="0"/>
              </a:ext>
            </a:extLst>
          </p:cNvPr>
          <p:cNvSpPr>
            <a:spLocks/>
          </p:cNvSpPr>
          <p:nvPr/>
        </p:nvSpPr>
        <p:spPr>
          <a:xfrm>
            <a:off x="5121388" y="3344293"/>
            <a:ext cx="1833629" cy="707288"/>
          </a:xfrm>
          <a:prstGeom prst="roundRect">
            <a:avLst>
              <a:gd name="adj" fmla="val 11700"/>
            </a:avLst>
          </a:prstGeom>
          <a:noFill/>
          <a:ln w="9525" cap="flat" cmpd="sng" algn="ctr">
            <a:solidFill>
              <a:schemeClr val="accent1">
                <a:lumMod val="40000"/>
                <a:lumOff val="6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ts val="1200"/>
              </a:spcBef>
              <a:spcAft>
                <a:spcPct val="0"/>
              </a:spcAft>
              <a:defRPr/>
            </a:pPr>
            <a:r>
              <a:rPr lang="en-US" sz="1200" kern="0"/>
              <a:t>Tools misuse &amp; exploitations</a:t>
            </a:r>
          </a:p>
        </p:txBody>
      </p:sp>
      <p:sp>
        <p:nvSpPr>
          <p:cNvPr id="17" name="Rectangle: Rounded Corners 16">
            <a:extLst>
              <a:ext uri="{FF2B5EF4-FFF2-40B4-BE49-F238E27FC236}">
                <a16:creationId xmlns:a16="http://schemas.microsoft.com/office/drawing/2014/main" id="{621252AE-C48E-9754-55A0-4E50E831DD86}"/>
              </a:ext>
              <a:ext uri="{C183D7F6-B498-43B3-948B-1728B52AA6E4}">
                <adec:decorative xmlns:adec="http://schemas.microsoft.com/office/drawing/2017/decorative" val="0"/>
              </a:ext>
            </a:extLst>
          </p:cNvPr>
          <p:cNvSpPr>
            <a:spLocks/>
          </p:cNvSpPr>
          <p:nvPr/>
        </p:nvSpPr>
        <p:spPr>
          <a:xfrm>
            <a:off x="7060951" y="3344293"/>
            <a:ext cx="1833629" cy="707288"/>
          </a:xfrm>
          <a:prstGeom prst="roundRect">
            <a:avLst>
              <a:gd name="adj" fmla="val 11700"/>
            </a:avLst>
          </a:prstGeom>
          <a:noFill/>
          <a:ln w="9525" cap="flat" cmpd="sng" algn="ctr">
            <a:solidFill>
              <a:schemeClr val="accent1">
                <a:lumMod val="40000"/>
                <a:lumOff val="6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fontAlgn="base">
              <a:spcBef>
                <a:spcPts val="1200"/>
              </a:spcBef>
              <a:spcAft>
                <a:spcPct val="0"/>
              </a:spcAft>
              <a:defRPr/>
            </a:pPr>
            <a:r>
              <a:rPr lang="en-US" sz="1200" kern="0"/>
              <a:t>Memory and context poisoning</a:t>
            </a:r>
          </a:p>
        </p:txBody>
      </p:sp>
      <p:sp>
        <p:nvSpPr>
          <p:cNvPr id="12" name="Freeform: Shape 11">
            <a:extLst>
              <a:ext uri="{FF2B5EF4-FFF2-40B4-BE49-F238E27FC236}">
                <a16:creationId xmlns:a16="http://schemas.microsoft.com/office/drawing/2014/main" id="{AF71DC15-DC6E-E208-3A0D-9B0420B2928B}"/>
              </a:ext>
              <a:ext uri="{C183D7F6-B498-43B3-948B-1728B52AA6E4}">
                <adec:decorative xmlns:adec="http://schemas.microsoft.com/office/drawing/2017/decorative" val="0"/>
              </a:ext>
            </a:extLst>
          </p:cNvPr>
          <p:cNvSpPr>
            <a:spLocks/>
          </p:cNvSpPr>
          <p:nvPr/>
        </p:nvSpPr>
        <p:spPr>
          <a:xfrm>
            <a:off x="3178351" y="4156498"/>
            <a:ext cx="1833629" cy="707288"/>
          </a:xfrm>
          <a:custGeom>
            <a:avLst/>
            <a:gdLst>
              <a:gd name="connsiteX0" fmla="*/ 60665 w 1284620"/>
              <a:gd name="connsiteY0" fmla="*/ 0 h 518503"/>
              <a:gd name="connsiteX1" fmla="*/ 1223955 w 1284620"/>
              <a:gd name="connsiteY1" fmla="*/ 0 h 518503"/>
              <a:gd name="connsiteX2" fmla="*/ 1284620 w 1284620"/>
              <a:gd name="connsiteY2" fmla="*/ 60665 h 518503"/>
              <a:gd name="connsiteX3" fmla="*/ 1284620 w 1284620"/>
              <a:gd name="connsiteY3" fmla="*/ 457838 h 518503"/>
              <a:gd name="connsiteX4" fmla="*/ 1223955 w 1284620"/>
              <a:gd name="connsiteY4" fmla="*/ 518503 h 518503"/>
              <a:gd name="connsiteX5" fmla="*/ 60665 w 1284620"/>
              <a:gd name="connsiteY5" fmla="*/ 518503 h 518503"/>
              <a:gd name="connsiteX6" fmla="*/ 0 w 1284620"/>
              <a:gd name="connsiteY6" fmla="*/ 457838 h 518503"/>
              <a:gd name="connsiteX7" fmla="*/ 0 w 1284620"/>
              <a:gd name="connsiteY7" fmla="*/ 60665 h 518503"/>
              <a:gd name="connsiteX8" fmla="*/ 60665 w 1284620"/>
              <a:gd name="connsiteY8" fmla="*/ 0 h 518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4620" h="518503">
                <a:moveTo>
                  <a:pt x="60665" y="0"/>
                </a:moveTo>
                <a:lnTo>
                  <a:pt x="1223955" y="0"/>
                </a:lnTo>
                <a:cubicBezTo>
                  <a:pt x="1257459" y="0"/>
                  <a:pt x="1284620" y="27161"/>
                  <a:pt x="1284620" y="60665"/>
                </a:cubicBezTo>
                <a:lnTo>
                  <a:pt x="1284620" y="457838"/>
                </a:lnTo>
                <a:cubicBezTo>
                  <a:pt x="1284620" y="491342"/>
                  <a:pt x="1257459" y="518503"/>
                  <a:pt x="1223955" y="518503"/>
                </a:cubicBezTo>
                <a:lnTo>
                  <a:pt x="60665" y="518503"/>
                </a:lnTo>
                <a:cubicBezTo>
                  <a:pt x="27161" y="518503"/>
                  <a:pt x="0" y="491342"/>
                  <a:pt x="0" y="457838"/>
                </a:cubicBezTo>
                <a:lnTo>
                  <a:pt x="0" y="60665"/>
                </a:lnTo>
                <a:cubicBezTo>
                  <a:pt x="0" y="27161"/>
                  <a:pt x="27161" y="0"/>
                  <a:pt x="60665" y="0"/>
                </a:cubicBezTo>
                <a:close/>
              </a:path>
            </a:pathLst>
          </a:custGeom>
          <a:noFill/>
          <a:ln w="9525" cap="flat" cmpd="sng" algn="ctr">
            <a:solidFill>
              <a:schemeClr val="accent1">
                <a:lumMod val="40000"/>
                <a:lumOff val="6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200" b="0" i="0" u="none" strike="noStrike" kern="0" cap="none" spc="0" normalizeH="0" baseline="0" noProof="0">
                <a:ln>
                  <a:noFill/>
                </a:ln>
                <a:effectLst/>
                <a:uLnTx/>
                <a:uFillTx/>
              </a:rPr>
              <a:t>Prompt injection </a:t>
            </a:r>
            <a:br>
              <a:rPr kumimoji="0" lang="en-US" sz="1200" b="0" i="0" u="none" strike="noStrike" kern="0" cap="none" spc="0" normalizeH="0" baseline="0" noProof="0">
                <a:ln>
                  <a:noFill/>
                </a:ln>
                <a:effectLst/>
                <a:uLnTx/>
                <a:uFillTx/>
              </a:rPr>
            </a:br>
            <a:r>
              <a:rPr kumimoji="0" lang="en-US" sz="1200" b="0" i="0" u="none" strike="noStrike" kern="0" cap="none" spc="0" normalizeH="0" baseline="0" noProof="0">
                <a:ln>
                  <a:noFill/>
                </a:ln>
                <a:effectLst/>
                <a:uLnTx/>
                <a:uFillTx/>
              </a:rPr>
              <a:t>UPIA/XPIA</a:t>
            </a:r>
          </a:p>
        </p:txBody>
      </p:sp>
      <p:sp>
        <p:nvSpPr>
          <p:cNvPr id="13" name="Rectangle: Rounded Corners 12">
            <a:extLst>
              <a:ext uri="{FF2B5EF4-FFF2-40B4-BE49-F238E27FC236}">
                <a16:creationId xmlns:a16="http://schemas.microsoft.com/office/drawing/2014/main" id="{80114D20-72A9-EB27-EC4E-2D6CDD9211DB}"/>
              </a:ext>
              <a:ext uri="{C183D7F6-B498-43B3-948B-1728B52AA6E4}">
                <adec:decorative xmlns:adec="http://schemas.microsoft.com/office/drawing/2017/decorative" val="0"/>
              </a:ext>
            </a:extLst>
          </p:cNvPr>
          <p:cNvSpPr>
            <a:spLocks/>
          </p:cNvSpPr>
          <p:nvPr/>
        </p:nvSpPr>
        <p:spPr>
          <a:xfrm>
            <a:off x="5117914" y="4156498"/>
            <a:ext cx="1833629" cy="707288"/>
          </a:xfrm>
          <a:prstGeom prst="roundRect">
            <a:avLst>
              <a:gd name="adj" fmla="val 11700"/>
            </a:avLst>
          </a:prstGeom>
          <a:noFill/>
          <a:ln w="9525" cap="flat" cmpd="sng" algn="ctr">
            <a:solidFill>
              <a:schemeClr val="accent1">
                <a:lumMod val="40000"/>
                <a:lumOff val="6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200" b="0" i="0" u="none" strike="noStrike" kern="0" cap="none" spc="0" normalizeH="0" baseline="0" noProof="0">
                <a:ln>
                  <a:noFill/>
                </a:ln>
                <a:effectLst/>
                <a:uLnTx/>
                <a:uFillTx/>
              </a:rPr>
              <a:t>Data leak/</a:t>
            </a:r>
            <a:br>
              <a:rPr kumimoji="0" lang="en-US" sz="1200" b="0" i="0" u="none" strike="noStrike" kern="0" cap="none" spc="0" normalizeH="0" baseline="0" noProof="0">
                <a:ln>
                  <a:noFill/>
                </a:ln>
                <a:effectLst/>
                <a:uLnTx/>
                <a:uFillTx/>
              </a:rPr>
            </a:br>
            <a:r>
              <a:rPr kumimoji="0" lang="en-US" sz="1200" b="0" i="0" u="none" strike="noStrike" kern="0" cap="none" spc="0" normalizeH="0" baseline="0" noProof="0">
                <a:ln>
                  <a:noFill/>
                </a:ln>
                <a:effectLst/>
                <a:uLnTx/>
                <a:uFillTx/>
              </a:rPr>
              <a:t>exfiltration</a:t>
            </a:r>
          </a:p>
        </p:txBody>
      </p:sp>
      <p:sp>
        <p:nvSpPr>
          <p:cNvPr id="14" name="Rectangle: Rounded Corners 13">
            <a:extLst>
              <a:ext uri="{FF2B5EF4-FFF2-40B4-BE49-F238E27FC236}">
                <a16:creationId xmlns:a16="http://schemas.microsoft.com/office/drawing/2014/main" id="{A51309ED-9896-2192-931C-E2CABC177E12}"/>
              </a:ext>
              <a:ext uri="{C183D7F6-B498-43B3-948B-1728B52AA6E4}">
                <adec:decorative xmlns:adec="http://schemas.microsoft.com/office/drawing/2017/decorative" val="0"/>
              </a:ext>
            </a:extLst>
          </p:cNvPr>
          <p:cNvSpPr>
            <a:spLocks/>
          </p:cNvSpPr>
          <p:nvPr/>
        </p:nvSpPr>
        <p:spPr>
          <a:xfrm>
            <a:off x="7057477" y="4156498"/>
            <a:ext cx="1833629" cy="707288"/>
          </a:xfrm>
          <a:prstGeom prst="roundRect">
            <a:avLst>
              <a:gd name="adj" fmla="val 11700"/>
            </a:avLst>
          </a:prstGeom>
          <a:noFill/>
          <a:ln w="9525" cap="flat" cmpd="sng" algn="ctr">
            <a:solidFill>
              <a:schemeClr val="accent1">
                <a:lumMod val="40000"/>
                <a:lumOff val="60000"/>
              </a:schemeClr>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200" b="0" i="0" u="none" strike="noStrike" kern="0" cap="none" spc="0" normalizeH="0" baseline="0" noProof="0">
                <a:ln>
                  <a:noFill/>
                </a:ln>
                <a:effectLst/>
                <a:uLnTx/>
                <a:uFillTx/>
              </a:rPr>
              <a:t>Insecure MCP servers &amp; extensions</a:t>
            </a:r>
          </a:p>
        </p:txBody>
      </p:sp>
      <p:sp>
        <p:nvSpPr>
          <p:cNvPr id="18" name="TextBox 17" descr="Generative AI extended risks: AI insider risk, excessive agency and overreliance">
            <a:extLst>
              <a:ext uri="{FF2B5EF4-FFF2-40B4-BE49-F238E27FC236}">
                <a16:creationId xmlns:a16="http://schemas.microsoft.com/office/drawing/2014/main" id="{740520D9-67E2-51B3-26A1-1069FA7F4DA5}"/>
              </a:ext>
              <a:ext uri="{C183D7F6-B498-43B3-948B-1728B52AA6E4}">
                <adec:decorative xmlns:adec="http://schemas.microsoft.com/office/drawing/2017/decorative" val="0"/>
              </a:ext>
            </a:extLst>
          </p:cNvPr>
          <p:cNvSpPr txBox="1"/>
          <p:nvPr/>
        </p:nvSpPr>
        <p:spPr>
          <a:xfrm>
            <a:off x="9179330" y="3767747"/>
            <a:ext cx="713985" cy="153888"/>
          </a:xfrm>
          <a:prstGeom prst="rect">
            <a:avLst/>
          </a:prstGeom>
          <a:noFill/>
          <a:ln>
            <a:noFill/>
          </a:ln>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00" i="0" u="none" strike="noStrike" kern="1200" cap="none" spc="0" normalizeH="0" baseline="0" noProof="0">
                <a:ln>
                  <a:noFill/>
                </a:ln>
                <a:noFill/>
                <a:effectLst/>
                <a:uLnTx/>
                <a:uFillTx/>
                <a:latin typeface="+mj-lt"/>
                <a:ea typeface="+mj-ea"/>
                <a:cs typeface="+mj-cs"/>
              </a:rPr>
              <a:t>Generative AI extended risks </a:t>
            </a:r>
          </a:p>
        </p:txBody>
      </p:sp>
      <p:sp>
        <p:nvSpPr>
          <p:cNvPr id="20" name="Rectangle: Rounded Corners 19">
            <a:extLst>
              <a:ext uri="{FF2B5EF4-FFF2-40B4-BE49-F238E27FC236}">
                <a16:creationId xmlns:a16="http://schemas.microsoft.com/office/drawing/2014/main" id="{AD33DB9D-7395-2049-9589-10C8EAFCE652}"/>
              </a:ext>
              <a:ext uri="{C183D7F6-B498-43B3-948B-1728B52AA6E4}">
                <adec:decorative xmlns:adec="http://schemas.microsoft.com/office/drawing/2017/decorative" val="1"/>
              </a:ext>
            </a:extLst>
          </p:cNvPr>
          <p:cNvSpPr>
            <a:spLocks/>
          </p:cNvSpPr>
          <p:nvPr/>
        </p:nvSpPr>
        <p:spPr>
          <a:xfrm>
            <a:off x="9195540" y="4094857"/>
            <a:ext cx="713985" cy="222194"/>
          </a:xfrm>
          <a:prstGeom prst="roundRect">
            <a:avLst>
              <a:gd name="adj" fmla="val 4139"/>
            </a:avLst>
          </a:prstGeom>
          <a:noFill/>
          <a:ln w="9525" cap="flat" cmpd="sng" algn="ctr">
            <a:no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500" b="0" i="0" u="none" strike="noStrike" kern="0" cap="none" spc="0" normalizeH="0" baseline="0" noProof="0">
                <a:ln>
                  <a:noFill/>
                </a:ln>
                <a:noFill/>
                <a:effectLst/>
                <a:uLnTx/>
                <a:uFillTx/>
              </a:rPr>
              <a:t>AI insider risk,</a:t>
            </a:r>
            <a:br>
              <a:rPr kumimoji="0" lang="en-US" sz="500" b="0" i="0" u="none" strike="noStrike" kern="0" cap="none" spc="0" normalizeH="0" baseline="0" noProof="0">
                <a:ln>
                  <a:noFill/>
                </a:ln>
                <a:noFill/>
                <a:effectLst/>
                <a:uLnTx/>
                <a:uFillTx/>
              </a:rPr>
            </a:br>
            <a:r>
              <a:rPr kumimoji="0" lang="en-US" sz="500" b="0" i="0" u="none" strike="noStrike" kern="0" cap="none" spc="0" normalizeH="0" baseline="0" noProof="0">
                <a:ln>
                  <a:noFill/>
                </a:ln>
                <a:noFill/>
                <a:effectLst/>
                <a:uLnTx/>
                <a:uFillTx/>
              </a:rPr>
              <a:t>excessive agency </a:t>
            </a:r>
            <a:br>
              <a:rPr kumimoji="0" lang="en-US" sz="500" b="0" i="0" u="none" strike="noStrike" kern="0" cap="none" spc="0" normalizeH="0" baseline="0" noProof="0">
                <a:ln>
                  <a:noFill/>
                </a:ln>
                <a:noFill/>
                <a:effectLst/>
                <a:uLnTx/>
                <a:uFillTx/>
              </a:rPr>
            </a:br>
            <a:r>
              <a:rPr kumimoji="0" lang="en-US" sz="500" b="0" i="0" u="none" strike="noStrike" kern="0" cap="none" spc="0" normalizeH="0" baseline="0" noProof="0">
                <a:ln>
                  <a:noFill/>
                </a:ln>
                <a:noFill/>
                <a:effectLst/>
                <a:uLnTx/>
                <a:uFillTx/>
              </a:rPr>
              <a:t>and overreliance</a:t>
            </a:r>
          </a:p>
        </p:txBody>
      </p:sp>
      <p:sp>
        <p:nvSpPr>
          <p:cNvPr id="83" name="!!text3">
            <a:extLst>
              <a:ext uri="{FF2B5EF4-FFF2-40B4-BE49-F238E27FC236}">
                <a16:creationId xmlns:a16="http://schemas.microsoft.com/office/drawing/2014/main" id="{CBC9C481-49EC-3ED9-2999-C54E47F4D546}"/>
              </a:ext>
              <a:ext uri="{C183D7F6-B498-43B3-948B-1728B52AA6E4}">
                <adec:decorative xmlns:adec="http://schemas.microsoft.com/office/drawing/2017/decorative" val="0"/>
              </a:ext>
            </a:extLst>
          </p:cNvPr>
          <p:cNvSpPr txBox="1">
            <a:spLocks/>
          </p:cNvSpPr>
          <p:nvPr/>
        </p:nvSpPr>
        <p:spPr>
          <a:xfrm>
            <a:off x="731368" y="5464942"/>
            <a:ext cx="2198559" cy="5713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i="0" u="none" strike="noStrike" kern="1200" cap="none" spc="0" normalizeH="0" baseline="0" noProof="0">
                <a:ln>
                  <a:noFill/>
                </a:ln>
                <a:solidFill>
                  <a:schemeClr val="bg1"/>
                </a:solidFill>
                <a:effectLst/>
                <a:uLnTx/>
                <a:uFillTx/>
                <a:latin typeface="+mj-lt"/>
                <a:ea typeface="+mj-ea"/>
                <a:cs typeface="+mj-cs"/>
              </a:rPr>
              <a:t>AI platform and model</a:t>
            </a:r>
          </a:p>
        </p:txBody>
      </p:sp>
      <p:sp>
        <p:nvSpPr>
          <p:cNvPr id="84" name="TextBox 83">
            <a:extLst>
              <a:ext uri="{FF2B5EF4-FFF2-40B4-BE49-F238E27FC236}">
                <a16:creationId xmlns:a16="http://schemas.microsoft.com/office/drawing/2014/main" id="{E5B3DA00-7FBD-16A4-D55E-8551581A4B1F}"/>
              </a:ext>
              <a:ext uri="{C183D7F6-B498-43B3-948B-1728B52AA6E4}">
                <adec:decorative xmlns:adec="http://schemas.microsoft.com/office/drawing/2017/decorative" val="0"/>
              </a:ext>
            </a:extLst>
          </p:cNvPr>
          <p:cNvSpPr txBox="1"/>
          <p:nvPr/>
        </p:nvSpPr>
        <p:spPr>
          <a:xfrm>
            <a:off x="5375268" y="5223823"/>
            <a:ext cx="3931799" cy="222194"/>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j-lt"/>
                <a:ea typeface="+mj-ea"/>
                <a:cs typeface="+mj-cs"/>
              </a:rPr>
              <a:t>Foundation model and training data </a:t>
            </a:r>
          </a:p>
        </p:txBody>
      </p:sp>
      <p:sp>
        <p:nvSpPr>
          <p:cNvPr id="21" name="Rectangle: Rounded Corners 20">
            <a:extLst>
              <a:ext uri="{FF2B5EF4-FFF2-40B4-BE49-F238E27FC236}">
                <a16:creationId xmlns:a16="http://schemas.microsoft.com/office/drawing/2014/main" id="{B7DECB8E-26D4-3969-B9AC-12CB80D70550}"/>
              </a:ext>
              <a:ext uri="{C183D7F6-B498-43B3-948B-1728B52AA6E4}">
                <adec:decorative xmlns:adec="http://schemas.microsoft.com/office/drawing/2017/decorative" val="0"/>
              </a:ext>
            </a:extLst>
          </p:cNvPr>
          <p:cNvSpPr>
            <a:spLocks/>
          </p:cNvSpPr>
          <p:nvPr/>
        </p:nvSpPr>
        <p:spPr>
          <a:xfrm>
            <a:off x="3175613" y="5562053"/>
            <a:ext cx="4053754" cy="726149"/>
          </a:xfrm>
          <a:prstGeom prst="roundRect">
            <a:avLst>
              <a:gd name="adj" fmla="val 11700"/>
            </a:avLst>
          </a:prstGeom>
          <a:noFill/>
          <a:ln w="9525" cap="flat" cmpd="sng" algn="ctr">
            <a:solidFill>
              <a:srgbClr val="D59ED7"/>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200" b="0" i="0" u="none" strike="noStrike" kern="0" cap="none" spc="0" normalizeH="0" baseline="0" noProof="0">
                <a:ln>
                  <a:noFill/>
                </a:ln>
                <a:effectLst/>
                <a:uLnTx/>
                <a:uFillTx/>
              </a:rPr>
              <a:t>Training data poisoning</a:t>
            </a:r>
          </a:p>
        </p:txBody>
      </p:sp>
      <p:sp>
        <p:nvSpPr>
          <p:cNvPr id="22" name="Rectangle: Rounded Corners 21">
            <a:extLst>
              <a:ext uri="{FF2B5EF4-FFF2-40B4-BE49-F238E27FC236}">
                <a16:creationId xmlns:a16="http://schemas.microsoft.com/office/drawing/2014/main" id="{7AEE7856-3A9C-168B-BEBF-6DB2F617A259}"/>
              </a:ext>
              <a:ext uri="{C183D7F6-B498-43B3-948B-1728B52AA6E4}">
                <adec:decorative xmlns:adec="http://schemas.microsoft.com/office/drawing/2017/decorative" val="0"/>
              </a:ext>
            </a:extLst>
          </p:cNvPr>
          <p:cNvSpPr>
            <a:spLocks/>
          </p:cNvSpPr>
          <p:nvPr/>
        </p:nvSpPr>
        <p:spPr>
          <a:xfrm>
            <a:off x="7333324" y="5562053"/>
            <a:ext cx="4053754" cy="726149"/>
          </a:xfrm>
          <a:prstGeom prst="roundRect">
            <a:avLst>
              <a:gd name="adj" fmla="val 11700"/>
            </a:avLst>
          </a:prstGeom>
          <a:noFill/>
          <a:ln w="9525" cap="flat" cmpd="sng" algn="ctr">
            <a:solidFill>
              <a:srgbClr val="D59ED7"/>
            </a:solidFill>
            <a:prstDash val="solid"/>
            <a:headEnd type="none" w="lg" len="med"/>
            <a:tailEnd type="none" w="lg"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r>
              <a:rPr kumimoji="0" lang="en-US" sz="1200" b="0" i="0" u="none" strike="noStrike" kern="0" cap="none" spc="0" normalizeH="0" baseline="0" noProof="0">
                <a:ln>
                  <a:noFill/>
                </a:ln>
                <a:effectLst/>
                <a:uLnTx/>
                <a:uFillTx/>
              </a:rPr>
              <a:t>Model theft</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Agent governance</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34" name="Rectangle: Rounded Corners 33">
            <a:extLst>
              <a:ext uri="{FF2B5EF4-FFF2-40B4-BE49-F238E27FC236}">
                <a16:creationId xmlns:a16="http://schemas.microsoft.com/office/drawing/2014/main" id="{97F79623-6260-E8B0-C577-5134EB653EC0}"/>
              </a:ext>
              <a:ext uri="{C183D7F6-B498-43B3-948B-1728B52AA6E4}">
                <adec:decorative xmlns:adec="http://schemas.microsoft.com/office/drawing/2017/decorative" val="1"/>
              </a:ext>
            </a:extLst>
          </p:cNvPr>
          <p:cNvSpPr>
            <a:spLocks/>
          </p:cNvSpPr>
          <p:nvPr/>
        </p:nvSpPr>
        <p:spPr>
          <a:xfrm>
            <a:off x="4356101" y="1615440"/>
            <a:ext cx="7257540" cy="4747260"/>
          </a:xfrm>
          <a:prstGeom prst="roundRect">
            <a:avLst>
              <a:gd name="adj" fmla="val 2678"/>
            </a:avLst>
          </a:prstGeom>
          <a:solidFill>
            <a:schemeClr val="bg1"/>
          </a:solidFill>
          <a:ln w="3175">
            <a:gradFill flip="none" rotWithShape="1">
              <a:gsLst>
                <a:gs pos="0">
                  <a:schemeClr val="accent2"/>
                </a:gs>
                <a:gs pos="100000">
                  <a:srgbClr val="C03BC4"/>
                </a:gs>
              </a:gsLst>
              <a:lin ang="2700000" scaled="1"/>
              <a:tileRect/>
            </a:grad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32472" fontAlgn="base">
              <a:spcBef>
                <a:spcPct val="0"/>
              </a:spcBef>
              <a:spcAft>
                <a:spcPct val="0"/>
              </a:spcAft>
            </a:pPr>
            <a:endParaRPr lang="en-US" sz="1200" baseline="30000" dirty="0">
              <a:solidFill>
                <a:schemeClr val="bg1"/>
              </a:solidFill>
              <a:latin typeface="Segoe UI"/>
              <a:cs typeface="Segoe UI" pitchFamily="34" charset="0"/>
            </a:endParaRPr>
          </a:p>
        </p:txBody>
      </p:sp>
      <p:sp>
        <p:nvSpPr>
          <p:cNvPr id="35" name="Freeform: Shape 34">
            <a:extLst>
              <a:ext uri="{FF2B5EF4-FFF2-40B4-BE49-F238E27FC236}">
                <a16:creationId xmlns:a16="http://schemas.microsoft.com/office/drawing/2014/main" id="{1E598A7B-200F-85FE-025F-4FDCFF815C93}"/>
              </a:ext>
              <a:ext uri="{C183D7F6-B498-43B3-948B-1728B52AA6E4}">
                <adec:decorative xmlns:adec="http://schemas.microsoft.com/office/drawing/2017/decorative" val="1"/>
              </a:ext>
            </a:extLst>
          </p:cNvPr>
          <p:cNvSpPr>
            <a:spLocks/>
          </p:cNvSpPr>
          <p:nvPr/>
        </p:nvSpPr>
        <p:spPr bwMode="auto">
          <a:xfrm>
            <a:off x="571499" y="1436688"/>
            <a:ext cx="3494089" cy="5421312"/>
          </a:xfrm>
          <a:custGeom>
            <a:avLst/>
            <a:gdLst>
              <a:gd name="csX0" fmla="*/ 142489 w 3494089"/>
              <a:gd name="csY0" fmla="*/ 0 h 5421312"/>
              <a:gd name="csX1" fmla="*/ 3351600 w 3494089"/>
              <a:gd name="csY1" fmla="*/ 0 h 5421312"/>
              <a:gd name="csX2" fmla="*/ 3494089 w 3494089"/>
              <a:gd name="csY2" fmla="*/ 142489 h 5421312"/>
              <a:gd name="csX3" fmla="*/ 3494089 w 3494089"/>
              <a:gd name="csY3" fmla="*/ 5421312 h 5421312"/>
              <a:gd name="csX4" fmla="*/ 0 w 3494089"/>
              <a:gd name="csY4" fmla="*/ 5421312 h 5421312"/>
              <a:gd name="csX5" fmla="*/ 0 w 3494089"/>
              <a:gd name="csY5" fmla="*/ 142489 h 5421312"/>
              <a:gd name="csX6" fmla="*/ 142489 w 3494089"/>
              <a:gd name="csY6" fmla="*/ 0 h 542131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94089" h="5421312">
                <a:moveTo>
                  <a:pt x="142489" y="0"/>
                </a:moveTo>
                <a:lnTo>
                  <a:pt x="3351600" y="0"/>
                </a:lnTo>
                <a:cubicBezTo>
                  <a:pt x="3430295" y="0"/>
                  <a:pt x="3494089" y="63794"/>
                  <a:pt x="3494089" y="142489"/>
                </a:cubicBezTo>
                <a:lnTo>
                  <a:pt x="3494089" y="5421312"/>
                </a:lnTo>
                <a:lnTo>
                  <a:pt x="0" y="5421312"/>
                </a:lnTo>
                <a:lnTo>
                  <a:pt x="0" y="142489"/>
                </a:lnTo>
                <a:cubicBezTo>
                  <a:pt x="0" y="63794"/>
                  <a:pt x="63794" y="0"/>
                  <a:pt x="142489" y="0"/>
                </a:cubicBez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a:solidFill>
                <a:srgbClr val="FFFFFF"/>
              </a:solidFill>
              <a:latin typeface="+mj-lt"/>
              <a:ea typeface="+mj-ea"/>
              <a:cs typeface="+mj-cs"/>
            </a:endParaRPr>
          </a:p>
        </p:txBody>
      </p:sp>
      <p:cxnSp>
        <p:nvCxnSpPr>
          <p:cNvPr id="36" name="Straight Connector 35">
            <a:extLst>
              <a:ext uri="{FF2B5EF4-FFF2-40B4-BE49-F238E27FC236}">
                <a16:creationId xmlns:a16="http://schemas.microsoft.com/office/drawing/2014/main" id="{3CDB098A-9686-C20C-FBC4-51B41C298FB6}"/>
              </a:ext>
              <a:ext uri="{C183D7F6-B498-43B3-948B-1728B52AA6E4}">
                <adec:decorative xmlns:adec="http://schemas.microsoft.com/office/drawing/2017/decorative" val="1"/>
              </a:ext>
            </a:extLst>
          </p:cNvPr>
          <p:cNvCxnSpPr>
            <a:cxnSpLocks/>
          </p:cNvCxnSpPr>
          <p:nvPr/>
        </p:nvCxnSpPr>
        <p:spPr>
          <a:xfrm>
            <a:off x="818686" y="3359511"/>
            <a:ext cx="2905589"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6866270-360A-8320-F01A-A2004F96E9AF}"/>
              </a:ext>
              <a:ext uri="{C183D7F6-B498-43B3-948B-1728B52AA6E4}">
                <adec:decorative xmlns:adec="http://schemas.microsoft.com/office/drawing/2017/decorative" val="1"/>
              </a:ext>
            </a:extLst>
          </p:cNvPr>
          <p:cNvCxnSpPr>
            <a:cxnSpLocks/>
          </p:cNvCxnSpPr>
          <p:nvPr/>
        </p:nvCxnSpPr>
        <p:spPr>
          <a:xfrm>
            <a:off x="818686" y="4605192"/>
            <a:ext cx="2828489"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8" name="Graphic 12">
            <a:extLst>
              <a:ext uri="{FF2B5EF4-FFF2-40B4-BE49-F238E27FC236}">
                <a16:creationId xmlns:a16="http://schemas.microsoft.com/office/drawing/2014/main" id="{51798CF1-57FB-DC44-E209-DAD7491BAC10}"/>
              </a:ext>
              <a:ext uri="{C183D7F6-B498-43B3-948B-1728B52AA6E4}">
                <adec:decorative xmlns:adec="http://schemas.microsoft.com/office/drawing/2017/decorative" val="1"/>
              </a:ext>
            </a:extLst>
          </p:cNvPr>
          <p:cNvSpPr>
            <a:spLocks noChangeAspect="1"/>
          </p:cNvSpPr>
          <p:nvPr/>
        </p:nvSpPr>
        <p:spPr>
          <a:xfrm>
            <a:off x="4619506" y="2198142"/>
            <a:ext cx="353229" cy="353544"/>
          </a:xfrm>
          <a:custGeom>
            <a:avLst/>
            <a:gdLst>
              <a:gd name="connsiteX0" fmla="*/ 159829 w 200024"/>
              <a:gd name="connsiteY0" fmla="*/ 2274 h 200203"/>
              <a:gd name="connsiteX1" fmla="*/ 149733 w 200024"/>
              <a:gd name="connsiteY1" fmla="*/ 1917 h 200203"/>
              <a:gd name="connsiteX2" fmla="*/ 149377 w 200024"/>
              <a:gd name="connsiteY2" fmla="*/ 12014 h 200203"/>
              <a:gd name="connsiteX3" fmla="*/ 149733 w 200024"/>
              <a:gd name="connsiteY3" fmla="*/ 12370 h 200203"/>
              <a:gd name="connsiteX4" fmla="*/ 166116 w 200024"/>
              <a:gd name="connsiteY4" fmla="*/ 28753 h 200203"/>
              <a:gd name="connsiteX5" fmla="*/ 107156 w 200024"/>
              <a:gd name="connsiteY5" fmla="*/ 28753 h 200203"/>
              <a:gd name="connsiteX6" fmla="*/ 80962 w 200024"/>
              <a:gd name="connsiteY6" fmla="*/ 54947 h 200203"/>
              <a:gd name="connsiteX7" fmla="*/ 80962 w 200024"/>
              <a:gd name="connsiteY7" fmla="*/ 145406 h 200203"/>
              <a:gd name="connsiteX8" fmla="*/ 69056 w 200024"/>
              <a:gd name="connsiteY8" fmla="*/ 157312 h 200203"/>
              <a:gd name="connsiteX9" fmla="*/ 56750 w 200024"/>
              <a:gd name="connsiteY9" fmla="*/ 157312 h 200203"/>
              <a:gd name="connsiteX10" fmla="*/ 23788 w 200024"/>
              <a:gd name="connsiteY10" fmla="*/ 133934 h 200203"/>
              <a:gd name="connsiteX11" fmla="*/ 409 w 200024"/>
              <a:gd name="connsiteY11" fmla="*/ 166896 h 200203"/>
              <a:gd name="connsiteX12" fmla="*/ 33371 w 200024"/>
              <a:gd name="connsiteY12" fmla="*/ 190274 h 200203"/>
              <a:gd name="connsiteX13" fmla="*/ 55531 w 200024"/>
              <a:gd name="connsiteY13" fmla="*/ 171600 h 200203"/>
              <a:gd name="connsiteX14" fmla="*/ 69056 w 200024"/>
              <a:gd name="connsiteY14" fmla="*/ 171600 h 200203"/>
              <a:gd name="connsiteX15" fmla="*/ 95250 w 200024"/>
              <a:gd name="connsiteY15" fmla="*/ 145406 h 200203"/>
              <a:gd name="connsiteX16" fmla="*/ 95250 w 200024"/>
              <a:gd name="connsiteY16" fmla="*/ 54947 h 200203"/>
              <a:gd name="connsiteX17" fmla="*/ 107156 w 200024"/>
              <a:gd name="connsiteY17" fmla="*/ 43041 h 200203"/>
              <a:gd name="connsiteX18" fmla="*/ 166116 w 200024"/>
              <a:gd name="connsiteY18" fmla="*/ 43041 h 200203"/>
              <a:gd name="connsiteX19" fmla="*/ 149733 w 200024"/>
              <a:gd name="connsiteY19" fmla="*/ 59424 h 200203"/>
              <a:gd name="connsiteX20" fmla="*/ 150089 w 200024"/>
              <a:gd name="connsiteY20" fmla="*/ 69520 h 200203"/>
              <a:gd name="connsiteX21" fmla="*/ 159829 w 200024"/>
              <a:gd name="connsiteY21" fmla="*/ 69520 h 200203"/>
              <a:gd name="connsiteX22" fmla="*/ 188404 w 200024"/>
              <a:gd name="connsiteY22" fmla="*/ 40945 h 200203"/>
              <a:gd name="connsiteX23" fmla="*/ 188404 w 200024"/>
              <a:gd name="connsiteY23" fmla="*/ 30849 h 200203"/>
              <a:gd name="connsiteX24" fmla="*/ 159829 w 200024"/>
              <a:gd name="connsiteY24" fmla="*/ 2274 h 200203"/>
              <a:gd name="connsiteX25" fmla="*/ 14287 w 200024"/>
              <a:gd name="connsiteY25" fmla="*/ 162103 h 200203"/>
              <a:gd name="connsiteX26" fmla="*/ 28575 w 200024"/>
              <a:gd name="connsiteY26" fmla="*/ 147816 h 200203"/>
              <a:gd name="connsiteX27" fmla="*/ 42862 w 200024"/>
              <a:gd name="connsiteY27" fmla="*/ 162103 h 200203"/>
              <a:gd name="connsiteX28" fmla="*/ 28575 w 200024"/>
              <a:gd name="connsiteY28" fmla="*/ 176391 h 200203"/>
              <a:gd name="connsiteX29" fmla="*/ 14287 w 200024"/>
              <a:gd name="connsiteY29" fmla="*/ 162103 h 200203"/>
              <a:gd name="connsiteX30" fmla="*/ 114300 w 200024"/>
              <a:gd name="connsiteY30" fmla="*/ 133528 h 200203"/>
              <a:gd name="connsiteX31" fmla="*/ 123825 w 200024"/>
              <a:gd name="connsiteY31" fmla="*/ 124003 h 200203"/>
              <a:gd name="connsiteX32" fmla="*/ 171450 w 200024"/>
              <a:gd name="connsiteY32" fmla="*/ 124003 h 200203"/>
              <a:gd name="connsiteX33" fmla="*/ 180975 w 200024"/>
              <a:gd name="connsiteY33" fmla="*/ 133528 h 200203"/>
              <a:gd name="connsiteX34" fmla="*/ 180975 w 200024"/>
              <a:gd name="connsiteY34" fmla="*/ 171628 h 200203"/>
              <a:gd name="connsiteX35" fmla="*/ 171450 w 200024"/>
              <a:gd name="connsiteY35" fmla="*/ 181153 h 200203"/>
              <a:gd name="connsiteX36" fmla="*/ 123825 w 200024"/>
              <a:gd name="connsiteY36" fmla="*/ 181153 h 200203"/>
              <a:gd name="connsiteX37" fmla="*/ 114300 w 200024"/>
              <a:gd name="connsiteY37" fmla="*/ 171628 h 200203"/>
              <a:gd name="connsiteX38" fmla="*/ 114300 w 200024"/>
              <a:gd name="connsiteY38" fmla="*/ 133528 h 200203"/>
              <a:gd name="connsiteX39" fmla="*/ 200025 w 200024"/>
              <a:gd name="connsiteY39" fmla="*/ 147816 h 200203"/>
              <a:gd name="connsiteX40" fmla="*/ 195262 w 200024"/>
              <a:gd name="connsiteY40" fmla="*/ 143053 h 200203"/>
              <a:gd name="connsiteX41" fmla="*/ 190500 w 200024"/>
              <a:gd name="connsiteY41" fmla="*/ 147816 h 200203"/>
              <a:gd name="connsiteX42" fmla="*/ 190500 w 200024"/>
              <a:gd name="connsiteY42" fmla="*/ 176391 h 200203"/>
              <a:gd name="connsiteX43" fmla="*/ 176212 w 200024"/>
              <a:gd name="connsiteY43" fmla="*/ 190678 h 200203"/>
              <a:gd name="connsiteX44" fmla="*/ 138112 w 200024"/>
              <a:gd name="connsiteY44" fmla="*/ 190678 h 200203"/>
              <a:gd name="connsiteX45" fmla="*/ 133350 w 200024"/>
              <a:gd name="connsiteY45" fmla="*/ 195441 h 200203"/>
              <a:gd name="connsiteX46" fmla="*/ 138112 w 200024"/>
              <a:gd name="connsiteY46" fmla="*/ 200203 h 200203"/>
              <a:gd name="connsiteX47" fmla="*/ 176212 w 200024"/>
              <a:gd name="connsiteY47" fmla="*/ 200203 h 200203"/>
              <a:gd name="connsiteX48" fmla="*/ 200025 w 200024"/>
              <a:gd name="connsiteY48" fmla="*/ 176391 h 200203"/>
              <a:gd name="connsiteX49" fmla="*/ 200025 w 200024"/>
              <a:gd name="connsiteY49" fmla="*/ 147816 h 20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00024" h="200203">
                <a:moveTo>
                  <a:pt x="159829" y="2274"/>
                </a:moveTo>
                <a:cubicBezTo>
                  <a:pt x="157140" y="-613"/>
                  <a:pt x="152619" y="-772"/>
                  <a:pt x="149733" y="1917"/>
                </a:cubicBezTo>
                <a:cubicBezTo>
                  <a:pt x="146847" y="4607"/>
                  <a:pt x="146687" y="9127"/>
                  <a:pt x="149377" y="12014"/>
                </a:cubicBezTo>
                <a:cubicBezTo>
                  <a:pt x="149491" y="12137"/>
                  <a:pt x="149610" y="12256"/>
                  <a:pt x="149733" y="12370"/>
                </a:cubicBezTo>
                <a:lnTo>
                  <a:pt x="166116" y="28753"/>
                </a:lnTo>
                <a:lnTo>
                  <a:pt x="107156" y="28753"/>
                </a:lnTo>
                <a:cubicBezTo>
                  <a:pt x="92690" y="28753"/>
                  <a:pt x="80962" y="40481"/>
                  <a:pt x="80962" y="54947"/>
                </a:cubicBezTo>
                <a:lnTo>
                  <a:pt x="80962" y="145406"/>
                </a:lnTo>
                <a:cubicBezTo>
                  <a:pt x="80962" y="151978"/>
                  <a:pt x="75628" y="157312"/>
                  <a:pt x="69056" y="157312"/>
                </a:cubicBezTo>
                <a:lnTo>
                  <a:pt x="56750" y="157312"/>
                </a:lnTo>
                <a:cubicBezTo>
                  <a:pt x="54103" y="141754"/>
                  <a:pt x="39346" y="131287"/>
                  <a:pt x="23788" y="133934"/>
                </a:cubicBezTo>
                <a:cubicBezTo>
                  <a:pt x="8230" y="136580"/>
                  <a:pt x="-2237" y="151338"/>
                  <a:pt x="409" y="166896"/>
                </a:cubicBezTo>
                <a:cubicBezTo>
                  <a:pt x="3056" y="182454"/>
                  <a:pt x="17813" y="192921"/>
                  <a:pt x="33371" y="190274"/>
                </a:cubicBezTo>
                <a:cubicBezTo>
                  <a:pt x="43601" y="188534"/>
                  <a:pt x="52083" y="181386"/>
                  <a:pt x="55531" y="171600"/>
                </a:cubicBezTo>
                <a:lnTo>
                  <a:pt x="69056" y="171600"/>
                </a:lnTo>
                <a:cubicBezTo>
                  <a:pt x="83523" y="171600"/>
                  <a:pt x="95250" y="159872"/>
                  <a:pt x="95250" y="145406"/>
                </a:cubicBezTo>
                <a:lnTo>
                  <a:pt x="95250" y="54947"/>
                </a:lnTo>
                <a:cubicBezTo>
                  <a:pt x="95250" y="48375"/>
                  <a:pt x="100584" y="43041"/>
                  <a:pt x="107156" y="43041"/>
                </a:cubicBezTo>
                <a:lnTo>
                  <a:pt x="166116" y="43041"/>
                </a:lnTo>
                <a:lnTo>
                  <a:pt x="149733" y="59424"/>
                </a:lnTo>
                <a:cubicBezTo>
                  <a:pt x="147043" y="62310"/>
                  <a:pt x="147203" y="66831"/>
                  <a:pt x="150089" y="69520"/>
                </a:cubicBezTo>
                <a:cubicBezTo>
                  <a:pt x="152832" y="72077"/>
                  <a:pt x="157086" y="72077"/>
                  <a:pt x="159829" y="69520"/>
                </a:cubicBezTo>
                <a:lnTo>
                  <a:pt x="188404" y="40945"/>
                </a:lnTo>
                <a:cubicBezTo>
                  <a:pt x="191191" y="38156"/>
                  <a:pt x="191191" y="33638"/>
                  <a:pt x="188404" y="30849"/>
                </a:cubicBezTo>
                <a:lnTo>
                  <a:pt x="159829" y="2274"/>
                </a:lnTo>
                <a:close/>
                <a:moveTo>
                  <a:pt x="14287" y="162103"/>
                </a:moveTo>
                <a:cubicBezTo>
                  <a:pt x="14287" y="154213"/>
                  <a:pt x="20684" y="147816"/>
                  <a:pt x="28575" y="147816"/>
                </a:cubicBezTo>
                <a:cubicBezTo>
                  <a:pt x="36466" y="147816"/>
                  <a:pt x="42862" y="154213"/>
                  <a:pt x="42862" y="162103"/>
                </a:cubicBezTo>
                <a:cubicBezTo>
                  <a:pt x="42862" y="169994"/>
                  <a:pt x="36466" y="176391"/>
                  <a:pt x="28575" y="176391"/>
                </a:cubicBezTo>
                <a:cubicBezTo>
                  <a:pt x="20684" y="176391"/>
                  <a:pt x="14287" y="169994"/>
                  <a:pt x="14287" y="162103"/>
                </a:cubicBezTo>
                <a:close/>
                <a:moveTo>
                  <a:pt x="114300" y="133528"/>
                </a:moveTo>
                <a:cubicBezTo>
                  <a:pt x="114300" y="128268"/>
                  <a:pt x="118564" y="124003"/>
                  <a:pt x="123825" y="124003"/>
                </a:cubicBezTo>
                <a:lnTo>
                  <a:pt x="171450" y="124003"/>
                </a:lnTo>
                <a:cubicBezTo>
                  <a:pt x="176711" y="124003"/>
                  <a:pt x="180975" y="128268"/>
                  <a:pt x="180975" y="133528"/>
                </a:cubicBezTo>
                <a:lnTo>
                  <a:pt x="180975" y="171628"/>
                </a:lnTo>
                <a:cubicBezTo>
                  <a:pt x="180975" y="176889"/>
                  <a:pt x="176711" y="181153"/>
                  <a:pt x="171450" y="181153"/>
                </a:cubicBezTo>
                <a:lnTo>
                  <a:pt x="123825" y="181153"/>
                </a:lnTo>
                <a:cubicBezTo>
                  <a:pt x="118564" y="181153"/>
                  <a:pt x="114300" y="176889"/>
                  <a:pt x="114300" y="171628"/>
                </a:cubicBezTo>
                <a:lnTo>
                  <a:pt x="114300" y="133528"/>
                </a:lnTo>
                <a:close/>
                <a:moveTo>
                  <a:pt x="200025" y="147816"/>
                </a:moveTo>
                <a:cubicBezTo>
                  <a:pt x="200025" y="145186"/>
                  <a:pt x="197892" y="143053"/>
                  <a:pt x="195262" y="143053"/>
                </a:cubicBezTo>
                <a:cubicBezTo>
                  <a:pt x="192633" y="143053"/>
                  <a:pt x="190500" y="145186"/>
                  <a:pt x="190500" y="147816"/>
                </a:cubicBezTo>
                <a:lnTo>
                  <a:pt x="190500" y="176391"/>
                </a:lnTo>
                <a:cubicBezTo>
                  <a:pt x="190500" y="184281"/>
                  <a:pt x="184103" y="190678"/>
                  <a:pt x="176212" y="190678"/>
                </a:cubicBezTo>
                <a:lnTo>
                  <a:pt x="138112" y="190678"/>
                </a:lnTo>
                <a:cubicBezTo>
                  <a:pt x="135483" y="190678"/>
                  <a:pt x="133350" y="192811"/>
                  <a:pt x="133350" y="195441"/>
                </a:cubicBezTo>
                <a:cubicBezTo>
                  <a:pt x="133350" y="198071"/>
                  <a:pt x="135483" y="200203"/>
                  <a:pt x="138112" y="200203"/>
                </a:cubicBezTo>
                <a:lnTo>
                  <a:pt x="176212" y="200203"/>
                </a:lnTo>
                <a:cubicBezTo>
                  <a:pt x="189364" y="200203"/>
                  <a:pt x="200025" y="189542"/>
                  <a:pt x="200025" y="176391"/>
                </a:cubicBezTo>
                <a:lnTo>
                  <a:pt x="200025" y="147816"/>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39" name="Graphic 15">
            <a:extLst>
              <a:ext uri="{FF2B5EF4-FFF2-40B4-BE49-F238E27FC236}">
                <a16:creationId xmlns:a16="http://schemas.microsoft.com/office/drawing/2014/main" id="{D5051E2C-9A7C-9163-FA3E-E880AEB52E44}"/>
              </a:ext>
              <a:ext uri="{C183D7F6-B498-43B3-948B-1728B52AA6E4}">
                <adec:decorative xmlns:adec="http://schemas.microsoft.com/office/drawing/2017/decorative" val="1"/>
              </a:ext>
            </a:extLst>
          </p:cNvPr>
          <p:cNvSpPr>
            <a:spLocks noChangeAspect="1"/>
          </p:cNvSpPr>
          <p:nvPr/>
        </p:nvSpPr>
        <p:spPr>
          <a:xfrm>
            <a:off x="9299821" y="4391380"/>
            <a:ext cx="374010" cy="336609"/>
          </a:xfrm>
          <a:custGeom>
            <a:avLst/>
            <a:gdLst>
              <a:gd name="connsiteX0" fmla="*/ 456195 w 715375"/>
              <a:gd name="connsiteY0" fmla="*/ 250381 h 643837"/>
              <a:gd name="connsiteX1" fmla="*/ 518790 w 715375"/>
              <a:gd name="connsiteY1" fmla="*/ 312977 h 643837"/>
              <a:gd name="connsiteX2" fmla="*/ 518790 w 715375"/>
              <a:gd name="connsiteY2" fmla="*/ 482842 h 643837"/>
              <a:gd name="connsiteX3" fmla="*/ 357795 w 715375"/>
              <a:gd name="connsiteY3" fmla="*/ 643838 h 643837"/>
              <a:gd name="connsiteX4" fmla="*/ 196797 w 715375"/>
              <a:gd name="connsiteY4" fmla="*/ 482842 h 643837"/>
              <a:gd name="connsiteX5" fmla="*/ 196797 w 715375"/>
              <a:gd name="connsiteY5" fmla="*/ 312977 h 643837"/>
              <a:gd name="connsiteX6" fmla="*/ 259392 w 715375"/>
              <a:gd name="connsiteY6" fmla="*/ 250381 h 643837"/>
              <a:gd name="connsiteX7" fmla="*/ 456195 w 715375"/>
              <a:gd name="connsiteY7" fmla="*/ 250381 h 643837"/>
              <a:gd name="connsiteX8" fmla="*/ 456195 w 715375"/>
              <a:gd name="connsiteY8" fmla="*/ 304034 h 643837"/>
              <a:gd name="connsiteX9" fmla="*/ 259392 w 715375"/>
              <a:gd name="connsiteY9" fmla="*/ 304034 h 643837"/>
              <a:gd name="connsiteX10" fmla="*/ 250450 w 715375"/>
              <a:gd name="connsiteY10" fmla="*/ 312977 h 643837"/>
              <a:gd name="connsiteX11" fmla="*/ 250450 w 715375"/>
              <a:gd name="connsiteY11" fmla="*/ 482842 h 643837"/>
              <a:gd name="connsiteX12" fmla="*/ 357795 w 715375"/>
              <a:gd name="connsiteY12" fmla="*/ 590184 h 643837"/>
              <a:gd name="connsiteX13" fmla="*/ 465137 w 715375"/>
              <a:gd name="connsiteY13" fmla="*/ 482842 h 643837"/>
              <a:gd name="connsiteX14" fmla="*/ 465137 w 715375"/>
              <a:gd name="connsiteY14" fmla="*/ 312977 h 643837"/>
              <a:gd name="connsiteX15" fmla="*/ 456195 w 715375"/>
              <a:gd name="connsiteY15" fmla="*/ 304034 h 643837"/>
              <a:gd name="connsiteX16" fmla="*/ 62595 w 715375"/>
              <a:gd name="connsiteY16" fmla="*/ 250381 h 643837"/>
              <a:gd name="connsiteX17" fmla="*/ 183539 w 715375"/>
              <a:gd name="connsiteY17" fmla="*/ 250348 h 643837"/>
              <a:gd name="connsiteX18" fmla="*/ 161429 w 715375"/>
              <a:gd name="connsiteY18" fmla="*/ 304042 h 643837"/>
              <a:gd name="connsiteX19" fmla="*/ 62595 w 715375"/>
              <a:gd name="connsiteY19" fmla="*/ 304034 h 643837"/>
              <a:gd name="connsiteX20" fmla="*/ 53653 w 715375"/>
              <a:gd name="connsiteY20" fmla="*/ 312977 h 643837"/>
              <a:gd name="connsiteX21" fmla="*/ 53653 w 715375"/>
              <a:gd name="connsiteY21" fmla="*/ 429182 h 643837"/>
              <a:gd name="connsiteX22" fmla="*/ 143119 w 715375"/>
              <a:gd name="connsiteY22" fmla="*/ 518647 h 643837"/>
              <a:gd name="connsiteX23" fmla="*/ 163898 w 715375"/>
              <a:gd name="connsiteY23" fmla="*/ 516222 h 643837"/>
              <a:gd name="connsiteX24" fmla="*/ 180091 w 715375"/>
              <a:gd name="connsiteY24" fmla="*/ 567435 h 643837"/>
              <a:gd name="connsiteX25" fmla="*/ 143119 w 715375"/>
              <a:gd name="connsiteY25" fmla="*/ 572300 h 643837"/>
              <a:gd name="connsiteX26" fmla="*/ 0 w 715375"/>
              <a:gd name="connsiteY26" fmla="*/ 429182 h 643837"/>
              <a:gd name="connsiteX27" fmla="*/ 0 w 715375"/>
              <a:gd name="connsiteY27" fmla="*/ 312977 h 643837"/>
              <a:gd name="connsiteX28" fmla="*/ 62595 w 715375"/>
              <a:gd name="connsiteY28" fmla="*/ 250381 h 643837"/>
              <a:gd name="connsiteX29" fmla="*/ 532049 w 715375"/>
              <a:gd name="connsiteY29" fmla="*/ 250348 h 643837"/>
              <a:gd name="connsiteX30" fmla="*/ 652780 w 715375"/>
              <a:gd name="connsiteY30" fmla="*/ 250381 h 643837"/>
              <a:gd name="connsiteX31" fmla="*/ 715375 w 715375"/>
              <a:gd name="connsiteY31" fmla="*/ 312977 h 643837"/>
              <a:gd name="connsiteX32" fmla="*/ 715375 w 715375"/>
              <a:gd name="connsiteY32" fmla="*/ 429225 h 643837"/>
              <a:gd name="connsiteX33" fmla="*/ 572300 w 715375"/>
              <a:gd name="connsiteY33" fmla="*/ 572300 h 643837"/>
              <a:gd name="connsiteX34" fmla="*/ 535426 w 715375"/>
              <a:gd name="connsiteY34" fmla="*/ 567503 h 643837"/>
              <a:gd name="connsiteX35" fmla="*/ 551733 w 715375"/>
              <a:gd name="connsiteY35" fmla="*/ 516254 h 643837"/>
              <a:gd name="connsiteX36" fmla="*/ 572300 w 715375"/>
              <a:gd name="connsiteY36" fmla="*/ 518647 h 643837"/>
              <a:gd name="connsiteX37" fmla="*/ 661722 w 715375"/>
              <a:gd name="connsiteY37" fmla="*/ 429225 h 643837"/>
              <a:gd name="connsiteX38" fmla="*/ 661722 w 715375"/>
              <a:gd name="connsiteY38" fmla="*/ 312977 h 643837"/>
              <a:gd name="connsiteX39" fmla="*/ 652780 w 715375"/>
              <a:gd name="connsiteY39" fmla="*/ 304034 h 643837"/>
              <a:gd name="connsiteX40" fmla="*/ 554158 w 715375"/>
              <a:gd name="connsiteY40" fmla="*/ 304042 h 643837"/>
              <a:gd name="connsiteX41" fmla="*/ 532049 w 715375"/>
              <a:gd name="connsiteY41" fmla="*/ 250348 h 643837"/>
              <a:gd name="connsiteX42" fmla="*/ 357688 w 715375"/>
              <a:gd name="connsiteY42" fmla="*/ 0 h 643837"/>
              <a:gd name="connsiteX43" fmla="*/ 464994 w 715375"/>
              <a:gd name="connsiteY43" fmla="*/ 107306 h 643837"/>
              <a:gd name="connsiteX44" fmla="*/ 357688 w 715375"/>
              <a:gd name="connsiteY44" fmla="*/ 214613 h 643837"/>
              <a:gd name="connsiteX45" fmla="*/ 250381 w 715375"/>
              <a:gd name="connsiteY45" fmla="*/ 107306 h 643837"/>
              <a:gd name="connsiteX46" fmla="*/ 357688 w 715375"/>
              <a:gd name="connsiteY46" fmla="*/ 0 h 643837"/>
              <a:gd name="connsiteX47" fmla="*/ 590184 w 715375"/>
              <a:gd name="connsiteY47" fmla="*/ 35769 h 643837"/>
              <a:gd name="connsiteX48" fmla="*/ 679606 w 715375"/>
              <a:gd name="connsiteY48" fmla="*/ 125191 h 643837"/>
              <a:gd name="connsiteX49" fmla="*/ 590184 w 715375"/>
              <a:gd name="connsiteY49" fmla="*/ 214613 h 643837"/>
              <a:gd name="connsiteX50" fmla="*/ 500763 w 715375"/>
              <a:gd name="connsiteY50" fmla="*/ 125191 h 643837"/>
              <a:gd name="connsiteX51" fmla="*/ 590184 w 715375"/>
              <a:gd name="connsiteY51" fmla="*/ 35769 h 643837"/>
              <a:gd name="connsiteX52" fmla="*/ 125191 w 715375"/>
              <a:gd name="connsiteY52" fmla="*/ 35769 h 643837"/>
              <a:gd name="connsiteX53" fmla="*/ 214613 w 715375"/>
              <a:gd name="connsiteY53" fmla="*/ 125191 h 643837"/>
              <a:gd name="connsiteX54" fmla="*/ 125191 w 715375"/>
              <a:gd name="connsiteY54" fmla="*/ 214613 h 643837"/>
              <a:gd name="connsiteX55" fmla="*/ 35769 w 715375"/>
              <a:gd name="connsiteY55" fmla="*/ 125191 h 643837"/>
              <a:gd name="connsiteX56" fmla="*/ 125191 w 715375"/>
              <a:gd name="connsiteY56" fmla="*/ 35769 h 643837"/>
              <a:gd name="connsiteX57" fmla="*/ 357688 w 715375"/>
              <a:gd name="connsiteY57" fmla="*/ 53653 h 643837"/>
              <a:gd name="connsiteX58" fmla="*/ 304034 w 715375"/>
              <a:gd name="connsiteY58" fmla="*/ 107306 h 643837"/>
              <a:gd name="connsiteX59" fmla="*/ 357688 w 715375"/>
              <a:gd name="connsiteY59" fmla="*/ 160959 h 643837"/>
              <a:gd name="connsiteX60" fmla="*/ 411341 w 715375"/>
              <a:gd name="connsiteY60" fmla="*/ 107306 h 643837"/>
              <a:gd name="connsiteX61" fmla="*/ 357688 w 715375"/>
              <a:gd name="connsiteY61" fmla="*/ 53653 h 643837"/>
              <a:gd name="connsiteX62" fmla="*/ 590184 w 715375"/>
              <a:gd name="connsiteY62" fmla="*/ 89422 h 643837"/>
              <a:gd name="connsiteX63" fmla="*/ 554416 w 715375"/>
              <a:gd name="connsiteY63" fmla="*/ 125191 h 643837"/>
              <a:gd name="connsiteX64" fmla="*/ 590184 w 715375"/>
              <a:gd name="connsiteY64" fmla="*/ 160959 h 643837"/>
              <a:gd name="connsiteX65" fmla="*/ 625953 w 715375"/>
              <a:gd name="connsiteY65" fmla="*/ 125191 h 643837"/>
              <a:gd name="connsiteX66" fmla="*/ 590184 w 715375"/>
              <a:gd name="connsiteY66" fmla="*/ 89422 h 643837"/>
              <a:gd name="connsiteX67" fmla="*/ 125191 w 715375"/>
              <a:gd name="connsiteY67" fmla="*/ 89422 h 643837"/>
              <a:gd name="connsiteX68" fmla="*/ 89422 w 715375"/>
              <a:gd name="connsiteY68" fmla="*/ 125191 h 643837"/>
              <a:gd name="connsiteX69" fmla="*/ 125191 w 715375"/>
              <a:gd name="connsiteY69" fmla="*/ 160959 h 643837"/>
              <a:gd name="connsiteX70" fmla="*/ 160959 w 715375"/>
              <a:gd name="connsiteY70" fmla="*/ 125191 h 643837"/>
              <a:gd name="connsiteX71" fmla="*/ 125191 w 715375"/>
              <a:gd name="connsiteY71" fmla="*/ 89422 h 643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15375" h="643837">
                <a:moveTo>
                  <a:pt x="456195" y="250381"/>
                </a:moveTo>
                <a:cubicBezTo>
                  <a:pt x="490765" y="250381"/>
                  <a:pt x="518790" y="278406"/>
                  <a:pt x="518790" y="312977"/>
                </a:cubicBezTo>
                <a:lnTo>
                  <a:pt x="518790" y="482842"/>
                </a:lnTo>
                <a:cubicBezTo>
                  <a:pt x="518790" y="571756"/>
                  <a:pt x="446709" y="643838"/>
                  <a:pt x="357795" y="643838"/>
                </a:cubicBezTo>
                <a:cubicBezTo>
                  <a:pt x="268878" y="643838"/>
                  <a:pt x="196797" y="571756"/>
                  <a:pt x="196797" y="482842"/>
                </a:cubicBezTo>
                <a:lnTo>
                  <a:pt x="196797" y="312977"/>
                </a:lnTo>
                <a:cubicBezTo>
                  <a:pt x="196797" y="278406"/>
                  <a:pt x="224822" y="250381"/>
                  <a:pt x="259392" y="250381"/>
                </a:cubicBezTo>
                <a:lnTo>
                  <a:pt x="456195" y="250381"/>
                </a:lnTo>
                <a:close/>
                <a:moveTo>
                  <a:pt x="456195" y="304034"/>
                </a:moveTo>
                <a:lnTo>
                  <a:pt x="259392" y="304034"/>
                </a:lnTo>
                <a:cubicBezTo>
                  <a:pt x="254454" y="304034"/>
                  <a:pt x="250450" y="308037"/>
                  <a:pt x="250450" y="312977"/>
                </a:cubicBezTo>
                <a:lnTo>
                  <a:pt x="250450" y="482842"/>
                </a:lnTo>
                <a:cubicBezTo>
                  <a:pt x="250450" y="542126"/>
                  <a:pt x="298508" y="590184"/>
                  <a:pt x="357795" y="590184"/>
                </a:cubicBezTo>
                <a:cubicBezTo>
                  <a:pt x="417078" y="590184"/>
                  <a:pt x="465137" y="542126"/>
                  <a:pt x="465137" y="482842"/>
                </a:cubicBezTo>
                <a:lnTo>
                  <a:pt x="465137" y="312977"/>
                </a:lnTo>
                <a:cubicBezTo>
                  <a:pt x="465137" y="308037"/>
                  <a:pt x="461134" y="304034"/>
                  <a:pt x="456195" y="304034"/>
                </a:cubicBezTo>
                <a:close/>
                <a:moveTo>
                  <a:pt x="62595" y="250381"/>
                </a:moveTo>
                <a:lnTo>
                  <a:pt x="183539" y="250348"/>
                </a:lnTo>
                <a:cubicBezTo>
                  <a:pt x="171258" y="265207"/>
                  <a:pt x="163257" y="283736"/>
                  <a:pt x="161429" y="304042"/>
                </a:cubicBezTo>
                <a:lnTo>
                  <a:pt x="62595" y="304034"/>
                </a:lnTo>
                <a:cubicBezTo>
                  <a:pt x="57657" y="304034"/>
                  <a:pt x="53653" y="308037"/>
                  <a:pt x="53653" y="312977"/>
                </a:cubicBezTo>
                <a:lnTo>
                  <a:pt x="53653" y="429182"/>
                </a:lnTo>
                <a:cubicBezTo>
                  <a:pt x="53653" y="478593"/>
                  <a:pt x="93708" y="518647"/>
                  <a:pt x="143119" y="518647"/>
                </a:cubicBezTo>
                <a:cubicBezTo>
                  <a:pt x="150273" y="518647"/>
                  <a:pt x="157230" y="517806"/>
                  <a:pt x="163898" y="516222"/>
                </a:cubicBezTo>
                <a:cubicBezTo>
                  <a:pt x="166928" y="534246"/>
                  <a:pt x="172461" y="551436"/>
                  <a:pt x="180091" y="567435"/>
                </a:cubicBezTo>
                <a:cubicBezTo>
                  <a:pt x="168320" y="570619"/>
                  <a:pt x="155916" y="572300"/>
                  <a:pt x="143119" y="572300"/>
                </a:cubicBezTo>
                <a:cubicBezTo>
                  <a:pt x="64077" y="572300"/>
                  <a:pt x="0" y="508224"/>
                  <a:pt x="0" y="429182"/>
                </a:cubicBezTo>
                <a:lnTo>
                  <a:pt x="0" y="312977"/>
                </a:lnTo>
                <a:cubicBezTo>
                  <a:pt x="0" y="278406"/>
                  <a:pt x="28025" y="250381"/>
                  <a:pt x="62595" y="250381"/>
                </a:cubicBezTo>
                <a:close/>
                <a:moveTo>
                  <a:pt x="532049" y="250348"/>
                </a:moveTo>
                <a:lnTo>
                  <a:pt x="652780" y="250381"/>
                </a:lnTo>
                <a:cubicBezTo>
                  <a:pt x="687350" y="250381"/>
                  <a:pt x="715375" y="278406"/>
                  <a:pt x="715375" y="312977"/>
                </a:cubicBezTo>
                <a:lnTo>
                  <a:pt x="715375" y="429225"/>
                </a:lnTo>
                <a:cubicBezTo>
                  <a:pt x="715375" y="508242"/>
                  <a:pt x="651317" y="572300"/>
                  <a:pt x="572300" y="572300"/>
                </a:cubicBezTo>
                <a:cubicBezTo>
                  <a:pt x="559552" y="572300"/>
                  <a:pt x="547190" y="570633"/>
                  <a:pt x="535426" y="567503"/>
                </a:cubicBezTo>
                <a:cubicBezTo>
                  <a:pt x="543113" y="551472"/>
                  <a:pt x="548650" y="534281"/>
                  <a:pt x="551733" y="516254"/>
                </a:cubicBezTo>
                <a:cubicBezTo>
                  <a:pt x="558322" y="517824"/>
                  <a:pt x="565214" y="518647"/>
                  <a:pt x="572300" y="518647"/>
                </a:cubicBezTo>
                <a:cubicBezTo>
                  <a:pt x="621686" y="518647"/>
                  <a:pt x="661722" y="478611"/>
                  <a:pt x="661722" y="429225"/>
                </a:cubicBezTo>
                <a:lnTo>
                  <a:pt x="661722" y="312977"/>
                </a:lnTo>
                <a:cubicBezTo>
                  <a:pt x="661722" y="308037"/>
                  <a:pt x="657719" y="304034"/>
                  <a:pt x="652780" y="304034"/>
                </a:cubicBezTo>
                <a:lnTo>
                  <a:pt x="554158" y="304042"/>
                </a:lnTo>
                <a:cubicBezTo>
                  <a:pt x="552330" y="283736"/>
                  <a:pt x="544329" y="265207"/>
                  <a:pt x="532049" y="250348"/>
                </a:cubicBezTo>
                <a:close/>
                <a:moveTo>
                  <a:pt x="357688" y="0"/>
                </a:moveTo>
                <a:cubicBezTo>
                  <a:pt x="416953" y="0"/>
                  <a:pt x="464994" y="48043"/>
                  <a:pt x="464994" y="107306"/>
                </a:cubicBezTo>
                <a:cubicBezTo>
                  <a:pt x="464994" y="166570"/>
                  <a:pt x="416953" y="214613"/>
                  <a:pt x="357688" y="214613"/>
                </a:cubicBezTo>
                <a:cubicBezTo>
                  <a:pt x="298422" y="214613"/>
                  <a:pt x="250381" y="166570"/>
                  <a:pt x="250381" y="107306"/>
                </a:cubicBezTo>
                <a:cubicBezTo>
                  <a:pt x="250381" y="48043"/>
                  <a:pt x="298422" y="0"/>
                  <a:pt x="357688" y="0"/>
                </a:cubicBezTo>
                <a:close/>
                <a:moveTo>
                  <a:pt x="590184" y="35769"/>
                </a:moveTo>
                <a:cubicBezTo>
                  <a:pt x="639570" y="35769"/>
                  <a:pt x="679606" y="75804"/>
                  <a:pt x="679606" y="125191"/>
                </a:cubicBezTo>
                <a:cubicBezTo>
                  <a:pt x="679606" y="174577"/>
                  <a:pt x="639570" y="214613"/>
                  <a:pt x="590184" y="214613"/>
                </a:cubicBezTo>
                <a:cubicBezTo>
                  <a:pt x="540799" y="214613"/>
                  <a:pt x="500763" y="174577"/>
                  <a:pt x="500763" y="125191"/>
                </a:cubicBezTo>
                <a:cubicBezTo>
                  <a:pt x="500763" y="75804"/>
                  <a:pt x="540799" y="35769"/>
                  <a:pt x="590184" y="35769"/>
                </a:cubicBezTo>
                <a:close/>
                <a:moveTo>
                  <a:pt x="125191" y="35769"/>
                </a:moveTo>
                <a:cubicBezTo>
                  <a:pt x="174577" y="35769"/>
                  <a:pt x="214613" y="75804"/>
                  <a:pt x="214613" y="125191"/>
                </a:cubicBezTo>
                <a:cubicBezTo>
                  <a:pt x="214613" y="174577"/>
                  <a:pt x="174577" y="214613"/>
                  <a:pt x="125191" y="214613"/>
                </a:cubicBezTo>
                <a:cubicBezTo>
                  <a:pt x="75804" y="214613"/>
                  <a:pt x="35769" y="174577"/>
                  <a:pt x="35769" y="125191"/>
                </a:cubicBezTo>
                <a:cubicBezTo>
                  <a:pt x="35769" y="75804"/>
                  <a:pt x="75804" y="35769"/>
                  <a:pt x="125191" y="35769"/>
                </a:cubicBezTo>
                <a:close/>
                <a:moveTo>
                  <a:pt x="357688" y="53653"/>
                </a:moveTo>
                <a:cubicBezTo>
                  <a:pt x="328057" y="53653"/>
                  <a:pt x="304034" y="77674"/>
                  <a:pt x="304034" y="107306"/>
                </a:cubicBezTo>
                <a:cubicBezTo>
                  <a:pt x="304034" y="136938"/>
                  <a:pt x="328057" y="160959"/>
                  <a:pt x="357688" y="160959"/>
                </a:cubicBezTo>
                <a:cubicBezTo>
                  <a:pt x="387318" y="160959"/>
                  <a:pt x="411341" y="136938"/>
                  <a:pt x="411341" y="107306"/>
                </a:cubicBezTo>
                <a:cubicBezTo>
                  <a:pt x="411341" y="77674"/>
                  <a:pt x="387318" y="53653"/>
                  <a:pt x="357688" y="53653"/>
                </a:cubicBezTo>
                <a:close/>
                <a:moveTo>
                  <a:pt x="590184" y="89422"/>
                </a:moveTo>
                <a:cubicBezTo>
                  <a:pt x="570429" y="89422"/>
                  <a:pt x="554416" y="105436"/>
                  <a:pt x="554416" y="125191"/>
                </a:cubicBezTo>
                <a:cubicBezTo>
                  <a:pt x="554416" y="144945"/>
                  <a:pt x="570429" y="160959"/>
                  <a:pt x="590184" y="160959"/>
                </a:cubicBezTo>
                <a:cubicBezTo>
                  <a:pt x="609939" y="160959"/>
                  <a:pt x="625953" y="144945"/>
                  <a:pt x="625953" y="125191"/>
                </a:cubicBezTo>
                <a:cubicBezTo>
                  <a:pt x="625953" y="105436"/>
                  <a:pt x="609939" y="89422"/>
                  <a:pt x="590184" y="89422"/>
                </a:cubicBezTo>
                <a:close/>
                <a:moveTo>
                  <a:pt x="125191" y="89422"/>
                </a:moveTo>
                <a:cubicBezTo>
                  <a:pt x="105436" y="89422"/>
                  <a:pt x="89422" y="105436"/>
                  <a:pt x="89422" y="125191"/>
                </a:cubicBezTo>
                <a:cubicBezTo>
                  <a:pt x="89422" y="144945"/>
                  <a:pt x="105436" y="160959"/>
                  <a:pt x="125191" y="160959"/>
                </a:cubicBezTo>
                <a:cubicBezTo>
                  <a:pt x="144945" y="160959"/>
                  <a:pt x="160959" y="144945"/>
                  <a:pt x="160959" y="125191"/>
                </a:cubicBezTo>
                <a:cubicBezTo>
                  <a:pt x="160959" y="105436"/>
                  <a:pt x="144945" y="89422"/>
                  <a:pt x="125191" y="89422"/>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40" name="Graphic 90">
            <a:extLst>
              <a:ext uri="{FF2B5EF4-FFF2-40B4-BE49-F238E27FC236}">
                <a16:creationId xmlns:a16="http://schemas.microsoft.com/office/drawing/2014/main" id="{0B90958C-48A8-C640-3AF4-18F35F32D6A1}"/>
              </a:ext>
              <a:ext uri="{C183D7F6-B498-43B3-948B-1728B52AA6E4}">
                <adec:decorative xmlns:adec="http://schemas.microsoft.com/office/drawing/2017/decorative" val="1"/>
              </a:ext>
            </a:extLst>
          </p:cNvPr>
          <p:cNvSpPr>
            <a:spLocks noChangeAspect="1"/>
          </p:cNvSpPr>
          <p:nvPr/>
        </p:nvSpPr>
        <p:spPr>
          <a:xfrm>
            <a:off x="9299821" y="2170583"/>
            <a:ext cx="338279" cy="415525"/>
          </a:xfrm>
          <a:custGeom>
            <a:avLst/>
            <a:gdLst>
              <a:gd name="connsiteX0" fmla="*/ 175091 w 235667"/>
              <a:gd name="connsiteY0" fmla="*/ 52914 h 289484"/>
              <a:gd name="connsiteX1" fmla="*/ 177004 w 235667"/>
              <a:gd name="connsiteY1" fmla="*/ 67067 h 289484"/>
              <a:gd name="connsiteX2" fmla="*/ 195525 w 235667"/>
              <a:gd name="connsiteY2" fmla="*/ 203909 h 289484"/>
              <a:gd name="connsiteX3" fmla="*/ 128538 w 235667"/>
              <a:gd name="connsiteY3" fmla="*/ 241806 h 289484"/>
              <a:gd name="connsiteX4" fmla="*/ 137655 w 235667"/>
              <a:gd name="connsiteY4" fmla="*/ 232689 h 289484"/>
              <a:gd name="connsiteX5" fmla="*/ 137675 w 235667"/>
              <a:gd name="connsiteY5" fmla="*/ 218406 h 289484"/>
              <a:gd name="connsiteX6" fmla="*/ 124498 w 235667"/>
              <a:gd name="connsiteY6" fmla="*/ 217432 h 289484"/>
              <a:gd name="connsiteX7" fmla="*/ 123367 w 235667"/>
              <a:gd name="connsiteY7" fmla="*/ 218415 h 289484"/>
              <a:gd name="connsiteX8" fmla="*/ 96434 w 235667"/>
              <a:gd name="connsiteY8" fmla="*/ 245348 h 289484"/>
              <a:gd name="connsiteX9" fmla="*/ 95451 w 235667"/>
              <a:gd name="connsiteY9" fmla="*/ 258491 h 289484"/>
              <a:gd name="connsiteX10" fmla="*/ 96434 w 235667"/>
              <a:gd name="connsiteY10" fmla="*/ 259622 h 289484"/>
              <a:gd name="connsiteX11" fmla="*/ 123367 w 235667"/>
              <a:gd name="connsiteY11" fmla="*/ 286555 h 289484"/>
              <a:gd name="connsiteX12" fmla="*/ 137651 w 235667"/>
              <a:gd name="connsiteY12" fmla="*/ 286499 h 289484"/>
              <a:gd name="connsiteX13" fmla="*/ 138624 w 235667"/>
              <a:gd name="connsiteY13" fmla="*/ 273412 h 289484"/>
              <a:gd name="connsiteX14" fmla="*/ 137655 w 235667"/>
              <a:gd name="connsiteY14" fmla="*/ 272280 h 289484"/>
              <a:gd name="connsiteX15" fmla="*/ 127555 w 235667"/>
              <a:gd name="connsiteY15" fmla="*/ 262181 h 289484"/>
              <a:gd name="connsiteX16" fmla="*/ 235259 w 235667"/>
              <a:gd name="connsiteY16" fmla="*/ 135027 h 289484"/>
              <a:gd name="connsiteX17" fmla="*/ 189244 w 235667"/>
              <a:gd name="connsiteY17" fmla="*/ 51028 h 289484"/>
              <a:gd name="connsiteX18" fmla="*/ 175091 w 235667"/>
              <a:gd name="connsiteY18" fmla="*/ 52927 h 289484"/>
              <a:gd name="connsiteX19" fmla="*/ 98064 w 235667"/>
              <a:gd name="connsiteY19" fmla="*/ 2954 h 289484"/>
              <a:gd name="connsiteX20" fmla="*/ 98064 w 235667"/>
              <a:gd name="connsiteY20" fmla="*/ 17228 h 289484"/>
              <a:gd name="connsiteX21" fmla="*/ 108164 w 235667"/>
              <a:gd name="connsiteY21" fmla="*/ 27328 h 289484"/>
              <a:gd name="connsiteX22" fmla="*/ 404 w 235667"/>
              <a:gd name="connsiteY22" fmla="*/ 154434 h 289484"/>
              <a:gd name="connsiteX23" fmla="*/ 42852 w 235667"/>
              <a:gd name="connsiteY23" fmla="*/ 235652 h 289484"/>
              <a:gd name="connsiteX24" fmla="*/ 57079 w 235667"/>
              <a:gd name="connsiteY24" fmla="*/ 234299 h 289484"/>
              <a:gd name="connsiteX25" fmla="*/ 55726 w 235667"/>
              <a:gd name="connsiteY25" fmla="*/ 220071 h 289484"/>
              <a:gd name="connsiteX26" fmla="*/ 42560 w 235667"/>
              <a:gd name="connsiteY26" fmla="*/ 82610 h 289484"/>
              <a:gd name="connsiteX27" fmla="*/ 107167 w 235667"/>
              <a:gd name="connsiteY27" fmla="*/ 47702 h 289484"/>
              <a:gd name="connsiteX28" fmla="*/ 98064 w 235667"/>
              <a:gd name="connsiteY28" fmla="*/ 56819 h 289484"/>
              <a:gd name="connsiteX29" fmla="*/ 97823 w 235667"/>
              <a:gd name="connsiteY29" fmla="*/ 71100 h 289484"/>
              <a:gd name="connsiteX30" fmla="*/ 112104 w 235667"/>
              <a:gd name="connsiteY30" fmla="*/ 71342 h 289484"/>
              <a:gd name="connsiteX31" fmla="*/ 112352 w 235667"/>
              <a:gd name="connsiteY31" fmla="*/ 71093 h 289484"/>
              <a:gd name="connsiteX32" fmla="*/ 139284 w 235667"/>
              <a:gd name="connsiteY32" fmla="*/ 44161 h 289484"/>
              <a:gd name="connsiteX33" fmla="*/ 139284 w 235667"/>
              <a:gd name="connsiteY33" fmla="*/ 29886 h 289484"/>
              <a:gd name="connsiteX34" fmla="*/ 112352 w 235667"/>
              <a:gd name="connsiteY34" fmla="*/ 2954 h 289484"/>
              <a:gd name="connsiteX35" fmla="*/ 98077 w 235667"/>
              <a:gd name="connsiteY35" fmla="*/ 2954 h 289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35667" h="289484">
                <a:moveTo>
                  <a:pt x="175091" y="52914"/>
                </a:moveTo>
                <a:cubicBezTo>
                  <a:pt x="171711" y="57350"/>
                  <a:pt x="172568" y="63686"/>
                  <a:pt x="177004" y="67067"/>
                </a:cubicBezTo>
                <a:cubicBezTo>
                  <a:pt x="219906" y="99740"/>
                  <a:pt x="228199" y="161007"/>
                  <a:pt x="195525" y="203909"/>
                </a:cubicBezTo>
                <a:cubicBezTo>
                  <a:pt x="179326" y="225179"/>
                  <a:pt x="155114" y="238877"/>
                  <a:pt x="128538" y="241806"/>
                </a:cubicBezTo>
                <a:lnTo>
                  <a:pt x="137655" y="232689"/>
                </a:lnTo>
                <a:cubicBezTo>
                  <a:pt x="141605" y="228750"/>
                  <a:pt x="141613" y="222355"/>
                  <a:pt x="137675" y="218406"/>
                </a:cubicBezTo>
                <a:cubicBezTo>
                  <a:pt x="134133" y="214856"/>
                  <a:pt x="128523" y="214441"/>
                  <a:pt x="124498" y="217432"/>
                </a:cubicBezTo>
                <a:lnTo>
                  <a:pt x="123367" y="218415"/>
                </a:lnTo>
                <a:lnTo>
                  <a:pt x="96434" y="245348"/>
                </a:lnTo>
                <a:cubicBezTo>
                  <a:pt x="92900" y="248881"/>
                  <a:pt x="92482" y="254470"/>
                  <a:pt x="95451" y="258491"/>
                </a:cubicBezTo>
                <a:lnTo>
                  <a:pt x="96434" y="259622"/>
                </a:lnTo>
                <a:lnTo>
                  <a:pt x="123367" y="286555"/>
                </a:lnTo>
                <a:cubicBezTo>
                  <a:pt x="127326" y="290483"/>
                  <a:pt x="133721" y="290459"/>
                  <a:pt x="137651" y="286499"/>
                </a:cubicBezTo>
                <a:cubicBezTo>
                  <a:pt x="141151" y="282970"/>
                  <a:pt x="141564" y="277419"/>
                  <a:pt x="138624" y="273412"/>
                </a:cubicBezTo>
                <a:lnTo>
                  <a:pt x="137655" y="272280"/>
                </a:lnTo>
                <a:lnTo>
                  <a:pt x="127555" y="262181"/>
                </a:lnTo>
                <a:cubicBezTo>
                  <a:pt x="192409" y="256810"/>
                  <a:pt x="240631" y="199881"/>
                  <a:pt x="235259" y="135027"/>
                </a:cubicBezTo>
                <a:cubicBezTo>
                  <a:pt x="232506" y="101776"/>
                  <a:pt x="215784" y="71250"/>
                  <a:pt x="189244" y="51028"/>
                </a:cubicBezTo>
                <a:cubicBezTo>
                  <a:pt x="184811" y="47646"/>
                  <a:pt x="178475" y="48496"/>
                  <a:pt x="175091" y="52927"/>
                </a:cubicBezTo>
                <a:close/>
                <a:moveTo>
                  <a:pt x="98064" y="2954"/>
                </a:moveTo>
                <a:cubicBezTo>
                  <a:pt x="94125" y="6897"/>
                  <a:pt x="94125" y="13285"/>
                  <a:pt x="98064" y="17228"/>
                </a:cubicBezTo>
                <a:lnTo>
                  <a:pt x="108164" y="27328"/>
                </a:lnTo>
                <a:cubicBezTo>
                  <a:pt x="43307" y="32670"/>
                  <a:pt x="-4938" y="89577"/>
                  <a:pt x="404" y="154434"/>
                </a:cubicBezTo>
                <a:cubicBezTo>
                  <a:pt x="3015" y="186125"/>
                  <a:pt x="18323" y="215416"/>
                  <a:pt x="42852" y="235652"/>
                </a:cubicBezTo>
                <a:cubicBezTo>
                  <a:pt x="47154" y="239207"/>
                  <a:pt x="53524" y="238601"/>
                  <a:pt x="57079" y="234299"/>
                </a:cubicBezTo>
                <a:cubicBezTo>
                  <a:pt x="60634" y="229996"/>
                  <a:pt x="60028" y="223626"/>
                  <a:pt x="55726" y="220071"/>
                </a:cubicBezTo>
                <a:cubicBezTo>
                  <a:pt x="14131" y="185748"/>
                  <a:pt x="8237" y="124205"/>
                  <a:pt x="42560" y="82610"/>
                </a:cubicBezTo>
                <a:cubicBezTo>
                  <a:pt x="58733" y="63011"/>
                  <a:pt x="81910" y="50488"/>
                  <a:pt x="107167" y="47702"/>
                </a:cubicBezTo>
                <a:lnTo>
                  <a:pt x="98064" y="56819"/>
                </a:lnTo>
                <a:cubicBezTo>
                  <a:pt x="94054" y="60696"/>
                  <a:pt x="93946" y="67090"/>
                  <a:pt x="97823" y="71100"/>
                </a:cubicBezTo>
                <a:cubicBezTo>
                  <a:pt x="101700" y="75110"/>
                  <a:pt x="108094" y="75219"/>
                  <a:pt x="112104" y="71342"/>
                </a:cubicBezTo>
                <a:cubicBezTo>
                  <a:pt x="112187" y="71260"/>
                  <a:pt x="112271" y="71177"/>
                  <a:pt x="112352" y="71093"/>
                </a:cubicBezTo>
                <a:lnTo>
                  <a:pt x="139284" y="44161"/>
                </a:lnTo>
                <a:cubicBezTo>
                  <a:pt x="143223" y="40217"/>
                  <a:pt x="143223" y="33830"/>
                  <a:pt x="139284" y="29886"/>
                </a:cubicBezTo>
                <a:lnTo>
                  <a:pt x="112352" y="2954"/>
                </a:lnTo>
                <a:cubicBezTo>
                  <a:pt x="108409" y="-985"/>
                  <a:pt x="102020" y="-985"/>
                  <a:pt x="98077" y="2954"/>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41" name="Graphic 17">
            <a:extLst>
              <a:ext uri="{FF2B5EF4-FFF2-40B4-BE49-F238E27FC236}">
                <a16:creationId xmlns:a16="http://schemas.microsoft.com/office/drawing/2014/main" id="{46059145-42D4-347F-1F46-B04C7EA06B70}"/>
              </a:ext>
              <a:ext uri="{C183D7F6-B498-43B3-948B-1728B52AA6E4}">
                <adec:decorative xmlns:adec="http://schemas.microsoft.com/office/drawing/2017/decorative" val="1"/>
              </a:ext>
            </a:extLst>
          </p:cNvPr>
          <p:cNvSpPr/>
          <p:nvPr/>
        </p:nvSpPr>
        <p:spPr>
          <a:xfrm>
            <a:off x="6798770" y="2199563"/>
            <a:ext cx="315313" cy="350348"/>
          </a:xfrm>
          <a:custGeom>
            <a:avLst/>
            <a:gdLst>
              <a:gd name="csX0" fmla="*/ 90011 w 171450"/>
              <a:gd name="csY0" fmla="*/ 1429 h 190500"/>
              <a:gd name="csX1" fmla="*/ 164306 w 171450"/>
              <a:gd name="csY1" fmla="*/ 28575 h 190500"/>
              <a:gd name="csX2" fmla="*/ 171450 w 171450"/>
              <a:gd name="csY2" fmla="*/ 35719 h 190500"/>
              <a:gd name="csX3" fmla="*/ 171450 w 171450"/>
              <a:gd name="csY3" fmla="*/ 85725 h 190500"/>
              <a:gd name="csX4" fmla="*/ 88343 w 171450"/>
              <a:gd name="csY4" fmla="*/ 190003 h 190500"/>
              <a:gd name="csX5" fmla="*/ 83107 w 171450"/>
              <a:gd name="csY5" fmla="*/ 190003 h 190500"/>
              <a:gd name="csX6" fmla="*/ 0 w 171450"/>
              <a:gd name="csY6" fmla="*/ 85725 h 190500"/>
              <a:gd name="csX7" fmla="*/ 0 w 171450"/>
              <a:gd name="csY7" fmla="*/ 35719 h 190500"/>
              <a:gd name="csX8" fmla="*/ 7144 w 171450"/>
              <a:gd name="csY8" fmla="*/ 28575 h 190500"/>
              <a:gd name="csX9" fmla="*/ 81439 w 171450"/>
              <a:gd name="csY9" fmla="*/ 1429 h 190500"/>
              <a:gd name="csX10" fmla="*/ 90011 w 171450"/>
              <a:gd name="csY10" fmla="*/ 1429 h 190500"/>
              <a:gd name="csX11" fmla="*/ 85725 w 171450"/>
              <a:gd name="csY11" fmla="*/ 15981 h 190500"/>
              <a:gd name="csX12" fmla="*/ 14288 w 171450"/>
              <a:gd name="csY12" fmla="*/ 42652 h 190500"/>
              <a:gd name="csX13" fmla="*/ 14288 w 171450"/>
              <a:gd name="csY13" fmla="*/ 85725 h 190500"/>
              <a:gd name="csX14" fmla="*/ 85725 w 171450"/>
              <a:gd name="csY14" fmla="*/ 175659 h 190500"/>
              <a:gd name="csX15" fmla="*/ 157163 w 171450"/>
              <a:gd name="csY15" fmla="*/ 85725 h 190500"/>
              <a:gd name="csX16" fmla="*/ 157163 w 171450"/>
              <a:gd name="csY16" fmla="*/ 42652 h 190500"/>
              <a:gd name="csX17" fmla="*/ 85725 w 171450"/>
              <a:gd name="csY17" fmla="*/ 15981 h 190500"/>
              <a:gd name="csX18" fmla="*/ 85725 w 171450"/>
              <a:gd name="csY18" fmla="*/ 133350 h 190500"/>
              <a:gd name="csX19" fmla="*/ 92869 w 171450"/>
              <a:gd name="csY19" fmla="*/ 140494 h 190500"/>
              <a:gd name="csX20" fmla="*/ 85725 w 171450"/>
              <a:gd name="csY20" fmla="*/ 147638 h 190500"/>
              <a:gd name="csX21" fmla="*/ 78581 w 171450"/>
              <a:gd name="csY21" fmla="*/ 140494 h 190500"/>
              <a:gd name="csX22" fmla="*/ 85725 w 171450"/>
              <a:gd name="csY22" fmla="*/ 133350 h 190500"/>
              <a:gd name="csX23" fmla="*/ 85725 w 171450"/>
              <a:gd name="csY23" fmla="*/ 47659 h 190500"/>
              <a:gd name="csX24" fmla="*/ 92804 w 171450"/>
              <a:gd name="csY24" fmla="*/ 53833 h 190500"/>
              <a:gd name="csX25" fmla="*/ 92869 w 171450"/>
              <a:gd name="csY25" fmla="*/ 54803 h 190500"/>
              <a:gd name="csX26" fmla="*/ 92869 w 171450"/>
              <a:gd name="csY26" fmla="*/ 116703 h 190500"/>
              <a:gd name="csX27" fmla="*/ 85725 w 171450"/>
              <a:gd name="csY27" fmla="*/ 123847 h 190500"/>
              <a:gd name="csX28" fmla="*/ 78646 w 171450"/>
              <a:gd name="csY28" fmla="*/ 117673 h 190500"/>
              <a:gd name="csX29" fmla="*/ 78581 w 171450"/>
              <a:gd name="csY29" fmla="*/ 116703 h 190500"/>
              <a:gd name="csX30" fmla="*/ 78581 w 171450"/>
              <a:gd name="csY30" fmla="*/ 54803 h 190500"/>
              <a:gd name="csX31" fmla="*/ 85725 w 171450"/>
              <a:gd name="csY31" fmla="*/ 47659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71450" h="190500">
                <a:moveTo>
                  <a:pt x="90011" y="1429"/>
                </a:moveTo>
                <a:cubicBezTo>
                  <a:pt x="114224" y="19588"/>
                  <a:pt x="138937" y="28575"/>
                  <a:pt x="164306" y="28575"/>
                </a:cubicBezTo>
                <a:cubicBezTo>
                  <a:pt x="168252" y="28575"/>
                  <a:pt x="171450" y="31773"/>
                  <a:pt x="171450" y="35719"/>
                </a:cubicBezTo>
                <a:lnTo>
                  <a:pt x="171450" y="85725"/>
                </a:lnTo>
                <a:cubicBezTo>
                  <a:pt x="171450" y="133361"/>
                  <a:pt x="143279" y="168361"/>
                  <a:pt x="88343" y="190003"/>
                </a:cubicBezTo>
                <a:cubicBezTo>
                  <a:pt x="86660" y="190666"/>
                  <a:pt x="84790" y="190666"/>
                  <a:pt x="83107" y="190003"/>
                </a:cubicBezTo>
                <a:cubicBezTo>
                  <a:pt x="28171" y="168361"/>
                  <a:pt x="0" y="133361"/>
                  <a:pt x="0" y="85725"/>
                </a:cubicBezTo>
                <a:lnTo>
                  <a:pt x="0" y="35719"/>
                </a:lnTo>
                <a:cubicBezTo>
                  <a:pt x="0" y="31773"/>
                  <a:pt x="3198" y="28575"/>
                  <a:pt x="7144" y="28575"/>
                </a:cubicBezTo>
                <a:cubicBezTo>
                  <a:pt x="32513" y="28575"/>
                  <a:pt x="57226" y="19588"/>
                  <a:pt x="81439" y="1429"/>
                </a:cubicBezTo>
                <a:cubicBezTo>
                  <a:pt x="83979" y="-476"/>
                  <a:pt x="87471" y="-476"/>
                  <a:pt x="90011" y="1429"/>
                </a:cubicBezTo>
                <a:close/>
                <a:moveTo>
                  <a:pt x="85725" y="15981"/>
                </a:moveTo>
                <a:cubicBezTo>
                  <a:pt x="62683" y="32273"/>
                  <a:pt x="38837" y="41204"/>
                  <a:pt x="14288" y="42652"/>
                </a:cubicBezTo>
                <a:lnTo>
                  <a:pt x="14288" y="85725"/>
                </a:lnTo>
                <a:cubicBezTo>
                  <a:pt x="14288" y="126260"/>
                  <a:pt x="37656" y="156009"/>
                  <a:pt x="85725" y="175659"/>
                </a:cubicBezTo>
                <a:cubicBezTo>
                  <a:pt x="133794" y="156009"/>
                  <a:pt x="157163" y="126260"/>
                  <a:pt x="157163" y="85725"/>
                </a:cubicBezTo>
                <a:lnTo>
                  <a:pt x="157163" y="42652"/>
                </a:lnTo>
                <a:cubicBezTo>
                  <a:pt x="132614" y="41204"/>
                  <a:pt x="108768" y="32273"/>
                  <a:pt x="85725" y="15981"/>
                </a:cubicBezTo>
                <a:close/>
                <a:moveTo>
                  <a:pt x="85725" y="133350"/>
                </a:moveTo>
                <a:cubicBezTo>
                  <a:pt x="89670" y="133350"/>
                  <a:pt x="92869" y="136549"/>
                  <a:pt x="92869" y="140494"/>
                </a:cubicBezTo>
                <a:cubicBezTo>
                  <a:pt x="92869" y="144439"/>
                  <a:pt x="89670" y="147638"/>
                  <a:pt x="85725" y="147638"/>
                </a:cubicBezTo>
                <a:cubicBezTo>
                  <a:pt x="81780" y="147638"/>
                  <a:pt x="78581" y="144439"/>
                  <a:pt x="78581" y="140494"/>
                </a:cubicBezTo>
                <a:cubicBezTo>
                  <a:pt x="78581" y="136549"/>
                  <a:pt x="81780" y="133350"/>
                  <a:pt x="85725" y="133350"/>
                </a:cubicBezTo>
                <a:close/>
                <a:moveTo>
                  <a:pt x="85725" y="47659"/>
                </a:moveTo>
                <a:cubicBezTo>
                  <a:pt x="89342" y="47659"/>
                  <a:pt x="92331" y="50346"/>
                  <a:pt x="92804" y="53833"/>
                </a:cubicBezTo>
                <a:lnTo>
                  <a:pt x="92869" y="54803"/>
                </a:lnTo>
                <a:lnTo>
                  <a:pt x="92869" y="116703"/>
                </a:lnTo>
                <a:cubicBezTo>
                  <a:pt x="92869" y="120648"/>
                  <a:pt x="89670" y="123847"/>
                  <a:pt x="85725" y="123847"/>
                </a:cubicBezTo>
                <a:cubicBezTo>
                  <a:pt x="82108" y="123847"/>
                  <a:pt x="79119" y="121159"/>
                  <a:pt x="78646" y="117673"/>
                </a:cubicBezTo>
                <a:lnTo>
                  <a:pt x="78581" y="116703"/>
                </a:lnTo>
                <a:lnTo>
                  <a:pt x="78581" y="54803"/>
                </a:lnTo>
                <a:cubicBezTo>
                  <a:pt x="78581" y="50857"/>
                  <a:pt x="81780" y="47659"/>
                  <a:pt x="85725" y="47659"/>
                </a:cubicBezTo>
                <a:close/>
              </a:path>
            </a:pathLst>
          </a:custGeom>
          <a:solidFill>
            <a:schemeClr val="tx2"/>
          </a:solidFill>
          <a:ln w="15875" cap="rnd">
            <a:noFill/>
            <a:prstDash val="solid"/>
            <a:round/>
          </a:ln>
          <a:effectLst/>
        </p:spPr>
        <p:txBody>
          <a:bodyPr/>
          <a:lstStyle/>
          <a:p>
            <a:endParaRPr lang="en-IN"/>
          </a:p>
        </p:txBody>
      </p:sp>
      <p:sp>
        <p:nvSpPr>
          <p:cNvPr id="42" name="Graphic 87">
            <a:extLst>
              <a:ext uri="{FF2B5EF4-FFF2-40B4-BE49-F238E27FC236}">
                <a16:creationId xmlns:a16="http://schemas.microsoft.com/office/drawing/2014/main" id="{7BCC8463-0958-125C-1948-9848489B995E}"/>
              </a:ext>
              <a:ext uri="{C183D7F6-B498-43B3-948B-1728B52AA6E4}">
                <adec:decorative xmlns:adec="http://schemas.microsoft.com/office/drawing/2017/decorative" val="1"/>
              </a:ext>
            </a:extLst>
          </p:cNvPr>
          <p:cNvSpPr>
            <a:spLocks noChangeAspect="1"/>
          </p:cNvSpPr>
          <p:nvPr/>
        </p:nvSpPr>
        <p:spPr>
          <a:xfrm>
            <a:off x="6798770" y="4373980"/>
            <a:ext cx="272436" cy="375747"/>
          </a:xfrm>
          <a:custGeom>
            <a:avLst/>
            <a:gdLst>
              <a:gd name="connsiteX0" fmla="*/ 98602 w 219958"/>
              <a:gd name="connsiteY0" fmla="*/ 72052 h 303370"/>
              <a:gd name="connsiteX1" fmla="*/ 109979 w 219958"/>
              <a:gd name="connsiteY1" fmla="*/ 60675 h 303370"/>
              <a:gd name="connsiteX2" fmla="*/ 121357 w 219958"/>
              <a:gd name="connsiteY2" fmla="*/ 72052 h 303370"/>
              <a:gd name="connsiteX3" fmla="*/ 121357 w 219958"/>
              <a:gd name="connsiteY3" fmla="*/ 94807 h 303370"/>
              <a:gd name="connsiteX4" fmla="*/ 109979 w 219958"/>
              <a:gd name="connsiteY4" fmla="*/ 106184 h 303370"/>
              <a:gd name="connsiteX5" fmla="*/ 98602 w 219958"/>
              <a:gd name="connsiteY5" fmla="*/ 94807 h 303370"/>
              <a:gd name="connsiteX6" fmla="*/ 98602 w 219958"/>
              <a:gd name="connsiteY6" fmla="*/ 72052 h 303370"/>
              <a:gd name="connsiteX7" fmla="*/ 174910 w 219958"/>
              <a:gd name="connsiteY7" fmla="*/ 94280 h 303370"/>
              <a:gd name="connsiteX8" fmla="*/ 158821 w 219958"/>
              <a:gd name="connsiteY8" fmla="*/ 94280 h 303370"/>
              <a:gd name="connsiteX9" fmla="*/ 142731 w 219958"/>
              <a:gd name="connsiteY9" fmla="*/ 110370 h 303370"/>
              <a:gd name="connsiteX10" fmla="*/ 142731 w 219958"/>
              <a:gd name="connsiteY10" fmla="*/ 126460 h 303370"/>
              <a:gd name="connsiteX11" fmla="*/ 158821 w 219958"/>
              <a:gd name="connsiteY11" fmla="*/ 126460 h 303370"/>
              <a:gd name="connsiteX12" fmla="*/ 174910 w 219958"/>
              <a:gd name="connsiteY12" fmla="*/ 110370 h 303370"/>
              <a:gd name="connsiteX13" fmla="*/ 174910 w 219958"/>
              <a:gd name="connsiteY13" fmla="*/ 94280 h 303370"/>
              <a:gd name="connsiteX14" fmla="*/ 61138 w 219958"/>
              <a:gd name="connsiteY14" fmla="*/ 94280 h 303370"/>
              <a:gd name="connsiteX15" fmla="*/ 45049 w 219958"/>
              <a:gd name="connsiteY15" fmla="*/ 94280 h 303370"/>
              <a:gd name="connsiteX16" fmla="*/ 45049 w 219958"/>
              <a:gd name="connsiteY16" fmla="*/ 110370 h 303370"/>
              <a:gd name="connsiteX17" fmla="*/ 61139 w 219958"/>
              <a:gd name="connsiteY17" fmla="*/ 126460 h 303370"/>
              <a:gd name="connsiteX18" fmla="*/ 77228 w 219958"/>
              <a:gd name="connsiteY18" fmla="*/ 126460 h 303370"/>
              <a:gd name="connsiteX19" fmla="*/ 77228 w 219958"/>
              <a:gd name="connsiteY19" fmla="*/ 110370 h 303370"/>
              <a:gd name="connsiteX20" fmla="*/ 61138 w 219958"/>
              <a:gd name="connsiteY20" fmla="*/ 94280 h 303370"/>
              <a:gd name="connsiteX21" fmla="*/ 109979 w 219958"/>
              <a:gd name="connsiteY21" fmla="*/ 0 h 303370"/>
              <a:gd name="connsiteX22" fmla="*/ 219959 w 219958"/>
              <a:gd name="connsiteY22" fmla="*/ 109979 h 303370"/>
              <a:gd name="connsiteX23" fmla="*/ 179561 w 219958"/>
              <a:gd name="connsiteY23" fmla="*/ 197082 h 303370"/>
              <a:gd name="connsiteX24" fmla="*/ 176905 w 219958"/>
              <a:gd name="connsiteY24" fmla="*/ 201107 h 303370"/>
              <a:gd name="connsiteX25" fmla="*/ 176428 w 219958"/>
              <a:gd name="connsiteY25" fmla="*/ 202658 h 303370"/>
              <a:gd name="connsiteX26" fmla="*/ 159270 w 219958"/>
              <a:gd name="connsiteY26" fmla="*/ 276923 h 303370"/>
              <a:gd name="connsiteX27" fmla="*/ 128641 w 219958"/>
              <a:gd name="connsiteY27" fmla="*/ 303271 h 303370"/>
              <a:gd name="connsiteX28" fmla="*/ 126014 w 219958"/>
              <a:gd name="connsiteY28" fmla="*/ 303371 h 303370"/>
              <a:gd name="connsiteX29" fmla="*/ 93950 w 219958"/>
              <a:gd name="connsiteY29" fmla="*/ 303371 h 303370"/>
              <a:gd name="connsiteX30" fmla="*/ 61381 w 219958"/>
              <a:gd name="connsiteY30" fmla="*/ 279451 h 303370"/>
              <a:gd name="connsiteX31" fmla="*/ 60692 w 219958"/>
              <a:gd name="connsiteY31" fmla="*/ 276913 h 303370"/>
              <a:gd name="connsiteX32" fmla="*/ 43557 w 219958"/>
              <a:gd name="connsiteY32" fmla="*/ 202661 h 303370"/>
              <a:gd name="connsiteX33" fmla="*/ 40420 w 219958"/>
              <a:gd name="connsiteY33" fmla="*/ 197081 h 303370"/>
              <a:gd name="connsiteX34" fmla="*/ 93 w 219958"/>
              <a:gd name="connsiteY34" fmla="*/ 114504 h 303370"/>
              <a:gd name="connsiteX35" fmla="*/ 0 w 219958"/>
              <a:gd name="connsiteY35" fmla="*/ 109979 h 303370"/>
              <a:gd name="connsiteX36" fmla="*/ 59 w 219958"/>
              <a:gd name="connsiteY36" fmla="*/ 106349 h 303370"/>
              <a:gd name="connsiteX37" fmla="*/ 109979 w 219958"/>
              <a:gd name="connsiteY37" fmla="*/ 0 h 303370"/>
              <a:gd name="connsiteX38" fmla="*/ 142063 w 219958"/>
              <a:gd name="connsiteY38" fmla="*/ 250268 h 303370"/>
              <a:gd name="connsiteX39" fmla="*/ 77881 w 219958"/>
              <a:gd name="connsiteY39" fmla="*/ 250268 h 303370"/>
              <a:gd name="connsiteX40" fmla="*/ 82864 w 219958"/>
              <a:gd name="connsiteY40" fmla="*/ 271797 h 303370"/>
              <a:gd name="connsiteX41" fmla="*/ 92384 w 219958"/>
              <a:gd name="connsiteY41" fmla="*/ 280509 h 303370"/>
              <a:gd name="connsiteX42" fmla="*/ 93950 w 219958"/>
              <a:gd name="connsiteY42" fmla="*/ 280616 h 303370"/>
              <a:gd name="connsiteX43" fmla="*/ 126014 w 219958"/>
              <a:gd name="connsiteY43" fmla="*/ 280616 h 303370"/>
              <a:gd name="connsiteX44" fmla="*/ 136643 w 219958"/>
              <a:gd name="connsiteY44" fmla="*/ 273302 h 303370"/>
              <a:gd name="connsiteX45" fmla="*/ 137100 w 219958"/>
              <a:gd name="connsiteY45" fmla="*/ 271800 h 303370"/>
              <a:gd name="connsiteX46" fmla="*/ 142063 w 219958"/>
              <a:gd name="connsiteY46" fmla="*/ 250268 h 303370"/>
              <a:gd name="connsiteX47" fmla="*/ 109979 w 219958"/>
              <a:gd name="connsiteY47" fmla="*/ 22754 h 303370"/>
              <a:gd name="connsiteX48" fmla="*/ 22817 w 219958"/>
              <a:gd name="connsiteY48" fmla="*/ 106634 h 303370"/>
              <a:gd name="connsiteX49" fmla="*/ 22754 w 219958"/>
              <a:gd name="connsiteY49" fmla="*/ 109979 h 303370"/>
              <a:gd name="connsiteX50" fmla="*/ 22856 w 219958"/>
              <a:gd name="connsiteY50" fmla="*/ 114182 h 303370"/>
              <a:gd name="connsiteX51" fmla="*/ 56319 w 219958"/>
              <a:gd name="connsiteY51" fmla="*/ 180802 h 303370"/>
              <a:gd name="connsiteX52" fmla="*/ 64990 w 219958"/>
              <a:gd name="connsiteY52" fmla="*/ 194854 h 303370"/>
              <a:gd name="connsiteX53" fmla="*/ 65728 w 219958"/>
              <a:gd name="connsiteY53" fmla="*/ 197546 h 303370"/>
              <a:gd name="connsiteX54" fmla="*/ 72632 w 219958"/>
              <a:gd name="connsiteY54" fmla="*/ 227514 h 303370"/>
              <a:gd name="connsiteX55" fmla="*/ 98602 w 219958"/>
              <a:gd name="connsiteY55" fmla="*/ 227514 h 303370"/>
              <a:gd name="connsiteX56" fmla="*/ 98602 w 219958"/>
              <a:gd name="connsiteY56" fmla="*/ 132724 h 303370"/>
              <a:gd name="connsiteX57" fmla="*/ 109979 w 219958"/>
              <a:gd name="connsiteY57" fmla="*/ 121346 h 303370"/>
              <a:gd name="connsiteX58" fmla="*/ 121357 w 219958"/>
              <a:gd name="connsiteY58" fmla="*/ 132724 h 303370"/>
              <a:gd name="connsiteX59" fmla="*/ 121357 w 219958"/>
              <a:gd name="connsiteY59" fmla="*/ 227514 h 303370"/>
              <a:gd name="connsiteX60" fmla="*/ 147312 w 219958"/>
              <a:gd name="connsiteY60" fmla="*/ 227514 h 303370"/>
              <a:gd name="connsiteX61" fmla="*/ 154258 w 219958"/>
              <a:gd name="connsiteY61" fmla="*/ 197536 h 303370"/>
              <a:gd name="connsiteX62" fmla="*/ 161744 w 219958"/>
              <a:gd name="connsiteY62" fmla="*/ 182838 h 303370"/>
              <a:gd name="connsiteX63" fmla="*/ 163659 w 219958"/>
              <a:gd name="connsiteY63" fmla="*/ 180808 h 303370"/>
              <a:gd name="connsiteX64" fmla="*/ 197103 w 219958"/>
              <a:gd name="connsiteY64" fmla="*/ 114182 h 303370"/>
              <a:gd name="connsiteX65" fmla="*/ 197205 w 219958"/>
              <a:gd name="connsiteY65" fmla="*/ 109979 h 303370"/>
              <a:gd name="connsiteX66" fmla="*/ 197141 w 219958"/>
              <a:gd name="connsiteY66" fmla="*/ 106634 h 303370"/>
              <a:gd name="connsiteX67" fmla="*/ 109979 w 219958"/>
              <a:gd name="connsiteY67" fmla="*/ 22754 h 30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19958" h="303370">
                <a:moveTo>
                  <a:pt x="98602" y="72052"/>
                </a:moveTo>
                <a:cubicBezTo>
                  <a:pt x="98602" y="65768"/>
                  <a:pt x="103696" y="60675"/>
                  <a:pt x="109979" y="60675"/>
                </a:cubicBezTo>
                <a:cubicBezTo>
                  <a:pt x="116263" y="60675"/>
                  <a:pt x="121357" y="65768"/>
                  <a:pt x="121357" y="72052"/>
                </a:cubicBezTo>
                <a:lnTo>
                  <a:pt x="121357" y="94807"/>
                </a:lnTo>
                <a:cubicBezTo>
                  <a:pt x="121357" y="101090"/>
                  <a:pt x="116263" y="106184"/>
                  <a:pt x="109979" y="106184"/>
                </a:cubicBezTo>
                <a:cubicBezTo>
                  <a:pt x="103696" y="106184"/>
                  <a:pt x="98602" y="101090"/>
                  <a:pt x="98602" y="94807"/>
                </a:cubicBezTo>
                <a:lnTo>
                  <a:pt x="98602" y="72052"/>
                </a:lnTo>
                <a:close/>
                <a:moveTo>
                  <a:pt x="174910" y="94280"/>
                </a:moveTo>
                <a:cubicBezTo>
                  <a:pt x="170467" y="89837"/>
                  <a:pt x="163264" y="89837"/>
                  <a:pt x="158821" y="94280"/>
                </a:cubicBezTo>
                <a:lnTo>
                  <a:pt x="142731" y="110370"/>
                </a:lnTo>
                <a:cubicBezTo>
                  <a:pt x="138287" y="114813"/>
                  <a:pt x="138287" y="122017"/>
                  <a:pt x="142731" y="126460"/>
                </a:cubicBezTo>
                <a:cubicBezTo>
                  <a:pt x="147174" y="130903"/>
                  <a:pt x="154378" y="130903"/>
                  <a:pt x="158821" y="126460"/>
                </a:cubicBezTo>
                <a:lnTo>
                  <a:pt x="174910" y="110370"/>
                </a:lnTo>
                <a:cubicBezTo>
                  <a:pt x="179353" y="105927"/>
                  <a:pt x="179353" y="98723"/>
                  <a:pt x="174910" y="94280"/>
                </a:cubicBezTo>
                <a:close/>
                <a:moveTo>
                  <a:pt x="61138" y="94280"/>
                </a:moveTo>
                <a:cubicBezTo>
                  <a:pt x="56695" y="89837"/>
                  <a:pt x="49492" y="89837"/>
                  <a:pt x="45049" y="94280"/>
                </a:cubicBezTo>
                <a:cubicBezTo>
                  <a:pt x="40605" y="98723"/>
                  <a:pt x="40605" y="105927"/>
                  <a:pt x="45049" y="110370"/>
                </a:cubicBezTo>
                <a:lnTo>
                  <a:pt x="61139" y="126460"/>
                </a:lnTo>
                <a:cubicBezTo>
                  <a:pt x="65582" y="130903"/>
                  <a:pt x="72785" y="130903"/>
                  <a:pt x="77228" y="126460"/>
                </a:cubicBezTo>
                <a:cubicBezTo>
                  <a:pt x="81672" y="122017"/>
                  <a:pt x="81672" y="114813"/>
                  <a:pt x="77228" y="110370"/>
                </a:cubicBezTo>
                <a:lnTo>
                  <a:pt x="61138" y="94280"/>
                </a:lnTo>
                <a:close/>
                <a:moveTo>
                  <a:pt x="109979" y="0"/>
                </a:moveTo>
                <a:cubicBezTo>
                  <a:pt x="170720" y="0"/>
                  <a:pt x="219959" y="49239"/>
                  <a:pt x="219959" y="109979"/>
                </a:cubicBezTo>
                <a:cubicBezTo>
                  <a:pt x="219959" y="141775"/>
                  <a:pt x="206296" y="170957"/>
                  <a:pt x="179561" y="197082"/>
                </a:cubicBezTo>
                <a:cubicBezTo>
                  <a:pt x="178394" y="198223"/>
                  <a:pt x="177490" y="199596"/>
                  <a:pt x="176905" y="201107"/>
                </a:cubicBezTo>
                <a:lnTo>
                  <a:pt x="176428" y="202658"/>
                </a:lnTo>
                <a:lnTo>
                  <a:pt x="159270" y="276923"/>
                </a:lnTo>
                <a:cubicBezTo>
                  <a:pt x="155892" y="291545"/>
                  <a:pt x="143406" y="302137"/>
                  <a:pt x="128641" y="303271"/>
                </a:cubicBezTo>
                <a:lnTo>
                  <a:pt x="126014" y="303371"/>
                </a:lnTo>
                <a:lnTo>
                  <a:pt x="93950" y="303371"/>
                </a:lnTo>
                <a:cubicBezTo>
                  <a:pt x="78939" y="303371"/>
                  <a:pt x="65804" y="293585"/>
                  <a:pt x="61381" y="279451"/>
                </a:cubicBezTo>
                <a:lnTo>
                  <a:pt x="60692" y="276913"/>
                </a:lnTo>
                <a:lnTo>
                  <a:pt x="43557" y="202661"/>
                </a:lnTo>
                <a:cubicBezTo>
                  <a:pt x="43067" y="200539"/>
                  <a:pt x="41978" y="198602"/>
                  <a:pt x="40420" y="197081"/>
                </a:cubicBezTo>
                <a:cubicBezTo>
                  <a:pt x="14944" y="172199"/>
                  <a:pt x="1332" y="144547"/>
                  <a:pt x="93" y="114504"/>
                </a:cubicBezTo>
                <a:lnTo>
                  <a:pt x="0" y="109979"/>
                </a:lnTo>
                <a:lnTo>
                  <a:pt x="59" y="106349"/>
                </a:lnTo>
                <a:cubicBezTo>
                  <a:pt x="1974" y="47290"/>
                  <a:pt x="50454" y="0"/>
                  <a:pt x="109979" y="0"/>
                </a:cubicBezTo>
                <a:close/>
                <a:moveTo>
                  <a:pt x="142063" y="250268"/>
                </a:moveTo>
                <a:lnTo>
                  <a:pt x="77881" y="250268"/>
                </a:lnTo>
                <a:lnTo>
                  <a:pt x="82864" y="271797"/>
                </a:lnTo>
                <a:cubicBezTo>
                  <a:pt x="83935" y="276443"/>
                  <a:pt x="87767" y="279870"/>
                  <a:pt x="92384" y="280509"/>
                </a:cubicBezTo>
                <a:lnTo>
                  <a:pt x="93950" y="280616"/>
                </a:lnTo>
                <a:lnTo>
                  <a:pt x="126014" y="280616"/>
                </a:lnTo>
                <a:cubicBezTo>
                  <a:pt x="130782" y="280616"/>
                  <a:pt x="134980" y="277655"/>
                  <a:pt x="136643" y="273302"/>
                </a:cubicBezTo>
                <a:lnTo>
                  <a:pt x="137100" y="271800"/>
                </a:lnTo>
                <a:lnTo>
                  <a:pt x="142063" y="250268"/>
                </a:lnTo>
                <a:close/>
                <a:moveTo>
                  <a:pt x="109979" y="22754"/>
                </a:moveTo>
                <a:cubicBezTo>
                  <a:pt x="62927" y="22754"/>
                  <a:pt x="24576" y="60011"/>
                  <a:pt x="22817" y="106634"/>
                </a:cubicBezTo>
                <a:lnTo>
                  <a:pt x="22754" y="109979"/>
                </a:lnTo>
                <a:lnTo>
                  <a:pt x="22856" y="114182"/>
                </a:lnTo>
                <a:cubicBezTo>
                  <a:pt x="24011" y="137896"/>
                  <a:pt x="35000" y="159980"/>
                  <a:pt x="56319" y="180802"/>
                </a:cubicBezTo>
                <a:cubicBezTo>
                  <a:pt x="60326" y="184716"/>
                  <a:pt x="63297" y="189544"/>
                  <a:pt x="64990" y="194854"/>
                </a:cubicBezTo>
                <a:lnTo>
                  <a:pt x="65728" y="197546"/>
                </a:lnTo>
                <a:lnTo>
                  <a:pt x="72632" y="227514"/>
                </a:lnTo>
                <a:lnTo>
                  <a:pt x="98602" y="227514"/>
                </a:lnTo>
                <a:lnTo>
                  <a:pt x="98602" y="132724"/>
                </a:lnTo>
                <a:cubicBezTo>
                  <a:pt x="98602" y="126440"/>
                  <a:pt x="103696" y="121346"/>
                  <a:pt x="109979" y="121346"/>
                </a:cubicBezTo>
                <a:cubicBezTo>
                  <a:pt x="116263" y="121346"/>
                  <a:pt x="121357" y="126440"/>
                  <a:pt x="121357" y="132724"/>
                </a:cubicBezTo>
                <a:lnTo>
                  <a:pt x="121357" y="227514"/>
                </a:lnTo>
                <a:lnTo>
                  <a:pt x="147312" y="227514"/>
                </a:lnTo>
                <a:lnTo>
                  <a:pt x="154258" y="197536"/>
                </a:lnTo>
                <a:cubicBezTo>
                  <a:pt x="155517" y="192084"/>
                  <a:pt x="158094" y="187040"/>
                  <a:pt x="161744" y="182838"/>
                </a:cubicBezTo>
                <a:lnTo>
                  <a:pt x="163659" y="180808"/>
                </a:lnTo>
                <a:cubicBezTo>
                  <a:pt x="184966" y="159986"/>
                  <a:pt x="195949" y="137901"/>
                  <a:pt x="197103" y="114182"/>
                </a:cubicBezTo>
                <a:lnTo>
                  <a:pt x="197205" y="109979"/>
                </a:lnTo>
                <a:lnTo>
                  <a:pt x="197141" y="106634"/>
                </a:lnTo>
                <a:cubicBezTo>
                  <a:pt x="195383" y="60011"/>
                  <a:pt x="157033" y="22754"/>
                  <a:pt x="109979" y="22754"/>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dirty="0">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43" name="Graphic 34">
            <a:extLst>
              <a:ext uri="{FF2B5EF4-FFF2-40B4-BE49-F238E27FC236}">
                <a16:creationId xmlns:a16="http://schemas.microsoft.com/office/drawing/2014/main" id="{9F37EFC6-CBE5-68A3-2AB2-F1EBB15EA30F}"/>
              </a:ext>
              <a:ext uri="{C183D7F6-B498-43B3-948B-1728B52AA6E4}">
                <adec:decorative xmlns:adec="http://schemas.microsoft.com/office/drawing/2017/decorative" val="1"/>
              </a:ext>
            </a:extLst>
          </p:cNvPr>
          <p:cNvSpPr>
            <a:spLocks noChangeAspect="1"/>
          </p:cNvSpPr>
          <p:nvPr/>
        </p:nvSpPr>
        <p:spPr>
          <a:xfrm>
            <a:off x="4619506" y="4382763"/>
            <a:ext cx="267258" cy="355992"/>
          </a:xfrm>
          <a:custGeom>
            <a:avLst/>
            <a:gdLst>
              <a:gd name="connsiteX0" fmla="*/ 98012 w 143008"/>
              <a:gd name="connsiteY0" fmla="*/ 2088 h 190489"/>
              <a:gd name="connsiteX1" fmla="*/ 140827 w 143008"/>
              <a:gd name="connsiteY1" fmla="*/ 44893 h 190489"/>
              <a:gd name="connsiteX2" fmla="*/ 141522 w 143008"/>
              <a:gd name="connsiteY2" fmla="*/ 54189 h 190489"/>
              <a:gd name="connsiteX3" fmla="*/ 140837 w 143008"/>
              <a:gd name="connsiteY3" fmla="*/ 54999 h 190489"/>
              <a:gd name="connsiteX4" fmla="*/ 98022 w 143008"/>
              <a:gd name="connsiteY4" fmla="*/ 97900 h 190489"/>
              <a:gd name="connsiteX5" fmla="*/ 87920 w 143008"/>
              <a:gd name="connsiteY5" fmla="*/ 97952 h 190489"/>
              <a:gd name="connsiteX6" fmla="*/ 87211 w 143008"/>
              <a:gd name="connsiteY6" fmla="*/ 88613 h 190489"/>
              <a:gd name="connsiteX7" fmla="*/ 87906 w 143008"/>
              <a:gd name="connsiteY7" fmla="*/ 87813 h 190489"/>
              <a:gd name="connsiteX8" fmla="*/ 118548 w 143008"/>
              <a:gd name="connsiteY8" fmla="*/ 57113 h 190489"/>
              <a:gd name="connsiteX9" fmla="*/ 7144 w 143008"/>
              <a:gd name="connsiteY9" fmla="*/ 57113 h 190489"/>
              <a:gd name="connsiteX10" fmla="*/ 67 w 143008"/>
              <a:gd name="connsiteY10" fmla="*/ 50951 h 190489"/>
              <a:gd name="connsiteX11" fmla="*/ 0 w 143008"/>
              <a:gd name="connsiteY11" fmla="*/ 49989 h 190489"/>
              <a:gd name="connsiteX12" fmla="*/ 6172 w 143008"/>
              <a:gd name="connsiteY12" fmla="*/ 42912 h 190489"/>
              <a:gd name="connsiteX13" fmla="*/ 7144 w 143008"/>
              <a:gd name="connsiteY13" fmla="*/ 42845 h 190489"/>
              <a:gd name="connsiteX14" fmla="*/ 118558 w 143008"/>
              <a:gd name="connsiteY14" fmla="*/ 42835 h 190489"/>
              <a:gd name="connsiteX15" fmla="*/ 87906 w 143008"/>
              <a:gd name="connsiteY15" fmla="*/ 12194 h 190489"/>
              <a:gd name="connsiteX16" fmla="*/ 87220 w 143008"/>
              <a:gd name="connsiteY16" fmla="*/ 2897 h 190489"/>
              <a:gd name="connsiteX17" fmla="*/ 87906 w 143008"/>
              <a:gd name="connsiteY17" fmla="*/ 2097 h 190489"/>
              <a:gd name="connsiteX18" fmla="*/ 97212 w 143008"/>
              <a:gd name="connsiteY18" fmla="*/ 1402 h 190489"/>
              <a:gd name="connsiteX19" fmla="*/ 98012 w 143008"/>
              <a:gd name="connsiteY19" fmla="*/ 2097 h 190489"/>
              <a:gd name="connsiteX20" fmla="*/ 140827 w 143008"/>
              <a:gd name="connsiteY20" fmla="*/ 44902 h 190489"/>
              <a:gd name="connsiteX21" fmla="*/ 98012 w 143008"/>
              <a:gd name="connsiteY21" fmla="*/ 2097 h 190489"/>
              <a:gd name="connsiteX22" fmla="*/ 142942 w 143008"/>
              <a:gd name="connsiteY22" fmla="*/ 139533 h 190489"/>
              <a:gd name="connsiteX23" fmla="*/ 142999 w 143008"/>
              <a:gd name="connsiteY23" fmla="*/ 140486 h 190489"/>
              <a:gd name="connsiteX24" fmla="*/ 136827 w 143008"/>
              <a:gd name="connsiteY24" fmla="*/ 147572 h 190489"/>
              <a:gd name="connsiteX25" fmla="*/ 135855 w 143008"/>
              <a:gd name="connsiteY25" fmla="*/ 147639 h 190489"/>
              <a:gd name="connsiteX26" fmla="*/ 24479 w 143008"/>
              <a:gd name="connsiteY26" fmla="*/ 147630 h 190489"/>
              <a:gd name="connsiteX27" fmla="*/ 55150 w 143008"/>
              <a:gd name="connsiteY27" fmla="*/ 178300 h 190489"/>
              <a:gd name="connsiteX28" fmla="*/ 55855 w 143008"/>
              <a:gd name="connsiteY28" fmla="*/ 187596 h 190489"/>
              <a:gd name="connsiteX29" fmla="*/ 55159 w 143008"/>
              <a:gd name="connsiteY29" fmla="*/ 188397 h 190489"/>
              <a:gd name="connsiteX30" fmla="*/ 45863 w 143008"/>
              <a:gd name="connsiteY30" fmla="*/ 189092 h 190489"/>
              <a:gd name="connsiteX31" fmla="*/ 45053 w 143008"/>
              <a:gd name="connsiteY31" fmla="*/ 188406 h 190489"/>
              <a:gd name="connsiteX32" fmla="*/ 2191 w 143008"/>
              <a:gd name="connsiteY32" fmla="*/ 145572 h 190489"/>
              <a:gd name="connsiteX33" fmla="*/ 1495 w 143008"/>
              <a:gd name="connsiteY33" fmla="*/ 136276 h 190489"/>
              <a:gd name="connsiteX34" fmla="*/ 2191 w 143008"/>
              <a:gd name="connsiteY34" fmla="*/ 135476 h 190489"/>
              <a:gd name="connsiteX35" fmla="*/ 45053 w 143008"/>
              <a:gd name="connsiteY35" fmla="*/ 92575 h 190489"/>
              <a:gd name="connsiteX36" fmla="*/ 55156 w 143008"/>
              <a:gd name="connsiteY36" fmla="*/ 92542 h 190489"/>
              <a:gd name="connsiteX37" fmla="*/ 55855 w 143008"/>
              <a:gd name="connsiteY37" fmla="*/ 101871 h 190489"/>
              <a:gd name="connsiteX38" fmla="*/ 55159 w 143008"/>
              <a:gd name="connsiteY38" fmla="*/ 102672 h 190489"/>
              <a:gd name="connsiteX39" fmla="*/ 24508 w 143008"/>
              <a:gd name="connsiteY39" fmla="*/ 133342 h 190489"/>
              <a:gd name="connsiteX40" fmla="*/ 135874 w 143008"/>
              <a:gd name="connsiteY40" fmla="*/ 133342 h 190489"/>
              <a:gd name="connsiteX41" fmla="*/ 142951 w 143008"/>
              <a:gd name="connsiteY41" fmla="*/ 139533 h 190489"/>
              <a:gd name="connsiteX42" fmla="*/ 143008 w 143008"/>
              <a:gd name="connsiteY42" fmla="*/ 140486 h 190489"/>
              <a:gd name="connsiteX43" fmla="*/ 142951 w 143008"/>
              <a:gd name="connsiteY43" fmla="*/ 139533 h 190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43008" h="190489">
                <a:moveTo>
                  <a:pt x="98012" y="2088"/>
                </a:moveTo>
                <a:lnTo>
                  <a:pt x="140827" y="44893"/>
                </a:lnTo>
                <a:cubicBezTo>
                  <a:pt x="143327" y="47393"/>
                  <a:pt x="143623" y="51345"/>
                  <a:pt x="141522" y="54189"/>
                </a:cubicBezTo>
                <a:lnTo>
                  <a:pt x="140837" y="54999"/>
                </a:lnTo>
                <a:lnTo>
                  <a:pt x="98022" y="97900"/>
                </a:lnTo>
                <a:cubicBezTo>
                  <a:pt x="95246" y="100704"/>
                  <a:pt x="90724" y="100727"/>
                  <a:pt x="87920" y="97952"/>
                </a:cubicBezTo>
                <a:cubicBezTo>
                  <a:pt x="85391" y="95450"/>
                  <a:pt x="85089" y="91468"/>
                  <a:pt x="87211" y="88613"/>
                </a:cubicBezTo>
                <a:lnTo>
                  <a:pt x="87906" y="87813"/>
                </a:lnTo>
                <a:lnTo>
                  <a:pt x="118548" y="57113"/>
                </a:lnTo>
                <a:lnTo>
                  <a:pt x="7144" y="57113"/>
                </a:lnTo>
                <a:cubicBezTo>
                  <a:pt x="3577" y="57114"/>
                  <a:pt x="556" y="54484"/>
                  <a:pt x="67" y="50951"/>
                </a:cubicBezTo>
                <a:lnTo>
                  <a:pt x="0" y="49989"/>
                </a:lnTo>
                <a:cubicBezTo>
                  <a:pt x="0" y="46419"/>
                  <a:pt x="2636" y="43397"/>
                  <a:pt x="6172" y="42912"/>
                </a:cubicBezTo>
                <a:lnTo>
                  <a:pt x="7144" y="42845"/>
                </a:lnTo>
                <a:lnTo>
                  <a:pt x="118558" y="42835"/>
                </a:lnTo>
                <a:lnTo>
                  <a:pt x="87906" y="12194"/>
                </a:lnTo>
                <a:cubicBezTo>
                  <a:pt x="85409" y="9691"/>
                  <a:pt x="85117" y="5739"/>
                  <a:pt x="87220" y="2897"/>
                </a:cubicBezTo>
                <a:lnTo>
                  <a:pt x="87906" y="2097"/>
                </a:lnTo>
                <a:cubicBezTo>
                  <a:pt x="90407" y="-409"/>
                  <a:pt x="94366" y="-704"/>
                  <a:pt x="97212" y="1402"/>
                </a:cubicBezTo>
                <a:lnTo>
                  <a:pt x="98012" y="2097"/>
                </a:lnTo>
                <a:lnTo>
                  <a:pt x="140827" y="44902"/>
                </a:lnTo>
                <a:lnTo>
                  <a:pt x="98012" y="2097"/>
                </a:lnTo>
                <a:close/>
                <a:moveTo>
                  <a:pt x="142942" y="139533"/>
                </a:moveTo>
                <a:lnTo>
                  <a:pt x="142999" y="140486"/>
                </a:lnTo>
                <a:cubicBezTo>
                  <a:pt x="143004" y="144060"/>
                  <a:pt x="140367" y="147087"/>
                  <a:pt x="136827" y="147572"/>
                </a:cubicBezTo>
                <a:lnTo>
                  <a:pt x="135855" y="147639"/>
                </a:lnTo>
                <a:lnTo>
                  <a:pt x="24479" y="147630"/>
                </a:lnTo>
                <a:lnTo>
                  <a:pt x="55150" y="178300"/>
                </a:lnTo>
                <a:cubicBezTo>
                  <a:pt x="57653" y="180798"/>
                  <a:pt x="57953" y="184750"/>
                  <a:pt x="55855" y="187596"/>
                </a:cubicBezTo>
                <a:lnTo>
                  <a:pt x="55159" y="188397"/>
                </a:lnTo>
                <a:cubicBezTo>
                  <a:pt x="52660" y="190897"/>
                  <a:pt x="48707" y="191192"/>
                  <a:pt x="45863" y="189092"/>
                </a:cubicBezTo>
                <a:lnTo>
                  <a:pt x="45053" y="188406"/>
                </a:lnTo>
                <a:lnTo>
                  <a:pt x="2191" y="145572"/>
                </a:lnTo>
                <a:cubicBezTo>
                  <a:pt x="-310" y="143073"/>
                  <a:pt x="-605" y="139120"/>
                  <a:pt x="1495" y="136276"/>
                </a:cubicBezTo>
                <a:lnTo>
                  <a:pt x="2191" y="135476"/>
                </a:lnTo>
                <a:lnTo>
                  <a:pt x="45053" y="92575"/>
                </a:lnTo>
                <a:cubicBezTo>
                  <a:pt x="47834" y="89776"/>
                  <a:pt x="52357" y="89761"/>
                  <a:pt x="55156" y="92542"/>
                </a:cubicBezTo>
                <a:cubicBezTo>
                  <a:pt x="57676" y="95046"/>
                  <a:pt x="57974" y="99021"/>
                  <a:pt x="55855" y="101871"/>
                </a:cubicBezTo>
                <a:lnTo>
                  <a:pt x="55159" y="102672"/>
                </a:lnTo>
                <a:lnTo>
                  <a:pt x="24508" y="133342"/>
                </a:lnTo>
                <a:lnTo>
                  <a:pt x="135874" y="133342"/>
                </a:lnTo>
                <a:cubicBezTo>
                  <a:pt x="139450" y="133344"/>
                  <a:pt x="142474" y="135989"/>
                  <a:pt x="142951" y="139533"/>
                </a:cubicBezTo>
                <a:lnTo>
                  <a:pt x="143008" y="140486"/>
                </a:lnTo>
                <a:lnTo>
                  <a:pt x="142951" y="139533"/>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44" name="TextBox 43">
            <a:extLst>
              <a:ext uri="{FF2B5EF4-FFF2-40B4-BE49-F238E27FC236}">
                <a16:creationId xmlns:a16="http://schemas.microsoft.com/office/drawing/2014/main" id="{3A969AF8-0B87-8389-5168-BF133C88A657}"/>
              </a:ext>
            </a:extLst>
          </p:cNvPr>
          <p:cNvSpPr txBox="1"/>
          <p:nvPr/>
        </p:nvSpPr>
        <p:spPr>
          <a:xfrm>
            <a:off x="708657" y="1531183"/>
            <a:ext cx="1515158" cy="52322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2800" b="0" i="0" u="none" strike="noStrike" kern="1200" cap="none" spc="0" normalizeH="0" baseline="0" noProof="0">
                <a:ln>
                  <a:noFill/>
                </a:ln>
                <a:solidFill>
                  <a:schemeClr val="bg1"/>
                </a:solidFill>
                <a:effectLst/>
                <a:uLnTx/>
                <a:uFillTx/>
                <a:latin typeface="+mj-lt"/>
              </a:rPr>
              <a:t>Purpose</a:t>
            </a:r>
          </a:p>
        </p:txBody>
      </p:sp>
      <p:sp>
        <p:nvSpPr>
          <p:cNvPr id="45" name="TextBox 44">
            <a:extLst>
              <a:ext uri="{FF2B5EF4-FFF2-40B4-BE49-F238E27FC236}">
                <a16:creationId xmlns:a16="http://schemas.microsoft.com/office/drawing/2014/main" id="{C470BB89-95DB-AD5F-4CA9-E6EA6F2E6533}"/>
              </a:ext>
            </a:extLst>
          </p:cNvPr>
          <p:cNvSpPr txBox="1"/>
          <p:nvPr/>
        </p:nvSpPr>
        <p:spPr>
          <a:xfrm flipH="1">
            <a:off x="818686" y="2244228"/>
            <a:ext cx="2947058" cy="738664"/>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chemeClr val="bg1"/>
                </a:solidFill>
                <a:effectLst/>
                <a:uLnTx/>
                <a:uFillTx/>
              </a:rPr>
              <a:t>Ensure agents are secure, compliant, reusable, and aligned with business priorities.</a:t>
            </a:r>
          </a:p>
        </p:txBody>
      </p:sp>
      <p:sp>
        <p:nvSpPr>
          <p:cNvPr id="46" name="TextBox 45">
            <a:extLst>
              <a:ext uri="{FF2B5EF4-FFF2-40B4-BE49-F238E27FC236}">
                <a16:creationId xmlns:a16="http://schemas.microsoft.com/office/drawing/2014/main" id="{090ED761-030B-BE41-C561-6F0BF913821B}"/>
              </a:ext>
            </a:extLst>
          </p:cNvPr>
          <p:cNvSpPr txBox="1"/>
          <p:nvPr/>
        </p:nvSpPr>
        <p:spPr>
          <a:xfrm flipH="1">
            <a:off x="818685" y="3736130"/>
            <a:ext cx="2828487" cy="492443"/>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chemeClr val="bg1"/>
                </a:solidFill>
                <a:effectLst/>
                <a:uLnTx/>
                <a:uFillTx/>
              </a:rPr>
              <a:t>Promote modular, reusable agent components.</a:t>
            </a:r>
          </a:p>
        </p:txBody>
      </p:sp>
      <p:sp>
        <p:nvSpPr>
          <p:cNvPr id="47" name="TextBox 46">
            <a:extLst>
              <a:ext uri="{FF2B5EF4-FFF2-40B4-BE49-F238E27FC236}">
                <a16:creationId xmlns:a16="http://schemas.microsoft.com/office/drawing/2014/main" id="{56DC919D-4048-43D3-234B-FB56127367FC}"/>
              </a:ext>
            </a:extLst>
          </p:cNvPr>
          <p:cNvSpPr txBox="1"/>
          <p:nvPr/>
        </p:nvSpPr>
        <p:spPr>
          <a:xfrm flipH="1">
            <a:off x="818685" y="4981812"/>
            <a:ext cx="2678894" cy="492443"/>
          </a:xfrm>
          <a:prstGeom prst="rect">
            <a:avLst/>
          </a:prstGeom>
          <a:noFill/>
        </p:spPr>
        <p:txBody>
          <a:bodyPr wrap="square" lIns="0" tIns="0" rIns="0" bIns="0">
            <a:spAutoFit/>
          </a:body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chemeClr val="bg1"/>
                </a:solidFill>
                <a:effectLst/>
                <a:uLnTx/>
                <a:uFillTx/>
              </a:rPr>
              <a:t>Prevent misuse of AI capabilities.</a:t>
            </a:r>
          </a:p>
        </p:txBody>
      </p:sp>
      <p:sp>
        <p:nvSpPr>
          <p:cNvPr id="48" name="Rounded Rectangle 62">
            <a:extLst>
              <a:ext uri="{FF2B5EF4-FFF2-40B4-BE49-F238E27FC236}">
                <a16:creationId xmlns:a16="http://schemas.microsoft.com/office/drawing/2014/main" id="{07B40360-C676-652A-36C3-918F1DFE3A58}"/>
              </a:ext>
            </a:extLst>
          </p:cNvPr>
          <p:cNvSpPr/>
          <p:nvPr/>
        </p:nvSpPr>
        <p:spPr bwMode="auto">
          <a:xfrm>
            <a:off x="4565115" y="1415049"/>
            <a:ext cx="1392772" cy="421972"/>
          </a:xfrm>
          <a:prstGeom prst="roundRect">
            <a:avLst>
              <a:gd name="adj" fmla="val 50000"/>
            </a:avLst>
          </a:prstGeom>
          <a:solidFill>
            <a:schemeClr val="accent2"/>
          </a:solidFill>
          <a:ln w="44450" cap="rnd" cmpd="sng" algn="ctr">
            <a:noFill/>
            <a:prstDash val="solid"/>
            <a:headEnd type="none" w="lg" len="med"/>
            <a:tailEnd type="none" w="lg" len="med"/>
          </a:ln>
          <a:effectLst/>
        </p:spPr>
        <p:txBody>
          <a:bodyPr rot="0" spcFirstLastPara="0" vertOverflow="overflow" horzOverflow="overflow" vert="horz" wrap="square" lIns="0" tIns="0" rIns="0" bIns="22860" numCol="1" spcCol="0" rtlCol="0" fromWordArt="0" anchor="ctr"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a:ln>
                  <a:noFill/>
                </a:ln>
                <a:solidFill>
                  <a:schemeClr val="bg1"/>
                </a:solidFill>
                <a:effectLst/>
                <a:uLnTx/>
                <a:uFillTx/>
                <a:latin typeface="+mj-lt"/>
              </a:rPr>
              <a:t>Benefits</a:t>
            </a:r>
          </a:p>
        </p:txBody>
      </p:sp>
      <p:sp>
        <p:nvSpPr>
          <p:cNvPr id="49" name="TextBox 48">
            <a:extLst>
              <a:ext uri="{FF2B5EF4-FFF2-40B4-BE49-F238E27FC236}">
                <a16:creationId xmlns:a16="http://schemas.microsoft.com/office/drawing/2014/main" id="{43905BBB-F7C1-BC96-41CE-D1EE79EC14AF}"/>
              </a:ext>
            </a:extLst>
          </p:cNvPr>
          <p:cNvSpPr txBox="1"/>
          <p:nvPr/>
        </p:nvSpPr>
        <p:spPr>
          <a:xfrm flipH="1">
            <a:off x="4619506" y="2638743"/>
            <a:ext cx="1127015" cy="492443"/>
          </a:xfrm>
          <a:prstGeom prst="rect">
            <a:avLst/>
          </a:prstGeom>
          <a:noFill/>
        </p:spPr>
        <p:txBody>
          <a:bodyPr wrap="square" lIns="0" tIns="0" rIns="0" bIns="0" anchor="ctr">
            <a:spAutoFit/>
          </a:body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chemeClr val="accent2"/>
                </a:solidFill>
                <a:effectLst/>
                <a:uLnTx/>
                <a:uFillTx/>
                <a:latin typeface="+mj-lt"/>
              </a:rPr>
              <a:t>Strategic role</a:t>
            </a:r>
          </a:p>
        </p:txBody>
      </p:sp>
      <p:sp>
        <p:nvSpPr>
          <p:cNvPr id="50" name="TextBox 49">
            <a:extLst>
              <a:ext uri="{FF2B5EF4-FFF2-40B4-BE49-F238E27FC236}">
                <a16:creationId xmlns:a16="http://schemas.microsoft.com/office/drawing/2014/main" id="{208C8D5C-C661-1367-5F65-504F7968B479}"/>
              </a:ext>
            </a:extLst>
          </p:cNvPr>
          <p:cNvSpPr txBox="1"/>
          <p:nvPr/>
        </p:nvSpPr>
        <p:spPr>
          <a:xfrm>
            <a:off x="4619506" y="3176311"/>
            <a:ext cx="1737505"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A foundational pillar of AI-native operations and responsible agent scaling.</a:t>
            </a:r>
            <a:endParaRPr kumimoji="0" lang="en-IN" sz="1200" b="0" i="0" u="none" strike="noStrike" kern="1200" cap="none" spc="0" normalizeH="0" baseline="0" noProof="0">
              <a:ln>
                <a:noFill/>
              </a:ln>
              <a:effectLst/>
              <a:uLnTx/>
              <a:uFillTx/>
            </a:endParaRPr>
          </a:p>
        </p:txBody>
      </p:sp>
      <p:sp>
        <p:nvSpPr>
          <p:cNvPr id="51" name="TextBox 50">
            <a:extLst>
              <a:ext uri="{FF2B5EF4-FFF2-40B4-BE49-F238E27FC236}">
                <a16:creationId xmlns:a16="http://schemas.microsoft.com/office/drawing/2014/main" id="{219FC004-20AC-B308-7219-A1EF4D3A81EF}"/>
              </a:ext>
            </a:extLst>
          </p:cNvPr>
          <p:cNvSpPr txBox="1"/>
          <p:nvPr/>
        </p:nvSpPr>
        <p:spPr>
          <a:xfrm flipH="1">
            <a:off x="6798770" y="2638743"/>
            <a:ext cx="1329230" cy="492443"/>
          </a:xfrm>
          <a:prstGeom prst="rect">
            <a:avLst/>
          </a:prstGeom>
          <a:noFill/>
        </p:spPr>
        <p:txBody>
          <a:bodyPr wrap="square" lIns="0" tIns="0" rIns="0" bIns="0" anchor="ctr">
            <a:spAutoFit/>
          </a:bodyPr>
          <a:lstStyle>
            <a:defPPr>
              <a:defRPr lang="en-US"/>
            </a:defPPr>
            <a:lvl1pPr marR="0" lvl="0" indent="0" defTabSz="914367" fontAlgn="auto">
              <a:lnSpc>
                <a:spcPct val="100000"/>
              </a:lnSpc>
              <a:spcBef>
                <a:spcPct val="20000"/>
              </a:spcBef>
              <a:spcAft>
                <a:spcPts val="0"/>
              </a:spcAft>
              <a:buClrTx/>
              <a:buSzPct val="90000"/>
              <a:buFontTx/>
              <a:buNone/>
              <a:tabLst/>
              <a:defRPr sz="1400">
                <a:gradFill>
                  <a:gsLst>
                    <a:gs pos="0">
                      <a:srgbClr val="0078D4"/>
                    </a:gs>
                    <a:gs pos="94000">
                      <a:srgbClr val="C73ECC"/>
                    </a:gs>
                  </a:gsLst>
                  <a:lin ang="0" scaled="1"/>
                </a:gradFill>
                <a:latin typeface="Segoe Sans Display Semibold"/>
              </a:defRPr>
            </a:lvl1p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chemeClr val="accent2"/>
                </a:solidFill>
                <a:effectLst/>
                <a:uLnTx/>
                <a:uFillTx/>
                <a:latin typeface="+mj-lt"/>
              </a:rPr>
              <a:t>Risk mitigation</a:t>
            </a:r>
          </a:p>
        </p:txBody>
      </p:sp>
      <p:sp>
        <p:nvSpPr>
          <p:cNvPr id="52" name="TextBox 51">
            <a:extLst>
              <a:ext uri="{FF2B5EF4-FFF2-40B4-BE49-F238E27FC236}">
                <a16:creationId xmlns:a16="http://schemas.microsoft.com/office/drawing/2014/main" id="{19936370-8533-95C9-F6BA-F6AB61642FE5}"/>
              </a:ext>
            </a:extLst>
          </p:cNvPr>
          <p:cNvSpPr txBox="1"/>
          <p:nvPr/>
        </p:nvSpPr>
        <p:spPr>
          <a:xfrm>
            <a:off x="6798770" y="3176311"/>
            <a:ext cx="207349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Reduces duplication, enforces compliance, and embeds responsible AI (RAI) principles.</a:t>
            </a:r>
          </a:p>
        </p:txBody>
      </p:sp>
      <p:sp>
        <p:nvSpPr>
          <p:cNvPr id="53" name="TextBox 52">
            <a:extLst>
              <a:ext uri="{FF2B5EF4-FFF2-40B4-BE49-F238E27FC236}">
                <a16:creationId xmlns:a16="http://schemas.microsoft.com/office/drawing/2014/main" id="{4AAACCC8-AC17-0C92-BC36-FDC3E5DDCAB4}"/>
              </a:ext>
            </a:extLst>
          </p:cNvPr>
          <p:cNvSpPr txBox="1"/>
          <p:nvPr/>
        </p:nvSpPr>
        <p:spPr>
          <a:xfrm flipH="1">
            <a:off x="9299821" y="2638743"/>
            <a:ext cx="1874355" cy="492443"/>
          </a:xfrm>
          <a:prstGeom prst="rect">
            <a:avLst/>
          </a:prstGeom>
          <a:noFill/>
        </p:spPr>
        <p:txBody>
          <a:bodyPr wrap="square" lIns="0" tIns="0" rIns="0" bIns="0" anchor="ctr">
            <a:spAutoFit/>
          </a:bodyPr>
          <a:lstStyle>
            <a:defPPr>
              <a:defRPr lang="en-US"/>
            </a:defPPr>
            <a:lvl1pPr marR="0" lvl="0" indent="0" defTabSz="914367" fontAlgn="auto">
              <a:lnSpc>
                <a:spcPct val="100000"/>
              </a:lnSpc>
              <a:spcBef>
                <a:spcPct val="20000"/>
              </a:spcBef>
              <a:spcAft>
                <a:spcPts val="0"/>
              </a:spcAft>
              <a:buClrTx/>
              <a:buSzPct val="90000"/>
              <a:buFontTx/>
              <a:buNone/>
              <a:tabLst/>
              <a:defRPr sz="1400">
                <a:gradFill>
                  <a:gsLst>
                    <a:gs pos="0">
                      <a:srgbClr val="0078D4"/>
                    </a:gs>
                    <a:gs pos="94000">
                      <a:srgbClr val="C73ECC"/>
                    </a:gs>
                  </a:gsLst>
                  <a:lin ang="0" scaled="1"/>
                </a:gradFill>
                <a:latin typeface="Segoe Sans Display Semibold"/>
              </a:defRPr>
            </a:lvl1p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dirty="0">
                <a:ln>
                  <a:noFill/>
                </a:ln>
                <a:solidFill>
                  <a:schemeClr val="accent2"/>
                </a:solidFill>
                <a:effectLst/>
                <a:uLnTx/>
                <a:uFillTx/>
                <a:latin typeface="+mj-lt"/>
              </a:rPr>
              <a:t>Lifecycle management</a:t>
            </a:r>
          </a:p>
        </p:txBody>
      </p:sp>
      <p:sp>
        <p:nvSpPr>
          <p:cNvPr id="54" name="TextBox 53">
            <a:extLst>
              <a:ext uri="{FF2B5EF4-FFF2-40B4-BE49-F238E27FC236}">
                <a16:creationId xmlns:a16="http://schemas.microsoft.com/office/drawing/2014/main" id="{42A8674A-128D-4862-0D78-66813068C583}"/>
              </a:ext>
            </a:extLst>
          </p:cNvPr>
          <p:cNvSpPr txBox="1"/>
          <p:nvPr/>
        </p:nvSpPr>
        <p:spPr>
          <a:xfrm>
            <a:off x="9299821" y="3176311"/>
            <a:ext cx="207349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Defines clear stages from Ideation to deployment and monitoring.</a:t>
            </a:r>
          </a:p>
        </p:txBody>
      </p:sp>
      <p:sp>
        <p:nvSpPr>
          <p:cNvPr id="55" name="TextBox 54">
            <a:extLst>
              <a:ext uri="{FF2B5EF4-FFF2-40B4-BE49-F238E27FC236}">
                <a16:creationId xmlns:a16="http://schemas.microsoft.com/office/drawing/2014/main" id="{96B168DD-9698-C747-999F-5916A82E4B0B}"/>
              </a:ext>
            </a:extLst>
          </p:cNvPr>
          <p:cNvSpPr txBox="1"/>
          <p:nvPr/>
        </p:nvSpPr>
        <p:spPr>
          <a:xfrm flipH="1">
            <a:off x="4619506" y="4840966"/>
            <a:ext cx="1608345" cy="492443"/>
          </a:xfrm>
          <a:prstGeom prst="rect">
            <a:avLst/>
          </a:prstGeom>
          <a:noFill/>
        </p:spPr>
        <p:txBody>
          <a:bodyPr wrap="square" lIns="0" tIns="0" rIns="0" bIns="0" anchor="ctr">
            <a:spAutoFit/>
          </a:body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chemeClr val="accent2"/>
                </a:solidFill>
                <a:effectLst/>
                <a:uLnTx/>
                <a:uFillTx/>
                <a:latin typeface="+mj-lt"/>
              </a:rPr>
              <a:t>Cross-functional alignment</a:t>
            </a:r>
          </a:p>
        </p:txBody>
      </p:sp>
      <p:sp>
        <p:nvSpPr>
          <p:cNvPr id="56" name="TextBox 55">
            <a:extLst>
              <a:ext uri="{FF2B5EF4-FFF2-40B4-BE49-F238E27FC236}">
                <a16:creationId xmlns:a16="http://schemas.microsoft.com/office/drawing/2014/main" id="{5F63FEC5-A801-7D4F-517E-EA060F399DDD}"/>
              </a:ext>
            </a:extLst>
          </p:cNvPr>
          <p:cNvSpPr txBox="1"/>
          <p:nvPr/>
        </p:nvSpPr>
        <p:spPr>
          <a:xfrm>
            <a:off x="4619506" y="5398198"/>
            <a:ext cx="1737505"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Brings together engineering, security, compliance, and business stakeholders.</a:t>
            </a:r>
          </a:p>
        </p:txBody>
      </p:sp>
      <p:sp>
        <p:nvSpPr>
          <p:cNvPr id="57" name="TextBox 56">
            <a:extLst>
              <a:ext uri="{FF2B5EF4-FFF2-40B4-BE49-F238E27FC236}">
                <a16:creationId xmlns:a16="http://schemas.microsoft.com/office/drawing/2014/main" id="{886B5E07-1373-17FD-330E-673C413271B2}"/>
              </a:ext>
            </a:extLst>
          </p:cNvPr>
          <p:cNvSpPr txBox="1"/>
          <p:nvPr/>
        </p:nvSpPr>
        <p:spPr>
          <a:xfrm flipH="1">
            <a:off x="6798770" y="4840966"/>
            <a:ext cx="1329230" cy="492443"/>
          </a:xfrm>
          <a:prstGeom prst="rect">
            <a:avLst/>
          </a:prstGeom>
          <a:noFill/>
        </p:spPr>
        <p:txBody>
          <a:bodyPr wrap="square" lIns="0" tIns="0" rIns="0" bIns="0" anchor="ctr">
            <a:spAutoFit/>
          </a:bodyPr>
          <a:lstStyle>
            <a:defPPr>
              <a:defRPr lang="en-US"/>
            </a:defPPr>
            <a:lvl1pPr marR="0" lvl="0" indent="0" defTabSz="914367" fontAlgn="auto">
              <a:lnSpc>
                <a:spcPct val="100000"/>
              </a:lnSpc>
              <a:spcBef>
                <a:spcPct val="20000"/>
              </a:spcBef>
              <a:spcAft>
                <a:spcPts val="0"/>
              </a:spcAft>
              <a:buClrTx/>
              <a:buSzPct val="90000"/>
              <a:buFontTx/>
              <a:buNone/>
              <a:tabLst/>
              <a:defRPr sz="1400">
                <a:gradFill>
                  <a:gsLst>
                    <a:gs pos="0">
                      <a:srgbClr val="0078D4"/>
                    </a:gs>
                    <a:gs pos="94000">
                      <a:srgbClr val="C73ECC"/>
                    </a:gs>
                  </a:gsLst>
                  <a:lin ang="0" scaled="1"/>
                </a:gradFill>
                <a:latin typeface="Segoe Sans Display Semibold"/>
              </a:defRPr>
            </a:lvl1p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dirty="0">
                <a:ln>
                  <a:noFill/>
                </a:ln>
                <a:solidFill>
                  <a:schemeClr val="accent2"/>
                </a:solidFill>
                <a:effectLst/>
                <a:uLnTx/>
                <a:uFillTx/>
                <a:latin typeface="+mj-lt"/>
              </a:rPr>
              <a:t>Scalable</a:t>
            </a:r>
            <a:br>
              <a:rPr kumimoji="0" lang="en-US" sz="1600" b="0" i="0" u="none" strike="noStrike" kern="1200" cap="none" spc="0" normalizeH="0" baseline="0" noProof="0" dirty="0">
                <a:ln>
                  <a:noFill/>
                </a:ln>
                <a:solidFill>
                  <a:schemeClr val="accent2"/>
                </a:solidFill>
                <a:effectLst/>
                <a:uLnTx/>
                <a:uFillTx/>
                <a:latin typeface="+mj-lt"/>
              </a:rPr>
            </a:br>
            <a:r>
              <a:rPr kumimoji="0" lang="en-US" sz="1600" b="0" i="0" u="none" strike="noStrike" kern="1200" cap="none" spc="0" normalizeH="0" baseline="0" noProof="0" dirty="0">
                <a:ln>
                  <a:noFill/>
                </a:ln>
                <a:solidFill>
                  <a:schemeClr val="accent2"/>
                </a:solidFill>
                <a:effectLst/>
                <a:uLnTx/>
                <a:uFillTx/>
                <a:latin typeface="+mj-lt"/>
              </a:rPr>
              <a:t>innovation</a:t>
            </a:r>
          </a:p>
        </p:txBody>
      </p:sp>
      <p:sp>
        <p:nvSpPr>
          <p:cNvPr id="58" name="TextBox 57">
            <a:extLst>
              <a:ext uri="{FF2B5EF4-FFF2-40B4-BE49-F238E27FC236}">
                <a16:creationId xmlns:a16="http://schemas.microsoft.com/office/drawing/2014/main" id="{E55DB6FC-20E5-358B-923A-043554D9BA21}"/>
              </a:ext>
            </a:extLst>
          </p:cNvPr>
          <p:cNvSpPr txBox="1"/>
          <p:nvPr/>
        </p:nvSpPr>
        <p:spPr>
          <a:xfrm>
            <a:off x="6798770" y="5398198"/>
            <a:ext cx="2073492" cy="738664"/>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Enables confident experimentation while maintaining enterprise-grade standards.</a:t>
            </a:r>
          </a:p>
        </p:txBody>
      </p:sp>
      <p:sp>
        <p:nvSpPr>
          <p:cNvPr id="59" name="TextBox 58">
            <a:extLst>
              <a:ext uri="{FF2B5EF4-FFF2-40B4-BE49-F238E27FC236}">
                <a16:creationId xmlns:a16="http://schemas.microsoft.com/office/drawing/2014/main" id="{2C2C2A10-72D0-C742-1701-C23DDE82213E}"/>
              </a:ext>
            </a:extLst>
          </p:cNvPr>
          <p:cNvSpPr txBox="1"/>
          <p:nvPr/>
        </p:nvSpPr>
        <p:spPr>
          <a:xfrm flipH="1">
            <a:off x="9299821" y="4840966"/>
            <a:ext cx="1874355" cy="492443"/>
          </a:xfrm>
          <a:prstGeom prst="rect">
            <a:avLst/>
          </a:prstGeom>
          <a:noFill/>
        </p:spPr>
        <p:txBody>
          <a:bodyPr wrap="square" lIns="0" tIns="0" rIns="0" bIns="0" anchor="ctr">
            <a:spAutoFit/>
          </a:bodyPr>
          <a:lstStyle>
            <a:defPPr>
              <a:defRPr lang="en-US"/>
            </a:defPPr>
            <a:lvl1pPr marR="0" lvl="0" indent="0" defTabSz="914367" fontAlgn="auto">
              <a:lnSpc>
                <a:spcPct val="100000"/>
              </a:lnSpc>
              <a:spcBef>
                <a:spcPct val="20000"/>
              </a:spcBef>
              <a:spcAft>
                <a:spcPts val="0"/>
              </a:spcAft>
              <a:buClrTx/>
              <a:buSzPct val="90000"/>
              <a:buFontTx/>
              <a:buNone/>
              <a:tabLst/>
              <a:defRPr sz="1400">
                <a:gradFill>
                  <a:gsLst>
                    <a:gs pos="0">
                      <a:srgbClr val="0078D4"/>
                    </a:gs>
                    <a:gs pos="94000">
                      <a:srgbClr val="C73ECC"/>
                    </a:gs>
                  </a:gsLst>
                  <a:lin ang="0" scaled="1"/>
                </a:gradFill>
                <a:latin typeface="Segoe Sans Display Semibold"/>
              </a:defRPr>
            </a:lvl1pPr>
          </a:lstStyle>
          <a:p>
            <a:pPr marL="0" marR="0" lvl="0" indent="0" algn="l" defTabSz="914367" rtl="0" eaLnBrk="1" fontAlgn="auto" latinLnBrk="0" hangingPunct="1">
              <a:lnSpc>
                <a:spcPct val="100000"/>
              </a:lnSpc>
              <a:spcBef>
                <a:spcPct val="20000"/>
              </a:spcBef>
              <a:spcAft>
                <a:spcPts val="0"/>
              </a:spcAft>
              <a:buClrTx/>
              <a:buSzPct val="90000"/>
              <a:buFontTx/>
              <a:buNone/>
              <a:tabLst/>
              <a:defRPr/>
            </a:pPr>
            <a:r>
              <a:rPr kumimoji="0" lang="en-US" sz="1600" b="0" i="0" u="none" strike="noStrike" kern="1200" cap="none" spc="0" normalizeH="0" baseline="0" noProof="0">
                <a:ln>
                  <a:noFill/>
                </a:ln>
                <a:solidFill>
                  <a:schemeClr val="accent2"/>
                </a:solidFill>
                <a:effectLst/>
                <a:uLnTx/>
                <a:uFillTx/>
                <a:latin typeface="+mj-lt"/>
              </a:rPr>
              <a:t>Cultural</a:t>
            </a:r>
            <a:br>
              <a:rPr kumimoji="0" lang="en-US" sz="1600" b="0" i="0" u="none" strike="noStrike" kern="1200" cap="none" spc="0" normalizeH="0" baseline="0" noProof="0">
                <a:ln>
                  <a:noFill/>
                </a:ln>
                <a:solidFill>
                  <a:schemeClr val="accent2"/>
                </a:solidFill>
                <a:effectLst/>
                <a:uLnTx/>
                <a:uFillTx/>
                <a:latin typeface="+mj-lt"/>
              </a:rPr>
            </a:br>
            <a:r>
              <a:rPr kumimoji="0" lang="en-US" sz="1600" b="0" i="0" u="none" strike="noStrike" kern="1200" cap="none" spc="0" normalizeH="0" baseline="0" noProof="0">
                <a:ln>
                  <a:noFill/>
                </a:ln>
                <a:solidFill>
                  <a:schemeClr val="accent2"/>
                </a:solidFill>
                <a:effectLst/>
                <a:uLnTx/>
                <a:uFillTx/>
                <a:latin typeface="+mj-lt"/>
              </a:rPr>
              <a:t>impact</a:t>
            </a:r>
          </a:p>
        </p:txBody>
      </p:sp>
      <p:sp>
        <p:nvSpPr>
          <p:cNvPr id="60" name="TextBox 59">
            <a:extLst>
              <a:ext uri="{FF2B5EF4-FFF2-40B4-BE49-F238E27FC236}">
                <a16:creationId xmlns:a16="http://schemas.microsoft.com/office/drawing/2014/main" id="{D51A1E7B-3D4D-F114-8BB9-5534E9C71244}"/>
              </a:ext>
            </a:extLst>
          </p:cNvPr>
          <p:cNvSpPr txBox="1"/>
          <p:nvPr/>
        </p:nvSpPr>
        <p:spPr>
          <a:xfrm>
            <a:off x="9299821" y="5398198"/>
            <a:ext cx="207349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effectLst/>
                <a:uLnTx/>
                <a:uFillTx/>
              </a:rPr>
              <a:t>Reinforces a mindset of accountability, transparency, and continuous improvement.</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Observability is foundational</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34" name="Rectangle: Top Corners Rounded 33">
            <a:extLst>
              <a:ext uri="{FF2B5EF4-FFF2-40B4-BE49-F238E27FC236}">
                <a16:creationId xmlns:a16="http://schemas.microsoft.com/office/drawing/2014/main" id="{64B72CD6-D38F-6FED-1FC0-37A03CE94E91}"/>
              </a:ext>
              <a:ext uri="{C183D7F6-B498-43B3-948B-1728B52AA6E4}">
                <adec:decorative xmlns:adec="http://schemas.microsoft.com/office/drawing/2017/decorative" val="1"/>
              </a:ext>
            </a:extLst>
          </p:cNvPr>
          <p:cNvSpPr/>
          <p:nvPr/>
        </p:nvSpPr>
        <p:spPr bwMode="auto">
          <a:xfrm>
            <a:off x="4019549" y="4036006"/>
            <a:ext cx="4152900" cy="1196895"/>
          </a:xfrm>
          <a:prstGeom prst="round2SameRect">
            <a:avLst>
              <a:gd name="adj1" fmla="val 0"/>
              <a:gd name="adj2" fmla="val 7766"/>
            </a:avLst>
          </a:prstGeom>
          <a:solidFill>
            <a:srgbClr val="24242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35" name="Rectangle: Rounded Corners 34">
            <a:extLst>
              <a:ext uri="{FF2B5EF4-FFF2-40B4-BE49-F238E27FC236}">
                <a16:creationId xmlns:a16="http://schemas.microsoft.com/office/drawing/2014/main" id="{DA40F2F6-CD76-8F8C-2478-0092B2F71C63}"/>
              </a:ext>
              <a:ext uri="{C183D7F6-B498-43B3-948B-1728B52AA6E4}">
                <adec:decorative xmlns:adec="http://schemas.microsoft.com/office/drawing/2017/decorative" val="1"/>
              </a:ext>
            </a:extLst>
          </p:cNvPr>
          <p:cNvSpPr/>
          <p:nvPr/>
        </p:nvSpPr>
        <p:spPr bwMode="auto">
          <a:xfrm>
            <a:off x="1215342" y="2025570"/>
            <a:ext cx="9761316" cy="3001646"/>
          </a:xfrm>
          <a:prstGeom prst="roundRect">
            <a:avLst>
              <a:gd name="adj" fmla="val 6173"/>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36" name="TextBox 35">
            <a:extLst>
              <a:ext uri="{FF2B5EF4-FFF2-40B4-BE49-F238E27FC236}">
                <a16:creationId xmlns:a16="http://schemas.microsoft.com/office/drawing/2014/main" id="{EB672678-EF2F-0430-1208-3C5F31FFFFBE}"/>
              </a:ext>
              <a:ext uri="{C183D7F6-B498-43B3-948B-1728B52AA6E4}">
                <adec:decorative xmlns:adec="http://schemas.microsoft.com/office/drawing/2017/decorative" val="1"/>
              </a:ext>
            </a:extLst>
          </p:cNvPr>
          <p:cNvSpPr txBox="1">
            <a:spLocks/>
          </p:cNvSpPr>
          <p:nvPr/>
        </p:nvSpPr>
        <p:spPr>
          <a:xfrm>
            <a:off x="3971153" y="4908426"/>
            <a:ext cx="4249693" cy="514760"/>
          </a:xfrm>
          <a:prstGeom prst="roundRect">
            <a:avLst>
              <a:gd name="adj" fmla="val 50000"/>
            </a:avLst>
          </a:prstGeom>
          <a:solidFill>
            <a:schemeClr val="tx2"/>
          </a:solidFill>
        </p:spPr>
        <p:txBody>
          <a:bodyPr wrap="square" lIns="91440" tIns="45720" rIns="91440" bIns="45720" rtlCol="0" anchor="ctr" anchorCtr="0">
            <a:noAutofit/>
          </a:bodyPr>
          <a:lstStyle>
            <a:defPPr>
              <a:defRPr lang="en-US"/>
            </a:defPPr>
            <a:lvl1pPr algn="ctr" defTabSz="914437" fontAlgn="base">
              <a:spcBef>
                <a:spcPct val="0"/>
              </a:spcBef>
              <a:spcAft>
                <a:spcPct val="0"/>
              </a:spcAft>
              <a:tabLst>
                <a:tab pos="1487158" algn="l"/>
              </a:tabLst>
              <a:defRPr b="1">
                <a:ln w="3175">
                  <a:noFill/>
                </a:ln>
                <a:solidFill>
                  <a:srgbClr val="FFFFFF"/>
                </a:solidFill>
                <a:latin typeface="+mj-lt"/>
                <a:ea typeface="+mj-ea"/>
                <a:cs typeface="+mj-cs"/>
              </a:defRPr>
            </a:lvl1pPr>
            <a:lvl2pPr marL="358814" defTabSz="717626">
              <a:defRPr sz="1413"/>
            </a:lvl2pPr>
            <a:lvl3pPr marL="717626" defTabSz="717626">
              <a:defRPr sz="1413"/>
            </a:lvl3pPr>
            <a:lvl4pPr marL="1076440" defTabSz="717626">
              <a:defRPr sz="1413"/>
            </a:lvl4pPr>
            <a:lvl5pPr marL="1435252" defTabSz="717626">
              <a:defRPr sz="1413"/>
            </a:lvl5pPr>
            <a:lvl6pPr marL="1794066" defTabSz="717626">
              <a:defRPr sz="1413"/>
            </a:lvl6pPr>
            <a:lvl7pPr marL="2152877" defTabSz="717626">
              <a:defRPr sz="1413"/>
            </a:lvl7pPr>
            <a:lvl8pPr marL="2511691" defTabSz="717626">
              <a:defRPr sz="1413"/>
            </a:lvl8pPr>
            <a:lvl9pPr marL="2870503" defTabSz="717626">
              <a:defRPr sz="1413"/>
            </a:lvl9pPr>
          </a:lstStyle>
          <a:p>
            <a:pPr lvl="0">
              <a:defRPr/>
            </a:pPr>
            <a:r>
              <a:rPr lang="en-US" b="0" dirty="0">
                <a:solidFill>
                  <a:schemeClr val="bg1"/>
                </a:solidFill>
              </a:rPr>
              <a:t>Security teams</a:t>
            </a:r>
          </a:p>
        </p:txBody>
      </p:sp>
      <p:sp>
        <p:nvSpPr>
          <p:cNvPr id="37" name="TextBox 36">
            <a:extLst>
              <a:ext uri="{FF2B5EF4-FFF2-40B4-BE49-F238E27FC236}">
                <a16:creationId xmlns:a16="http://schemas.microsoft.com/office/drawing/2014/main" id="{A8F51E1B-5956-E091-CD8F-7DE422E5A70D}"/>
              </a:ext>
              <a:ext uri="{C183D7F6-B498-43B3-948B-1728B52AA6E4}">
                <adec:decorative xmlns:adec="http://schemas.microsoft.com/office/drawing/2017/decorative" val="1"/>
              </a:ext>
            </a:extLst>
          </p:cNvPr>
          <p:cNvSpPr txBox="1">
            <a:spLocks/>
          </p:cNvSpPr>
          <p:nvPr/>
        </p:nvSpPr>
        <p:spPr>
          <a:xfrm>
            <a:off x="588263" y="1603620"/>
            <a:ext cx="2631490" cy="566721"/>
          </a:xfrm>
          <a:prstGeom prst="roundRect">
            <a:avLst>
              <a:gd name="adj" fmla="val 50000"/>
            </a:avLst>
          </a:prstGeom>
          <a:solidFill>
            <a:schemeClr val="tx2"/>
          </a:solidFill>
        </p:spPr>
        <p:txBody>
          <a:bodyPr wrap="square" lIns="91440" tIns="45720" rIns="91440" bIns="45720" rtlCol="0" anchor="ctr" anchorCtr="0">
            <a:noAutofit/>
          </a:bodyPr>
          <a:lstStyle>
            <a:defPPr>
              <a:defRPr lang="en-US"/>
            </a:defPPr>
            <a:lvl1pPr algn="ctr" defTabSz="914437" fontAlgn="base">
              <a:spcBef>
                <a:spcPct val="0"/>
              </a:spcBef>
              <a:spcAft>
                <a:spcPct val="0"/>
              </a:spcAft>
              <a:tabLst>
                <a:tab pos="1487158" algn="l"/>
              </a:tabLst>
              <a:defRPr b="1">
                <a:ln w="3175">
                  <a:noFill/>
                </a:ln>
                <a:solidFill>
                  <a:srgbClr val="FFFFFF"/>
                </a:solidFill>
                <a:latin typeface="+mj-lt"/>
                <a:ea typeface="+mj-ea"/>
                <a:cs typeface="+mj-cs"/>
              </a:defRPr>
            </a:lvl1pPr>
            <a:lvl2pPr marL="358814" defTabSz="717626">
              <a:defRPr sz="1413"/>
            </a:lvl2pPr>
            <a:lvl3pPr marL="717626" defTabSz="717626">
              <a:defRPr sz="1413"/>
            </a:lvl3pPr>
            <a:lvl4pPr marL="1076440" defTabSz="717626">
              <a:defRPr sz="1413"/>
            </a:lvl4pPr>
            <a:lvl5pPr marL="1435252" defTabSz="717626">
              <a:defRPr sz="1413"/>
            </a:lvl5pPr>
            <a:lvl6pPr marL="1794066" defTabSz="717626">
              <a:defRPr sz="1413"/>
            </a:lvl6pPr>
            <a:lvl7pPr marL="2152877" defTabSz="717626">
              <a:defRPr sz="1413"/>
            </a:lvl7pPr>
            <a:lvl8pPr marL="2511691" defTabSz="717626">
              <a:defRPr sz="1413"/>
            </a:lvl8pPr>
            <a:lvl9pPr marL="2870503" defTabSz="717626">
              <a:defRPr sz="1413"/>
            </a:lvl9pPr>
          </a:lstStyle>
          <a:p>
            <a:pPr lvl="0">
              <a:defRPr/>
            </a:pPr>
            <a:r>
              <a:rPr lang="en-US" b="0">
                <a:solidFill>
                  <a:schemeClr val="bg1"/>
                </a:solidFill>
              </a:rPr>
              <a:t>IT teams</a:t>
            </a:r>
          </a:p>
        </p:txBody>
      </p:sp>
      <p:sp>
        <p:nvSpPr>
          <p:cNvPr id="38" name="TextBox 37">
            <a:extLst>
              <a:ext uri="{FF2B5EF4-FFF2-40B4-BE49-F238E27FC236}">
                <a16:creationId xmlns:a16="http://schemas.microsoft.com/office/drawing/2014/main" id="{2E0230A1-0008-4388-D74F-0C65304FB922}"/>
              </a:ext>
              <a:ext uri="{C183D7F6-B498-43B3-948B-1728B52AA6E4}">
                <adec:decorative xmlns:adec="http://schemas.microsoft.com/office/drawing/2017/decorative" val="1"/>
              </a:ext>
            </a:extLst>
          </p:cNvPr>
          <p:cNvSpPr txBox="1">
            <a:spLocks/>
          </p:cNvSpPr>
          <p:nvPr/>
        </p:nvSpPr>
        <p:spPr>
          <a:xfrm>
            <a:off x="8972246" y="1642564"/>
            <a:ext cx="2633472" cy="566721"/>
          </a:xfrm>
          <a:prstGeom prst="roundRect">
            <a:avLst>
              <a:gd name="adj" fmla="val 50000"/>
            </a:avLst>
          </a:prstGeom>
          <a:solidFill>
            <a:schemeClr val="tx2"/>
          </a:solidFill>
        </p:spPr>
        <p:txBody>
          <a:bodyPr wrap="square" lIns="91440" tIns="45720" rIns="91440" bIns="45720" rtlCol="0" anchor="ctr" anchorCtr="0">
            <a:noAutofit/>
          </a:bodyPr>
          <a:lstStyle>
            <a:defPPr>
              <a:defRPr lang="en-US"/>
            </a:defPPr>
            <a:lvl1pPr algn="ctr" defTabSz="914437" fontAlgn="base">
              <a:spcBef>
                <a:spcPct val="0"/>
              </a:spcBef>
              <a:spcAft>
                <a:spcPct val="0"/>
              </a:spcAft>
              <a:tabLst>
                <a:tab pos="1487158" algn="l"/>
              </a:tabLst>
              <a:defRPr b="1">
                <a:ln w="3175">
                  <a:noFill/>
                </a:ln>
                <a:solidFill>
                  <a:srgbClr val="FFFFFF"/>
                </a:solidFill>
                <a:latin typeface="+mj-lt"/>
                <a:ea typeface="+mj-ea"/>
                <a:cs typeface="+mj-cs"/>
              </a:defRPr>
            </a:lvl1pPr>
            <a:lvl2pPr marL="358814" defTabSz="717626">
              <a:defRPr sz="1413"/>
            </a:lvl2pPr>
            <a:lvl3pPr marL="717626" defTabSz="717626">
              <a:defRPr sz="1413"/>
            </a:lvl3pPr>
            <a:lvl4pPr marL="1076440" defTabSz="717626">
              <a:defRPr sz="1413"/>
            </a:lvl4pPr>
            <a:lvl5pPr marL="1435252" defTabSz="717626">
              <a:defRPr sz="1413"/>
            </a:lvl5pPr>
            <a:lvl6pPr marL="1794066" defTabSz="717626">
              <a:defRPr sz="1413"/>
            </a:lvl6pPr>
            <a:lvl7pPr marL="2152877" defTabSz="717626">
              <a:defRPr sz="1413"/>
            </a:lvl7pPr>
            <a:lvl8pPr marL="2511691" defTabSz="717626">
              <a:defRPr sz="1413"/>
            </a:lvl8pPr>
            <a:lvl9pPr marL="2870503" defTabSz="717626">
              <a:defRPr sz="1413"/>
            </a:lvl9pPr>
          </a:lstStyle>
          <a:p>
            <a:pPr lvl="0">
              <a:defRPr/>
            </a:pPr>
            <a:r>
              <a:rPr lang="en-US" b="0" dirty="0">
                <a:solidFill>
                  <a:schemeClr val="bg1"/>
                </a:solidFill>
              </a:rPr>
              <a:t>Dev teams</a:t>
            </a:r>
          </a:p>
        </p:txBody>
      </p:sp>
      <p:sp>
        <p:nvSpPr>
          <p:cNvPr id="39" name="Freeform: Shape 38">
            <a:extLst>
              <a:ext uri="{FF2B5EF4-FFF2-40B4-BE49-F238E27FC236}">
                <a16:creationId xmlns:a16="http://schemas.microsoft.com/office/drawing/2014/main" id="{7ED66011-E67A-4493-CC00-6C304356FBF8}"/>
              </a:ext>
              <a:ext uri="{C183D7F6-B498-43B3-948B-1728B52AA6E4}">
                <adec:decorative xmlns:adec="http://schemas.microsoft.com/office/drawing/2017/decorative" val="1"/>
              </a:ext>
            </a:extLst>
          </p:cNvPr>
          <p:cNvSpPr/>
          <p:nvPr/>
        </p:nvSpPr>
        <p:spPr bwMode="auto">
          <a:xfrm>
            <a:off x="1055531" y="2318848"/>
            <a:ext cx="2763994" cy="2846958"/>
          </a:xfrm>
          <a:custGeom>
            <a:avLst/>
            <a:gdLst>
              <a:gd name="connsiteX0" fmla="*/ 0 w 2763994"/>
              <a:gd name="connsiteY0" fmla="*/ 0 h 2846958"/>
              <a:gd name="connsiteX1" fmla="*/ 2763994 w 2763994"/>
              <a:gd name="connsiteY1" fmla="*/ 0 h 2846958"/>
              <a:gd name="connsiteX2" fmla="*/ 2763994 w 2763994"/>
              <a:gd name="connsiteY2" fmla="*/ 2846958 h 2846958"/>
              <a:gd name="connsiteX3" fmla="*/ 202402 w 2763994"/>
              <a:gd name="connsiteY3" fmla="*/ 2846958 h 2846958"/>
              <a:gd name="connsiteX4" fmla="*/ 0 w 2763994"/>
              <a:gd name="connsiteY4" fmla="*/ 2644556 h 2846958"/>
              <a:gd name="connsiteX5" fmla="*/ 0 w 2763994"/>
              <a:gd name="connsiteY5" fmla="*/ 0 h 2846958"/>
              <a:gd name="connsiteX0" fmla="*/ 2763994 w 2855434"/>
              <a:gd name="connsiteY0" fmla="*/ 0 h 2846958"/>
              <a:gd name="connsiteX1" fmla="*/ 2763994 w 2855434"/>
              <a:gd name="connsiteY1" fmla="*/ 2846958 h 2846958"/>
              <a:gd name="connsiteX2" fmla="*/ 202402 w 2855434"/>
              <a:gd name="connsiteY2" fmla="*/ 2846958 h 2846958"/>
              <a:gd name="connsiteX3" fmla="*/ 0 w 2855434"/>
              <a:gd name="connsiteY3" fmla="*/ 2644556 h 2846958"/>
              <a:gd name="connsiteX4" fmla="*/ 0 w 2855434"/>
              <a:gd name="connsiteY4" fmla="*/ 0 h 2846958"/>
              <a:gd name="connsiteX5" fmla="*/ 2855434 w 2855434"/>
              <a:gd name="connsiteY5" fmla="*/ 91440 h 2846958"/>
              <a:gd name="connsiteX0" fmla="*/ 2763994 w 2763994"/>
              <a:gd name="connsiteY0" fmla="*/ 0 h 2846958"/>
              <a:gd name="connsiteX1" fmla="*/ 2763994 w 2763994"/>
              <a:gd name="connsiteY1" fmla="*/ 2846958 h 2846958"/>
              <a:gd name="connsiteX2" fmla="*/ 202402 w 2763994"/>
              <a:gd name="connsiteY2" fmla="*/ 2846958 h 2846958"/>
              <a:gd name="connsiteX3" fmla="*/ 0 w 2763994"/>
              <a:gd name="connsiteY3" fmla="*/ 2644556 h 2846958"/>
              <a:gd name="connsiteX4" fmla="*/ 0 w 2763994"/>
              <a:gd name="connsiteY4" fmla="*/ 0 h 2846958"/>
              <a:gd name="connsiteX0" fmla="*/ 2763994 w 2763994"/>
              <a:gd name="connsiteY0" fmla="*/ 2846958 h 2846958"/>
              <a:gd name="connsiteX1" fmla="*/ 202402 w 2763994"/>
              <a:gd name="connsiteY1" fmla="*/ 2846958 h 2846958"/>
              <a:gd name="connsiteX2" fmla="*/ 0 w 2763994"/>
              <a:gd name="connsiteY2" fmla="*/ 2644556 h 2846958"/>
              <a:gd name="connsiteX3" fmla="*/ 0 w 2763994"/>
              <a:gd name="connsiteY3" fmla="*/ 0 h 2846958"/>
            </a:gdLst>
            <a:ahLst/>
            <a:cxnLst>
              <a:cxn ang="0">
                <a:pos x="connsiteX0" y="connsiteY0"/>
              </a:cxn>
              <a:cxn ang="0">
                <a:pos x="connsiteX1" y="connsiteY1"/>
              </a:cxn>
              <a:cxn ang="0">
                <a:pos x="connsiteX2" y="connsiteY2"/>
              </a:cxn>
              <a:cxn ang="0">
                <a:pos x="connsiteX3" y="connsiteY3"/>
              </a:cxn>
            </a:cxnLst>
            <a:rect l="l" t="t" r="r" b="b"/>
            <a:pathLst>
              <a:path w="2763994" h="2846958">
                <a:moveTo>
                  <a:pt x="2763994" y="2846958"/>
                </a:moveTo>
                <a:lnTo>
                  <a:pt x="202402" y="2846958"/>
                </a:lnTo>
                <a:cubicBezTo>
                  <a:pt x="90618" y="2846958"/>
                  <a:pt x="0" y="2756340"/>
                  <a:pt x="0" y="2644556"/>
                </a:cubicBezTo>
                <a:lnTo>
                  <a:pt x="0" y="0"/>
                </a:lnTo>
              </a:path>
            </a:pathLst>
          </a:custGeom>
          <a:ln w="12700">
            <a:solidFill>
              <a:schemeClr val="accent1"/>
            </a:solidFill>
            <a:prstDash val="dash"/>
            <a:headEnd type="arrow" w="lg" len="med"/>
            <a:tailEnd type="arrow"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40" name="Freeform: Shape 39">
            <a:extLst>
              <a:ext uri="{FF2B5EF4-FFF2-40B4-BE49-F238E27FC236}">
                <a16:creationId xmlns:a16="http://schemas.microsoft.com/office/drawing/2014/main" id="{479A02CA-9F16-66B0-1D22-8972C9BF9BDB}"/>
              </a:ext>
              <a:ext uri="{C183D7F6-B498-43B3-948B-1728B52AA6E4}">
                <adec:decorative xmlns:adec="http://schemas.microsoft.com/office/drawing/2017/decorative" val="1"/>
              </a:ext>
            </a:extLst>
          </p:cNvPr>
          <p:cNvSpPr/>
          <p:nvPr/>
        </p:nvSpPr>
        <p:spPr bwMode="auto">
          <a:xfrm>
            <a:off x="8372475" y="2318848"/>
            <a:ext cx="2763993" cy="2846958"/>
          </a:xfrm>
          <a:custGeom>
            <a:avLst/>
            <a:gdLst>
              <a:gd name="connsiteX0" fmla="*/ 0 w 2763993"/>
              <a:gd name="connsiteY0" fmla="*/ 0 h 2846958"/>
              <a:gd name="connsiteX1" fmla="*/ 2763993 w 2763993"/>
              <a:gd name="connsiteY1" fmla="*/ 0 h 2846958"/>
              <a:gd name="connsiteX2" fmla="*/ 2763993 w 2763993"/>
              <a:gd name="connsiteY2" fmla="*/ 2644556 h 2846958"/>
              <a:gd name="connsiteX3" fmla="*/ 2561591 w 2763993"/>
              <a:gd name="connsiteY3" fmla="*/ 2846958 h 2846958"/>
              <a:gd name="connsiteX4" fmla="*/ 0 w 2763993"/>
              <a:gd name="connsiteY4" fmla="*/ 2846958 h 2846958"/>
              <a:gd name="connsiteX5" fmla="*/ 0 w 2763993"/>
              <a:gd name="connsiteY5" fmla="*/ 0 h 2846958"/>
              <a:gd name="connsiteX0" fmla="*/ 2763993 w 2855433"/>
              <a:gd name="connsiteY0" fmla="*/ 0 h 2846958"/>
              <a:gd name="connsiteX1" fmla="*/ 2763993 w 2855433"/>
              <a:gd name="connsiteY1" fmla="*/ 2644556 h 2846958"/>
              <a:gd name="connsiteX2" fmla="*/ 2561591 w 2855433"/>
              <a:gd name="connsiteY2" fmla="*/ 2846958 h 2846958"/>
              <a:gd name="connsiteX3" fmla="*/ 0 w 2855433"/>
              <a:gd name="connsiteY3" fmla="*/ 2846958 h 2846958"/>
              <a:gd name="connsiteX4" fmla="*/ 0 w 2855433"/>
              <a:gd name="connsiteY4" fmla="*/ 0 h 2846958"/>
              <a:gd name="connsiteX5" fmla="*/ 2855433 w 2855433"/>
              <a:gd name="connsiteY5" fmla="*/ 91440 h 2846958"/>
              <a:gd name="connsiteX0" fmla="*/ 2763993 w 2763993"/>
              <a:gd name="connsiteY0" fmla="*/ 0 h 2846958"/>
              <a:gd name="connsiteX1" fmla="*/ 2763993 w 2763993"/>
              <a:gd name="connsiteY1" fmla="*/ 2644556 h 2846958"/>
              <a:gd name="connsiteX2" fmla="*/ 2561591 w 2763993"/>
              <a:gd name="connsiteY2" fmla="*/ 2846958 h 2846958"/>
              <a:gd name="connsiteX3" fmla="*/ 0 w 2763993"/>
              <a:gd name="connsiteY3" fmla="*/ 2846958 h 2846958"/>
              <a:gd name="connsiteX4" fmla="*/ 0 w 2763993"/>
              <a:gd name="connsiteY4" fmla="*/ 0 h 2846958"/>
              <a:gd name="connsiteX0" fmla="*/ 2763993 w 2763993"/>
              <a:gd name="connsiteY0" fmla="*/ 0 h 2846958"/>
              <a:gd name="connsiteX1" fmla="*/ 2763993 w 2763993"/>
              <a:gd name="connsiteY1" fmla="*/ 2644556 h 2846958"/>
              <a:gd name="connsiteX2" fmla="*/ 2561591 w 2763993"/>
              <a:gd name="connsiteY2" fmla="*/ 2846958 h 2846958"/>
              <a:gd name="connsiteX3" fmla="*/ 0 w 2763993"/>
              <a:gd name="connsiteY3" fmla="*/ 2846958 h 2846958"/>
            </a:gdLst>
            <a:ahLst/>
            <a:cxnLst>
              <a:cxn ang="0">
                <a:pos x="connsiteX0" y="connsiteY0"/>
              </a:cxn>
              <a:cxn ang="0">
                <a:pos x="connsiteX1" y="connsiteY1"/>
              </a:cxn>
              <a:cxn ang="0">
                <a:pos x="connsiteX2" y="connsiteY2"/>
              </a:cxn>
              <a:cxn ang="0">
                <a:pos x="connsiteX3" y="connsiteY3"/>
              </a:cxn>
            </a:cxnLst>
            <a:rect l="l" t="t" r="r" b="b"/>
            <a:pathLst>
              <a:path w="2763993" h="2846958">
                <a:moveTo>
                  <a:pt x="2763993" y="0"/>
                </a:moveTo>
                <a:lnTo>
                  <a:pt x="2763993" y="2644556"/>
                </a:lnTo>
                <a:cubicBezTo>
                  <a:pt x="2763993" y="2756340"/>
                  <a:pt x="2673375" y="2846958"/>
                  <a:pt x="2561591" y="2846958"/>
                </a:cubicBezTo>
                <a:lnTo>
                  <a:pt x="0" y="2846958"/>
                </a:lnTo>
              </a:path>
            </a:pathLst>
          </a:custGeom>
          <a:ln w="12700">
            <a:solidFill>
              <a:schemeClr val="accent1"/>
            </a:solidFill>
            <a:prstDash val="dash"/>
            <a:headEnd type="arrow" w="lg" len="med"/>
            <a:tailEnd type="arrow" w="lg" len="med"/>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cxnSp>
        <p:nvCxnSpPr>
          <p:cNvPr id="41" name="Straight Connector 40">
            <a:extLst>
              <a:ext uri="{FF2B5EF4-FFF2-40B4-BE49-F238E27FC236}">
                <a16:creationId xmlns:a16="http://schemas.microsoft.com/office/drawing/2014/main" id="{9F82CE8C-187E-B53C-9A47-88F8E9F82C76}"/>
              </a:ext>
              <a:ext uri="{C183D7F6-B498-43B3-948B-1728B52AA6E4}">
                <adec:decorative xmlns:adec="http://schemas.microsoft.com/office/drawing/2017/decorative" val="1"/>
              </a:ext>
            </a:extLst>
          </p:cNvPr>
          <p:cNvCxnSpPr>
            <a:cxnSpLocks/>
          </p:cNvCxnSpPr>
          <p:nvPr/>
        </p:nvCxnSpPr>
        <p:spPr>
          <a:xfrm>
            <a:off x="3352800" y="1886980"/>
            <a:ext cx="5486398" cy="0"/>
          </a:xfrm>
          <a:prstGeom prst="line">
            <a:avLst/>
          </a:prstGeom>
          <a:ln w="12700">
            <a:solidFill>
              <a:schemeClr val="accent1"/>
            </a:solidFill>
            <a:prstDash val="dash"/>
            <a:headEnd type="arrow" w="lg" len="med"/>
            <a:tailEnd type="arrow" w="lg" len="med"/>
          </a:ln>
        </p:spPr>
        <p:style>
          <a:lnRef idx="1">
            <a:schemeClr val="accent1"/>
          </a:lnRef>
          <a:fillRef idx="0">
            <a:schemeClr val="accent1"/>
          </a:fillRef>
          <a:effectRef idx="0">
            <a:schemeClr val="accent1"/>
          </a:effectRef>
          <a:fontRef idx="minor">
            <a:schemeClr val="tx1"/>
          </a:fontRef>
        </p:style>
      </p:cxnSp>
      <p:sp>
        <p:nvSpPr>
          <p:cNvPr id="42" name="!!a">
            <a:extLst>
              <a:ext uri="{FF2B5EF4-FFF2-40B4-BE49-F238E27FC236}">
                <a16:creationId xmlns:a16="http://schemas.microsoft.com/office/drawing/2014/main" id="{F1A140F2-3606-E714-D8C1-F0BFB60941F0}"/>
              </a:ext>
              <a:ext uri="{C183D7F6-B498-43B3-948B-1728B52AA6E4}">
                <adec:decorative xmlns:adec="http://schemas.microsoft.com/office/drawing/2017/decorative" val="1"/>
              </a:ext>
            </a:extLst>
          </p:cNvPr>
          <p:cNvSpPr txBox="1"/>
          <p:nvPr/>
        </p:nvSpPr>
        <p:spPr>
          <a:xfrm>
            <a:off x="3409950" y="3312497"/>
            <a:ext cx="5372100" cy="461665"/>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i="0" u="none" strike="noStrike" kern="1200" cap="none" spc="0" normalizeH="0" baseline="0" noProof="0">
                <a:ln>
                  <a:noFill/>
                </a:ln>
                <a:solidFill>
                  <a:schemeClr val="accent2"/>
                </a:solidFill>
                <a:effectLst/>
                <a:uLnTx/>
                <a:uFillTx/>
                <a:latin typeface="+mj-lt"/>
                <a:ea typeface="+mj-ea"/>
                <a:cs typeface="+mj-cs"/>
              </a:rPr>
              <a:t>Security as a Core Primitive</a:t>
            </a:r>
          </a:p>
        </p:txBody>
      </p:sp>
      <p:sp>
        <p:nvSpPr>
          <p:cNvPr id="43" name="Rectangle 42" descr="Diagram showing shared security controls between IT teams, Dev teams, and Security teams with Security as a Core Primitive in the center">
            <a:extLst>
              <a:ext uri="{FF2B5EF4-FFF2-40B4-BE49-F238E27FC236}">
                <a16:creationId xmlns:a16="http://schemas.microsoft.com/office/drawing/2014/main" id="{952A5BA5-1E2C-D779-A233-EDCC24395741}"/>
              </a:ext>
            </a:extLst>
          </p:cNvPr>
          <p:cNvSpPr/>
          <p:nvPr/>
        </p:nvSpPr>
        <p:spPr bwMode="auto">
          <a:xfrm>
            <a:off x="4043404" y="1502649"/>
            <a:ext cx="109496" cy="10949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dirty="0">
                <a:ln>
                  <a:noFill/>
                </a:ln>
                <a:solidFill>
                  <a:srgbClr val="FFFFFF"/>
                </a:solidFill>
                <a:effectLst/>
                <a:uLnTx/>
                <a:uFillTx/>
                <a:latin typeface="Segoe UI Semibold"/>
                <a:ea typeface="+mn-ea"/>
                <a:cs typeface="+mn-cs"/>
              </a:rPr>
              <a:t>Secure and govern across every layer</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1" name="Rectangle: Rounded Corners 70">
            <a:extLst>
              <a:ext uri="{FF2B5EF4-FFF2-40B4-BE49-F238E27FC236}">
                <a16:creationId xmlns:a16="http://schemas.microsoft.com/office/drawing/2014/main" id="{9D22738C-3F6E-11B2-3B0B-EFA1B7A061CB}"/>
              </a:ext>
              <a:ext uri="{C183D7F6-B498-43B3-948B-1728B52AA6E4}">
                <adec:decorative xmlns:adec="http://schemas.microsoft.com/office/drawing/2017/decorative" val="1"/>
              </a:ext>
            </a:extLst>
          </p:cNvPr>
          <p:cNvSpPr/>
          <p:nvPr/>
        </p:nvSpPr>
        <p:spPr bwMode="auto">
          <a:xfrm>
            <a:off x="500601" y="4261802"/>
            <a:ext cx="11018520" cy="2198965"/>
          </a:xfrm>
          <a:prstGeom prst="roundRect">
            <a:avLst>
              <a:gd name="adj" fmla="val 7584"/>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dirty="0">
              <a:solidFill>
                <a:srgbClr val="FFFFFF"/>
              </a:solidFill>
              <a:latin typeface="Segoe UI"/>
              <a:cs typeface="Segoe UI" pitchFamily="34" charset="0"/>
            </a:endParaRPr>
          </a:p>
        </p:txBody>
      </p:sp>
      <p:cxnSp>
        <p:nvCxnSpPr>
          <p:cNvPr id="72" name="Straight Connector 71">
            <a:extLst>
              <a:ext uri="{FF2B5EF4-FFF2-40B4-BE49-F238E27FC236}">
                <a16:creationId xmlns:a16="http://schemas.microsoft.com/office/drawing/2014/main" id="{CF46F158-54E7-111A-AE2F-6D1FB152170E}"/>
              </a:ext>
              <a:ext uri="{C183D7F6-B498-43B3-948B-1728B52AA6E4}">
                <adec:decorative xmlns:adec="http://schemas.microsoft.com/office/drawing/2017/decorative" val="1"/>
              </a:ext>
            </a:extLst>
          </p:cNvPr>
          <p:cNvCxnSpPr>
            <a:cxnSpLocks/>
          </p:cNvCxnSpPr>
          <p:nvPr/>
        </p:nvCxnSpPr>
        <p:spPr>
          <a:xfrm>
            <a:off x="4173442" y="4261802"/>
            <a:ext cx="0" cy="2198965"/>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162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B5130C3-ED1F-C0D7-3FBC-64EE5EC6F899}"/>
              </a:ext>
              <a:ext uri="{C183D7F6-B498-43B3-948B-1728B52AA6E4}">
                <adec:decorative xmlns:adec="http://schemas.microsoft.com/office/drawing/2017/decorative" val="1"/>
              </a:ext>
            </a:extLst>
          </p:cNvPr>
          <p:cNvCxnSpPr>
            <a:cxnSpLocks/>
          </p:cNvCxnSpPr>
          <p:nvPr/>
        </p:nvCxnSpPr>
        <p:spPr>
          <a:xfrm>
            <a:off x="7846283" y="4261802"/>
            <a:ext cx="0" cy="2198965"/>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162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329EA617-001B-3C64-F118-D09FB9CDACE0}"/>
              </a:ext>
              <a:ext uri="{C183D7F6-B498-43B3-948B-1728B52AA6E4}">
                <adec:decorative xmlns:adec="http://schemas.microsoft.com/office/drawing/2017/decorative" val="1"/>
              </a:ext>
            </a:extLst>
          </p:cNvPr>
          <p:cNvGrpSpPr/>
          <p:nvPr/>
        </p:nvGrpSpPr>
        <p:grpSpPr>
          <a:xfrm>
            <a:off x="1353608" y="2090994"/>
            <a:ext cx="969748" cy="969748"/>
            <a:chOff x="1439747" y="1992927"/>
            <a:chExt cx="969748" cy="969748"/>
          </a:xfrm>
        </p:grpSpPr>
        <p:sp>
          <p:nvSpPr>
            <p:cNvPr id="75" name="!!Oval5">
              <a:extLst>
                <a:ext uri="{FF2B5EF4-FFF2-40B4-BE49-F238E27FC236}">
                  <a16:creationId xmlns:a16="http://schemas.microsoft.com/office/drawing/2014/main" id="{FDB5547C-3F52-AE43-6EAA-BCE88377CAA9}"/>
                </a:ext>
                <a:ext uri="{C183D7F6-B498-43B3-948B-1728B52AA6E4}">
                  <adec:decorative xmlns:adec="http://schemas.microsoft.com/office/drawing/2017/decorative" val="1"/>
                </a:ext>
              </a:extLst>
            </p:cNvPr>
            <p:cNvSpPr/>
            <p:nvPr/>
          </p:nvSpPr>
          <p:spPr bwMode="auto">
            <a:xfrm>
              <a:off x="1439747" y="1992927"/>
              <a:ext cx="969748" cy="96974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800" b="1" dirty="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76" name="Graphic 55" descr="Icon of a shield with a checkmark">
              <a:extLst>
                <a:ext uri="{FF2B5EF4-FFF2-40B4-BE49-F238E27FC236}">
                  <a16:creationId xmlns:a16="http://schemas.microsoft.com/office/drawing/2014/main" id="{A014B450-C994-8A7B-B15C-DFE7860CB8A4}"/>
                </a:ext>
              </a:extLst>
            </p:cNvPr>
            <p:cNvSpPr/>
            <p:nvPr/>
          </p:nvSpPr>
          <p:spPr>
            <a:xfrm>
              <a:off x="1689448" y="2216499"/>
              <a:ext cx="470346" cy="522604"/>
            </a:xfrm>
            <a:custGeom>
              <a:avLst/>
              <a:gdLst>
                <a:gd name="connsiteX0" fmla="*/ 339367 w 444042"/>
                <a:gd name="connsiteY0" fmla="*/ 180155 h 493380"/>
                <a:gd name="connsiteX1" fmla="*/ 340504 w 444042"/>
                <a:gd name="connsiteY1" fmla="*/ 154014 h 493380"/>
                <a:gd name="connsiteX2" fmla="*/ 314363 w 444042"/>
                <a:gd name="connsiteY2" fmla="*/ 152878 h 493380"/>
                <a:gd name="connsiteX3" fmla="*/ 179408 w 444042"/>
                <a:gd name="connsiteY3" fmla="*/ 276587 h 493380"/>
                <a:gd name="connsiteX4" fmla="*/ 130261 w 444042"/>
                <a:gd name="connsiteY4" fmla="*/ 227441 h 493380"/>
                <a:gd name="connsiteX5" fmla="*/ 104095 w 444042"/>
                <a:gd name="connsiteY5" fmla="*/ 227441 h 493380"/>
                <a:gd name="connsiteX6" fmla="*/ 104095 w 444042"/>
                <a:gd name="connsiteY6" fmla="*/ 253605 h 493380"/>
                <a:gd name="connsiteX7" fmla="*/ 165768 w 444042"/>
                <a:gd name="connsiteY7" fmla="*/ 315278 h 493380"/>
                <a:gd name="connsiteX8" fmla="*/ 191353 w 444042"/>
                <a:gd name="connsiteY8" fmla="*/ 315835 h 493380"/>
                <a:gd name="connsiteX9" fmla="*/ 339367 w 444042"/>
                <a:gd name="connsiteY9" fmla="*/ 180155 h 493380"/>
                <a:gd name="connsiteX10" fmla="*/ 425541 w 444042"/>
                <a:gd name="connsiteY10" fmla="*/ 74007 h 493380"/>
                <a:gd name="connsiteX11" fmla="*/ 233122 w 444042"/>
                <a:gd name="connsiteY11" fmla="*/ 3700 h 493380"/>
                <a:gd name="connsiteX12" fmla="*/ 210920 w 444042"/>
                <a:gd name="connsiteY12" fmla="*/ 3700 h 493380"/>
                <a:gd name="connsiteX13" fmla="*/ 18502 w 444042"/>
                <a:gd name="connsiteY13" fmla="*/ 74007 h 493380"/>
                <a:gd name="connsiteX14" fmla="*/ 0 w 444042"/>
                <a:gd name="connsiteY14" fmla="*/ 92509 h 493380"/>
                <a:gd name="connsiteX15" fmla="*/ 0 w 444042"/>
                <a:gd name="connsiteY15" fmla="*/ 222021 h 493380"/>
                <a:gd name="connsiteX16" fmla="*/ 215240 w 444042"/>
                <a:gd name="connsiteY16" fmla="*/ 492093 h 493380"/>
                <a:gd name="connsiteX17" fmla="*/ 228803 w 444042"/>
                <a:gd name="connsiteY17" fmla="*/ 492093 h 493380"/>
                <a:gd name="connsiteX18" fmla="*/ 444043 w 444042"/>
                <a:gd name="connsiteY18" fmla="*/ 222021 h 493380"/>
                <a:gd name="connsiteX19" fmla="*/ 444043 w 444042"/>
                <a:gd name="connsiteY19" fmla="*/ 92509 h 493380"/>
                <a:gd name="connsiteX20" fmla="*/ 425541 w 444042"/>
                <a:gd name="connsiteY20" fmla="*/ 74007 h 493380"/>
                <a:gd name="connsiteX21" fmla="*/ 37004 w 444042"/>
                <a:gd name="connsiteY21" fmla="*/ 110466 h 493380"/>
                <a:gd name="connsiteX22" fmla="*/ 222021 w 444042"/>
                <a:gd name="connsiteY22" fmla="*/ 41390 h 493380"/>
                <a:gd name="connsiteX23" fmla="*/ 407039 w 444042"/>
                <a:gd name="connsiteY23" fmla="*/ 110466 h 493380"/>
                <a:gd name="connsiteX24" fmla="*/ 407039 w 444042"/>
                <a:gd name="connsiteY24" fmla="*/ 222021 h 493380"/>
                <a:gd name="connsiteX25" fmla="*/ 222021 w 444042"/>
                <a:gd name="connsiteY25" fmla="*/ 454944 h 493380"/>
                <a:gd name="connsiteX26" fmla="*/ 37004 w 444042"/>
                <a:gd name="connsiteY26" fmla="*/ 222021 h 493380"/>
                <a:gd name="connsiteX27" fmla="*/ 37004 w 444042"/>
                <a:gd name="connsiteY27" fmla="*/ 110466 h 49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4042" h="493380">
                  <a:moveTo>
                    <a:pt x="339367" y="180155"/>
                  </a:moveTo>
                  <a:cubicBezTo>
                    <a:pt x="346899" y="173250"/>
                    <a:pt x="347409" y="161546"/>
                    <a:pt x="340504" y="154014"/>
                  </a:cubicBezTo>
                  <a:cubicBezTo>
                    <a:pt x="333599" y="146482"/>
                    <a:pt x="321894" y="145973"/>
                    <a:pt x="314363" y="152878"/>
                  </a:cubicBezTo>
                  <a:lnTo>
                    <a:pt x="179408" y="276587"/>
                  </a:lnTo>
                  <a:lnTo>
                    <a:pt x="130261" y="227441"/>
                  </a:lnTo>
                  <a:cubicBezTo>
                    <a:pt x="123035" y="220216"/>
                    <a:pt x="111321" y="220216"/>
                    <a:pt x="104095" y="227441"/>
                  </a:cubicBezTo>
                  <a:cubicBezTo>
                    <a:pt x="96870" y="234667"/>
                    <a:pt x="96870" y="246380"/>
                    <a:pt x="104095" y="253605"/>
                  </a:cubicBezTo>
                  <a:lnTo>
                    <a:pt x="165768" y="315278"/>
                  </a:lnTo>
                  <a:cubicBezTo>
                    <a:pt x="172772" y="322284"/>
                    <a:pt x="184051" y="322528"/>
                    <a:pt x="191353" y="315835"/>
                  </a:cubicBezTo>
                  <a:lnTo>
                    <a:pt x="339367" y="180155"/>
                  </a:lnTo>
                  <a:close/>
                  <a:moveTo>
                    <a:pt x="425541" y="74007"/>
                  </a:moveTo>
                  <a:cubicBezTo>
                    <a:pt x="359837" y="74007"/>
                    <a:pt x="295831" y="50732"/>
                    <a:pt x="233122" y="3700"/>
                  </a:cubicBezTo>
                  <a:cubicBezTo>
                    <a:pt x="226543" y="-1233"/>
                    <a:pt x="217500" y="-1233"/>
                    <a:pt x="210920" y="3700"/>
                  </a:cubicBezTo>
                  <a:cubicBezTo>
                    <a:pt x="148211" y="50732"/>
                    <a:pt x="84206" y="74007"/>
                    <a:pt x="18502" y="74007"/>
                  </a:cubicBezTo>
                  <a:cubicBezTo>
                    <a:pt x="8284" y="74007"/>
                    <a:pt x="0" y="82291"/>
                    <a:pt x="0" y="92509"/>
                  </a:cubicBezTo>
                  <a:lnTo>
                    <a:pt x="0" y="222021"/>
                  </a:lnTo>
                  <a:cubicBezTo>
                    <a:pt x="0" y="345396"/>
                    <a:pt x="72960" y="436043"/>
                    <a:pt x="215240" y="492093"/>
                  </a:cubicBezTo>
                  <a:cubicBezTo>
                    <a:pt x="219599" y="493810"/>
                    <a:pt x="224444" y="493810"/>
                    <a:pt x="228803" y="492093"/>
                  </a:cubicBezTo>
                  <a:cubicBezTo>
                    <a:pt x="371082" y="436043"/>
                    <a:pt x="444043" y="345396"/>
                    <a:pt x="444043" y="222021"/>
                  </a:cubicBezTo>
                  <a:lnTo>
                    <a:pt x="444043" y="92509"/>
                  </a:lnTo>
                  <a:cubicBezTo>
                    <a:pt x="444043" y="82291"/>
                    <a:pt x="435759" y="74007"/>
                    <a:pt x="425541" y="74007"/>
                  </a:cubicBezTo>
                  <a:close/>
                  <a:moveTo>
                    <a:pt x="37004" y="110466"/>
                  </a:moveTo>
                  <a:cubicBezTo>
                    <a:pt x="100584" y="106715"/>
                    <a:pt x="162343" y="83586"/>
                    <a:pt x="222021" y="41390"/>
                  </a:cubicBezTo>
                  <a:cubicBezTo>
                    <a:pt x="281701" y="83586"/>
                    <a:pt x="343460" y="106715"/>
                    <a:pt x="407039" y="110466"/>
                  </a:cubicBezTo>
                  <a:lnTo>
                    <a:pt x="407039" y="222021"/>
                  </a:lnTo>
                  <a:cubicBezTo>
                    <a:pt x="407039" y="327003"/>
                    <a:pt x="346516" y="404052"/>
                    <a:pt x="222021" y="454944"/>
                  </a:cubicBezTo>
                  <a:cubicBezTo>
                    <a:pt x="97526" y="404052"/>
                    <a:pt x="37004" y="327003"/>
                    <a:pt x="37004" y="222021"/>
                  </a:cubicBezTo>
                  <a:lnTo>
                    <a:pt x="37004" y="110466"/>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77" name="Group 76">
            <a:extLst>
              <a:ext uri="{FF2B5EF4-FFF2-40B4-BE49-F238E27FC236}">
                <a16:creationId xmlns:a16="http://schemas.microsoft.com/office/drawing/2014/main" id="{94E1838E-1952-8168-8DD1-DFFD67E4F828}"/>
              </a:ext>
              <a:ext uri="{C183D7F6-B498-43B3-948B-1728B52AA6E4}">
                <adec:decorative xmlns:adec="http://schemas.microsoft.com/office/drawing/2017/decorative" val="1"/>
              </a:ext>
            </a:extLst>
          </p:cNvPr>
          <p:cNvGrpSpPr/>
          <p:nvPr/>
        </p:nvGrpSpPr>
        <p:grpSpPr>
          <a:xfrm>
            <a:off x="4134528" y="2090994"/>
            <a:ext cx="969748" cy="969748"/>
            <a:chOff x="4220667" y="1992927"/>
            <a:chExt cx="969748" cy="969748"/>
          </a:xfrm>
        </p:grpSpPr>
        <p:sp>
          <p:nvSpPr>
            <p:cNvPr id="78" name="!!Oval5">
              <a:extLst>
                <a:ext uri="{FF2B5EF4-FFF2-40B4-BE49-F238E27FC236}">
                  <a16:creationId xmlns:a16="http://schemas.microsoft.com/office/drawing/2014/main" id="{17A59C96-FD12-B96D-FB98-858F7474D010}"/>
                </a:ext>
                <a:ext uri="{C183D7F6-B498-43B3-948B-1728B52AA6E4}">
                  <adec:decorative xmlns:adec="http://schemas.microsoft.com/office/drawing/2017/decorative" val="1"/>
                </a:ext>
              </a:extLst>
            </p:cNvPr>
            <p:cNvSpPr/>
            <p:nvPr/>
          </p:nvSpPr>
          <p:spPr bwMode="auto">
            <a:xfrm>
              <a:off x="4220667" y="1992927"/>
              <a:ext cx="969748" cy="96974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800" b="1" dirty="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79" name="Graphic 36">
              <a:extLst>
                <a:ext uri="{FF2B5EF4-FFF2-40B4-BE49-F238E27FC236}">
                  <a16:creationId xmlns:a16="http://schemas.microsoft.com/office/drawing/2014/main" id="{F7FB8401-B8FB-68F6-1C87-7D7C14FF6484}"/>
                </a:ext>
              </a:extLst>
            </p:cNvPr>
            <p:cNvSpPr/>
            <p:nvPr/>
          </p:nvSpPr>
          <p:spPr>
            <a:xfrm>
              <a:off x="4462844" y="2222973"/>
              <a:ext cx="485394" cy="509658"/>
            </a:xfrm>
            <a:custGeom>
              <a:avLst/>
              <a:gdLst>
                <a:gd name="connsiteX0" fmla="*/ 0 w 190500"/>
                <a:gd name="connsiteY0" fmla="*/ 35719 h 200024"/>
                <a:gd name="connsiteX1" fmla="*/ 7144 w 190500"/>
                <a:gd name="connsiteY1" fmla="*/ 28575 h 200024"/>
                <a:gd name="connsiteX2" fmla="*/ 81439 w 190500"/>
                <a:gd name="connsiteY2" fmla="*/ 1429 h 200024"/>
                <a:gd name="connsiteX3" fmla="*/ 90011 w 190500"/>
                <a:gd name="connsiteY3" fmla="*/ 1429 h 200024"/>
                <a:gd name="connsiteX4" fmla="*/ 164306 w 190500"/>
                <a:gd name="connsiteY4" fmla="*/ 28575 h 200024"/>
                <a:gd name="connsiteX5" fmla="*/ 171450 w 190500"/>
                <a:gd name="connsiteY5" fmla="*/ 35719 h 200024"/>
                <a:gd name="connsiteX6" fmla="*/ 171450 w 190500"/>
                <a:gd name="connsiteY6" fmla="*/ 85725 h 200024"/>
                <a:gd name="connsiteX7" fmla="*/ 171336 w 190500"/>
                <a:gd name="connsiteY7" fmla="*/ 90859 h 200024"/>
                <a:gd name="connsiteX8" fmla="*/ 157163 w 190500"/>
                <a:gd name="connsiteY8" fmla="*/ 82344 h 200024"/>
                <a:gd name="connsiteX9" fmla="*/ 157163 w 190500"/>
                <a:gd name="connsiteY9" fmla="*/ 42653 h 200024"/>
                <a:gd name="connsiteX10" fmla="*/ 85725 w 190500"/>
                <a:gd name="connsiteY10" fmla="*/ 15983 h 200024"/>
                <a:gd name="connsiteX11" fmla="*/ 14288 w 190500"/>
                <a:gd name="connsiteY11" fmla="*/ 42653 h 200024"/>
                <a:gd name="connsiteX12" fmla="*/ 14288 w 190500"/>
                <a:gd name="connsiteY12" fmla="*/ 85725 h 200024"/>
                <a:gd name="connsiteX13" fmla="*/ 85725 w 190500"/>
                <a:gd name="connsiteY13" fmla="*/ 175660 h 200024"/>
                <a:gd name="connsiteX14" fmla="*/ 95250 w 190500"/>
                <a:gd name="connsiteY14" fmla="*/ 171479 h 200024"/>
                <a:gd name="connsiteX15" fmla="*/ 95250 w 190500"/>
                <a:gd name="connsiteY15" fmla="*/ 185738 h 200024"/>
                <a:gd name="connsiteX16" fmla="*/ 95288 w 190500"/>
                <a:gd name="connsiteY16" fmla="*/ 187128 h 200024"/>
                <a:gd name="connsiteX17" fmla="*/ 88335 w 190500"/>
                <a:gd name="connsiteY17" fmla="*/ 190005 h 200024"/>
                <a:gd name="connsiteX18" fmla="*/ 83106 w 190500"/>
                <a:gd name="connsiteY18" fmla="*/ 190005 h 200024"/>
                <a:gd name="connsiteX19" fmla="*/ 0 w 190500"/>
                <a:gd name="connsiteY19" fmla="*/ 85725 h 200024"/>
                <a:gd name="connsiteX20" fmla="*/ 0 w 190500"/>
                <a:gd name="connsiteY20" fmla="*/ 35719 h 200024"/>
                <a:gd name="connsiteX21" fmla="*/ 123825 w 190500"/>
                <a:gd name="connsiteY21" fmla="*/ 123825 h 200024"/>
                <a:gd name="connsiteX22" fmla="*/ 123825 w 190500"/>
                <a:gd name="connsiteY22" fmla="*/ 114300 h 200024"/>
                <a:gd name="connsiteX23" fmla="*/ 147638 w 190500"/>
                <a:gd name="connsiteY23" fmla="*/ 90488 h 200024"/>
                <a:gd name="connsiteX24" fmla="*/ 171450 w 190500"/>
                <a:gd name="connsiteY24" fmla="*/ 114300 h 200024"/>
                <a:gd name="connsiteX25" fmla="*/ 171450 w 190500"/>
                <a:gd name="connsiteY25" fmla="*/ 123825 h 200024"/>
                <a:gd name="connsiteX26" fmla="*/ 176213 w 190500"/>
                <a:gd name="connsiteY26" fmla="*/ 123825 h 200024"/>
                <a:gd name="connsiteX27" fmla="*/ 190500 w 190500"/>
                <a:gd name="connsiteY27" fmla="*/ 138113 h 200024"/>
                <a:gd name="connsiteX28" fmla="*/ 190500 w 190500"/>
                <a:gd name="connsiteY28" fmla="*/ 185738 h 200024"/>
                <a:gd name="connsiteX29" fmla="*/ 176213 w 190500"/>
                <a:gd name="connsiteY29" fmla="*/ 200025 h 200024"/>
                <a:gd name="connsiteX30" fmla="*/ 119063 w 190500"/>
                <a:gd name="connsiteY30" fmla="*/ 200025 h 200024"/>
                <a:gd name="connsiteX31" fmla="*/ 104775 w 190500"/>
                <a:gd name="connsiteY31" fmla="*/ 185738 h 200024"/>
                <a:gd name="connsiteX32" fmla="*/ 104775 w 190500"/>
                <a:gd name="connsiteY32" fmla="*/ 138113 h 200024"/>
                <a:gd name="connsiteX33" fmla="*/ 119063 w 190500"/>
                <a:gd name="connsiteY33" fmla="*/ 123825 h 200024"/>
                <a:gd name="connsiteX34" fmla="*/ 123825 w 190500"/>
                <a:gd name="connsiteY34" fmla="*/ 123825 h 200024"/>
                <a:gd name="connsiteX35" fmla="*/ 138113 w 190500"/>
                <a:gd name="connsiteY35" fmla="*/ 114300 h 200024"/>
                <a:gd name="connsiteX36" fmla="*/ 138113 w 190500"/>
                <a:gd name="connsiteY36" fmla="*/ 123825 h 200024"/>
                <a:gd name="connsiteX37" fmla="*/ 157163 w 190500"/>
                <a:gd name="connsiteY37" fmla="*/ 123825 h 200024"/>
                <a:gd name="connsiteX38" fmla="*/ 157163 w 190500"/>
                <a:gd name="connsiteY38" fmla="*/ 114300 h 200024"/>
                <a:gd name="connsiteX39" fmla="*/ 147638 w 190500"/>
                <a:gd name="connsiteY39" fmla="*/ 104775 h 200024"/>
                <a:gd name="connsiteX40" fmla="*/ 138113 w 190500"/>
                <a:gd name="connsiteY40" fmla="*/ 114300 h 200024"/>
                <a:gd name="connsiteX41" fmla="*/ 157163 w 190500"/>
                <a:gd name="connsiteY41" fmla="*/ 161925 h 200024"/>
                <a:gd name="connsiteX42" fmla="*/ 147638 w 190500"/>
                <a:gd name="connsiteY42" fmla="*/ 152400 h 200024"/>
                <a:gd name="connsiteX43" fmla="*/ 138113 w 190500"/>
                <a:gd name="connsiteY43" fmla="*/ 161925 h 200024"/>
                <a:gd name="connsiteX44" fmla="*/ 147638 w 190500"/>
                <a:gd name="connsiteY44" fmla="*/ 171450 h 200024"/>
                <a:gd name="connsiteX45" fmla="*/ 157163 w 190500"/>
                <a:gd name="connsiteY45" fmla="*/ 161925 h 200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90500" h="200024">
                  <a:moveTo>
                    <a:pt x="0" y="35719"/>
                  </a:moveTo>
                  <a:cubicBezTo>
                    <a:pt x="0" y="31773"/>
                    <a:pt x="3198" y="28575"/>
                    <a:pt x="7144" y="28575"/>
                  </a:cubicBezTo>
                  <a:cubicBezTo>
                    <a:pt x="32509" y="28575"/>
                    <a:pt x="57226" y="19593"/>
                    <a:pt x="81439" y="1429"/>
                  </a:cubicBezTo>
                  <a:cubicBezTo>
                    <a:pt x="83979" y="-476"/>
                    <a:pt x="87471" y="-476"/>
                    <a:pt x="90011" y="1429"/>
                  </a:cubicBezTo>
                  <a:cubicBezTo>
                    <a:pt x="114224" y="19593"/>
                    <a:pt x="138941" y="28575"/>
                    <a:pt x="164306" y="28575"/>
                  </a:cubicBezTo>
                  <a:cubicBezTo>
                    <a:pt x="168252" y="28575"/>
                    <a:pt x="171450" y="31773"/>
                    <a:pt x="171450" y="35719"/>
                  </a:cubicBezTo>
                  <a:lnTo>
                    <a:pt x="171450" y="85725"/>
                  </a:lnTo>
                  <a:cubicBezTo>
                    <a:pt x="171450" y="87449"/>
                    <a:pt x="171412" y="89154"/>
                    <a:pt x="171336" y="90859"/>
                  </a:cubicBezTo>
                  <a:cubicBezTo>
                    <a:pt x="167402" y="86875"/>
                    <a:pt x="162527" y="83947"/>
                    <a:pt x="157163" y="82344"/>
                  </a:cubicBezTo>
                  <a:lnTo>
                    <a:pt x="157163" y="42653"/>
                  </a:lnTo>
                  <a:cubicBezTo>
                    <a:pt x="132617" y="41205"/>
                    <a:pt x="108776" y="32271"/>
                    <a:pt x="85725" y="15983"/>
                  </a:cubicBezTo>
                  <a:cubicBezTo>
                    <a:pt x="62675" y="32271"/>
                    <a:pt x="38833" y="41205"/>
                    <a:pt x="14288" y="42653"/>
                  </a:cubicBezTo>
                  <a:lnTo>
                    <a:pt x="14288" y="85725"/>
                  </a:lnTo>
                  <a:cubicBezTo>
                    <a:pt x="14288" y="126263"/>
                    <a:pt x="37652" y="156010"/>
                    <a:pt x="85725" y="175660"/>
                  </a:cubicBezTo>
                  <a:cubicBezTo>
                    <a:pt x="88936" y="174349"/>
                    <a:pt x="92112" y="172955"/>
                    <a:pt x="95250" y="171479"/>
                  </a:cubicBezTo>
                  <a:lnTo>
                    <a:pt x="95250" y="185738"/>
                  </a:lnTo>
                  <a:cubicBezTo>
                    <a:pt x="95250" y="186214"/>
                    <a:pt x="95260" y="186671"/>
                    <a:pt x="95288" y="187128"/>
                  </a:cubicBezTo>
                  <a:cubicBezTo>
                    <a:pt x="93021" y="188119"/>
                    <a:pt x="90716" y="189071"/>
                    <a:pt x="88335" y="190005"/>
                  </a:cubicBezTo>
                  <a:cubicBezTo>
                    <a:pt x="86655" y="190666"/>
                    <a:pt x="84786" y="190666"/>
                    <a:pt x="83106" y="190005"/>
                  </a:cubicBezTo>
                  <a:cubicBezTo>
                    <a:pt x="28175" y="168364"/>
                    <a:pt x="0" y="133350"/>
                    <a:pt x="0" y="85725"/>
                  </a:cubicBezTo>
                  <a:lnTo>
                    <a:pt x="0" y="35719"/>
                  </a:lnTo>
                  <a:close/>
                  <a:moveTo>
                    <a:pt x="123825" y="123825"/>
                  </a:moveTo>
                  <a:lnTo>
                    <a:pt x="123825" y="114300"/>
                  </a:lnTo>
                  <a:cubicBezTo>
                    <a:pt x="123825" y="101149"/>
                    <a:pt x="134486" y="90488"/>
                    <a:pt x="147638" y="90488"/>
                  </a:cubicBezTo>
                  <a:cubicBezTo>
                    <a:pt x="160789" y="90488"/>
                    <a:pt x="171450" y="101149"/>
                    <a:pt x="171450" y="114300"/>
                  </a:cubicBezTo>
                  <a:lnTo>
                    <a:pt x="171450" y="123825"/>
                  </a:lnTo>
                  <a:lnTo>
                    <a:pt x="176213" y="123825"/>
                  </a:lnTo>
                  <a:cubicBezTo>
                    <a:pt x="184103" y="123825"/>
                    <a:pt x="190500" y="130222"/>
                    <a:pt x="190500" y="138113"/>
                  </a:cubicBezTo>
                  <a:lnTo>
                    <a:pt x="190500" y="185738"/>
                  </a:lnTo>
                  <a:cubicBezTo>
                    <a:pt x="190500" y="193628"/>
                    <a:pt x="184103" y="200025"/>
                    <a:pt x="176213" y="200025"/>
                  </a:cubicBezTo>
                  <a:lnTo>
                    <a:pt x="119063" y="200025"/>
                  </a:lnTo>
                  <a:cubicBezTo>
                    <a:pt x="111172" y="200025"/>
                    <a:pt x="104775" y="193628"/>
                    <a:pt x="104775" y="185738"/>
                  </a:cubicBezTo>
                  <a:lnTo>
                    <a:pt x="104775" y="138113"/>
                  </a:lnTo>
                  <a:cubicBezTo>
                    <a:pt x="104775" y="130222"/>
                    <a:pt x="111172" y="123825"/>
                    <a:pt x="119063" y="123825"/>
                  </a:cubicBezTo>
                  <a:lnTo>
                    <a:pt x="123825" y="123825"/>
                  </a:lnTo>
                  <a:close/>
                  <a:moveTo>
                    <a:pt x="138113" y="114300"/>
                  </a:moveTo>
                  <a:lnTo>
                    <a:pt x="138113" y="123825"/>
                  </a:lnTo>
                  <a:lnTo>
                    <a:pt x="157163" y="123825"/>
                  </a:lnTo>
                  <a:lnTo>
                    <a:pt x="157163" y="114300"/>
                  </a:lnTo>
                  <a:cubicBezTo>
                    <a:pt x="157163" y="109039"/>
                    <a:pt x="152898" y="104775"/>
                    <a:pt x="147638" y="104775"/>
                  </a:cubicBezTo>
                  <a:cubicBezTo>
                    <a:pt x="142377" y="104775"/>
                    <a:pt x="138113" y="109039"/>
                    <a:pt x="138113" y="114300"/>
                  </a:cubicBezTo>
                  <a:close/>
                  <a:moveTo>
                    <a:pt x="157163" y="161925"/>
                  </a:moveTo>
                  <a:cubicBezTo>
                    <a:pt x="157163" y="156664"/>
                    <a:pt x="152898" y="152400"/>
                    <a:pt x="147638" y="152400"/>
                  </a:cubicBezTo>
                  <a:cubicBezTo>
                    <a:pt x="142377" y="152400"/>
                    <a:pt x="138113" y="156664"/>
                    <a:pt x="138113" y="161925"/>
                  </a:cubicBezTo>
                  <a:cubicBezTo>
                    <a:pt x="138113" y="167186"/>
                    <a:pt x="142377" y="171450"/>
                    <a:pt x="147638" y="171450"/>
                  </a:cubicBezTo>
                  <a:cubicBezTo>
                    <a:pt x="152898" y="171450"/>
                    <a:pt x="157163" y="167186"/>
                    <a:pt x="157163" y="161925"/>
                  </a:cubicBezTo>
                  <a:close/>
                </a:path>
              </a:pathLst>
            </a:custGeom>
            <a:solidFill>
              <a:schemeClr val="bg1"/>
            </a:solidFill>
            <a:ln w="9525" cap="flat">
              <a:noFill/>
              <a:prstDash val="solid"/>
              <a:miter/>
            </a:ln>
          </p:spPr>
          <p:txBody>
            <a:bodyPr rtlCol="0" anchor="ctr"/>
            <a:lstStyle/>
            <a:p>
              <a:endParaRPr lang="en-US"/>
            </a:p>
          </p:txBody>
        </p:sp>
      </p:grpSp>
      <p:grpSp>
        <p:nvGrpSpPr>
          <p:cNvPr id="80" name="Group 79">
            <a:extLst>
              <a:ext uri="{FF2B5EF4-FFF2-40B4-BE49-F238E27FC236}">
                <a16:creationId xmlns:a16="http://schemas.microsoft.com/office/drawing/2014/main" id="{4FFCDB21-0774-CF5B-8EAC-943CAEFEEA4F}"/>
              </a:ext>
              <a:ext uri="{C183D7F6-B498-43B3-948B-1728B52AA6E4}">
                <adec:decorative xmlns:adec="http://schemas.microsoft.com/office/drawing/2017/decorative" val="1"/>
              </a:ext>
            </a:extLst>
          </p:cNvPr>
          <p:cNvGrpSpPr/>
          <p:nvPr/>
        </p:nvGrpSpPr>
        <p:grpSpPr>
          <a:xfrm>
            <a:off x="6915448" y="2090994"/>
            <a:ext cx="969748" cy="969748"/>
            <a:chOff x="7001587" y="1992927"/>
            <a:chExt cx="969748" cy="969748"/>
          </a:xfrm>
        </p:grpSpPr>
        <p:sp>
          <p:nvSpPr>
            <p:cNvPr id="81" name="!!Oval5">
              <a:extLst>
                <a:ext uri="{FF2B5EF4-FFF2-40B4-BE49-F238E27FC236}">
                  <a16:creationId xmlns:a16="http://schemas.microsoft.com/office/drawing/2014/main" id="{2D1C6915-4532-0DE6-C3C0-9C834BFAA9E2}"/>
                </a:ext>
                <a:ext uri="{C183D7F6-B498-43B3-948B-1728B52AA6E4}">
                  <adec:decorative xmlns:adec="http://schemas.microsoft.com/office/drawing/2017/decorative" val="1"/>
                </a:ext>
              </a:extLst>
            </p:cNvPr>
            <p:cNvSpPr/>
            <p:nvPr/>
          </p:nvSpPr>
          <p:spPr bwMode="auto">
            <a:xfrm>
              <a:off x="7001587" y="1992927"/>
              <a:ext cx="969748" cy="96974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82" name="Graphic 79" descr="Icon of a fingerprint">
              <a:extLst>
                <a:ext uri="{FF2B5EF4-FFF2-40B4-BE49-F238E27FC236}">
                  <a16:creationId xmlns:a16="http://schemas.microsoft.com/office/drawing/2014/main" id="{2BCAD718-502C-AF2D-E00B-3D4B0AB3A79F}"/>
                </a:ext>
              </a:extLst>
            </p:cNvPr>
            <p:cNvSpPr/>
            <p:nvPr/>
          </p:nvSpPr>
          <p:spPr>
            <a:xfrm>
              <a:off x="7240379" y="2222500"/>
              <a:ext cx="492166" cy="510602"/>
            </a:xfrm>
            <a:custGeom>
              <a:avLst/>
              <a:gdLst>
                <a:gd name="connsiteX0" fmla="*/ 185890 w 290325"/>
                <a:gd name="connsiteY0" fmla="*/ 151642 h 301200"/>
                <a:gd name="connsiteX1" fmla="*/ 202988 w 290325"/>
                <a:gd name="connsiteY1" fmla="*/ 186091 h 301200"/>
                <a:gd name="connsiteX2" fmla="*/ 204524 w 290325"/>
                <a:gd name="connsiteY2" fmla="*/ 193142 h 301200"/>
                <a:gd name="connsiteX3" fmla="*/ 207293 w 290325"/>
                <a:gd name="connsiteY3" fmla="*/ 207771 h 301200"/>
                <a:gd name="connsiteX4" fmla="*/ 211224 w 290325"/>
                <a:gd name="connsiteY4" fmla="*/ 221802 h 301200"/>
                <a:gd name="connsiteX5" fmla="*/ 235885 w 290325"/>
                <a:gd name="connsiteY5" fmla="*/ 253736 h 301200"/>
                <a:gd name="connsiteX6" fmla="*/ 236598 w 290325"/>
                <a:gd name="connsiteY6" fmla="*/ 270117 h 301200"/>
                <a:gd name="connsiteX7" fmla="*/ 220217 w 290325"/>
                <a:gd name="connsiteY7" fmla="*/ 270828 h 301200"/>
                <a:gd name="connsiteX8" fmla="*/ 190049 w 290325"/>
                <a:gd name="connsiteY8" fmla="*/ 231251 h 301200"/>
                <a:gd name="connsiteX9" fmla="*/ 184693 w 290325"/>
                <a:gd name="connsiteY9" fmla="*/ 213013 h 301200"/>
                <a:gd name="connsiteX10" fmla="*/ 181441 w 290325"/>
                <a:gd name="connsiteY10" fmla="*/ 196000 h 301200"/>
                <a:gd name="connsiteX11" fmla="*/ 181245 w 290325"/>
                <a:gd name="connsiteY11" fmla="*/ 195069 h 301200"/>
                <a:gd name="connsiteX12" fmla="*/ 169299 w 290325"/>
                <a:gd name="connsiteY12" fmla="*/ 167840 h 301200"/>
                <a:gd name="connsiteX13" fmla="*/ 126070 w 290325"/>
                <a:gd name="connsiteY13" fmla="*/ 170293 h 301200"/>
                <a:gd name="connsiteX14" fmla="*/ 122066 w 290325"/>
                <a:gd name="connsiteY14" fmla="*/ 230820 h 301200"/>
                <a:gd name="connsiteX15" fmla="*/ 143279 w 290325"/>
                <a:gd name="connsiteY15" fmla="*/ 284408 h 301200"/>
                <a:gd name="connsiteX16" fmla="*/ 138114 w 290325"/>
                <a:gd name="connsiteY16" fmla="*/ 299968 h 301200"/>
                <a:gd name="connsiteX17" fmla="*/ 122554 w 290325"/>
                <a:gd name="connsiteY17" fmla="*/ 294803 h 301200"/>
                <a:gd name="connsiteX18" fmla="*/ 99817 w 290325"/>
                <a:gd name="connsiteY18" fmla="*/ 237351 h 301200"/>
                <a:gd name="connsiteX19" fmla="*/ 106473 w 290325"/>
                <a:gd name="connsiteY19" fmla="*/ 157899 h 301200"/>
                <a:gd name="connsiteX20" fmla="*/ 185890 w 290325"/>
                <a:gd name="connsiteY20" fmla="*/ 151642 h 301200"/>
                <a:gd name="connsiteX21" fmla="*/ 149321 w 290325"/>
                <a:gd name="connsiteY21" fmla="*/ 187432 h 301200"/>
                <a:gd name="connsiteX22" fmla="*/ 161293 w 290325"/>
                <a:gd name="connsiteY22" fmla="*/ 198634 h 301200"/>
                <a:gd name="connsiteX23" fmla="*/ 183616 w 290325"/>
                <a:gd name="connsiteY23" fmla="*/ 265166 h 301200"/>
                <a:gd name="connsiteX24" fmla="*/ 186653 w 290325"/>
                <a:gd name="connsiteY24" fmla="*/ 269287 h 301200"/>
                <a:gd name="connsiteX25" fmla="*/ 191294 w 290325"/>
                <a:gd name="connsiteY25" fmla="*/ 275316 h 301200"/>
                <a:gd name="connsiteX26" fmla="*/ 189178 w 290325"/>
                <a:gd name="connsiteY26" fmla="*/ 291574 h 301200"/>
                <a:gd name="connsiteX27" fmla="*/ 174063 w 290325"/>
                <a:gd name="connsiteY27" fmla="*/ 290739 h 301200"/>
                <a:gd name="connsiteX28" fmla="*/ 172919 w 290325"/>
                <a:gd name="connsiteY28" fmla="*/ 289458 h 301200"/>
                <a:gd name="connsiteX29" fmla="*/ 168279 w 290325"/>
                <a:gd name="connsiteY29" fmla="*/ 283429 h 301200"/>
                <a:gd name="connsiteX30" fmla="*/ 138119 w 290325"/>
                <a:gd name="connsiteY30" fmla="*/ 199404 h 301200"/>
                <a:gd name="connsiteX31" fmla="*/ 149321 w 290325"/>
                <a:gd name="connsiteY31" fmla="*/ 187432 h 301200"/>
                <a:gd name="connsiteX32" fmla="*/ 91984 w 290325"/>
                <a:gd name="connsiteY32" fmla="*/ 108866 h 301200"/>
                <a:gd name="connsiteX33" fmla="*/ 196053 w 290325"/>
                <a:gd name="connsiteY33" fmla="*/ 104470 h 301200"/>
                <a:gd name="connsiteX34" fmla="*/ 228552 w 290325"/>
                <a:gd name="connsiteY34" fmla="*/ 136829 h 301200"/>
                <a:gd name="connsiteX35" fmla="*/ 224414 w 290325"/>
                <a:gd name="connsiteY35" fmla="*/ 152695 h 301200"/>
                <a:gd name="connsiteX36" fmla="*/ 208549 w 290325"/>
                <a:gd name="connsiteY36" fmla="*/ 148557 h 301200"/>
                <a:gd name="connsiteX37" fmla="*/ 183517 w 290325"/>
                <a:gd name="connsiteY37" fmla="*/ 123976 h 301200"/>
                <a:gd name="connsiteX38" fmla="*/ 105781 w 290325"/>
                <a:gd name="connsiteY38" fmla="*/ 127500 h 301200"/>
                <a:gd name="connsiteX39" fmla="*/ 72964 w 290325"/>
                <a:gd name="connsiteY39" fmla="*/ 212238 h 301200"/>
                <a:gd name="connsiteX40" fmla="*/ 90172 w 290325"/>
                <a:gd name="connsiteY40" fmla="*/ 269800 h 301200"/>
                <a:gd name="connsiteX41" fmla="*/ 84988 w 290325"/>
                <a:gd name="connsiteY41" fmla="*/ 285355 h 301200"/>
                <a:gd name="connsiteX42" fmla="*/ 69433 w 290325"/>
                <a:gd name="connsiteY42" fmla="*/ 280172 h 301200"/>
                <a:gd name="connsiteX43" fmla="*/ 49878 w 290325"/>
                <a:gd name="connsiteY43" fmla="*/ 214402 h 301200"/>
                <a:gd name="connsiteX44" fmla="*/ 91984 w 290325"/>
                <a:gd name="connsiteY44" fmla="*/ 108866 h 301200"/>
                <a:gd name="connsiteX45" fmla="*/ 233883 w 290325"/>
                <a:gd name="connsiteY45" fmla="*/ 175350 h 301200"/>
                <a:gd name="connsiteX46" fmla="*/ 246056 w 290325"/>
                <a:gd name="connsiteY46" fmla="*/ 186333 h 301200"/>
                <a:gd name="connsiteX47" fmla="*/ 252879 w 290325"/>
                <a:gd name="connsiteY47" fmla="*/ 209410 h 301200"/>
                <a:gd name="connsiteX48" fmla="*/ 261590 w 290325"/>
                <a:gd name="connsiteY48" fmla="*/ 218680 h 301200"/>
                <a:gd name="connsiteX49" fmla="*/ 262531 w 290325"/>
                <a:gd name="connsiteY49" fmla="*/ 219060 h 301200"/>
                <a:gd name="connsiteX50" fmla="*/ 270274 w 290325"/>
                <a:gd name="connsiteY50" fmla="*/ 233513 h 301200"/>
                <a:gd name="connsiteX51" fmla="*/ 255821 w 290325"/>
                <a:gd name="connsiteY51" fmla="*/ 241254 h 301200"/>
                <a:gd name="connsiteX52" fmla="*/ 233518 w 290325"/>
                <a:gd name="connsiteY52" fmla="*/ 222167 h 301200"/>
                <a:gd name="connsiteX53" fmla="*/ 222900 w 290325"/>
                <a:gd name="connsiteY53" fmla="*/ 187524 h 301200"/>
                <a:gd name="connsiteX54" fmla="*/ 233883 w 290325"/>
                <a:gd name="connsiteY54" fmla="*/ 175350 h 301200"/>
                <a:gd name="connsiteX55" fmla="*/ 118688 w 290325"/>
                <a:gd name="connsiteY55" fmla="*/ 58034 h 301200"/>
                <a:gd name="connsiteX56" fmla="*/ 112875 w 290325"/>
                <a:gd name="connsiteY56" fmla="*/ 73364 h 301200"/>
                <a:gd name="connsiteX57" fmla="*/ 49750 w 290325"/>
                <a:gd name="connsiteY57" fmla="*/ 128219 h 301200"/>
                <a:gd name="connsiteX58" fmla="*/ 31753 w 290325"/>
                <a:gd name="connsiteY58" fmla="*/ 222204 h 301200"/>
                <a:gd name="connsiteX59" fmla="*/ 21767 w 290325"/>
                <a:gd name="connsiteY59" fmla="*/ 235207 h 301200"/>
                <a:gd name="connsiteX60" fmla="*/ 8763 w 290325"/>
                <a:gd name="connsiteY60" fmla="*/ 225220 h 301200"/>
                <a:gd name="connsiteX61" fmla="*/ 29672 w 290325"/>
                <a:gd name="connsiteY61" fmla="*/ 116623 h 301200"/>
                <a:gd name="connsiteX62" fmla="*/ 103358 w 290325"/>
                <a:gd name="connsiteY62" fmla="*/ 52220 h 301200"/>
                <a:gd name="connsiteX63" fmla="*/ 118688 w 290325"/>
                <a:gd name="connsiteY63" fmla="*/ 58034 h 301200"/>
                <a:gd name="connsiteX64" fmla="*/ 154917 w 290325"/>
                <a:gd name="connsiteY64" fmla="*/ 45867 h 301200"/>
                <a:gd name="connsiteX65" fmla="*/ 239297 w 290325"/>
                <a:gd name="connsiteY65" fmla="*/ 84301 h 301200"/>
                <a:gd name="connsiteX66" fmla="*/ 290219 w 290325"/>
                <a:gd name="connsiteY66" fmla="*/ 186017 h 301200"/>
                <a:gd name="connsiteX67" fmla="*/ 280288 w 290325"/>
                <a:gd name="connsiteY67" fmla="*/ 199060 h 301200"/>
                <a:gd name="connsiteX68" fmla="*/ 267243 w 290325"/>
                <a:gd name="connsiteY68" fmla="*/ 189127 h 301200"/>
                <a:gd name="connsiteX69" fmla="*/ 223884 w 290325"/>
                <a:gd name="connsiteY69" fmla="*/ 101624 h 301200"/>
                <a:gd name="connsiteX70" fmla="*/ 154442 w 290325"/>
                <a:gd name="connsiteY70" fmla="*/ 69049 h 301200"/>
                <a:gd name="connsiteX71" fmla="*/ 143089 w 290325"/>
                <a:gd name="connsiteY71" fmla="*/ 57220 h 301200"/>
                <a:gd name="connsiteX72" fmla="*/ 154917 w 290325"/>
                <a:gd name="connsiteY72" fmla="*/ 45867 h 301200"/>
                <a:gd name="connsiteX73" fmla="*/ 48699 w 290325"/>
                <a:gd name="connsiteY73" fmla="*/ 46090 h 301200"/>
                <a:gd name="connsiteX74" fmla="*/ 47752 w 290325"/>
                <a:gd name="connsiteY74" fmla="*/ 62458 h 301200"/>
                <a:gd name="connsiteX75" fmla="*/ 34717 w 290325"/>
                <a:gd name="connsiteY75" fmla="*/ 75675 h 301200"/>
                <a:gd name="connsiteX76" fmla="*/ 21634 w 290325"/>
                <a:gd name="connsiteY76" fmla="*/ 94418 h 301200"/>
                <a:gd name="connsiteX77" fmla="*/ 5797 w 290325"/>
                <a:gd name="connsiteY77" fmla="*/ 98659 h 301200"/>
                <a:gd name="connsiteX78" fmla="*/ 1556 w 290325"/>
                <a:gd name="connsiteY78" fmla="*/ 82821 h 301200"/>
                <a:gd name="connsiteX79" fmla="*/ 17371 w 290325"/>
                <a:gd name="connsiteY79" fmla="*/ 60287 h 301200"/>
                <a:gd name="connsiteX80" fmla="*/ 32330 w 290325"/>
                <a:gd name="connsiteY80" fmla="*/ 45143 h 301200"/>
                <a:gd name="connsiteX81" fmla="*/ 48699 w 290325"/>
                <a:gd name="connsiteY81" fmla="*/ 46090 h 301200"/>
                <a:gd name="connsiteX82" fmla="*/ 150498 w 290325"/>
                <a:gd name="connsiteY82" fmla="*/ 243 h 301200"/>
                <a:gd name="connsiteX83" fmla="*/ 235975 w 290325"/>
                <a:gd name="connsiteY83" fmla="*/ 29009 h 301200"/>
                <a:gd name="connsiteX84" fmla="*/ 238065 w 290325"/>
                <a:gd name="connsiteY84" fmla="*/ 45271 h 301200"/>
                <a:gd name="connsiteX85" fmla="*/ 221803 w 290325"/>
                <a:gd name="connsiteY85" fmla="*/ 47361 h 301200"/>
                <a:gd name="connsiteX86" fmla="*/ 149412 w 290325"/>
                <a:gd name="connsiteY86" fmla="*/ 23404 h 301200"/>
                <a:gd name="connsiteX87" fmla="*/ 76534 w 290325"/>
                <a:gd name="connsiteY87" fmla="*/ 38538 h 301200"/>
                <a:gd name="connsiteX88" fmla="*/ 60588 w 290325"/>
                <a:gd name="connsiteY88" fmla="*/ 34727 h 301200"/>
                <a:gd name="connsiteX89" fmla="*/ 64399 w 290325"/>
                <a:gd name="connsiteY89" fmla="*/ 18780 h 301200"/>
                <a:gd name="connsiteX90" fmla="*/ 150498 w 290325"/>
                <a:gd name="connsiteY90" fmla="*/ 243 h 30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290325" h="301200">
                  <a:moveTo>
                    <a:pt x="185890" y="151642"/>
                  </a:moveTo>
                  <a:cubicBezTo>
                    <a:pt x="194543" y="160506"/>
                    <a:pt x="199440" y="171243"/>
                    <a:pt x="202988" y="186091"/>
                  </a:cubicBezTo>
                  <a:lnTo>
                    <a:pt x="204524" y="193142"/>
                  </a:lnTo>
                  <a:lnTo>
                    <a:pt x="207293" y="207771"/>
                  </a:lnTo>
                  <a:cubicBezTo>
                    <a:pt x="208670" y="214647"/>
                    <a:pt x="209733" y="218465"/>
                    <a:pt x="211224" y="221802"/>
                  </a:cubicBezTo>
                  <a:cubicBezTo>
                    <a:pt x="215870" y="232218"/>
                    <a:pt x="224054" y="242891"/>
                    <a:pt x="235885" y="253736"/>
                  </a:cubicBezTo>
                  <a:cubicBezTo>
                    <a:pt x="240606" y="258063"/>
                    <a:pt x="240924" y="265398"/>
                    <a:pt x="236598" y="270117"/>
                  </a:cubicBezTo>
                  <a:cubicBezTo>
                    <a:pt x="232271" y="274836"/>
                    <a:pt x="224936" y="275155"/>
                    <a:pt x="220217" y="270828"/>
                  </a:cubicBezTo>
                  <a:cubicBezTo>
                    <a:pt x="206191" y="257970"/>
                    <a:pt x="196098" y="244806"/>
                    <a:pt x="190049" y="231251"/>
                  </a:cubicBezTo>
                  <a:cubicBezTo>
                    <a:pt x="187748" y="226095"/>
                    <a:pt x="186347" y="221196"/>
                    <a:pt x="184693" y="213013"/>
                  </a:cubicBezTo>
                  <a:lnTo>
                    <a:pt x="181441" y="196000"/>
                  </a:lnTo>
                  <a:lnTo>
                    <a:pt x="181245" y="195069"/>
                  </a:lnTo>
                  <a:cubicBezTo>
                    <a:pt x="178453" y="181944"/>
                    <a:pt x="175000" y="173679"/>
                    <a:pt x="169299" y="167840"/>
                  </a:cubicBezTo>
                  <a:cubicBezTo>
                    <a:pt x="158282" y="156558"/>
                    <a:pt x="132869" y="159539"/>
                    <a:pt x="126070" y="170293"/>
                  </a:cubicBezTo>
                  <a:cubicBezTo>
                    <a:pt x="117385" y="184025"/>
                    <a:pt x="115170" y="207329"/>
                    <a:pt x="122066" y="230820"/>
                  </a:cubicBezTo>
                  <a:cubicBezTo>
                    <a:pt x="127393" y="248969"/>
                    <a:pt x="134463" y="266829"/>
                    <a:pt x="143279" y="284408"/>
                  </a:cubicBezTo>
                  <a:cubicBezTo>
                    <a:pt x="146151" y="290130"/>
                    <a:pt x="143838" y="297097"/>
                    <a:pt x="138114" y="299968"/>
                  </a:cubicBezTo>
                  <a:cubicBezTo>
                    <a:pt x="132392" y="302838"/>
                    <a:pt x="125425" y="300526"/>
                    <a:pt x="122554" y="294803"/>
                  </a:cubicBezTo>
                  <a:cubicBezTo>
                    <a:pt x="113120" y="275997"/>
                    <a:pt x="105540" y="256843"/>
                    <a:pt x="99817" y="237351"/>
                  </a:cubicBezTo>
                  <a:cubicBezTo>
                    <a:pt x="91138" y="207783"/>
                    <a:pt x="94007" y="177611"/>
                    <a:pt x="106473" y="157899"/>
                  </a:cubicBezTo>
                  <a:cubicBezTo>
                    <a:pt x="121205" y="134604"/>
                    <a:pt x="164315" y="129547"/>
                    <a:pt x="185890" y="151642"/>
                  </a:cubicBezTo>
                  <a:close/>
                  <a:moveTo>
                    <a:pt x="149321" y="187432"/>
                  </a:moveTo>
                  <a:cubicBezTo>
                    <a:pt x="155721" y="187220"/>
                    <a:pt x="161082" y="192234"/>
                    <a:pt x="161293" y="198634"/>
                  </a:cubicBezTo>
                  <a:cubicBezTo>
                    <a:pt x="162089" y="222550"/>
                    <a:pt x="169868" y="245671"/>
                    <a:pt x="183616" y="265166"/>
                  </a:cubicBezTo>
                  <a:lnTo>
                    <a:pt x="186653" y="269287"/>
                  </a:lnTo>
                  <a:lnTo>
                    <a:pt x="191294" y="275316"/>
                  </a:lnTo>
                  <a:cubicBezTo>
                    <a:pt x="195198" y="280389"/>
                    <a:pt x="194251" y="287669"/>
                    <a:pt x="189178" y="291574"/>
                  </a:cubicBezTo>
                  <a:cubicBezTo>
                    <a:pt x="184565" y="295125"/>
                    <a:pt x="178130" y="294664"/>
                    <a:pt x="174063" y="290739"/>
                  </a:cubicBezTo>
                  <a:lnTo>
                    <a:pt x="172919" y="289458"/>
                  </a:lnTo>
                  <a:lnTo>
                    <a:pt x="168279" y="283429"/>
                  </a:lnTo>
                  <a:cubicBezTo>
                    <a:pt x="149681" y="259266"/>
                    <a:pt x="139133" y="229879"/>
                    <a:pt x="138119" y="199404"/>
                  </a:cubicBezTo>
                  <a:cubicBezTo>
                    <a:pt x="137907" y="193004"/>
                    <a:pt x="142922" y="187645"/>
                    <a:pt x="149321" y="187432"/>
                  </a:cubicBezTo>
                  <a:close/>
                  <a:moveTo>
                    <a:pt x="91984" y="108866"/>
                  </a:moveTo>
                  <a:cubicBezTo>
                    <a:pt x="124627" y="84695"/>
                    <a:pt x="167330" y="86007"/>
                    <a:pt x="196053" y="104470"/>
                  </a:cubicBezTo>
                  <a:cubicBezTo>
                    <a:pt x="210428" y="113710"/>
                    <a:pt x="221314" y="124484"/>
                    <a:pt x="228552" y="136829"/>
                  </a:cubicBezTo>
                  <a:cubicBezTo>
                    <a:pt x="231790" y="142353"/>
                    <a:pt x="229937" y="149456"/>
                    <a:pt x="224414" y="152695"/>
                  </a:cubicBezTo>
                  <a:cubicBezTo>
                    <a:pt x="218891" y="155932"/>
                    <a:pt x="211788" y="154080"/>
                    <a:pt x="208549" y="148557"/>
                  </a:cubicBezTo>
                  <a:cubicBezTo>
                    <a:pt x="203267" y="139548"/>
                    <a:pt x="194977" y="131341"/>
                    <a:pt x="183517" y="123976"/>
                  </a:cubicBezTo>
                  <a:cubicBezTo>
                    <a:pt x="162456" y="110438"/>
                    <a:pt x="130166" y="109446"/>
                    <a:pt x="105781" y="127500"/>
                  </a:cubicBezTo>
                  <a:cubicBezTo>
                    <a:pt x="80452" y="146253"/>
                    <a:pt x="69788" y="178376"/>
                    <a:pt x="72964" y="212238"/>
                  </a:cubicBezTo>
                  <a:cubicBezTo>
                    <a:pt x="74743" y="231204"/>
                    <a:pt x="80458" y="250376"/>
                    <a:pt x="90172" y="269800"/>
                  </a:cubicBezTo>
                  <a:cubicBezTo>
                    <a:pt x="93035" y="275527"/>
                    <a:pt x="90715" y="282491"/>
                    <a:pt x="84988" y="285355"/>
                  </a:cubicBezTo>
                  <a:cubicBezTo>
                    <a:pt x="79261" y="288220"/>
                    <a:pt x="72297" y="285898"/>
                    <a:pt x="69433" y="280172"/>
                  </a:cubicBezTo>
                  <a:cubicBezTo>
                    <a:pt x="58473" y="258253"/>
                    <a:pt x="51934" y="236317"/>
                    <a:pt x="49878" y="214402"/>
                  </a:cubicBezTo>
                  <a:cubicBezTo>
                    <a:pt x="46009" y="173142"/>
                    <a:pt x="59319" y="133051"/>
                    <a:pt x="91984" y="108866"/>
                  </a:cubicBezTo>
                  <a:close/>
                  <a:moveTo>
                    <a:pt x="233883" y="175350"/>
                  </a:moveTo>
                  <a:cubicBezTo>
                    <a:pt x="240277" y="175022"/>
                    <a:pt x="245727" y="179938"/>
                    <a:pt x="246056" y="186333"/>
                  </a:cubicBezTo>
                  <a:cubicBezTo>
                    <a:pt x="246535" y="195655"/>
                    <a:pt x="248840" y="203277"/>
                    <a:pt x="252879" y="209410"/>
                  </a:cubicBezTo>
                  <a:cubicBezTo>
                    <a:pt x="256272" y="214559"/>
                    <a:pt x="259288" y="217533"/>
                    <a:pt x="261590" y="218680"/>
                  </a:cubicBezTo>
                  <a:lnTo>
                    <a:pt x="262531" y="219060"/>
                  </a:lnTo>
                  <a:cubicBezTo>
                    <a:pt x="268660" y="220913"/>
                    <a:pt x="272126" y="227384"/>
                    <a:pt x="270274" y="233513"/>
                  </a:cubicBezTo>
                  <a:cubicBezTo>
                    <a:pt x="268421" y="239642"/>
                    <a:pt x="261950" y="243108"/>
                    <a:pt x="255821" y="241254"/>
                  </a:cubicBezTo>
                  <a:cubicBezTo>
                    <a:pt x="247373" y="238701"/>
                    <a:pt x="240107" y="232165"/>
                    <a:pt x="233518" y="222167"/>
                  </a:cubicBezTo>
                  <a:cubicBezTo>
                    <a:pt x="227094" y="212416"/>
                    <a:pt x="223584" y="200800"/>
                    <a:pt x="222900" y="187524"/>
                  </a:cubicBezTo>
                  <a:cubicBezTo>
                    <a:pt x="222571" y="181129"/>
                    <a:pt x="227488" y="175679"/>
                    <a:pt x="233883" y="175350"/>
                  </a:cubicBezTo>
                  <a:close/>
                  <a:moveTo>
                    <a:pt x="118688" y="58034"/>
                  </a:moveTo>
                  <a:cubicBezTo>
                    <a:pt x="121316" y="63873"/>
                    <a:pt x="118713" y="70736"/>
                    <a:pt x="112875" y="73364"/>
                  </a:cubicBezTo>
                  <a:cubicBezTo>
                    <a:pt x="84430" y="86167"/>
                    <a:pt x="63500" y="104412"/>
                    <a:pt x="49750" y="128219"/>
                  </a:cubicBezTo>
                  <a:cubicBezTo>
                    <a:pt x="32542" y="158015"/>
                    <a:pt x="27900" y="192846"/>
                    <a:pt x="31753" y="222204"/>
                  </a:cubicBezTo>
                  <a:cubicBezTo>
                    <a:pt x="32586" y="228552"/>
                    <a:pt x="28115" y="234374"/>
                    <a:pt x="21767" y="235207"/>
                  </a:cubicBezTo>
                  <a:cubicBezTo>
                    <a:pt x="15418" y="236040"/>
                    <a:pt x="9596" y="231568"/>
                    <a:pt x="8763" y="225220"/>
                  </a:cubicBezTo>
                  <a:cubicBezTo>
                    <a:pt x="4299" y="191203"/>
                    <a:pt x="9608" y="151362"/>
                    <a:pt x="29672" y="116623"/>
                  </a:cubicBezTo>
                  <a:cubicBezTo>
                    <a:pt x="45930" y="88471"/>
                    <a:pt x="70604" y="66963"/>
                    <a:pt x="103358" y="52220"/>
                  </a:cubicBezTo>
                  <a:cubicBezTo>
                    <a:pt x="109197" y="49592"/>
                    <a:pt x="116061" y="52195"/>
                    <a:pt x="118688" y="58034"/>
                  </a:cubicBezTo>
                  <a:close/>
                  <a:moveTo>
                    <a:pt x="154917" y="45867"/>
                  </a:moveTo>
                  <a:cubicBezTo>
                    <a:pt x="183203" y="46447"/>
                    <a:pt x="211360" y="59445"/>
                    <a:pt x="239297" y="84301"/>
                  </a:cubicBezTo>
                  <a:cubicBezTo>
                    <a:pt x="267475" y="109372"/>
                    <a:pt x="284455" y="143452"/>
                    <a:pt x="290219" y="186017"/>
                  </a:cubicBezTo>
                  <a:cubicBezTo>
                    <a:pt x="291079" y="192361"/>
                    <a:pt x="286632" y="198201"/>
                    <a:pt x="280288" y="199060"/>
                  </a:cubicBezTo>
                  <a:cubicBezTo>
                    <a:pt x="273942" y="199920"/>
                    <a:pt x="268102" y="195473"/>
                    <a:pt x="267243" y="189127"/>
                  </a:cubicBezTo>
                  <a:cubicBezTo>
                    <a:pt x="262194" y="151851"/>
                    <a:pt x="247747" y="122856"/>
                    <a:pt x="223884" y="101624"/>
                  </a:cubicBezTo>
                  <a:cubicBezTo>
                    <a:pt x="199779" y="80176"/>
                    <a:pt x="176661" y="69504"/>
                    <a:pt x="154442" y="69049"/>
                  </a:cubicBezTo>
                  <a:cubicBezTo>
                    <a:pt x="148040" y="68918"/>
                    <a:pt x="142957" y="63622"/>
                    <a:pt x="143089" y="57220"/>
                  </a:cubicBezTo>
                  <a:cubicBezTo>
                    <a:pt x="143220" y="50819"/>
                    <a:pt x="148516" y="45736"/>
                    <a:pt x="154917" y="45867"/>
                  </a:cubicBezTo>
                  <a:close/>
                  <a:moveTo>
                    <a:pt x="48699" y="46090"/>
                  </a:moveTo>
                  <a:cubicBezTo>
                    <a:pt x="52957" y="50871"/>
                    <a:pt x="52533" y="58199"/>
                    <a:pt x="47752" y="62458"/>
                  </a:cubicBezTo>
                  <a:cubicBezTo>
                    <a:pt x="43607" y="66149"/>
                    <a:pt x="39258" y="70555"/>
                    <a:pt x="34717" y="75675"/>
                  </a:cubicBezTo>
                  <a:cubicBezTo>
                    <a:pt x="30445" y="80490"/>
                    <a:pt x="26069" y="86740"/>
                    <a:pt x="21634" y="94418"/>
                  </a:cubicBezTo>
                  <a:cubicBezTo>
                    <a:pt x="18432" y="99963"/>
                    <a:pt x="11341" y="101861"/>
                    <a:pt x="5797" y="98659"/>
                  </a:cubicBezTo>
                  <a:cubicBezTo>
                    <a:pt x="252" y="95457"/>
                    <a:pt x="-1646" y="88366"/>
                    <a:pt x="1556" y="82821"/>
                  </a:cubicBezTo>
                  <a:cubicBezTo>
                    <a:pt x="6726" y="73870"/>
                    <a:pt x="11983" y="66362"/>
                    <a:pt x="17371" y="60287"/>
                  </a:cubicBezTo>
                  <a:cubicBezTo>
                    <a:pt x="22490" y="54517"/>
                    <a:pt x="27472" y="49469"/>
                    <a:pt x="32330" y="45143"/>
                  </a:cubicBezTo>
                  <a:cubicBezTo>
                    <a:pt x="37112" y="40884"/>
                    <a:pt x="44440" y="41308"/>
                    <a:pt x="48699" y="46090"/>
                  </a:cubicBezTo>
                  <a:close/>
                  <a:moveTo>
                    <a:pt x="150498" y="243"/>
                  </a:moveTo>
                  <a:cubicBezTo>
                    <a:pt x="184390" y="1831"/>
                    <a:pt x="212780" y="11097"/>
                    <a:pt x="235975" y="29009"/>
                  </a:cubicBezTo>
                  <a:cubicBezTo>
                    <a:pt x="241042" y="32922"/>
                    <a:pt x="241979" y="40203"/>
                    <a:pt x="238065" y="45271"/>
                  </a:cubicBezTo>
                  <a:cubicBezTo>
                    <a:pt x="234152" y="50338"/>
                    <a:pt x="226872" y="51274"/>
                    <a:pt x="221803" y="47361"/>
                  </a:cubicBezTo>
                  <a:cubicBezTo>
                    <a:pt x="202553" y="32496"/>
                    <a:pt x="178745" y="24778"/>
                    <a:pt x="149412" y="23404"/>
                  </a:cubicBezTo>
                  <a:cubicBezTo>
                    <a:pt x="119993" y="22026"/>
                    <a:pt x="95903" y="27796"/>
                    <a:pt x="76534" y="38538"/>
                  </a:cubicBezTo>
                  <a:cubicBezTo>
                    <a:pt x="70599" y="41830"/>
                    <a:pt x="63939" y="40183"/>
                    <a:pt x="60588" y="34727"/>
                  </a:cubicBezTo>
                  <a:cubicBezTo>
                    <a:pt x="57237" y="29271"/>
                    <a:pt x="58743" y="22107"/>
                    <a:pt x="64399" y="18780"/>
                  </a:cubicBezTo>
                  <a:cubicBezTo>
                    <a:pt x="88138" y="4817"/>
                    <a:pt x="116688" y="-1341"/>
                    <a:pt x="150498" y="243"/>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83" name="Group 82">
            <a:extLst>
              <a:ext uri="{FF2B5EF4-FFF2-40B4-BE49-F238E27FC236}">
                <a16:creationId xmlns:a16="http://schemas.microsoft.com/office/drawing/2014/main" id="{428A8596-A689-4358-E1CE-F22F8E58C283}"/>
              </a:ext>
              <a:ext uri="{C183D7F6-B498-43B3-948B-1728B52AA6E4}">
                <adec:decorative xmlns:adec="http://schemas.microsoft.com/office/drawing/2017/decorative" val="1"/>
              </a:ext>
            </a:extLst>
          </p:cNvPr>
          <p:cNvGrpSpPr/>
          <p:nvPr/>
        </p:nvGrpSpPr>
        <p:grpSpPr>
          <a:xfrm>
            <a:off x="9696367" y="2090994"/>
            <a:ext cx="969748" cy="969748"/>
            <a:chOff x="9782506" y="1992927"/>
            <a:chExt cx="969748" cy="969748"/>
          </a:xfrm>
        </p:grpSpPr>
        <p:sp>
          <p:nvSpPr>
            <p:cNvPr id="84" name="!!Oval5">
              <a:extLst>
                <a:ext uri="{FF2B5EF4-FFF2-40B4-BE49-F238E27FC236}">
                  <a16:creationId xmlns:a16="http://schemas.microsoft.com/office/drawing/2014/main" id="{FADF2948-1C31-D2ED-20AA-F8773ECFA61D}"/>
                </a:ext>
                <a:ext uri="{C183D7F6-B498-43B3-948B-1728B52AA6E4}">
                  <adec:decorative xmlns:adec="http://schemas.microsoft.com/office/drawing/2017/decorative" val="1"/>
                </a:ext>
              </a:extLst>
            </p:cNvPr>
            <p:cNvSpPr/>
            <p:nvPr/>
          </p:nvSpPr>
          <p:spPr bwMode="auto">
            <a:xfrm>
              <a:off x="9782506" y="1992927"/>
              <a:ext cx="969748" cy="96974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85" name="Graphic 16">
              <a:extLst>
                <a:ext uri="{FF2B5EF4-FFF2-40B4-BE49-F238E27FC236}">
                  <a16:creationId xmlns:a16="http://schemas.microsoft.com/office/drawing/2014/main" id="{5743F97A-27A3-9FD7-F5FA-9560CD855B32}"/>
                </a:ext>
              </a:extLst>
            </p:cNvPr>
            <p:cNvSpPr/>
            <p:nvPr/>
          </p:nvSpPr>
          <p:spPr>
            <a:xfrm>
              <a:off x="10032208" y="2242637"/>
              <a:ext cx="470344" cy="470328"/>
            </a:xfrm>
            <a:custGeom>
              <a:avLst/>
              <a:gdLst>
                <a:gd name="csX0" fmla="*/ 142262 w 180980"/>
                <a:gd name="csY0" fmla="*/ 49 h 180974"/>
                <a:gd name="csX1" fmla="*/ 140505 w 180980"/>
                <a:gd name="csY1" fmla="*/ 0 h 180974"/>
                <a:gd name="csX2" fmla="*/ 30956 w 180980"/>
                <a:gd name="csY2" fmla="*/ 0 h 180974"/>
                <a:gd name="csX3" fmla="*/ 29200 w 180980"/>
                <a:gd name="csY3" fmla="*/ 49 h 180974"/>
                <a:gd name="csX4" fmla="*/ 0 w 180980"/>
                <a:gd name="csY4" fmla="*/ 30956 h 180974"/>
                <a:gd name="csX5" fmla="*/ 0 w 180980"/>
                <a:gd name="csY5" fmla="*/ 140494 h 180974"/>
                <a:gd name="csX6" fmla="*/ 49 w 180980"/>
                <a:gd name="csY6" fmla="*/ 142250 h 180974"/>
                <a:gd name="csX7" fmla="*/ 30956 w 180980"/>
                <a:gd name="csY7" fmla="*/ 171450 h 180974"/>
                <a:gd name="csX8" fmla="*/ 109871 w 180980"/>
                <a:gd name="csY8" fmla="*/ 171450 h 180974"/>
                <a:gd name="csX9" fmla="*/ 107108 w 180980"/>
                <a:gd name="csY9" fmla="*/ 168075 h 180974"/>
                <a:gd name="csX10" fmla="*/ 100697 w 180980"/>
                <a:gd name="csY10" fmla="*/ 157163 h 180974"/>
                <a:gd name="csX11" fmla="*/ 30956 w 180980"/>
                <a:gd name="csY11" fmla="*/ 157163 h 180974"/>
                <a:gd name="csX12" fmla="*/ 29589 w 180980"/>
                <a:gd name="csY12" fmla="*/ 157107 h 180974"/>
                <a:gd name="csX13" fmla="*/ 14288 w 180980"/>
                <a:gd name="csY13" fmla="*/ 140494 h 180974"/>
                <a:gd name="csX14" fmla="*/ 14299 w 180980"/>
                <a:gd name="csY14" fmla="*/ 47625 h 180974"/>
                <a:gd name="csX15" fmla="*/ 157163 w 180980"/>
                <a:gd name="csY15" fmla="*/ 47625 h 180974"/>
                <a:gd name="csX16" fmla="*/ 157167 w 180980"/>
                <a:gd name="csY16" fmla="*/ 84643 h 180974"/>
                <a:gd name="csX17" fmla="*/ 171461 w 180980"/>
                <a:gd name="csY17" fmla="*/ 91543 h 180974"/>
                <a:gd name="csX18" fmla="*/ 171461 w 180980"/>
                <a:gd name="csY18" fmla="*/ 30956 h 180974"/>
                <a:gd name="csX19" fmla="*/ 171413 w 180980"/>
                <a:gd name="csY19" fmla="*/ 29200 h 180974"/>
                <a:gd name="csX20" fmla="*/ 142262 w 180980"/>
                <a:gd name="csY20" fmla="*/ 49 h 180974"/>
                <a:gd name="csX21" fmla="*/ 30966 w 180980"/>
                <a:gd name="csY21" fmla="*/ 14288 h 180974"/>
                <a:gd name="csX22" fmla="*/ 140503 w 180980"/>
                <a:gd name="csY22" fmla="*/ 14288 h 180974"/>
                <a:gd name="csX23" fmla="*/ 157172 w 180980"/>
                <a:gd name="csY23" fmla="*/ 30956 h 180974"/>
                <a:gd name="csX24" fmla="*/ 157172 w 180980"/>
                <a:gd name="csY24" fmla="*/ 33338 h 180974"/>
                <a:gd name="csX25" fmla="*/ 14297 w 180980"/>
                <a:gd name="csY25" fmla="*/ 33338 h 180974"/>
                <a:gd name="csX26" fmla="*/ 14297 w 180980"/>
                <a:gd name="csY26" fmla="*/ 30956 h 180974"/>
                <a:gd name="csX27" fmla="*/ 30966 w 180980"/>
                <a:gd name="csY27" fmla="*/ 14288 h 180974"/>
                <a:gd name="csX28" fmla="*/ 171461 w 180980"/>
                <a:gd name="csY28" fmla="*/ 101198 h 180974"/>
                <a:gd name="csX29" fmla="*/ 157168 w 180980"/>
                <a:gd name="csY29" fmla="*/ 96181 h 180974"/>
                <a:gd name="csX30" fmla="*/ 145583 w 180980"/>
                <a:gd name="csY30" fmla="*/ 86890 h 180974"/>
                <a:gd name="csX31" fmla="*/ 140193 w 180980"/>
                <a:gd name="csY31" fmla="*/ 86887 h 180974"/>
                <a:gd name="csX32" fmla="*/ 108591 w 180980"/>
                <a:gd name="csY32" fmla="*/ 101600 h 180974"/>
                <a:gd name="csX33" fmla="*/ 104781 w 180980"/>
                <a:gd name="csY33" fmla="*/ 105568 h 180974"/>
                <a:gd name="csX34" fmla="*/ 104781 w 180980"/>
                <a:gd name="csY34" fmla="*/ 129391 h 180974"/>
                <a:gd name="csX35" fmla="*/ 104823 w 180980"/>
                <a:gd name="csY35" fmla="*/ 131918 h 180974"/>
                <a:gd name="csX36" fmla="*/ 111334 w 180980"/>
                <a:gd name="csY36" fmla="*/ 157163 h 180974"/>
                <a:gd name="csX37" fmla="*/ 123826 w 180980"/>
                <a:gd name="csY37" fmla="*/ 171450 h 180974"/>
                <a:gd name="csX38" fmla="*/ 141676 w 180980"/>
                <a:gd name="csY38" fmla="*/ 180771 h 180974"/>
                <a:gd name="csX39" fmla="*/ 144086 w 180980"/>
                <a:gd name="csY39" fmla="*/ 180771 h 180974"/>
                <a:gd name="csX40" fmla="*/ 180981 w 180980"/>
                <a:gd name="csY40" fmla="*/ 129391 h 180974"/>
                <a:gd name="csX41" fmla="*/ 180981 w 180980"/>
                <a:gd name="csY41" fmla="*/ 105568 h 180974"/>
                <a:gd name="csX42" fmla="*/ 180904 w 180980"/>
                <a:gd name="csY42" fmla="*/ 104769 h 180974"/>
                <a:gd name="csX43" fmla="*/ 177171 w 180980"/>
                <a:gd name="csY43" fmla="*/ 101600 h 180974"/>
                <a:gd name="csX44" fmla="*/ 171461 w 180980"/>
                <a:gd name="csY44" fmla="*/ 101198 h 1809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80980" h="180974">
                  <a:moveTo>
                    <a:pt x="142262" y="49"/>
                  </a:moveTo>
                  <a:lnTo>
                    <a:pt x="140505" y="0"/>
                  </a:lnTo>
                  <a:lnTo>
                    <a:pt x="30956" y="0"/>
                  </a:lnTo>
                  <a:lnTo>
                    <a:pt x="29200" y="49"/>
                  </a:lnTo>
                  <a:cubicBezTo>
                    <a:pt x="12920" y="960"/>
                    <a:pt x="0" y="14449"/>
                    <a:pt x="0" y="30956"/>
                  </a:cubicBezTo>
                  <a:lnTo>
                    <a:pt x="0" y="140494"/>
                  </a:lnTo>
                  <a:lnTo>
                    <a:pt x="49" y="142250"/>
                  </a:lnTo>
                  <a:cubicBezTo>
                    <a:pt x="960" y="158529"/>
                    <a:pt x="14449" y="171450"/>
                    <a:pt x="30956" y="171450"/>
                  </a:cubicBezTo>
                  <a:lnTo>
                    <a:pt x="109871" y="171450"/>
                  </a:lnTo>
                  <a:cubicBezTo>
                    <a:pt x="108907" y="170363"/>
                    <a:pt x="107986" y="169238"/>
                    <a:pt x="107108" y="168075"/>
                  </a:cubicBezTo>
                  <a:cubicBezTo>
                    <a:pt x="104544" y="164679"/>
                    <a:pt x="102413" y="161033"/>
                    <a:pt x="100697" y="157163"/>
                  </a:cubicBezTo>
                  <a:lnTo>
                    <a:pt x="30956" y="157163"/>
                  </a:lnTo>
                  <a:lnTo>
                    <a:pt x="29589" y="157107"/>
                  </a:lnTo>
                  <a:cubicBezTo>
                    <a:pt x="21023" y="156412"/>
                    <a:pt x="14288" y="149240"/>
                    <a:pt x="14288" y="140494"/>
                  </a:cubicBezTo>
                  <a:lnTo>
                    <a:pt x="14299" y="47625"/>
                  </a:lnTo>
                  <a:lnTo>
                    <a:pt x="157163" y="47625"/>
                  </a:lnTo>
                  <a:lnTo>
                    <a:pt x="157167" y="84643"/>
                  </a:lnTo>
                  <a:cubicBezTo>
                    <a:pt x="161834" y="88398"/>
                    <a:pt x="166570" y="90607"/>
                    <a:pt x="171461" y="91543"/>
                  </a:cubicBezTo>
                  <a:lnTo>
                    <a:pt x="171461" y="30956"/>
                  </a:lnTo>
                  <a:lnTo>
                    <a:pt x="171413" y="29200"/>
                  </a:lnTo>
                  <a:cubicBezTo>
                    <a:pt x="170535" y="13502"/>
                    <a:pt x="157960" y="927"/>
                    <a:pt x="142262" y="49"/>
                  </a:cubicBezTo>
                  <a:close/>
                  <a:moveTo>
                    <a:pt x="30966" y="14288"/>
                  </a:moveTo>
                  <a:lnTo>
                    <a:pt x="140503" y="14288"/>
                  </a:lnTo>
                  <a:cubicBezTo>
                    <a:pt x="149709" y="14288"/>
                    <a:pt x="157172" y="21750"/>
                    <a:pt x="157172" y="30956"/>
                  </a:cubicBezTo>
                  <a:lnTo>
                    <a:pt x="157172" y="33338"/>
                  </a:lnTo>
                  <a:lnTo>
                    <a:pt x="14297" y="33338"/>
                  </a:lnTo>
                  <a:lnTo>
                    <a:pt x="14297" y="30956"/>
                  </a:lnTo>
                  <a:cubicBezTo>
                    <a:pt x="14297" y="21750"/>
                    <a:pt x="21760" y="14288"/>
                    <a:pt x="30966" y="14288"/>
                  </a:cubicBezTo>
                  <a:close/>
                  <a:moveTo>
                    <a:pt x="171461" y="101198"/>
                  </a:moveTo>
                  <a:cubicBezTo>
                    <a:pt x="166474" y="100485"/>
                    <a:pt x="161715" y="98817"/>
                    <a:pt x="157168" y="96181"/>
                  </a:cubicBezTo>
                  <a:cubicBezTo>
                    <a:pt x="153143" y="93847"/>
                    <a:pt x="149284" y="90753"/>
                    <a:pt x="145583" y="86890"/>
                  </a:cubicBezTo>
                  <a:cubicBezTo>
                    <a:pt x="144096" y="85338"/>
                    <a:pt x="141682" y="85336"/>
                    <a:pt x="140193" y="86887"/>
                  </a:cubicBezTo>
                  <a:cubicBezTo>
                    <a:pt x="130720" y="96750"/>
                    <a:pt x="120244" y="101600"/>
                    <a:pt x="108591" y="101600"/>
                  </a:cubicBezTo>
                  <a:cubicBezTo>
                    <a:pt x="106487" y="101600"/>
                    <a:pt x="104781" y="103377"/>
                    <a:pt x="104781" y="105568"/>
                  </a:cubicBezTo>
                  <a:lnTo>
                    <a:pt x="104781" y="129391"/>
                  </a:lnTo>
                  <a:lnTo>
                    <a:pt x="104823" y="131918"/>
                  </a:lnTo>
                  <a:cubicBezTo>
                    <a:pt x="105144" y="141569"/>
                    <a:pt x="107327" y="149998"/>
                    <a:pt x="111334" y="157163"/>
                  </a:cubicBezTo>
                  <a:cubicBezTo>
                    <a:pt x="114420" y="162681"/>
                    <a:pt x="118590" y="167450"/>
                    <a:pt x="123826" y="171450"/>
                  </a:cubicBezTo>
                  <a:cubicBezTo>
                    <a:pt x="128813" y="175260"/>
                    <a:pt x="134768" y="178373"/>
                    <a:pt x="141676" y="180771"/>
                  </a:cubicBezTo>
                  <a:cubicBezTo>
                    <a:pt x="142458" y="181043"/>
                    <a:pt x="143304" y="181043"/>
                    <a:pt x="144086" y="180771"/>
                  </a:cubicBezTo>
                  <a:cubicBezTo>
                    <a:pt x="168474" y="172303"/>
                    <a:pt x="180981" y="154937"/>
                    <a:pt x="180981" y="129391"/>
                  </a:cubicBezTo>
                  <a:lnTo>
                    <a:pt x="180981" y="105568"/>
                  </a:lnTo>
                  <a:lnTo>
                    <a:pt x="180904" y="104769"/>
                  </a:lnTo>
                  <a:cubicBezTo>
                    <a:pt x="180548" y="102960"/>
                    <a:pt x="179012" y="101600"/>
                    <a:pt x="177171" y="101600"/>
                  </a:cubicBezTo>
                  <a:cubicBezTo>
                    <a:pt x="175235" y="101600"/>
                    <a:pt x="173332" y="101467"/>
                    <a:pt x="171461" y="101198"/>
                  </a:cubicBezTo>
                  <a:close/>
                </a:path>
              </a:pathLst>
            </a:custGeom>
            <a:solidFill>
              <a:schemeClr val="bg1"/>
            </a:solidFill>
            <a:ln w="9525" cap="flat">
              <a:noFill/>
              <a:prstDash val="solid"/>
              <a:miter/>
            </a:ln>
          </p:spPr>
          <p:txBody>
            <a:bodyPr/>
            <a:lstStyle/>
            <a:p>
              <a:endParaRPr lang="en-IN"/>
            </a:p>
          </p:txBody>
        </p:sp>
      </p:grpSp>
      <p:sp>
        <p:nvSpPr>
          <p:cNvPr id="86" name="Graphic 87">
            <a:extLst>
              <a:ext uri="{FF2B5EF4-FFF2-40B4-BE49-F238E27FC236}">
                <a16:creationId xmlns:a16="http://schemas.microsoft.com/office/drawing/2014/main" id="{2C76C223-D032-CAAB-42C7-F4716A269685}"/>
              </a:ext>
              <a:ext uri="{C183D7F6-B498-43B3-948B-1728B52AA6E4}">
                <adec:decorative xmlns:adec="http://schemas.microsoft.com/office/drawing/2017/decorative" val="1"/>
              </a:ext>
            </a:extLst>
          </p:cNvPr>
          <p:cNvSpPr>
            <a:spLocks noChangeAspect="1"/>
          </p:cNvSpPr>
          <p:nvPr/>
        </p:nvSpPr>
        <p:spPr>
          <a:xfrm>
            <a:off x="2112233" y="4586855"/>
            <a:ext cx="449578" cy="620062"/>
          </a:xfrm>
          <a:custGeom>
            <a:avLst/>
            <a:gdLst>
              <a:gd name="connsiteX0" fmla="*/ 98602 w 219958"/>
              <a:gd name="connsiteY0" fmla="*/ 72052 h 303370"/>
              <a:gd name="connsiteX1" fmla="*/ 109979 w 219958"/>
              <a:gd name="connsiteY1" fmla="*/ 60675 h 303370"/>
              <a:gd name="connsiteX2" fmla="*/ 121357 w 219958"/>
              <a:gd name="connsiteY2" fmla="*/ 72052 h 303370"/>
              <a:gd name="connsiteX3" fmla="*/ 121357 w 219958"/>
              <a:gd name="connsiteY3" fmla="*/ 94807 h 303370"/>
              <a:gd name="connsiteX4" fmla="*/ 109979 w 219958"/>
              <a:gd name="connsiteY4" fmla="*/ 106184 h 303370"/>
              <a:gd name="connsiteX5" fmla="*/ 98602 w 219958"/>
              <a:gd name="connsiteY5" fmla="*/ 94807 h 303370"/>
              <a:gd name="connsiteX6" fmla="*/ 98602 w 219958"/>
              <a:gd name="connsiteY6" fmla="*/ 72052 h 303370"/>
              <a:gd name="connsiteX7" fmla="*/ 174910 w 219958"/>
              <a:gd name="connsiteY7" fmla="*/ 94280 h 303370"/>
              <a:gd name="connsiteX8" fmla="*/ 158821 w 219958"/>
              <a:gd name="connsiteY8" fmla="*/ 94280 h 303370"/>
              <a:gd name="connsiteX9" fmla="*/ 142731 w 219958"/>
              <a:gd name="connsiteY9" fmla="*/ 110370 h 303370"/>
              <a:gd name="connsiteX10" fmla="*/ 142731 w 219958"/>
              <a:gd name="connsiteY10" fmla="*/ 126460 h 303370"/>
              <a:gd name="connsiteX11" fmla="*/ 158821 w 219958"/>
              <a:gd name="connsiteY11" fmla="*/ 126460 h 303370"/>
              <a:gd name="connsiteX12" fmla="*/ 174910 w 219958"/>
              <a:gd name="connsiteY12" fmla="*/ 110370 h 303370"/>
              <a:gd name="connsiteX13" fmla="*/ 174910 w 219958"/>
              <a:gd name="connsiteY13" fmla="*/ 94280 h 303370"/>
              <a:gd name="connsiteX14" fmla="*/ 61138 w 219958"/>
              <a:gd name="connsiteY14" fmla="*/ 94280 h 303370"/>
              <a:gd name="connsiteX15" fmla="*/ 45049 w 219958"/>
              <a:gd name="connsiteY15" fmla="*/ 94280 h 303370"/>
              <a:gd name="connsiteX16" fmla="*/ 45049 w 219958"/>
              <a:gd name="connsiteY16" fmla="*/ 110370 h 303370"/>
              <a:gd name="connsiteX17" fmla="*/ 61139 w 219958"/>
              <a:gd name="connsiteY17" fmla="*/ 126460 h 303370"/>
              <a:gd name="connsiteX18" fmla="*/ 77228 w 219958"/>
              <a:gd name="connsiteY18" fmla="*/ 126460 h 303370"/>
              <a:gd name="connsiteX19" fmla="*/ 77228 w 219958"/>
              <a:gd name="connsiteY19" fmla="*/ 110370 h 303370"/>
              <a:gd name="connsiteX20" fmla="*/ 61138 w 219958"/>
              <a:gd name="connsiteY20" fmla="*/ 94280 h 303370"/>
              <a:gd name="connsiteX21" fmla="*/ 109979 w 219958"/>
              <a:gd name="connsiteY21" fmla="*/ 0 h 303370"/>
              <a:gd name="connsiteX22" fmla="*/ 219959 w 219958"/>
              <a:gd name="connsiteY22" fmla="*/ 109979 h 303370"/>
              <a:gd name="connsiteX23" fmla="*/ 179561 w 219958"/>
              <a:gd name="connsiteY23" fmla="*/ 197082 h 303370"/>
              <a:gd name="connsiteX24" fmla="*/ 176905 w 219958"/>
              <a:gd name="connsiteY24" fmla="*/ 201107 h 303370"/>
              <a:gd name="connsiteX25" fmla="*/ 176428 w 219958"/>
              <a:gd name="connsiteY25" fmla="*/ 202658 h 303370"/>
              <a:gd name="connsiteX26" fmla="*/ 159270 w 219958"/>
              <a:gd name="connsiteY26" fmla="*/ 276923 h 303370"/>
              <a:gd name="connsiteX27" fmla="*/ 128641 w 219958"/>
              <a:gd name="connsiteY27" fmla="*/ 303271 h 303370"/>
              <a:gd name="connsiteX28" fmla="*/ 126014 w 219958"/>
              <a:gd name="connsiteY28" fmla="*/ 303371 h 303370"/>
              <a:gd name="connsiteX29" fmla="*/ 93950 w 219958"/>
              <a:gd name="connsiteY29" fmla="*/ 303371 h 303370"/>
              <a:gd name="connsiteX30" fmla="*/ 61381 w 219958"/>
              <a:gd name="connsiteY30" fmla="*/ 279451 h 303370"/>
              <a:gd name="connsiteX31" fmla="*/ 60692 w 219958"/>
              <a:gd name="connsiteY31" fmla="*/ 276913 h 303370"/>
              <a:gd name="connsiteX32" fmla="*/ 43557 w 219958"/>
              <a:gd name="connsiteY32" fmla="*/ 202661 h 303370"/>
              <a:gd name="connsiteX33" fmla="*/ 40420 w 219958"/>
              <a:gd name="connsiteY33" fmla="*/ 197081 h 303370"/>
              <a:gd name="connsiteX34" fmla="*/ 93 w 219958"/>
              <a:gd name="connsiteY34" fmla="*/ 114504 h 303370"/>
              <a:gd name="connsiteX35" fmla="*/ 0 w 219958"/>
              <a:gd name="connsiteY35" fmla="*/ 109979 h 303370"/>
              <a:gd name="connsiteX36" fmla="*/ 59 w 219958"/>
              <a:gd name="connsiteY36" fmla="*/ 106349 h 303370"/>
              <a:gd name="connsiteX37" fmla="*/ 109979 w 219958"/>
              <a:gd name="connsiteY37" fmla="*/ 0 h 303370"/>
              <a:gd name="connsiteX38" fmla="*/ 142063 w 219958"/>
              <a:gd name="connsiteY38" fmla="*/ 250268 h 303370"/>
              <a:gd name="connsiteX39" fmla="*/ 77881 w 219958"/>
              <a:gd name="connsiteY39" fmla="*/ 250268 h 303370"/>
              <a:gd name="connsiteX40" fmla="*/ 82864 w 219958"/>
              <a:gd name="connsiteY40" fmla="*/ 271797 h 303370"/>
              <a:gd name="connsiteX41" fmla="*/ 92384 w 219958"/>
              <a:gd name="connsiteY41" fmla="*/ 280509 h 303370"/>
              <a:gd name="connsiteX42" fmla="*/ 93950 w 219958"/>
              <a:gd name="connsiteY42" fmla="*/ 280616 h 303370"/>
              <a:gd name="connsiteX43" fmla="*/ 126014 w 219958"/>
              <a:gd name="connsiteY43" fmla="*/ 280616 h 303370"/>
              <a:gd name="connsiteX44" fmla="*/ 136643 w 219958"/>
              <a:gd name="connsiteY44" fmla="*/ 273302 h 303370"/>
              <a:gd name="connsiteX45" fmla="*/ 137100 w 219958"/>
              <a:gd name="connsiteY45" fmla="*/ 271800 h 303370"/>
              <a:gd name="connsiteX46" fmla="*/ 142063 w 219958"/>
              <a:gd name="connsiteY46" fmla="*/ 250268 h 303370"/>
              <a:gd name="connsiteX47" fmla="*/ 109979 w 219958"/>
              <a:gd name="connsiteY47" fmla="*/ 22754 h 303370"/>
              <a:gd name="connsiteX48" fmla="*/ 22817 w 219958"/>
              <a:gd name="connsiteY48" fmla="*/ 106634 h 303370"/>
              <a:gd name="connsiteX49" fmla="*/ 22754 w 219958"/>
              <a:gd name="connsiteY49" fmla="*/ 109979 h 303370"/>
              <a:gd name="connsiteX50" fmla="*/ 22856 w 219958"/>
              <a:gd name="connsiteY50" fmla="*/ 114182 h 303370"/>
              <a:gd name="connsiteX51" fmla="*/ 56319 w 219958"/>
              <a:gd name="connsiteY51" fmla="*/ 180802 h 303370"/>
              <a:gd name="connsiteX52" fmla="*/ 64990 w 219958"/>
              <a:gd name="connsiteY52" fmla="*/ 194854 h 303370"/>
              <a:gd name="connsiteX53" fmla="*/ 65728 w 219958"/>
              <a:gd name="connsiteY53" fmla="*/ 197546 h 303370"/>
              <a:gd name="connsiteX54" fmla="*/ 72632 w 219958"/>
              <a:gd name="connsiteY54" fmla="*/ 227514 h 303370"/>
              <a:gd name="connsiteX55" fmla="*/ 98602 w 219958"/>
              <a:gd name="connsiteY55" fmla="*/ 227514 h 303370"/>
              <a:gd name="connsiteX56" fmla="*/ 98602 w 219958"/>
              <a:gd name="connsiteY56" fmla="*/ 132724 h 303370"/>
              <a:gd name="connsiteX57" fmla="*/ 109979 w 219958"/>
              <a:gd name="connsiteY57" fmla="*/ 121346 h 303370"/>
              <a:gd name="connsiteX58" fmla="*/ 121357 w 219958"/>
              <a:gd name="connsiteY58" fmla="*/ 132724 h 303370"/>
              <a:gd name="connsiteX59" fmla="*/ 121357 w 219958"/>
              <a:gd name="connsiteY59" fmla="*/ 227514 h 303370"/>
              <a:gd name="connsiteX60" fmla="*/ 147312 w 219958"/>
              <a:gd name="connsiteY60" fmla="*/ 227514 h 303370"/>
              <a:gd name="connsiteX61" fmla="*/ 154258 w 219958"/>
              <a:gd name="connsiteY61" fmla="*/ 197536 h 303370"/>
              <a:gd name="connsiteX62" fmla="*/ 161744 w 219958"/>
              <a:gd name="connsiteY62" fmla="*/ 182838 h 303370"/>
              <a:gd name="connsiteX63" fmla="*/ 163659 w 219958"/>
              <a:gd name="connsiteY63" fmla="*/ 180808 h 303370"/>
              <a:gd name="connsiteX64" fmla="*/ 197103 w 219958"/>
              <a:gd name="connsiteY64" fmla="*/ 114182 h 303370"/>
              <a:gd name="connsiteX65" fmla="*/ 197205 w 219958"/>
              <a:gd name="connsiteY65" fmla="*/ 109979 h 303370"/>
              <a:gd name="connsiteX66" fmla="*/ 197141 w 219958"/>
              <a:gd name="connsiteY66" fmla="*/ 106634 h 303370"/>
              <a:gd name="connsiteX67" fmla="*/ 109979 w 219958"/>
              <a:gd name="connsiteY67" fmla="*/ 22754 h 30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219958" h="303370">
                <a:moveTo>
                  <a:pt x="98602" y="72052"/>
                </a:moveTo>
                <a:cubicBezTo>
                  <a:pt x="98602" y="65768"/>
                  <a:pt x="103696" y="60675"/>
                  <a:pt x="109979" y="60675"/>
                </a:cubicBezTo>
                <a:cubicBezTo>
                  <a:pt x="116263" y="60675"/>
                  <a:pt x="121357" y="65768"/>
                  <a:pt x="121357" y="72052"/>
                </a:cubicBezTo>
                <a:lnTo>
                  <a:pt x="121357" y="94807"/>
                </a:lnTo>
                <a:cubicBezTo>
                  <a:pt x="121357" y="101090"/>
                  <a:pt x="116263" y="106184"/>
                  <a:pt x="109979" y="106184"/>
                </a:cubicBezTo>
                <a:cubicBezTo>
                  <a:pt x="103696" y="106184"/>
                  <a:pt x="98602" y="101090"/>
                  <a:pt x="98602" y="94807"/>
                </a:cubicBezTo>
                <a:lnTo>
                  <a:pt x="98602" y="72052"/>
                </a:lnTo>
                <a:close/>
                <a:moveTo>
                  <a:pt x="174910" y="94280"/>
                </a:moveTo>
                <a:cubicBezTo>
                  <a:pt x="170467" y="89837"/>
                  <a:pt x="163264" y="89837"/>
                  <a:pt x="158821" y="94280"/>
                </a:cubicBezTo>
                <a:lnTo>
                  <a:pt x="142731" y="110370"/>
                </a:lnTo>
                <a:cubicBezTo>
                  <a:pt x="138287" y="114813"/>
                  <a:pt x="138287" y="122017"/>
                  <a:pt x="142731" y="126460"/>
                </a:cubicBezTo>
                <a:cubicBezTo>
                  <a:pt x="147174" y="130903"/>
                  <a:pt x="154378" y="130903"/>
                  <a:pt x="158821" y="126460"/>
                </a:cubicBezTo>
                <a:lnTo>
                  <a:pt x="174910" y="110370"/>
                </a:lnTo>
                <a:cubicBezTo>
                  <a:pt x="179353" y="105927"/>
                  <a:pt x="179353" y="98723"/>
                  <a:pt x="174910" y="94280"/>
                </a:cubicBezTo>
                <a:close/>
                <a:moveTo>
                  <a:pt x="61138" y="94280"/>
                </a:moveTo>
                <a:cubicBezTo>
                  <a:pt x="56695" y="89837"/>
                  <a:pt x="49492" y="89837"/>
                  <a:pt x="45049" y="94280"/>
                </a:cubicBezTo>
                <a:cubicBezTo>
                  <a:pt x="40605" y="98723"/>
                  <a:pt x="40605" y="105927"/>
                  <a:pt x="45049" y="110370"/>
                </a:cubicBezTo>
                <a:lnTo>
                  <a:pt x="61139" y="126460"/>
                </a:lnTo>
                <a:cubicBezTo>
                  <a:pt x="65582" y="130903"/>
                  <a:pt x="72785" y="130903"/>
                  <a:pt x="77228" y="126460"/>
                </a:cubicBezTo>
                <a:cubicBezTo>
                  <a:pt x="81672" y="122017"/>
                  <a:pt x="81672" y="114813"/>
                  <a:pt x="77228" y="110370"/>
                </a:cubicBezTo>
                <a:lnTo>
                  <a:pt x="61138" y="94280"/>
                </a:lnTo>
                <a:close/>
                <a:moveTo>
                  <a:pt x="109979" y="0"/>
                </a:moveTo>
                <a:cubicBezTo>
                  <a:pt x="170720" y="0"/>
                  <a:pt x="219959" y="49239"/>
                  <a:pt x="219959" y="109979"/>
                </a:cubicBezTo>
                <a:cubicBezTo>
                  <a:pt x="219959" y="141775"/>
                  <a:pt x="206296" y="170957"/>
                  <a:pt x="179561" y="197082"/>
                </a:cubicBezTo>
                <a:cubicBezTo>
                  <a:pt x="178394" y="198223"/>
                  <a:pt x="177490" y="199596"/>
                  <a:pt x="176905" y="201107"/>
                </a:cubicBezTo>
                <a:lnTo>
                  <a:pt x="176428" y="202658"/>
                </a:lnTo>
                <a:lnTo>
                  <a:pt x="159270" y="276923"/>
                </a:lnTo>
                <a:cubicBezTo>
                  <a:pt x="155892" y="291545"/>
                  <a:pt x="143406" y="302137"/>
                  <a:pt x="128641" y="303271"/>
                </a:cubicBezTo>
                <a:lnTo>
                  <a:pt x="126014" y="303371"/>
                </a:lnTo>
                <a:lnTo>
                  <a:pt x="93950" y="303371"/>
                </a:lnTo>
                <a:cubicBezTo>
                  <a:pt x="78939" y="303371"/>
                  <a:pt x="65804" y="293585"/>
                  <a:pt x="61381" y="279451"/>
                </a:cubicBezTo>
                <a:lnTo>
                  <a:pt x="60692" y="276913"/>
                </a:lnTo>
                <a:lnTo>
                  <a:pt x="43557" y="202661"/>
                </a:lnTo>
                <a:cubicBezTo>
                  <a:pt x="43067" y="200539"/>
                  <a:pt x="41978" y="198602"/>
                  <a:pt x="40420" y="197081"/>
                </a:cubicBezTo>
                <a:cubicBezTo>
                  <a:pt x="14944" y="172199"/>
                  <a:pt x="1332" y="144547"/>
                  <a:pt x="93" y="114504"/>
                </a:cubicBezTo>
                <a:lnTo>
                  <a:pt x="0" y="109979"/>
                </a:lnTo>
                <a:lnTo>
                  <a:pt x="59" y="106349"/>
                </a:lnTo>
                <a:cubicBezTo>
                  <a:pt x="1974" y="47290"/>
                  <a:pt x="50454" y="0"/>
                  <a:pt x="109979" y="0"/>
                </a:cubicBezTo>
                <a:close/>
                <a:moveTo>
                  <a:pt x="142063" y="250268"/>
                </a:moveTo>
                <a:lnTo>
                  <a:pt x="77881" y="250268"/>
                </a:lnTo>
                <a:lnTo>
                  <a:pt x="82864" y="271797"/>
                </a:lnTo>
                <a:cubicBezTo>
                  <a:pt x="83935" y="276443"/>
                  <a:pt x="87767" y="279870"/>
                  <a:pt x="92384" y="280509"/>
                </a:cubicBezTo>
                <a:lnTo>
                  <a:pt x="93950" y="280616"/>
                </a:lnTo>
                <a:lnTo>
                  <a:pt x="126014" y="280616"/>
                </a:lnTo>
                <a:cubicBezTo>
                  <a:pt x="130782" y="280616"/>
                  <a:pt x="134980" y="277655"/>
                  <a:pt x="136643" y="273302"/>
                </a:cubicBezTo>
                <a:lnTo>
                  <a:pt x="137100" y="271800"/>
                </a:lnTo>
                <a:lnTo>
                  <a:pt x="142063" y="250268"/>
                </a:lnTo>
                <a:close/>
                <a:moveTo>
                  <a:pt x="109979" y="22754"/>
                </a:moveTo>
                <a:cubicBezTo>
                  <a:pt x="62927" y="22754"/>
                  <a:pt x="24576" y="60011"/>
                  <a:pt x="22817" y="106634"/>
                </a:cubicBezTo>
                <a:lnTo>
                  <a:pt x="22754" y="109979"/>
                </a:lnTo>
                <a:lnTo>
                  <a:pt x="22856" y="114182"/>
                </a:lnTo>
                <a:cubicBezTo>
                  <a:pt x="24011" y="137896"/>
                  <a:pt x="35000" y="159980"/>
                  <a:pt x="56319" y="180802"/>
                </a:cubicBezTo>
                <a:cubicBezTo>
                  <a:pt x="60326" y="184716"/>
                  <a:pt x="63297" y="189544"/>
                  <a:pt x="64990" y="194854"/>
                </a:cubicBezTo>
                <a:lnTo>
                  <a:pt x="65728" y="197546"/>
                </a:lnTo>
                <a:lnTo>
                  <a:pt x="72632" y="227514"/>
                </a:lnTo>
                <a:lnTo>
                  <a:pt x="98602" y="227514"/>
                </a:lnTo>
                <a:lnTo>
                  <a:pt x="98602" y="132724"/>
                </a:lnTo>
                <a:cubicBezTo>
                  <a:pt x="98602" y="126440"/>
                  <a:pt x="103696" y="121346"/>
                  <a:pt x="109979" y="121346"/>
                </a:cubicBezTo>
                <a:cubicBezTo>
                  <a:pt x="116263" y="121346"/>
                  <a:pt x="121357" y="126440"/>
                  <a:pt x="121357" y="132724"/>
                </a:cubicBezTo>
                <a:lnTo>
                  <a:pt x="121357" y="227514"/>
                </a:lnTo>
                <a:lnTo>
                  <a:pt x="147312" y="227514"/>
                </a:lnTo>
                <a:lnTo>
                  <a:pt x="154258" y="197536"/>
                </a:lnTo>
                <a:cubicBezTo>
                  <a:pt x="155517" y="192084"/>
                  <a:pt x="158094" y="187040"/>
                  <a:pt x="161744" y="182838"/>
                </a:cubicBezTo>
                <a:lnTo>
                  <a:pt x="163659" y="180808"/>
                </a:lnTo>
                <a:cubicBezTo>
                  <a:pt x="184966" y="159986"/>
                  <a:pt x="195949" y="137901"/>
                  <a:pt x="197103" y="114182"/>
                </a:cubicBezTo>
                <a:lnTo>
                  <a:pt x="197205" y="109979"/>
                </a:lnTo>
                <a:lnTo>
                  <a:pt x="197141" y="106634"/>
                </a:lnTo>
                <a:cubicBezTo>
                  <a:pt x="195383" y="60011"/>
                  <a:pt x="157033" y="22754"/>
                  <a:pt x="109979" y="22754"/>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87" name="Graphic 27">
            <a:extLst>
              <a:ext uri="{FF2B5EF4-FFF2-40B4-BE49-F238E27FC236}">
                <a16:creationId xmlns:a16="http://schemas.microsoft.com/office/drawing/2014/main" id="{8FC474FB-46E0-04A6-8581-E5CA2AF9ACE9}"/>
              </a:ext>
              <a:ext uri="{C183D7F6-B498-43B3-948B-1728B52AA6E4}">
                <adec:decorative xmlns:adec="http://schemas.microsoft.com/office/drawing/2017/decorative" val="1"/>
              </a:ext>
            </a:extLst>
          </p:cNvPr>
          <p:cNvSpPr/>
          <p:nvPr/>
        </p:nvSpPr>
        <p:spPr>
          <a:xfrm>
            <a:off x="5761568" y="4651017"/>
            <a:ext cx="496590" cy="491738"/>
          </a:xfrm>
          <a:custGeom>
            <a:avLst/>
            <a:gdLst>
              <a:gd name="csX0" fmla="*/ 140505 w 188752"/>
              <a:gd name="csY0" fmla="*/ 0 h 186909"/>
              <a:gd name="csX1" fmla="*/ 142262 w 188752"/>
              <a:gd name="csY1" fmla="*/ 49 h 186909"/>
              <a:gd name="csX2" fmla="*/ 171413 w 188752"/>
              <a:gd name="csY2" fmla="*/ 29200 h 186909"/>
              <a:gd name="csX3" fmla="*/ 171461 w 188752"/>
              <a:gd name="csY3" fmla="*/ 30956 h 186909"/>
              <a:gd name="csX4" fmla="*/ 171461 w 188752"/>
              <a:gd name="csY4" fmla="*/ 85936 h 186909"/>
              <a:gd name="csX5" fmla="*/ 157166 w 188752"/>
              <a:gd name="csY5" fmla="*/ 79185 h 186909"/>
              <a:gd name="csX6" fmla="*/ 157163 w 188752"/>
              <a:gd name="csY6" fmla="*/ 47625 h 186909"/>
              <a:gd name="csX7" fmla="*/ 14299 w 188752"/>
              <a:gd name="csY7" fmla="*/ 47625 h 186909"/>
              <a:gd name="csX8" fmla="*/ 14288 w 188752"/>
              <a:gd name="csY8" fmla="*/ 140494 h 186909"/>
              <a:gd name="csX9" fmla="*/ 29589 w 188752"/>
              <a:gd name="csY9" fmla="*/ 157107 h 186909"/>
              <a:gd name="csX10" fmla="*/ 30956 w 188752"/>
              <a:gd name="csY10" fmla="*/ 157163 h 186909"/>
              <a:gd name="csX11" fmla="*/ 79192 w 188752"/>
              <a:gd name="csY11" fmla="*/ 157163 h 186909"/>
              <a:gd name="csX12" fmla="*/ 85938 w 188752"/>
              <a:gd name="csY12" fmla="*/ 171450 h 186909"/>
              <a:gd name="csX13" fmla="*/ 30956 w 188752"/>
              <a:gd name="csY13" fmla="*/ 171450 h 186909"/>
              <a:gd name="csX14" fmla="*/ 49 w 188752"/>
              <a:gd name="csY14" fmla="*/ 142250 h 186909"/>
              <a:gd name="csX15" fmla="*/ 0 w 188752"/>
              <a:gd name="csY15" fmla="*/ 140494 h 186909"/>
              <a:gd name="csX16" fmla="*/ 0 w 188752"/>
              <a:gd name="csY16" fmla="*/ 30956 h 186909"/>
              <a:gd name="csX17" fmla="*/ 29200 w 188752"/>
              <a:gd name="csY17" fmla="*/ 49 h 186909"/>
              <a:gd name="csX18" fmla="*/ 30956 w 188752"/>
              <a:gd name="csY18" fmla="*/ 0 h 186909"/>
              <a:gd name="csX19" fmla="*/ 140505 w 188752"/>
              <a:gd name="csY19" fmla="*/ 0 h 186909"/>
              <a:gd name="csX20" fmla="*/ 140503 w 188752"/>
              <a:gd name="csY20" fmla="*/ 14288 h 186909"/>
              <a:gd name="csX21" fmla="*/ 30966 w 188752"/>
              <a:gd name="csY21" fmla="*/ 14288 h 186909"/>
              <a:gd name="csX22" fmla="*/ 14297 w 188752"/>
              <a:gd name="csY22" fmla="*/ 30956 h 186909"/>
              <a:gd name="csX23" fmla="*/ 14297 w 188752"/>
              <a:gd name="csY23" fmla="*/ 33338 h 186909"/>
              <a:gd name="csX24" fmla="*/ 157172 w 188752"/>
              <a:gd name="csY24" fmla="*/ 33338 h 186909"/>
              <a:gd name="csX25" fmla="*/ 157172 w 188752"/>
              <a:gd name="csY25" fmla="*/ 30956 h 186909"/>
              <a:gd name="csX26" fmla="*/ 140503 w 188752"/>
              <a:gd name="csY26" fmla="*/ 14288 h 186909"/>
              <a:gd name="csX27" fmla="*/ 69056 w 188752"/>
              <a:gd name="csY27" fmla="*/ 61913 h 186909"/>
              <a:gd name="csX28" fmla="*/ 76135 w 188752"/>
              <a:gd name="csY28" fmla="*/ 68087 h 186909"/>
              <a:gd name="csX29" fmla="*/ 76200 w 188752"/>
              <a:gd name="csY29" fmla="*/ 69056 h 186909"/>
              <a:gd name="csX30" fmla="*/ 76200 w 188752"/>
              <a:gd name="csY30" fmla="*/ 135731 h 186909"/>
              <a:gd name="csX31" fmla="*/ 70026 w 188752"/>
              <a:gd name="csY31" fmla="*/ 142810 h 186909"/>
              <a:gd name="csX32" fmla="*/ 69056 w 188752"/>
              <a:gd name="csY32" fmla="*/ 142875 h 186909"/>
              <a:gd name="csX33" fmla="*/ 35719 w 188752"/>
              <a:gd name="csY33" fmla="*/ 142875 h 186909"/>
              <a:gd name="csX34" fmla="*/ 28640 w 188752"/>
              <a:gd name="csY34" fmla="*/ 136701 h 186909"/>
              <a:gd name="csX35" fmla="*/ 28575 w 188752"/>
              <a:gd name="csY35" fmla="*/ 135731 h 186909"/>
              <a:gd name="csX36" fmla="*/ 28575 w 188752"/>
              <a:gd name="csY36" fmla="*/ 69056 h 186909"/>
              <a:gd name="csX37" fmla="*/ 34749 w 188752"/>
              <a:gd name="csY37" fmla="*/ 61978 h 186909"/>
              <a:gd name="csX38" fmla="*/ 35719 w 188752"/>
              <a:gd name="csY38" fmla="*/ 61913 h 186909"/>
              <a:gd name="csX39" fmla="*/ 69056 w 188752"/>
              <a:gd name="csY39" fmla="*/ 61913 h 186909"/>
              <a:gd name="csX40" fmla="*/ 61913 w 188752"/>
              <a:gd name="csY40" fmla="*/ 76200 h 186909"/>
              <a:gd name="csX41" fmla="*/ 42863 w 188752"/>
              <a:gd name="csY41" fmla="*/ 76200 h 186909"/>
              <a:gd name="csX42" fmla="*/ 42863 w 188752"/>
              <a:gd name="csY42" fmla="*/ 128588 h 186909"/>
              <a:gd name="csX43" fmla="*/ 61913 w 188752"/>
              <a:gd name="csY43" fmla="*/ 128588 h 186909"/>
              <a:gd name="csX44" fmla="*/ 61913 w 188752"/>
              <a:gd name="csY44" fmla="*/ 76200 h 186909"/>
              <a:gd name="csX45" fmla="*/ 142875 w 188752"/>
              <a:gd name="csY45" fmla="*/ 69056 h 186909"/>
              <a:gd name="csX46" fmla="*/ 135731 w 188752"/>
              <a:gd name="csY46" fmla="*/ 61913 h 186909"/>
              <a:gd name="csX47" fmla="*/ 92911 w 188752"/>
              <a:gd name="csY47" fmla="*/ 61913 h 186909"/>
              <a:gd name="csX48" fmla="*/ 91941 w 188752"/>
              <a:gd name="csY48" fmla="*/ 61978 h 186909"/>
              <a:gd name="csX49" fmla="*/ 85767 w 188752"/>
              <a:gd name="csY49" fmla="*/ 69056 h 186909"/>
              <a:gd name="csX50" fmla="*/ 92911 w 188752"/>
              <a:gd name="csY50" fmla="*/ 76200 h 186909"/>
              <a:gd name="csX51" fmla="*/ 135731 w 188752"/>
              <a:gd name="csY51" fmla="*/ 76200 h 186909"/>
              <a:gd name="csX52" fmla="*/ 136701 w 188752"/>
              <a:gd name="csY52" fmla="*/ 76135 h 186909"/>
              <a:gd name="csX53" fmla="*/ 142875 w 188752"/>
              <a:gd name="csY53" fmla="*/ 69056 h 186909"/>
              <a:gd name="csX54" fmla="*/ 107434 w 188752"/>
              <a:gd name="csY54" fmla="*/ 104541 h 186909"/>
              <a:gd name="csX55" fmla="*/ 93707 w 188752"/>
              <a:gd name="csY55" fmla="*/ 128317 h 186909"/>
              <a:gd name="csX56" fmla="*/ 88142 w 188752"/>
              <a:gd name="csY56" fmla="*/ 129693 h 186909"/>
              <a:gd name="csX57" fmla="*/ 87492 w 188752"/>
              <a:gd name="csY57" fmla="*/ 138111 h 186909"/>
              <a:gd name="csX58" fmla="*/ 88202 w 188752"/>
              <a:gd name="csY58" fmla="*/ 146906 h 186909"/>
              <a:gd name="csX59" fmla="*/ 93341 w 188752"/>
              <a:gd name="csY59" fmla="*/ 148144 h 186909"/>
              <a:gd name="csX60" fmla="*/ 107152 w 188752"/>
              <a:gd name="csY60" fmla="*/ 172056 h 186909"/>
              <a:gd name="csX61" fmla="*/ 105378 w 188752"/>
              <a:gd name="csY61" fmla="*/ 178069 h 186909"/>
              <a:gd name="csX62" fmla="*/ 119514 w 188752"/>
              <a:gd name="csY62" fmla="*/ 186847 h 186909"/>
              <a:gd name="csX63" fmla="*/ 124213 w 188752"/>
              <a:gd name="csY63" fmla="*/ 181906 h 186909"/>
              <a:gd name="csX64" fmla="*/ 151827 w 188752"/>
              <a:gd name="csY64" fmla="*/ 181910 h 186909"/>
              <a:gd name="csX65" fmla="*/ 156577 w 188752"/>
              <a:gd name="csY65" fmla="*/ 186909 h 186909"/>
              <a:gd name="csX66" fmla="*/ 170700 w 188752"/>
              <a:gd name="csY66" fmla="*/ 178214 h 186909"/>
              <a:gd name="csX67" fmla="*/ 168814 w 188752"/>
              <a:gd name="csY67" fmla="*/ 171681 h 186909"/>
              <a:gd name="csX68" fmla="*/ 182542 w 188752"/>
              <a:gd name="csY68" fmla="*/ 147904 h 186909"/>
              <a:gd name="csX69" fmla="*/ 188102 w 188752"/>
              <a:gd name="csY69" fmla="*/ 146528 h 186909"/>
              <a:gd name="csX70" fmla="*/ 188752 w 188752"/>
              <a:gd name="csY70" fmla="*/ 138111 h 186909"/>
              <a:gd name="csX71" fmla="*/ 188041 w 188752"/>
              <a:gd name="csY71" fmla="*/ 129313 h 186909"/>
              <a:gd name="csX72" fmla="*/ 182908 w 188752"/>
              <a:gd name="csY72" fmla="*/ 128077 h 186909"/>
              <a:gd name="csX73" fmla="*/ 169096 w 188752"/>
              <a:gd name="csY73" fmla="*/ 104164 h 186909"/>
              <a:gd name="csX74" fmla="*/ 170870 w 188752"/>
              <a:gd name="csY74" fmla="*/ 98156 h 186909"/>
              <a:gd name="csX75" fmla="*/ 156733 w 188752"/>
              <a:gd name="csY75" fmla="*/ 89376 h 186909"/>
              <a:gd name="csX76" fmla="*/ 152036 w 188752"/>
              <a:gd name="csY76" fmla="*/ 94315 h 186909"/>
              <a:gd name="csX77" fmla="*/ 124422 w 188752"/>
              <a:gd name="csY77" fmla="*/ 94310 h 186909"/>
              <a:gd name="csX78" fmla="*/ 119671 w 188752"/>
              <a:gd name="csY78" fmla="*/ 89311 h 186909"/>
              <a:gd name="csX79" fmla="*/ 105547 w 188752"/>
              <a:gd name="csY79" fmla="*/ 98005 h 186909"/>
              <a:gd name="csX80" fmla="*/ 107434 w 188752"/>
              <a:gd name="csY80" fmla="*/ 104541 h 186909"/>
              <a:gd name="csX81" fmla="*/ 138122 w 188752"/>
              <a:gd name="csY81" fmla="*/ 152398 h 186909"/>
              <a:gd name="csX82" fmla="*/ 124314 w 188752"/>
              <a:gd name="csY82" fmla="*/ 138111 h 186909"/>
              <a:gd name="csX83" fmla="*/ 138122 w 188752"/>
              <a:gd name="csY83" fmla="*/ 123823 h 186909"/>
              <a:gd name="csX84" fmla="*/ 151930 w 188752"/>
              <a:gd name="csY84" fmla="*/ 138111 h 186909"/>
              <a:gd name="csX85" fmla="*/ 138122 w 188752"/>
              <a:gd name="csY85" fmla="*/ 152398 h 18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Lst>
            <a:rect l="l" t="t" r="r" b="b"/>
            <a:pathLst>
              <a:path w="188752" h="186909">
                <a:moveTo>
                  <a:pt x="140505" y="0"/>
                </a:moveTo>
                <a:lnTo>
                  <a:pt x="142262" y="49"/>
                </a:lnTo>
                <a:cubicBezTo>
                  <a:pt x="157960" y="927"/>
                  <a:pt x="170535" y="13502"/>
                  <a:pt x="171413" y="29200"/>
                </a:cubicBezTo>
                <a:lnTo>
                  <a:pt x="171461" y="30956"/>
                </a:lnTo>
                <a:lnTo>
                  <a:pt x="171461" y="85936"/>
                </a:lnTo>
                <a:cubicBezTo>
                  <a:pt x="167048" y="83109"/>
                  <a:pt x="162251" y="80827"/>
                  <a:pt x="157166" y="79185"/>
                </a:cubicBezTo>
                <a:lnTo>
                  <a:pt x="157163" y="47625"/>
                </a:lnTo>
                <a:lnTo>
                  <a:pt x="14299" y="47625"/>
                </a:lnTo>
                <a:lnTo>
                  <a:pt x="14288" y="140494"/>
                </a:lnTo>
                <a:cubicBezTo>
                  <a:pt x="14288" y="149240"/>
                  <a:pt x="21023" y="156412"/>
                  <a:pt x="29589" y="157107"/>
                </a:cubicBezTo>
                <a:lnTo>
                  <a:pt x="30956" y="157163"/>
                </a:lnTo>
                <a:lnTo>
                  <a:pt x="79192" y="157163"/>
                </a:lnTo>
                <a:cubicBezTo>
                  <a:pt x="80833" y="162244"/>
                  <a:pt x="83114" y="167038"/>
                  <a:pt x="85938" y="171450"/>
                </a:cubicBezTo>
                <a:lnTo>
                  <a:pt x="30956" y="171450"/>
                </a:lnTo>
                <a:cubicBezTo>
                  <a:pt x="14449" y="171450"/>
                  <a:pt x="960" y="158529"/>
                  <a:pt x="49" y="142250"/>
                </a:cubicBezTo>
                <a:lnTo>
                  <a:pt x="0" y="140494"/>
                </a:lnTo>
                <a:lnTo>
                  <a:pt x="0" y="30956"/>
                </a:lnTo>
                <a:cubicBezTo>
                  <a:pt x="0" y="14449"/>
                  <a:pt x="12920" y="960"/>
                  <a:pt x="29200" y="49"/>
                </a:cubicBezTo>
                <a:lnTo>
                  <a:pt x="30956" y="0"/>
                </a:lnTo>
                <a:lnTo>
                  <a:pt x="140505" y="0"/>
                </a:lnTo>
                <a:close/>
                <a:moveTo>
                  <a:pt x="140503" y="14288"/>
                </a:moveTo>
                <a:lnTo>
                  <a:pt x="30966" y="14288"/>
                </a:lnTo>
                <a:cubicBezTo>
                  <a:pt x="21760" y="14288"/>
                  <a:pt x="14297" y="21750"/>
                  <a:pt x="14297" y="30956"/>
                </a:cubicBezTo>
                <a:lnTo>
                  <a:pt x="14297" y="33338"/>
                </a:lnTo>
                <a:lnTo>
                  <a:pt x="157172" y="33338"/>
                </a:lnTo>
                <a:lnTo>
                  <a:pt x="157172" y="30956"/>
                </a:lnTo>
                <a:cubicBezTo>
                  <a:pt x="157172" y="21750"/>
                  <a:pt x="149709" y="14288"/>
                  <a:pt x="140503" y="14288"/>
                </a:cubicBezTo>
                <a:close/>
                <a:moveTo>
                  <a:pt x="69056" y="61913"/>
                </a:moveTo>
                <a:cubicBezTo>
                  <a:pt x="72673" y="61913"/>
                  <a:pt x="75662" y="64600"/>
                  <a:pt x="76135" y="68087"/>
                </a:cubicBezTo>
                <a:lnTo>
                  <a:pt x="76200" y="69056"/>
                </a:lnTo>
                <a:lnTo>
                  <a:pt x="76200" y="135731"/>
                </a:lnTo>
                <a:cubicBezTo>
                  <a:pt x="76200" y="139348"/>
                  <a:pt x="73512" y="142337"/>
                  <a:pt x="70026" y="142810"/>
                </a:cubicBezTo>
                <a:lnTo>
                  <a:pt x="69056" y="142875"/>
                </a:lnTo>
                <a:lnTo>
                  <a:pt x="35719" y="142875"/>
                </a:lnTo>
                <a:cubicBezTo>
                  <a:pt x="32102" y="142875"/>
                  <a:pt x="29113" y="140187"/>
                  <a:pt x="28640" y="136701"/>
                </a:cubicBezTo>
                <a:lnTo>
                  <a:pt x="28575" y="135731"/>
                </a:lnTo>
                <a:lnTo>
                  <a:pt x="28575" y="69056"/>
                </a:lnTo>
                <a:cubicBezTo>
                  <a:pt x="28575" y="65440"/>
                  <a:pt x="31262" y="62451"/>
                  <a:pt x="34749" y="61978"/>
                </a:cubicBezTo>
                <a:lnTo>
                  <a:pt x="35719" y="61913"/>
                </a:lnTo>
                <a:lnTo>
                  <a:pt x="69056" y="61913"/>
                </a:lnTo>
                <a:close/>
                <a:moveTo>
                  <a:pt x="61913" y="76200"/>
                </a:moveTo>
                <a:lnTo>
                  <a:pt x="42863" y="76200"/>
                </a:lnTo>
                <a:lnTo>
                  <a:pt x="42863" y="128588"/>
                </a:lnTo>
                <a:lnTo>
                  <a:pt x="61913" y="128588"/>
                </a:lnTo>
                <a:lnTo>
                  <a:pt x="61913" y="76200"/>
                </a:lnTo>
                <a:close/>
                <a:moveTo>
                  <a:pt x="142875" y="69056"/>
                </a:moveTo>
                <a:cubicBezTo>
                  <a:pt x="142875" y="65111"/>
                  <a:pt x="139677" y="61913"/>
                  <a:pt x="135731" y="61913"/>
                </a:cubicBezTo>
                <a:lnTo>
                  <a:pt x="92911" y="61913"/>
                </a:lnTo>
                <a:lnTo>
                  <a:pt x="91941" y="61978"/>
                </a:lnTo>
                <a:cubicBezTo>
                  <a:pt x="88455" y="62451"/>
                  <a:pt x="85767" y="65440"/>
                  <a:pt x="85767" y="69056"/>
                </a:cubicBezTo>
                <a:cubicBezTo>
                  <a:pt x="85767" y="73002"/>
                  <a:pt x="88965" y="76200"/>
                  <a:pt x="92911" y="76200"/>
                </a:cubicBezTo>
                <a:lnTo>
                  <a:pt x="135731" y="76200"/>
                </a:lnTo>
                <a:lnTo>
                  <a:pt x="136701" y="76135"/>
                </a:lnTo>
                <a:cubicBezTo>
                  <a:pt x="140187" y="75662"/>
                  <a:pt x="142875" y="72673"/>
                  <a:pt x="142875" y="69056"/>
                </a:cubicBezTo>
                <a:close/>
                <a:moveTo>
                  <a:pt x="107434" y="104541"/>
                </a:moveTo>
                <a:cubicBezTo>
                  <a:pt x="110432" y="114925"/>
                  <a:pt x="104200" y="125721"/>
                  <a:pt x="93707" y="128317"/>
                </a:cubicBezTo>
                <a:lnTo>
                  <a:pt x="88142" y="129693"/>
                </a:lnTo>
                <a:cubicBezTo>
                  <a:pt x="87715" y="132434"/>
                  <a:pt x="87492" y="135245"/>
                  <a:pt x="87492" y="138111"/>
                </a:cubicBezTo>
                <a:cubicBezTo>
                  <a:pt x="87492" y="141108"/>
                  <a:pt x="87736" y="144047"/>
                  <a:pt x="88202" y="146906"/>
                </a:cubicBezTo>
                <a:lnTo>
                  <a:pt x="93341" y="148144"/>
                </a:lnTo>
                <a:cubicBezTo>
                  <a:pt x="103938" y="150696"/>
                  <a:pt x="110237" y="161602"/>
                  <a:pt x="107152" y="172056"/>
                </a:cubicBezTo>
                <a:lnTo>
                  <a:pt x="105378" y="178069"/>
                </a:lnTo>
                <a:cubicBezTo>
                  <a:pt x="109560" y="181742"/>
                  <a:pt x="114328" y="184725"/>
                  <a:pt x="119514" y="186847"/>
                </a:cubicBezTo>
                <a:lnTo>
                  <a:pt x="124213" y="181906"/>
                </a:lnTo>
                <a:cubicBezTo>
                  <a:pt x="131724" y="174007"/>
                  <a:pt x="144318" y="174009"/>
                  <a:pt x="151827" y="181910"/>
                </a:cubicBezTo>
                <a:lnTo>
                  <a:pt x="156577" y="186909"/>
                </a:lnTo>
                <a:cubicBezTo>
                  <a:pt x="161755" y="184811"/>
                  <a:pt x="166517" y="181856"/>
                  <a:pt x="170700" y="178214"/>
                </a:cubicBezTo>
                <a:lnTo>
                  <a:pt x="168814" y="171681"/>
                </a:lnTo>
                <a:cubicBezTo>
                  <a:pt x="165816" y="161295"/>
                  <a:pt x="172049" y="150500"/>
                  <a:pt x="182542" y="147904"/>
                </a:cubicBezTo>
                <a:lnTo>
                  <a:pt x="188102" y="146528"/>
                </a:lnTo>
                <a:cubicBezTo>
                  <a:pt x="188529" y="143788"/>
                  <a:pt x="188752" y="140976"/>
                  <a:pt x="188752" y="138111"/>
                </a:cubicBezTo>
                <a:cubicBezTo>
                  <a:pt x="188752" y="135113"/>
                  <a:pt x="188508" y="132174"/>
                  <a:pt x="188041" y="129313"/>
                </a:cubicBezTo>
                <a:lnTo>
                  <a:pt x="182908" y="128077"/>
                </a:lnTo>
                <a:cubicBezTo>
                  <a:pt x="172311" y="125525"/>
                  <a:pt x="166012" y="114619"/>
                  <a:pt x="169096" y="104164"/>
                </a:cubicBezTo>
                <a:lnTo>
                  <a:pt x="170870" y="98156"/>
                </a:lnTo>
                <a:cubicBezTo>
                  <a:pt x="166687" y="94481"/>
                  <a:pt x="161920" y="91498"/>
                  <a:pt x="156733" y="89376"/>
                </a:cubicBezTo>
                <a:lnTo>
                  <a:pt x="152036" y="94315"/>
                </a:lnTo>
                <a:cubicBezTo>
                  <a:pt x="144525" y="102214"/>
                  <a:pt x="131930" y="102212"/>
                  <a:pt x="124422" y="94310"/>
                </a:cubicBezTo>
                <a:lnTo>
                  <a:pt x="119671" y="89311"/>
                </a:lnTo>
                <a:cubicBezTo>
                  <a:pt x="114493" y="91409"/>
                  <a:pt x="109732" y="94362"/>
                  <a:pt x="105547" y="98005"/>
                </a:cubicBezTo>
                <a:lnTo>
                  <a:pt x="107434" y="104541"/>
                </a:lnTo>
                <a:close/>
                <a:moveTo>
                  <a:pt x="138122" y="152398"/>
                </a:moveTo>
                <a:cubicBezTo>
                  <a:pt x="130496" y="152398"/>
                  <a:pt x="124314" y="146001"/>
                  <a:pt x="124314" y="138111"/>
                </a:cubicBezTo>
                <a:cubicBezTo>
                  <a:pt x="124314" y="130220"/>
                  <a:pt x="130496" y="123823"/>
                  <a:pt x="138122" y="123823"/>
                </a:cubicBezTo>
                <a:cubicBezTo>
                  <a:pt x="145748" y="123823"/>
                  <a:pt x="151930" y="130220"/>
                  <a:pt x="151930" y="138111"/>
                </a:cubicBezTo>
                <a:cubicBezTo>
                  <a:pt x="151930" y="146001"/>
                  <a:pt x="145748" y="152398"/>
                  <a:pt x="138122" y="152398"/>
                </a:cubicBezTo>
                <a:close/>
              </a:path>
            </a:pathLst>
          </a:custGeom>
          <a:solidFill>
            <a:schemeClr val="tx2"/>
          </a:solidFill>
          <a:ln w="15875" cap="rnd">
            <a:noFill/>
            <a:prstDash val="solid"/>
            <a:round/>
          </a:ln>
          <a:effectLst/>
        </p:spPr>
        <p:txBody>
          <a:bodyPr/>
          <a:lstStyle/>
          <a:p>
            <a:endParaRPr lang="en-IN" dirty="0"/>
          </a:p>
        </p:txBody>
      </p:sp>
      <p:sp>
        <p:nvSpPr>
          <p:cNvPr id="88" name="Graphic 5">
            <a:extLst>
              <a:ext uri="{FF2B5EF4-FFF2-40B4-BE49-F238E27FC236}">
                <a16:creationId xmlns:a16="http://schemas.microsoft.com/office/drawing/2014/main" id="{7D61210F-CEBA-6DB0-B963-EF8D9CC228F4}"/>
              </a:ext>
              <a:ext uri="{C183D7F6-B498-43B3-948B-1728B52AA6E4}">
                <adec:decorative xmlns:adec="http://schemas.microsoft.com/office/drawing/2017/decorative" val="1"/>
              </a:ext>
            </a:extLst>
          </p:cNvPr>
          <p:cNvSpPr>
            <a:spLocks noChangeAspect="1"/>
          </p:cNvSpPr>
          <p:nvPr/>
        </p:nvSpPr>
        <p:spPr>
          <a:xfrm>
            <a:off x="9413443" y="4627579"/>
            <a:ext cx="538522" cy="538614"/>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dirty="0">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89" name="Rectangle 88">
            <a:extLst>
              <a:ext uri="{FF2B5EF4-FFF2-40B4-BE49-F238E27FC236}">
                <a16:creationId xmlns:a16="http://schemas.microsoft.com/office/drawing/2014/main" id="{9DB01C92-98FA-0C18-A053-CCC10EBD736A}"/>
              </a:ext>
              <a:ext uri="{C183D7F6-B498-43B3-948B-1728B52AA6E4}">
                <adec:decorative xmlns:adec="http://schemas.microsoft.com/office/drawing/2017/decorative" val="1"/>
              </a:ext>
            </a:extLst>
          </p:cNvPr>
          <p:cNvSpPr>
            <a:spLocks/>
          </p:cNvSpPr>
          <p:nvPr/>
        </p:nvSpPr>
        <p:spPr bwMode="auto">
          <a:xfrm>
            <a:off x="645385" y="5414612"/>
            <a:ext cx="3383274" cy="794695"/>
          </a:xfrm>
          <a:prstGeom prst="rect">
            <a:avLst/>
          </a:prstGeom>
          <a:gradFill flip="none" rotWithShape="1">
            <a:gsLst>
              <a:gs pos="50000">
                <a:srgbClr val="F2F2F2"/>
              </a:gs>
              <a:gs pos="100000">
                <a:schemeClr val="bg1">
                  <a:lumMod val="95000"/>
                  <a:alpha val="0"/>
                </a:schemeClr>
              </a:gs>
              <a:gs pos="0">
                <a:schemeClr val="bg1">
                  <a:lumMod val="9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449">
              <a:spcBef>
                <a:spcPts val="200"/>
              </a:spcBef>
              <a:defRPr/>
            </a:pPr>
            <a:endParaRPr lang="en-US" sz="2000" spc="-50">
              <a:ln w="3175">
                <a:noFill/>
              </a:ln>
              <a:solidFill>
                <a:schemeClr val="tx1"/>
              </a:solidFill>
              <a:latin typeface="+mj-lt"/>
            </a:endParaRPr>
          </a:p>
        </p:txBody>
      </p:sp>
      <p:sp>
        <p:nvSpPr>
          <p:cNvPr id="90" name="Rectangle 89">
            <a:extLst>
              <a:ext uri="{FF2B5EF4-FFF2-40B4-BE49-F238E27FC236}">
                <a16:creationId xmlns:a16="http://schemas.microsoft.com/office/drawing/2014/main" id="{685E27F8-2773-8C31-5D99-13A82CC1CC65}"/>
              </a:ext>
              <a:ext uri="{C183D7F6-B498-43B3-948B-1728B52AA6E4}">
                <adec:decorative xmlns:adec="http://schemas.microsoft.com/office/drawing/2017/decorative" val="1"/>
              </a:ext>
            </a:extLst>
          </p:cNvPr>
          <p:cNvSpPr>
            <a:spLocks/>
          </p:cNvSpPr>
          <p:nvPr/>
        </p:nvSpPr>
        <p:spPr bwMode="auto">
          <a:xfrm>
            <a:off x="4318225" y="5414612"/>
            <a:ext cx="3383274" cy="794695"/>
          </a:xfrm>
          <a:prstGeom prst="rect">
            <a:avLst/>
          </a:prstGeom>
          <a:gradFill flip="none" rotWithShape="1">
            <a:gsLst>
              <a:gs pos="50000">
                <a:srgbClr val="F2F2F2"/>
              </a:gs>
              <a:gs pos="100000">
                <a:schemeClr val="bg1">
                  <a:lumMod val="95000"/>
                  <a:alpha val="0"/>
                </a:schemeClr>
              </a:gs>
              <a:gs pos="0">
                <a:schemeClr val="bg1">
                  <a:lumMod val="9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449">
              <a:spcBef>
                <a:spcPts val="200"/>
              </a:spcBef>
              <a:defRPr/>
            </a:pPr>
            <a:endParaRPr lang="en-US" sz="2000" spc="-50">
              <a:ln w="3175">
                <a:noFill/>
              </a:ln>
              <a:solidFill>
                <a:schemeClr val="tx1"/>
              </a:solidFill>
              <a:latin typeface="+mj-lt"/>
            </a:endParaRPr>
          </a:p>
        </p:txBody>
      </p:sp>
      <p:sp>
        <p:nvSpPr>
          <p:cNvPr id="91" name="Rectangle 90">
            <a:extLst>
              <a:ext uri="{FF2B5EF4-FFF2-40B4-BE49-F238E27FC236}">
                <a16:creationId xmlns:a16="http://schemas.microsoft.com/office/drawing/2014/main" id="{B692166A-38FE-46B5-A67B-69D916181431}"/>
              </a:ext>
              <a:ext uri="{C183D7F6-B498-43B3-948B-1728B52AA6E4}">
                <adec:decorative xmlns:adec="http://schemas.microsoft.com/office/drawing/2017/decorative" val="1"/>
              </a:ext>
            </a:extLst>
          </p:cNvPr>
          <p:cNvSpPr>
            <a:spLocks/>
          </p:cNvSpPr>
          <p:nvPr/>
        </p:nvSpPr>
        <p:spPr bwMode="auto">
          <a:xfrm>
            <a:off x="7991066" y="5414612"/>
            <a:ext cx="3383274" cy="794695"/>
          </a:xfrm>
          <a:prstGeom prst="rect">
            <a:avLst/>
          </a:prstGeom>
          <a:gradFill flip="none" rotWithShape="1">
            <a:gsLst>
              <a:gs pos="50000">
                <a:srgbClr val="F2F2F2"/>
              </a:gs>
              <a:gs pos="100000">
                <a:schemeClr val="bg1">
                  <a:lumMod val="95000"/>
                  <a:alpha val="0"/>
                </a:schemeClr>
              </a:gs>
              <a:gs pos="0">
                <a:schemeClr val="bg1">
                  <a:lumMod val="9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449">
              <a:spcBef>
                <a:spcPts val="200"/>
              </a:spcBef>
              <a:defRPr/>
            </a:pPr>
            <a:endParaRPr lang="en-US" sz="2000" spc="-50">
              <a:ln w="3175">
                <a:noFill/>
              </a:ln>
              <a:solidFill>
                <a:schemeClr val="tx1"/>
              </a:solidFill>
              <a:latin typeface="+mj-lt"/>
            </a:endParaRPr>
          </a:p>
        </p:txBody>
      </p:sp>
      <p:sp>
        <p:nvSpPr>
          <p:cNvPr id="92" name="Title 333">
            <a:extLst>
              <a:ext uri="{FF2B5EF4-FFF2-40B4-BE49-F238E27FC236}">
                <a16:creationId xmlns:a16="http://schemas.microsoft.com/office/drawing/2014/main" id="{6D186343-A34F-326A-8304-F0A0705B83CF}"/>
              </a:ext>
            </a:extLst>
          </p:cNvPr>
          <p:cNvSpPr txBox="1">
            <a:spLocks/>
          </p:cNvSpPr>
          <p:nvPr/>
        </p:nvSpPr>
        <p:spPr>
          <a:xfrm>
            <a:off x="500601" y="1389303"/>
            <a:ext cx="6001323" cy="307777"/>
          </a:xfrm>
          <a:prstGeom prst="rect">
            <a:avLst/>
          </a:prstGeom>
        </p:spPr>
        <p:txBody>
          <a:bodyPr vert="horz" wrap="none" lIns="0" tIns="0" rIns="0" bIns="0" rtlCol="0" anchor="t">
            <a:sp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tx1"/>
                </a:solidFill>
                <a:effectLst/>
                <a:latin typeface="+mj-lt"/>
                <a:ea typeface="+mn-ea"/>
                <a:cs typeface="Segoe UI" pitchFamily="34" charset="0"/>
              </a:defRPr>
            </a:lvl1pPr>
          </a:lstStyle>
          <a:p>
            <a:r>
              <a:rPr lang="en-US" sz="2000" spc="0" dirty="0">
                <a:latin typeface="+mn-lt"/>
              </a:rPr>
              <a:t>AI scale requires leveraging comprehensive solutions</a:t>
            </a:r>
          </a:p>
        </p:txBody>
      </p:sp>
      <p:sp>
        <p:nvSpPr>
          <p:cNvPr id="93" name="!!Text1">
            <a:extLst>
              <a:ext uri="{FF2B5EF4-FFF2-40B4-BE49-F238E27FC236}">
                <a16:creationId xmlns:a16="http://schemas.microsoft.com/office/drawing/2014/main" id="{1DBEF912-6542-3A6A-BD0A-683D7729786D}"/>
              </a:ext>
            </a:extLst>
          </p:cNvPr>
          <p:cNvSpPr txBox="1">
            <a:spLocks/>
          </p:cNvSpPr>
          <p:nvPr/>
        </p:nvSpPr>
        <p:spPr>
          <a:xfrm>
            <a:off x="676623" y="3261325"/>
            <a:ext cx="2323718" cy="553998"/>
          </a:xfrm>
          <a:prstGeom prst="rect">
            <a:avLst/>
          </a:prstGeom>
          <a:noFill/>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effectLst/>
                <a:uLnTx/>
                <a:uFillTx/>
              </a:rPr>
              <a:t>Data security </a:t>
            </a:r>
            <a:br>
              <a:rPr kumimoji="0" lang="en-US" sz="1800" b="0" i="0" u="none" strike="noStrike" kern="1200" cap="none" spc="0" normalizeH="0" baseline="0" noProof="0">
                <a:ln>
                  <a:noFill/>
                </a:ln>
                <a:effectLst/>
                <a:uLnTx/>
                <a:uFillTx/>
              </a:rPr>
            </a:br>
            <a:r>
              <a:rPr kumimoji="0" lang="en-US" sz="1800" b="0" i="0" u="none" strike="noStrike" kern="1200" cap="none" spc="0" normalizeH="0" baseline="0" noProof="0">
                <a:ln>
                  <a:noFill/>
                </a:ln>
                <a:effectLst/>
                <a:uLnTx/>
                <a:uFillTx/>
              </a:rPr>
              <a:t>and compliance</a:t>
            </a:r>
          </a:p>
        </p:txBody>
      </p:sp>
      <p:sp>
        <p:nvSpPr>
          <p:cNvPr id="94" name="Freeform: Shape 93" descr="Plus">
            <a:extLst>
              <a:ext uri="{FF2B5EF4-FFF2-40B4-BE49-F238E27FC236}">
                <a16:creationId xmlns:a16="http://schemas.microsoft.com/office/drawing/2014/main" id="{00EB16C4-0FE7-19C3-B6D7-9D022DEACC32}"/>
              </a:ext>
              <a:ext uri="{C183D7F6-B498-43B3-948B-1728B52AA6E4}">
                <adec:decorative xmlns:adec="http://schemas.microsoft.com/office/drawing/2017/decorative" val="0"/>
              </a:ext>
            </a:extLst>
          </p:cNvPr>
          <p:cNvSpPr/>
          <p:nvPr/>
        </p:nvSpPr>
        <p:spPr bwMode="auto">
          <a:xfrm rot="10800000" flipV="1">
            <a:off x="3026537" y="2373463"/>
            <a:ext cx="404810" cy="404810"/>
          </a:xfrm>
          <a:custGeom>
            <a:avLst/>
            <a:gdLst>
              <a:gd name="connsiteX0" fmla="*/ 162310 w 324620"/>
              <a:gd name="connsiteY0" fmla="*/ 0 h 324620"/>
              <a:gd name="connsiteX1" fmla="*/ 125318 w 324620"/>
              <a:gd name="connsiteY1" fmla="*/ 36992 h 324620"/>
              <a:gd name="connsiteX2" fmla="*/ 125318 w 324620"/>
              <a:gd name="connsiteY2" fmla="*/ 125318 h 324620"/>
              <a:gd name="connsiteX3" fmla="*/ 36992 w 324620"/>
              <a:gd name="connsiteY3" fmla="*/ 125318 h 324620"/>
              <a:gd name="connsiteX4" fmla="*/ 0 w 324620"/>
              <a:gd name="connsiteY4" fmla="*/ 162310 h 324620"/>
              <a:gd name="connsiteX5" fmla="*/ 36992 w 324620"/>
              <a:gd name="connsiteY5" fmla="*/ 199302 h 324620"/>
              <a:gd name="connsiteX6" fmla="*/ 125318 w 324620"/>
              <a:gd name="connsiteY6" fmla="*/ 199302 h 324620"/>
              <a:gd name="connsiteX7" fmla="*/ 125318 w 324620"/>
              <a:gd name="connsiteY7" fmla="*/ 287628 h 324620"/>
              <a:gd name="connsiteX8" fmla="*/ 162310 w 324620"/>
              <a:gd name="connsiteY8" fmla="*/ 324620 h 324620"/>
              <a:gd name="connsiteX9" fmla="*/ 199302 w 324620"/>
              <a:gd name="connsiteY9" fmla="*/ 287628 h 324620"/>
              <a:gd name="connsiteX10" fmla="*/ 199302 w 324620"/>
              <a:gd name="connsiteY10" fmla="*/ 199302 h 324620"/>
              <a:gd name="connsiteX11" fmla="*/ 287628 w 324620"/>
              <a:gd name="connsiteY11" fmla="*/ 199302 h 324620"/>
              <a:gd name="connsiteX12" fmla="*/ 324620 w 324620"/>
              <a:gd name="connsiteY12" fmla="*/ 162310 h 324620"/>
              <a:gd name="connsiteX13" fmla="*/ 287628 w 324620"/>
              <a:gd name="connsiteY13" fmla="*/ 125318 h 324620"/>
              <a:gd name="connsiteX14" fmla="*/ 199302 w 324620"/>
              <a:gd name="connsiteY14" fmla="*/ 125318 h 324620"/>
              <a:gd name="connsiteX15" fmla="*/ 199302 w 324620"/>
              <a:gd name="connsiteY15" fmla="*/ 36992 h 324620"/>
              <a:gd name="connsiteX16" fmla="*/ 162310 w 324620"/>
              <a:gd name="connsiteY16" fmla="*/ 0 h 32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4620" h="324620">
                <a:moveTo>
                  <a:pt x="162310" y="0"/>
                </a:moveTo>
                <a:cubicBezTo>
                  <a:pt x="141880" y="0"/>
                  <a:pt x="125318" y="16562"/>
                  <a:pt x="125318" y="36992"/>
                </a:cubicBezTo>
                <a:lnTo>
                  <a:pt x="125318" y="125318"/>
                </a:lnTo>
                <a:lnTo>
                  <a:pt x="36992" y="125318"/>
                </a:lnTo>
                <a:cubicBezTo>
                  <a:pt x="16562" y="125318"/>
                  <a:pt x="0" y="141880"/>
                  <a:pt x="0" y="162310"/>
                </a:cubicBezTo>
                <a:cubicBezTo>
                  <a:pt x="0" y="182740"/>
                  <a:pt x="16562" y="199302"/>
                  <a:pt x="36992" y="199302"/>
                </a:cubicBezTo>
                <a:lnTo>
                  <a:pt x="125318" y="199302"/>
                </a:lnTo>
                <a:lnTo>
                  <a:pt x="125318" y="287628"/>
                </a:lnTo>
                <a:cubicBezTo>
                  <a:pt x="125318" y="308058"/>
                  <a:pt x="141880" y="324620"/>
                  <a:pt x="162310" y="324620"/>
                </a:cubicBezTo>
                <a:cubicBezTo>
                  <a:pt x="182740" y="324620"/>
                  <a:pt x="199302" y="308058"/>
                  <a:pt x="199302" y="287628"/>
                </a:cubicBezTo>
                <a:lnTo>
                  <a:pt x="199302" y="199302"/>
                </a:lnTo>
                <a:lnTo>
                  <a:pt x="287628" y="199302"/>
                </a:lnTo>
                <a:cubicBezTo>
                  <a:pt x="308058" y="199302"/>
                  <a:pt x="324620" y="182740"/>
                  <a:pt x="324620" y="162310"/>
                </a:cubicBezTo>
                <a:cubicBezTo>
                  <a:pt x="324620" y="141880"/>
                  <a:pt x="308058" y="125318"/>
                  <a:pt x="287628" y="125318"/>
                </a:cubicBezTo>
                <a:lnTo>
                  <a:pt x="199302" y="125318"/>
                </a:lnTo>
                <a:lnTo>
                  <a:pt x="199302" y="36992"/>
                </a:lnTo>
                <a:cubicBezTo>
                  <a:pt x="199302" y="16562"/>
                  <a:pt x="182740" y="0"/>
                  <a:pt x="162310" y="0"/>
                </a:cubicBezTo>
                <a:close/>
              </a:path>
            </a:pathLst>
          </a:custGeom>
          <a:solidFill>
            <a:schemeClr val="accent2">
              <a:lumMod val="50000"/>
            </a:schemeClr>
          </a:solidFill>
          <a:ln w="28575" cap="flat">
            <a:noFill/>
            <a:prstDash val="solid"/>
            <a:miter/>
          </a:ln>
          <a:effectLst>
            <a:innerShdw blurRad="114300">
              <a:prstClr val="black">
                <a:alpha val="1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299783" rtl="0" eaLnBrk="1" fontAlgn="base" latinLnBrk="0" hangingPunct="1">
              <a:lnSpc>
                <a:spcPct val="100000"/>
              </a:lnSpc>
              <a:spcBef>
                <a:spcPts val="508"/>
              </a:spcBef>
              <a:spcAft>
                <a:spcPts val="508"/>
              </a:spcAft>
              <a:buClrTx/>
              <a:buSzPct val="90000"/>
              <a:buFontTx/>
              <a:buNone/>
              <a:tabLst/>
              <a:defRPr/>
            </a:pPr>
            <a:endParaRPr kumimoji="0" lang="en-US" sz="2000" b="1" i="0" u="none" strike="noStrike" kern="1200" cap="none" spc="0" normalizeH="0" baseline="0" noProof="0">
              <a:ln w="3175">
                <a:noFill/>
              </a:ln>
              <a:solidFill>
                <a:srgbClr val="FFFFFF"/>
              </a:solidFill>
              <a:effectLst/>
              <a:uLnTx/>
              <a:uFillTx/>
              <a:latin typeface="Segoe Sans Display Semibold"/>
              <a:ea typeface="+mn-ea"/>
              <a:cs typeface="Segoe UI Semibold" panose="020B0702040204020203" pitchFamily="34" charset="0"/>
            </a:endParaRPr>
          </a:p>
        </p:txBody>
      </p:sp>
      <p:sp>
        <p:nvSpPr>
          <p:cNvPr id="95" name="!!Text2">
            <a:extLst>
              <a:ext uri="{FF2B5EF4-FFF2-40B4-BE49-F238E27FC236}">
                <a16:creationId xmlns:a16="http://schemas.microsoft.com/office/drawing/2014/main" id="{47892A34-6438-3244-47C0-E7F7604160C1}"/>
              </a:ext>
            </a:extLst>
          </p:cNvPr>
          <p:cNvSpPr txBox="1">
            <a:spLocks/>
          </p:cNvSpPr>
          <p:nvPr/>
        </p:nvSpPr>
        <p:spPr>
          <a:xfrm>
            <a:off x="3457543" y="3261325"/>
            <a:ext cx="2323718" cy="553998"/>
          </a:xfrm>
          <a:prstGeom prst="rect">
            <a:avLst/>
          </a:prstGeom>
          <a:noFill/>
        </p:spPr>
        <p:txBody>
          <a:bodyPr wrap="square" lIns="0" tIns="0" rIns="0" bIns="0">
            <a:spAutoFit/>
          </a:bodyPr>
          <a:lstStyle>
            <a:defPPr>
              <a:defRPr lang="en-US"/>
            </a:defPPr>
            <a:lvl1pPr algn="ct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effectLst/>
                <a:uLnTx/>
                <a:uFillTx/>
                <a:latin typeface="+mn-lt"/>
              </a:rPr>
              <a:t>Threat protection and posture management</a:t>
            </a:r>
          </a:p>
        </p:txBody>
      </p:sp>
      <p:sp>
        <p:nvSpPr>
          <p:cNvPr id="96" name="Freeform: Shape 95" descr="Plus">
            <a:extLst>
              <a:ext uri="{FF2B5EF4-FFF2-40B4-BE49-F238E27FC236}">
                <a16:creationId xmlns:a16="http://schemas.microsoft.com/office/drawing/2014/main" id="{7602B93E-52CE-EE39-A9A2-CC4155E7488C}"/>
              </a:ext>
              <a:ext uri="{C183D7F6-B498-43B3-948B-1728B52AA6E4}">
                <adec:decorative xmlns:adec="http://schemas.microsoft.com/office/drawing/2017/decorative" val="0"/>
              </a:ext>
            </a:extLst>
          </p:cNvPr>
          <p:cNvSpPr/>
          <p:nvPr/>
        </p:nvSpPr>
        <p:spPr bwMode="auto">
          <a:xfrm rot="10800000" flipV="1">
            <a:off x="5807457" y="2373463"/>
            <a:ext cx="404810" cy="404810"/>
          </a:xfrm>
          <a:custGeom>
            <a:avLst/>
            <a:gdLst>
              <a:gd name="connsiteX0" fmla="*/ 162310 w 324620"/>
              <a:gd name="connsiteY0" fmla="*/ 0 h 324620"/>
              <a:gd name="connsiteX1" fmla="*/ 125318 w 324620"/>
              <a:gd name="connsiteY1" fmla="*/ 36992 h 324620"/>
              <a:gd name="connsiteX2" fmla="*/ 125318 w 324620"/>
              <a:gd name="connsiteY2" fmla="*/ 125318 h 324620"/>
              <a:gd name="connsiteX3" fmla="*/ 36992 w 324620"/>
              <a:gd name="connsiteY3" fmla="*/ 125318 h 324620"/>
              <a:gd name="connsiteX4" fmla="*/ 0 w 324620"/>
              <a:gd name="connsiteY4" fmla="*/ 162310 h 324620"/>
              <a:gd name="connsiteX5" fmla="*/ 36992 w 324620"/>
              <a:gd name="connsiteY5" fmla="*/ 199302 h 324620"/>
              <a:gd name="connsiteX6" fmla="*/ 125318 w 324620"/>
              <a:gd name="connsiteY6" fmla="*/ 199302 h 324620"/>
              <a:gd name="connsiteX7" fmla="*/ 125318 w 324620"/>
              <a:gd name="connsiteY7" fmla="*/ 287628 h 324620"/>
              <a:gd name="connsiteX8" fmla="*/ 162310 w 324620"/>
              <a:gd name="connsiteY8" fmla="*/ 324620 h 324620"/>
              <a:gd name="connsiteX9" fmla="*/ 199302 w 324620"/>
              <a:gd name="connsiteY9" fmla="*/ 287628 h 324620"/>
              <a:gd name="connsiteX10" fmla="*/ 199302 w 324620"/>
              <a:gd name="connsiteY10" fmla="*/ 199302 h 324620"/>
              <a:gd name="connsiteX11" fmla="*/ 287628 w 324620"/>
              <a:gd name="connsiteY11" fmla="*/ 199302 h 324620"/>
              <a:gd name="connsiteX12" fmla="*/ 324620 w 324620"/>
              <a:gd name="connsiteY12" fmla="*/ 162310 h 324620"/>
              <a:gd name="connsiteX13" fmla="*/ 287628 w 324620"/>
              <a:gd name="connsiteY13" fmla="*/ 125318 h 324620"/>
              <a:gd name="connsiteX14" fmla="*/ 199302 w 324620"/>
              <a:gd name="connsiteY14" fmla="*/ 125318 h 324620"/>
              <a:gd name="connsiteX15" fmla="*/ 199302 w 324620"/>
              <a:gd name="connsiteY15" fmla="*/ 36992 h 324620"/>
              <a:gd name="connsiteX16" fmla="*/ 162310 w 324620"/>
              <a:gd name="connsiteY16" fmla="*/ 0 h 32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4620" h="324620">
                <a:moveTo>
                  <a:pt x="162310" y="0"/>
                </a:moveTo>
                <a:cubicBezTo>
                  <a:pt x="141880" y="0"/>
                  <a:pt x="125318" y="16562"/>
                  <a:pt x="125318" y="36992"/>
                </a:cubicBezTo>
                <a:lnTo>
                  <a:pt x="125318" y="125318"/>
                </a:lnTo>
                <a:lnTo>
                  <a:pt x="36992" y="125318"/>
                </a:lnTo>
                <a:cubicBezTo>
                  <a:pt x="16562" y="125318"/>
                  <a:pt x="0" y="141880"/>
                  <a:pt x="0" y="162310"/>
                </a:cubicBezTo>
                <a:cubicBezTo>
                  <a:pt x="0" y="182740"/>
                  <a:pt x="16562" y="199302"/>
                  <a:pt x="36992" y="199302"/>
                </a:cubicBezTo>
                <a:lnTo>
                  <a:pt x="125318" y="199302"/>
                </a:lnTo>
                <a:lnTo>
                  <a:pt x="125318" y="287628"/>
                </a:lnTo>
                <a:cubicBezTo>
                  <a:pt x="125318" y="308058"/>
                  <a:pt x="141880" y="324620"/>
                  <a:pt x="162310" y="324620"/>
                </a:cubicBezTo>
                <a:cubicBezTo>
                  <a:pt x="182740" y="324620"/>
                  <a:pt x="199302" y="308058"/>
                  <a:pt x="199302" y="287628"/>
                </a:cubicBezTo>
                <a:lnTo>
                  <a:pt x="199302" y="199302"/>
                </a:lnTo>
                <a:lnTo>
                  <a:pt x="287628" y="199302"/>
                </a:lnTo>
                <a:cubicBezTo>
                  <a:pt x="308058" y="199302"/>
                  <a:pt x="324620" y="182740"/>
                  <a:pt x="324620" y="162310"/>
                </a:cubicBezTo>
                <a:cubicBezTo>
                  <a:pt x="324620" y="141880"/>
                  <a:pt x="308058" y="125318"/>
                  <a:pt x="287628" y="125318"/>
                </a:cubicBezTo>
                <a:lnTo>
                  <a:pt x="199302" y="125318"/>
                </a:lnTo>
                <a:lnTo>
                  <a:pt x="199302" y="36992"/>
                </a:lnTo>
                <a:cubicBezTo>
                  <a:pt x="199302" y="16562"/>
                  <a:pt x="182740" y="0"/>
                  <a:pt x="162310" y="0"/>
                </a:cubicBezTo>
                <a:close/>
              </a:path>
            </a:pathLst>
          </a:custGeom>
          <a:solidFill>
            <a:schemeClr val="accent2">
              <a:lumMod val="50000"/>
            </a:schemeClr>
          </a:solidFill>
          <a:ln w="28575" cap="flat">
            <a:noFill/>
            <a:prstDash val="solid"/>
            <a:miter/>
          </a:ln>
          <a:effectLst>
            <a:innerShdw blurRad="114300">
              <a:prstClr val="black">
                <a:alpha val="1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299783" rtl="0" eaLnBrk="1" fontAlgn="base" latinLnBrk="0" hangingPunct="1">
              <a:lnSpc>
                <a:spcPct val="100000"/>
              </a:lnSpc>
              <a:spcBef>
                <a:spcPts val="508"/>
              </a:spcBef>
              <a:spcAft>
                <a:spcPts val="508"/>
              </a:spcAft>
              <a:buClrTx/>
              <a:buSzPct val="90000"/>
              <a:buFontTx/>
              <a:buNone/>
              <a:tabLst/>
              <a:defRPr/>
            </a:pPr>
            <a:endParaRPr kumimoji="0" lang="en-US" sz="2000" b="1" i="0" u="none" strike="noStrike" kern="1200" cap="none" spc="0" normalizeH="0" baseline="0" noProof="0">
              <a:ln w="3175">
                <a:noFill/>
              </a:ln>
              <a:solidFill>
                <a:srgbClr val="FFFFFF"/>
              </a:solidFill>
              <a:effectLst/>
              <a:uLnTx/>
              <a:uFillTx/>
              <a:latin typeface="Segoe Sans Display Semibold"/>
              <a:ea typeface="+mn-ea"/>
              <a:cs typeface="Segoe UI Semibold" panose="020B0702040204020203" pitchFamily="34" charset="0"/>
            </a:endParaRPr>
          </a:p>
        </p:txBody>
      </p:sp>
      <p:sp>
        <p:nvSpPr>
          <p:cNvPr id="97" name="!!Text3">
            <a:extLst>
              <a:ext uri="{FF2B5EF4-FFF2-40B4-BE49-F238E27FC236}">
                <a16:creationId xmlns:a16="http://schemas.microsoft.com/office/drawing/2014/main" id="{BDA328B7-0C2B-9236-F300-1140F94A5B81}"/>
              </a:ext>
            </a:extLst>
          </p:cNvPr>
          <p:cNvSpPr txBox="1">
            <a:spLocks/>
          </p:cNvSpPr>
          <p:nvPr/>
        </p:nvSpPr>
        <p:spPr>
          <a:xfrm>
            <a:off x="6628609" y="3261325"/>
            <a:ext cx="1543428" cy="553998"/>
          </a:xfrm>
          <a:prstGeom prst="rect">
            <a:avLst/>
          </a:prstGeom>
          <a:noFill/>
        </p:spPr>
        <p:txBody>
          <a:bodyPr wrap="square" lIns="0" tIns="0" rIns="0" bIns="0">
            <a:spAutoFit/>
          </a:bodyPr>
          <a:lstStyle>
            <a:defPPr>
              <a:defRPr lang="en-US"/>
            </a:defPPr>
            <a:lvl1pPr algn="ct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effectLst/>
                <a:uLnTx/>
                <a:uFillTx/>
                <a:latin typeface="+mn-lt"/>
              </a:rPr>
              <a:t>Identity and access</a:t>
            </a:r>
          </a:p>
        </p:txBody>
      </p:sp>
      <p:sp>
        <p:nvSpPr>
          <p:cNvPr id="98" name="Freeform: Shape 97" descr="Plus">
            <a:extLst>
              <a:ext uri="{FF2B5EF4-FFF2-40B4-BE49-F238E27FC236}">
                <a16:creationId xmlns:a16="http://schemas.microsoft.com/office/drawing/2014/main" id="{ADF1B3DE-5FD4-4B62-018A-5B7AEABE5427}"/>
              </a:ext>
              <a:ext uri="{C183D7F6-B498-43B3-948B-1728B52AA6E4}">
                <adec:decorative xmlns:adec="http://schemas.microsoft.com/office/drawing/2017/decorative" val="0"/>
              </a:ext>
            </a:extLst>
          </p:cNvPr>
          <p:cNvSpPr/>
          <p:nvPr/>
        </p:nvSpPr>
        <p:spPr bwMode="auto">
          <a:xfrm rot="10800000" flipV="1">
            <a:off x="8588377" y="2373463"/>
            <a:ext cx="404810" cy="404810"/>
          </a:xfrm>
          <a:custGeom>
            <a:avLst/>
            <a:gdLst>
              <a:gd name="connsiteX0" fmla="*/ 162310 w 324620"/>
              <a:gd name="connsiteY0" fmla="*/ 0 h 324620"/>
              <a:gd name="connsiteX1" fmla="*/ 125318 w 324620"/>
              <a:gd name="connsiteY1" fmla="*/ 36992 h 324620"/>
              <a:gd name="connsiteX2" fmla="*/ 125318 w 324620"/>
              <a:gd name="connsiteY2" fmla="*/ 125318 h 324620"/>
              <a:gd name="connsiteX3" fmla="*/ 36992 w 324620"/>
              <a:gd name="connsiteY3" fmla="*/ 125318 h 324620"/>
              <a:gd name="connsiteX4" fmla="*/ 0 w 324620"/>
              <a:gd name="connsiteY4" fmla="*/ 162310 h 324620"/>
              <a:gd name="connsiteX5" fmla="*/ 36992 w 324620"/>
              <a:gd name="connsiteY5" fmla="*/ 199302 h 324620"/>
              <a:gd name="connsiteX6" fmla="*/ 125318 w 324620"/>
              <a:gd name="connsiteY6" fmla="*/ 199302 h 324620"/>
              <a:gd name="connsiteX7" fmla="*/ 125318 w 324620"/>
              <a:gd name="connsiteY7" fmla="*/ 287628 h 324620"/>
              <a:gd name="connsiteX8" fmla="*/ 162310 w 324620"/>
              <a:gd name="connsiteY8" fmla="*/ 324620 h 324620"/>
              <a:gd name="connsiteX9" fmla="*/ 199302 w 324620"/>
              <a:gd name="connsiteY9" fmla="*/ 287628 h 324620"/>
              <a:gd name="connsiteX10" fmla="*/ 199302 w 324620"/>
              <a:gd name="connsiteY10" fmla="*/ 199302 h 324620"/>
              <a:gd name="connsiteX11" fmla="*/ 287628 w 324620"/>
              <a:gd name="connsiteY11" fmla="*/ 199302 h 324620"/>
              <a:gd name="connsiteX12" fmla="*/ 324620 w 324620"/>
              <a:gd name="connsiteY12" fmla="*/ 162310 h 324620"/>
              <a:gd name="connsiteX13" fmla="*/ 287628 w 324620"/>
              <a:gd name="connsiteY13" fmla="*/ 125318 h 324620"/>
              <a:gd name="connsiteX14" fmla="*/ 199302 w 324620"/>
              <a:gd name="connsiteY14" fmla="*/ 125318 h 324620"/>
              <a:gd name="connsiteX15" fmla="*/ 199302 w 324620"/>
              <a:gd name="connsiteY15" fmla="*/ 36992 h 324620"/>
              <a:gd name="connsiteX16" fmla="*/ 162310 w 324620"/>
              <a:gd name="connsiteY16" fmla="*/ 0 h 324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4620" h="324620">
                <a:moveTo>
                  <a:pt x="162310" y="0"/>
                </a:moveTo>
                <a:cubicBezTo>
                  <a:pt x="141880" y="0"/>
                  <a:pt x="125318" y="16562"/>
                  <a:pt x="125318" y="36992"/>
                </a:cubicBezTo>
                <a:lnTo>
                  <a:pt x="125318" y="125318"/>
                </a:lnTo>
                <a:lnTo>
                  <a:pt x="36992" y="125318"/>
                </a:lnTo>
                <a:cubicBezTo>
                  <a:pt x="16562" y="125318"/>
                  <a:pt x="0" y="141880"/>
                  <a:pt x="0" y="162310"/>
                </a:cubicBezTo>
                <a:cubicBezTo>
                  <a:pt x="0" y="182740"/>
                  <a:pt x="16562" y="199302"/>
                  <a:pt x="36992" y="199302"/>
                </a:cubicBezTo>
                <a:lnTo>
                  <a:pt x="125318" y="199302"/>
                </a:lnTo>
                <a:lnTo>
                  <a:pt x="125318" y="287628"/>
                </a:lnTo>
                <a:cubicBezTo>
                  <a:pt x="125318" y="308058"/>
                  <a:pt x="141880" y="324620"/>
                  <a:pt x="162310" y="324620"/>
                </a:cubicBezTo>
                <a:cubicBezTo>
                  <a:pt x="182740" y="324620"/>
                  <a:pt x="199302" y="308058"/>
                  <a:pt x="199302" y="287628"/>
                </a:cubicBezTo>
                <a:lnTo>
                  <a:pt x="199302" y="199302"/>
                </a:lnTo>
                <a:lnTo>
                  <a:pt x="287628" y="199302"/>
                </a:lnTo>
                <a:cubicBezTo>
                  <a:pt x="308058" y="199302"/>
                  <a:pt x="324620" y="182740"/>
                  <a:pt x="324620" y="162310"/>
                </a:cubicBezTo>
                <a:cubicBezTo>
                  <a:pt x="324620" y="141880"/>
                  <a:pt x="308058" y="125318"/>
                  <a:pt x="287628" y="125318"/>
                </a:cubicBezTo>
                <a:lnTo>
                  <a:pt x="199302" y="125318"/>
                </a:lnTo>
                <a:lnTo>
                  <a:pt x="199302" y="36992"/>
                </a:lnTo>
                <a:cubicBezTo>
                  <a:pt x="199302" y="16562"/>
                  <a:pt x="182740" y="0"/>
                  <a:pt x="162310" y="0"/>
                </a:cubicBezTo>
                <a:close/>
              </a:path>
            </a:pathLst>
          </a:custGeom>
          <a:solidFill>
            <a:schemeClr val="accent2">
              <a:lumMod val="50000"/>
            </a:schemeClr>
          </a:solidFill>
          <a:ln w="28575" cap="flat">
            <a:noFill/>
            <a:prstDash val="solid"/>
            <a:miter/>
          </a:ln>
          <a:effectLst>
            <a:innerShdw blurRad="114300">
              <a:prstClr val="black">
                <a:alpha val="10000"/>
              </a:prstClr>
            </a:inn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299783" rtl="0" eaLnBrk="1" fontAlgn="base" latinLnBrk="0" hangingPunct="1">
              <a:lnSpc>
                <a:spcPct val="100000"/>
              </a:lnSpc>
              <a:spcBef>
                <a:spcPts val="508"/>
              </a:spcBef>
              <a:spcAft>
                <a:spcPts val="508"/>
              </a:spcAft>
              <a:buClrTx/>
              <a:buSzPct val="90000"/>
              <a:buFontTx/>
              <a:buNone/>
              <a:tabLst/>
              <a:defRPr/>
            </a:pPr>
            <a:endParaRPr kumimoji="0" lang="en-US" sz="2000" b="1" i="0" u="none" strike="noStrike" kern="1200" cap="none" spc="0" normalizeH="0" baseline="0" noProof="0">
              <a:ln w="3175">
                <a:noFill/>
              </a:ln>
              <a:solidFill>
                <a:srgbClr val="FFFFFF"/>
              </a:solidFill>
              <a:effectLst/>
              <a:uLnTx/>
              <a:uFillTx/>
              <a:latin typeface="Segoe Sans Display Semibold"/>
              <a:ea typeface="+mn-ea"/>
              <a:cs typeface="Segoe UI Semibold" panose="020B0702040204020203" pitchFamily="34" charset="0"/>
            </a:endParaRPr>
          </a:p>
        </p:txBody>
      </p:sp>
      <p:sp>
        <p:nvSpPr>
          <p:cNvPr id="99" name="!!Text4">
            <a:extLst>
              <a:ext uri="{FF2B5EF4-FFF2-40B4-BE49-F238E27FC236}">
                <a16:creationId xmlns:a16="http://schemas.microsoft.com/office/drawing/2014/main" id="{B7A74C4A-3CBC-EF93-E478-4E4C17E3E73B}"/>
              </a:ext>
            </a:extLst>
          </p:cNvPr>
          <p:cNvSpPr txBox="1">
            <a:spLocks/>
          </p:cNvSpPr>
          <p:nvPr/>
        </p:nvSpPr>
        <p:spPr>
          <a:xfrm>
            <a:off x="9019382" y="3261325"/>
            <a:ext cx="2323718" cy="553998"/>
          </a:xfrm>
          <a:prstGeom prst="rect">
            <a:avLst/>
          </a:prstGeom>
          <a:noFill/>
        </p:spPr>
        <p:txBody>
          <a:bodyPr wrap="square" lIns="0" tIns="0" rIns="0" bIns="0">
            <a:spAutoFit/>
          </a:bodyPr>
          <a:lstStyle>
            <a:defPPr>
              <a:defRPr lang="en-US"/>
            </a:defPPr>
            <a:lvl1pPr algn="ctr">
              <a:defRPr>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effectLst/>
                <a:uLnTx/>
                <a:uFillTx/>
                <a:latin typeface="+mn-lt"/>
              </a:rPr>
              <a:t>AI governance and safety systems</a:t>
            </a:r>
          </a:p>
        </p:txBody>
      </p:sp>
      <p:sp>
        <p:nvSpPr>
          <p:cNvPr id="100" name="TextBox 99">
            <a:extLst>
              <a:ext uri="{FF2B5EF4-FFF2-40B4-BE49-F238E27FC236}">
                <a16:creationId xmlns:a16="http://schemas.microsoft.com/office/drawing/2014/main" id="{F5640F4B-8977-DA68-EF93-D1DD64AACDDA}"/>
              </a:ext>
            </a:extLst>
          </p:cNvPr>
          <p:cNvSpPr txBox="1">
            <a:spLocks/>
          </p:cNvSpPr>
          <p:nvPr/>
        </p:nvSpPr>
        <p:spPr>
          <a:xfrm>
            <a:off x="789411" y="5642540"/>
            <a:ext cx="3095221"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0" cap="none" spc="0" normalizeH="0" baseline="0" noProof="0">
                <a:ln>
                  <a:noFill/>
                </a:ln>
                <a:effectLst/>
                <a:uLnTx/>
                <a:uFillTx/>
                <a:latin typeface="+mj-lt"/>
                <a:ea typeface="+mj-ea"/>
                <a:cs typeface="+mj-cs"/>
              </a:rPr>
              <a:t> Copilots and Agents </a:t>
            </a:r>
          </a:p>
        </p:txBody>
      </p:sp>
      <p:sp>
        <p:nvSpPr>
          <p:cNvPr id="101" name="TextBox 100">
            <a:extLst>
              <a:ext uri="{FF2B5EF4-FFF2-40B4-BE49-F238E27FC236}">
                <a16:creationId xmlns:a16="http://schemas.microsoft.com/office/drawing/2014/main" id="{6F2E409E-8D5A-70F5-E70E-100D3CC70A6A}"/>
              </a:ext>
            </a:extLst>
          </p:cNvPr>
          <p:cNvSpPr txBox="1">
            <a:spLocks/>
          </p:cNvSpPr>
          <p:nvPr/>
        </p:nvSpPr>
        <p:spPr>
          <a:xfrm>
            <a:off x="4462252" y="5642540"/>
            <a:ext cx="3095221"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0" cap="none" spc="0" normalizeH="0" baseline="0" noProof="0">
                <a:ln>
                  <a:noFill/>
                </a:ln>
                <a:effectLst/>
                <a:uLnTx/>
                <a:uFillTx/>
                <a:latin typeface="+mj-lt"/>
                <a:ea typeface="+mj-ea"/>
                <a:cs typeface="+mj-cs"/>
              </a:rPr>
              <a:t>AI apps</a:t>
            </a:r>
          </a:p>
        </p:txBody>
      </p:sp>
      <p:sp>
        <p:nvSpPr>
          <p:cNvPr id="102" name="TextBox 101">
            <a:extLst>
              <a:ext uri="{FF2B5EF4-FFF2-40B4-BE49-F238E27FC236}">
                <a16:creationId xmlns:a16="http://schemas.microsoft.com/office/drawing/2014/main" id="{EF56D0D6-918E-7F11-19E5-6B1468D5CEC0}"/>
              </a:ext>
            </a:extLst>
          </p:cNvPr>
          <p:cNvSpPr txBox="1">
            <a:spLocks/>
          </p:cNvSpPr>
          <p:nvPr/>
        </p:nvSpPr>
        <p:spPr>
          <a:xfrm>
            <a:off x="8135093" y="5488652"/>
            <a:ext cx="3095221" cy="615553"/>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0" cap="none" spc="0" normalizeH="0" baseline="0" noProof="0">
                <a:ln>
                  <a:noFill/>
                </a:ln>
                <a:effectLst/>
                <a:uLnTx/>
                <a:uFillTx/>
                <a:latin typeface="+mj-lt"/>
                <a:ea typeface="+mj-ea"/>
                <a:cs typeface="+mj-cs"/>
              </a:rPr>
              <a:t>AI platforms</a:t>
            </a:r>
            <a:br>
              <a:rPr kumimoji="0" lang="en-US" sz="2000" i="0" u="none" strike="noStrike" kern="0" cap="none" spc="0" normalizeH="0" baseline="0" noProof="0">
                <a:ln>
                  <a:noFill/>
                </a:ln>
                <a:effectLst/>
                <a:uLnTx/>
                <a:uFillTx/>
                <a:latin typeface="+mj-lt"/>
                <a:ea typeface="+mj-ea"/>
                <a:cs typeface="+mj-cs"/>
              </a:rPr>
            </a:br>
            <a:r>
              <a:rPr kumimoji="0" lang="en-US" sz="2000" i="0" u="none" strike="noStrike" kern="0" cap="none" spc="0" normalizeH="0" baseline="0" noProof="0">
                <a:ln>
                  <a:noFill/>
                </a:ln>
                <a:effectLst/>
                <a:uLnTx/>
                <a:uFillTx/>
                <a:latin typeface="+mj-lt"/>
                <a:ea typeface="+mj-ea"/>
                <a:cs typeface="+mj-cs"/>
              </a:rPr>
              <a:t>and clouds</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Learning 3</a:t>
            </a:r>
          </a:p>
        </p:txBody>
      </p:sp>
      <p:sp>
        <p:nvSpPr>
          <p:cNvPr id="3" name="TextBox 2"/>
          <p:cNvSpPr txBox="1"/>
          <p:nvPr/>
        </p:nvSpPr>
        <p:spPr>
          <a:xfrm>
            <a:off x="731520" y="4480560"/>
            <a:ext cx="9144000" cy="6400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800" b="0">
                <a:solidFill>
                  <a:srgbClr val="FFFFFF"/>
                </a:solidFill>
                <a:latin typeface="Segoe UI"/>
              </a:defRPr>
            </a:pPr>
            <a:r>
              <a:rPr kumimoji="0" sz="1800" b="0" i="0" u="none" strike="noStrike" kern="1200" cap="none" spc="0" normalizeH="0" baseline="0" noProof="0">
                <a:ln>
                  <a:noFill/>
                </a:ln>
                <a:solidFill>
                  <a:srgbClr val="FFFFFF"/>
                </a:solidFill>
                <a:effectLst/>
                <a:uLnTx/>
                <a:uFillTx/>
                <a:latin typeface="Segoe UI"/>
                <a:ea typeface="+mn-ea"/>
                <a:cs typeface="+mn-cs"/>
              </a:rPr>
              <a:t>From Experimentation → Enterprise Trust</a:t>
            </a: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EA52-91F8-094B-5DA2-722AE805971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13A1788-52BC-25DB-192F-FED1F3FC51A7}"/>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696F08A2-7B1F-B4B9-5740-9899C9422F83}"/>
              </a:ext>
            </a:extLst>
          </p:cNvPr>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lang="en-GB" sz="2400" b="1" i="0" u="none" strike="noStrike" kern="1200" cap="none" spc="0" normalizeH="0" baseline="0" noProof="0" dirty="0">
                <a:ln>
                  <a:noFill/>
                </a:ln>
                <a:solidFill>
                  <a:srgbClr val="FFFFFF"/>
                </a:solidFill>
                <a:effectLst/>
                <a:uLnTx/>
                <a:uFillTx/>
                <a:latin typeface="Segoe UI Semibold"/>
                <a:ea typeface="+mn-ea"/>
                <a:cs typeface="+mn-cs"/>
              </a:rPr>
              <a:t>AI Governance and Security Roadmap</a:t>
            </a:r>
            <a:endParaRPr kumimoji="0" sz="2400" b="1" i="0" u="none" strike="noStrike" kern="1200" cap="none" spc="0" normalizeH="0" baseline="0" noProof="0" dirty="0">
              <a:ln>
                <a:noFill/>
              </a:ln>
              <a:solidFill>
                <a:srgbClr val="FFFFFF"/>
              </a:solidFill>
              <a:effectLst/>
              <a:uLnTx/>
              <a:uFillTx/>
              <a:latin typeface="Segoe UI Semibold"/>
              <a:ea typeface="+mn-ea"/>
              <a:cs typeface="+mn-cs"/>
            </a:endParaRPr>
          </a:p>
        </p:txBody>
      </p:sp>
      <p:sp>
        <p:nvSpPr>
          <p:cNvPr id="4" name="Rectangle 3">
            <a:extLst>
              <a:ext uri="{FF2B5EF4-FFF2-40B4-BE49-F238E27FC236}">
                <a16:creationId xmlns:a16="http://schemas.microsoft.com/office/drawing/2014/main" id="{6CD02A90-47CC-DD5D-B61B-BFAF581B7187}"/>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D39BEFA9-95D8-02C8-F9C1-52570852FD40}"/>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5" name="Rectangle: Rounded Corners 4">
            <a:extLst>
              <a:ext uri="{FF2B5EF4-FFF2-40B4-BE49-F238E27FC236}">
                <a16:creationId xmlns:a16="http://schemas.microsoft.com/office/drawing/2014/main" id="{07A6A57F-7D65-C499-8734-52FE1039BC3E}"/>
              </a:ext>
              <a:ext uri="{C183D7F6-B498-43B3-948B-1728B52AA6E4}">
                <adec:decorative xmlns:adec="http://schemas.microsoft.com/office/drawing/2017/decorative" val="1"/>
              </a:ext>
            </a:extLst>
          </p:cNvPr>
          <p:cNvSpPr>
            <a:spLocks/>
          </p:cNvSpPr>
          <p:nvPr/>
        </p:nvSpPr>
        <p:spPr bwMode="auto">
          <a:xfrm>
            <a:off x="293688" y="1288509"/>
            <a:ext cx="11604625" cy="3102491"/>
          </a:xfrm>
          <a:prstGeom prst="roundRect">
            <a:avLst>
              <a:gd name="adj" fmla="val 3797"/>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7" name="Rectangle: Rounded Corners 6">
            <a:extLst>
              <a:ext uri="{FF2B5EF4-FFF2-40B4-BE49-F238E27FC236}">
                <a16:creationId xmlns:a16="http://schemas.microsoft.com/office/drawing/2014/main" id="{BCE7170A-4065-03CC-5B9D-918276A5EEA8}"/>
              </a:ext>
              <a:ext uri="{C183D7F6-B498-43B3-948B-1728B52AA6E4}">
                <adec:decorative xmlns:adec="http://schemas.microsoft.com/office/drawing/2017/decorative" val="1"/>
              </a:ext>
            </a:extLst>
          </p:cNvPr>
          <p:cNvSpPr>
            <a:spLocks/>
          </p:cNvSpPr>
          <p:nvPr/>
        </p:nvSpPr>
        <p:spPr bwMode="auto">
          <a:xfrm>
            <a:off x="293688" y="4573881"/>
            <a:ext cx="11604625" cy="2182544"/>
          </a:xfrm>
          <a:prstGeom prst="roundRect">
            <a:avLst>
              <a:gd name="adj" fmla="val 5641"/>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8" name="Rectangle: Rounded Corners 7">
            <a:extLst>
              <a:ext uri="{FF2B5EF4-FFF2-40B4-BE49-F238E27FC236}">
                <a16:creationId xmlns:a16="http://schemas.microsoft.com/office/drawing/2014/main" id="{1F94F0BB-43DF-58C0-32D6-EB1042F4793B}"/>
              </a:ext>
              <a:ext uri="{C183D7F6-B498-43B3-948B-1728B52AA6E4}">
                <adec:decorative xmlns:adec="http://schemas.microsoft.com/office/drawing/2017/decorative" val="1"/>
              </a:ext>
            </a:extLst>
          </p:cNvPr>
          <p:cNvSpPr>
            <a:spLocks/>
          </p:cNvSpPr>
          <p:nvPr/>
        </p:nvSpPr>
        <p:spPr bwMode="auto">
          <a:xfrm>
            <a:off x="386444" y="1804258"/>
            <a:ext cx="2184150" cy="310316"/>
          </a:xfrm>
          <a:prstGeom prst="roundRect">
            <a:avLst>
              <a:gd name="adj" fmla="val 50000"/>
            </a:avLst>
          </a:prstGeom>
          <a:solidFill>
            <a:schemeClr val="accent2">
              <a:lumMod val="20000"/>
              <a:lumOff val="80000"/>
            </a:schemeClr>
          </a:solidFill>
          <a:ln>
            <a:noFill/>
          </a:ln>
          <a:effectLst/>
        </p:spPr>
        <p:txBody>
          <a:bodyPr wrap="square" lIns="274320" tIns="91440" rIns="91440" bIns="91440" anchor="ctr" anchorCtr="0">
            <a:noAutofit/>
          </a:bodyPr>
          <a:lstStyle/>
          <a:p>
            <a:pPr marL="53975" lvl="2"/>
            <a:endParaRPr lang="en-US" sz="1200">
              <a:latin typeface="+mj-lt"/>
              <a:ea typeface="+mj-ea"/>
              <a:cs typeface="+mj-cs"/>
            </a:endParaRPr>
          </a:p>
        </p:txBody>
      </p:sp>
      <p:sp>
        <p:nvSpPr>
          <p:cNvPr id="9" name="Rectangle: Rounded Corners 8">
            <a:extLst>
              <a:ext uri="{FF2B5EF4-FFF2-40B4-BE49-F238E27FC236}">
                <a16:creationId xmlns:a16="http://schemas.microsoft.com/office/drawing/2014/main" id="{FA709DBB-5F63-1D3F-2105-8B494A024271}"/>
              </a:ext>
              <a:ext uri="{C183D7F6-B498-43B3-948B-1728B52AA6E4}">
                <adec:decorative xmlns:adec="http://schemas.microsoft.com/office/drawing/2017/decorative" val="1"/>
              </a:ext>
            </a:extLst>
          </p:cNvPr>
          <p:cNvSpPr>
            <a:spLocks/>
          </p:cNvSpPr>
          <p:nvPr/>
        </p:nvSpPr>
        <p:spPr bwMode="auto">
          <a:xfrm>
            <a:off x="2695185" y="1804258"/>
            <a:ext cx="2184150" cy="310316"/>
          </a:xfrm>
          <a:prstGeom prst="roundRect">
            <a:avLst>
              <a:gd name="adj" fmla="val 50000"/>
            </a:avLst>
          </a:prstGeom>
          <a:solidFill>
            <a:schemeClr val="accent2">
              <a:lumMod val="20000"/>
              <a:lumOff val="80000"/>
            </a:schemeClr>
          </a:solidFill>
          <a:ln>
            <a:noFill/>
          </a:ln>
          <a:effectLst/>
        </p:spPr>
        <p:txBody>
          <a:bodyPr wrap="square" lIns="274320" tIns="91440" rIns="91440" bIns="91440" anchor="ctr" anchorCtr="0">
            <a:noAutofit/>
          </a:bodyPr>
          <a:lstStyle/>
          <a:p>
            <a:pPr marL="53975" lvl="2"/>
            <a:endParaRPr lang="en-US" sz="1200">
              <a:latin typeface="+mj-lt"/>
              <a:ea typeface="+mj-ea"/>
              <a:cs typeface="+mj-cs"/>
            </a:endParaRPr>
          </a:p>
        </p:txBody>
      </p:sp>
      <p:sp>
        <p:nvSpPr>
          <p:cNvPr id="10" name="Rectangle: Rounded Corners 9">
            <a:extLst>
              <a:ext uri="{FF2B5EF4-FFF2-40B4-BE49-F238E27FC236}">
                <a16:creationId xmlns:a16="http://schemas.microsoft.com/office/drawing/2014/main" id="{4C94058E-D79F-CBEC-F73C-493ADA8AA4D5}"/>
              </a:ext>
              <a:ext uri="{C183D7F6-B498-43B3-948B-1728B52AA6E4}">
                <adec:decorative xmlns:adec="http://schemas.microsoft.com/office/drawing/2017/decorative" val="1"/>
              </a:ext>
            </a:extLst>
          </p:cNvPr>
          <p:cNvSpPr>
            <a:spLocks/>
          </p:cNvSpPr>
          <p:nvPr/>
        </p:nvSpPr>
        <p:spPr bwMode="auto">
          <a:xfrm>
            <a:off x="5003926" y="1804258"/>
            <a:ext cx="2184150" cy="310316"/>
          </a:xfrm>
          <a:prstGeom prst="roundRect">
            <a:avLst>
              <a:gd name="adj" fmla="val 50000"/>
            </a:avLst>
          </a:prstGeom>
          <a:solidFill>
            <a:schemeClr val="accent2">
              <a:lumMod val="20000"/>
              <a:lumOff val="80000"/>
            </a:schemeClr>
          </a:solidFill>
          <a:ln>
            <a:noFill/>
          </a:ln>
          <a:effectLst/>
        </p:spPr>
        <p:txBody>
          <a:bodyPr wrap="square" lIns="274320" tIns="91440" rIns="91440" bIns="91440" anchor="ctr" anchorCtr="0">
            <a:noAutofit/>
          </a:bodyPr>
          <a:lstStyle/>
          <a:p>
            <a:pPr marL="53975" lvl="2"/>
            <a:endParaRPr lang="en-US" sz="1200">
              <a:latin typeface="+mj-lt"/>
              <a:ea typeface="+mj-ea"/>
              <a:cs typeface="+mj-cs"/>
            </a:endParaRPr>
          </a:p>
        </p:txBody>
      </p:sp>
      <p:sp>
        <p:nvSpPr>
          <p:cNvPr id="11" name="Rectangle: Rounded Corners 10">
            <a:extLst>
              <a:ext uri="{FF2B5EF4-FFF2-40B4-BE49-F238E27FC236}">
                <a16:creationId xmlns:a16="http://schemas.microsoft.com/office/drawing/2014/main" id="{F22304B4-76D8-5D84-BF80-74F51CC27E35}"/>
              </a:ext>
              <a:ext uri="{C183D7F6-B498-43B3-948B-1728B52AA6E4}">
                <adec:decorative xmlns:adec="http://schemas.microsoft.com/office/drawing/2017/decorative" val="1"/>
              </a:ext>
            </a:extLst>
          </p:cNvPr>
          <p:cNvSpPr>
            <a:spLocks/>
          </p:cNvSpPr>
          <p:nvPr/>
        </p:nvSpPr>
        <p:spPr bwMode="auto">
          <a:xfrm>
            <a:off x="7312667" y="1804258"/>
            <a:ext cx="2184150" cy="310316"/>
          </a:xfrm>
          <a:prstGeom prst="roundRect">
            <a:avLst>
              <a:gd name="adj" fmla="val 50000"/>
            </a:avLst>
          </a:prstGeom>
          <a:solidFill>
            <a:schemeClr val="accent2">
              <a:lumMod val="20000"/>
              <a:lumOff val="80000"/>
            </a:schemeClr>
          </a:solidFill>
          <a:ln>
            <a:noFill/>
          </a:ln>
          <a:effectLst/>
        </p:spPr>
        <p:txBody>
          <a:bodyPr wrap="square" lIns="274320" tIns="91440" rIns="91440" bIns="91440" anchor="ctr" anchorCtr="0">
            <a:noAutofit/>
          </a:bodyPr>
          <a:lstStyle/>
          <a:p>
            <a:pPr marL="53975" lvl="2"/>
            <a:endParaRPr lang="en-US" sz="1200">
              <a:latin typeface="+mj-lt"/>
              <a:ea typeface="+mj-ea"/>
              <a:cs typeface="+mj-cs"/>
            </a:endParaRPr>
          </a:p>
        </p:txBody>
      </p:sp>
      <p:sp>
        <p:nvSpPr>
          <p:cNvPr id="12" name="Rectangle: Rounded Corners 11">
            <a:extLst>
              <a:ext uri="{FF2B5EF4-FFF2-40B4-BE49-F238E27FC236}">
                <a16:creationId xmlns:a16="http://schemas.microsoft.com/office/drawing/2014/main" id="{CBC50BC5-A7BA-CEDC-A9E5-17611CC1AC3C}"/>
              </a:ext>
              <a:ext uri="{C183D7F6-B498-43B3-948B-1728B52AA6E4}">
                <adec:decorative xmlns:adec="http://schemas.microsoft.com/office/drawing/2017/decorative" val="1"/>
              </a:ext>
            </a:extLst>
          </p:cNvPr>
          <p:cNvSpPr>
            <a:spLocks/>
          </p:cNvSpPr>
          <p:nvPr/>
        </p:nvSpPr>
        <p:spPr bwMode="auto">
          <a:xfrm>
            <a:off x="9621408" y="1804258"/>
            <a:ext cx="2184150" cy="310316"/>
          </a:xfrm>
          <a:prstGeom prst="roundRect">
            <a:avLst>
              <a:gd name="adj" fmla="val 50000"/>
            </a:avLst>
          </a:prstGeom>
          <a:solidFill>
            <a:schemeClr val="accent2">
              <a:lumMod val="20000"/>
              <a:lumOff val="80000"/>
            </a:schemeClr>
          </a:solidFill>
          <a:ln>
            <a:noFill/>
          </a:ln>
          <a:effectLst/>
        </p:spPr>
        <p:txBody>
          <a:bodyPr wrap="square" lIns="274320" tIns="91440" rIns="91440" bIns="91440" anchor="ctr" anchorCtr="0">
            <a:noAutofit/>
          </a:bodyPr>
          <a:lstStyle/>
          <a:p>
            <a:pPr marL="53975" lvl="2"/>
            <a:endParaRPr lang="en-US" sz="1200">
              <a:latin typeface="+mj-lt"/>
              <a:ea typeface="+mj-ea"/>
              <a:cs typeface="+mj-cs"/>
            </a:endParaRPr>
          </a:p>
        </p:txBody>
      </p:sp>
      <p:cxnSp>
        <p:nvCxnSpPr>
          <p:cNvPr id="13" name="Straight Connector 12">
            <a:extLst>
              <a:ext uri="{FF2B5EF4-FFF2-40B4-BE49-F238E27FC236}">
                <a16:creationId xmlns:a16="http://schemas.microsoft.com/office/drawing/2014/main" id="{19665007-C8DE-3C51-A8D1-AD76DBBA8C60}"/>
              </a:ext>
              <a:ext uri="{C183D7F6-B498-43B3-948B-1728B52AA6E4}">
                <adec:decorative xmlns:adec="http://schemas.microsoft.com/office/drawing/2017/decorative" val="1"/>
              </a:ext>
            </a:extLst>
          </p:cNvPr>
          <p:cNvCxnSpPr>
            <a:cxnSpLocks/>
            <a:stCxn id="31" idx="1"/>
          </p:cNvCxnSpPr>
          <p:nvPr/>
        </p:nvCxnSpPr>
        <p:spPr>
          <a:xfrm flipH="1">
            <a:off x="430846" y="4895261"/>
            <a:ext cx="4834335" cy="0"/>
          </a:xfrm>
          <a:prstGeom prst="line">
            <a:avLst/>
          </a:prstGeom>
          <a:ln w="6350">
            <a:solidFill>
              <a:schemeClr val="accent2">
                <a:lumMod val="20000"/>
                <a:lumOff val="80000"/>
                <a:alpha val="50000"/>
              </a:schemeClr>
            </a:solidFill>
            <a:headEnd type="none" w="lg" len="med"/>
            <a:tailEnd type="oval" w="sm" len="sm"/>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278AF97-5FCC-F352-71BE-189251AF0897}"/>
              </a:ext>
              <a:ext uri="{C183D7F6-B498-43B3-948B-1728B52AA6E4}">
                <adec:decorative xmlns:adec="http://schemas.microsoft.com/office/drawing/2017/decorative" val="1"/>
              </a:ext>
            </a:extLst>
          </p:cNvPr>
          <p:cNvCxnSpPr>
            <a:cxnSpLocks/>
            <a:stCxn id="31" idx="3"/>
          </p:cNvCxnSpPr>
          <p:nvPr/>
        </p:nvCxnSpPr>
        <p:spPr>
          <a:xfrm>
            <a:off x="6926819" y="4895261"/>
            <a:ext cx="4834333" cy="0"/>
          </a:xfrm>
          <a:prstGeom prst="line">
            <a:avLst/>
          </a:prstGeom>
          <a:ln w="6350">
            <a:solidFill>
              <a:schemeClr val="accent2">
                <a:lumMod val="20000"/>
                <a:lumOff val="80000"/>
                <a:alpha val="50000"/>
              </a:schemeClr>
            </a:solidFill>
            <a:headEnd type="none" w="lg" len="med"/>
            <a:tailEnd type="oval" w="sm" len="sm"/>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AB32C0C-7491-E43C-4E9E-A89418A43625}"/>
              </a:ext>
            </a:extLst>
          </p:cNvPr>
          <p:cNvSpPr/>
          <p:nvPr/>
        </p:nvSpPr>
        <p:spPr bwMode="auto">
          <a:xfrm>
            <a:off x="293688" y="1370639"/>
            <a:ext cx="11604624" cy="324835"/>
          </a:xfrm>
          <a:prstGeom prst="rect">
            <a:avLst/>
          </a:prstGeom>
          <a:solidFill>
            <a:schemeClr val="tx2"/>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dirty="0">
                <a:solidFill>
                  <a:schemeClr val="bg1"/>
                </a:solidFill>
                <a:latin typeface="+mj-lt"/>
                <a:ea typeface="+mj-ea"/>
                <a:cs typeface="+mj-cs"/>
              </a:rPr>
              <a:t>Where is your organization?</a:t>
            </a:r>
          </a:p>
        </p:txBody>
      </p:sp>
      <p:sp>
        <p:nvSpPr>
          <p:cNvPr id="16" name="Oval 15">
            <a:extLst>
              <a:ext uri="{FF2B5EF4-FFF2-40B4-BE49-F238E27FC236}">
                <a16:creationId xmlns:a16="http://schemas.microsoft.com/office/drawing/2014/main" id="{E3E65A7E-7AA8-D73B-91E3-B94F028ECE72}"/>
              </a:ext>
            </a:extLst>
          </p:cNvPr>
          <p:cNvSpPr>
            <a:spLocks noChangeAspect="1"/>
          </p:cNvSpPr>
          <p:nvPr/>
        </p:nvSpPr>
        <p:spPr bwMode="auto">
          <a:xfrm>
            <a:off x="432114" y="1851355"/>
            <a:ext cx="215585" cy="21612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100">
                <a:solidFill>
                  <a:schemeClr val="accent2"/>
                </a:solidFill>
                <a:latin typeface="+mj-lt"/>
                <a:ea typeface="+mj-ea"/>
                <a:cs typeface="+mj-cs"/>
              </a:rPr>
              <a:t>1</a:t>
            </a:r>
          </a:p>
        </p:txBody>
      </p:sp>
      <p:sp>
        <p:nvSpPr>
          <p:cNvPr id="17" name="Rectangle 16">
            <a:extLst>
              <a:ext uri="{FF2B5EF4-FFF2-40B4-BE49-F238E27FC236}">
                <a16:creationId xmlns:a16="http://schemas.microsoft.com/office/drawing/2014/main" id="{D4825E84-04FE-49CB-B549-24E891070B74}"/>
              </a:ext>
            </a:extLst>
          </p:cNvPr>
          <p:cNvSpPr>
            <a:spLocks/>
          </p:cNvSpPr>
          <p:nvPr/>
        </p:nvSpPr>
        <p:spPr bwMode="auto">
          <a:xfrm>
            <a:off x="715447" y="1804258"/>
            <a:ext cx="1855146" cy="310316"/>
          </a:xfrm>
          <a:prstGeom prst="rect">
            <a:avLst/>
          </a:prstGeom>
          <a:noFill/>
          <a:ln>
            <a:noFill/>
          </a:ln>
          <a:effectLst/>
        </p:spPr>
        <p:txBody>
          <a:bodyPr wrap="square" lIns="0" tIns="0" rIns="0" bIns="0" anchor="ctr" anchorCtr="0">
            <a:noAutofit/>
          </a:bodyPr>
          <a:lstStyle/>
          <a:p>
            <a:pPr marL="0" lvl="2"/>
            <a:r>
              <a:rPr lang="en-US" sz="1200">
                <a:latin typeface="+mj-lt"/>
                <a:ea typeface="+mj-ea"/>
                <a:cs typeface="+mj-cs"/>
              </a:rPr>
              <a:t>No formal governance</a:t>
            </a:r>
          </a:p>
        </p:txBody>
      </p:sp>
      <p:sp>
        <p:nvSpPr>
          <p:cNvPr id="18" name="TextBox 17">
            <a:extLst>
              <a:ext uri="{FF2B5EF4-FFF2-40B4-BE49-F238E27FC236}">
                <a16:creationId xmlns:a16="http://schemas.microsoft.com/office/drawing/2014/main" id="{76C13C6A-3B32-468B-59DF-AF2730FF0A5C}"/>
              </a:ext>
            </a:extLst>
          </p:cNvPr>
          <p:cNvSpPr txBox="1">
            <a:spLocks/>
          </p:cNvSpPr>
          <p:nvPr/>
        </p:nvSpPr>
        <p:spPr>
          <a:xfrm>
            <a:off x="432115" y="2167914"/>
            <a:ext cx="1968185" cy="1977464"/>
          </a:xfrm>
          <a:prstGeom prst="rect">
            <a:avLst/>
          </a:prstGeom>
          <a:noFill/>
        </p:spPr>
        <p:txBody>
          <a:bodyPr wrap="square" lIns="0" tIns="0" rIns="0" bIns="0" anchor="t">
            <a:spAutoFit/>
          </a:bodyPr>
          <a:lstStyle/>
          <a:p>
            <a:pPr marL="141288" lvl="2" indent="-141288" defTabSz="932472" fontAlgn="base">
              <a:spcAft>
                <a:spcPts val="300"/>
              </a:spcAft>
              <a:buFont typeface="Arial" panose="020B0604020202020204" pitchFamily="34" charset="0"/>
              <a:buChar char="•"/>
              <a:defRPr/>
            </a:pPr>
            <a:r>
              <a:rPr lang="en-US" sz="1100">
                <a:solidFill>
                  <a:srgbClr val="080808"/>
                </a:solidFill>
              </a:rPr>
              <a:t>AI experiments proceed </a:t>
            </a:r>
            <a:br>
              <a:rPr lang="en-US" sz="1100">
                <a:solidFill>
                  <a:srgbClr val="080808"/>
                </a:solidFill>
              </a:rPr>
            </a:br>
            <a:r>
              <a:rPr lang="en-US" sz="1100">
                <a:solidFill>
                  <a:srgbClr val="080808"/>
                </a:solidFill>
              </a:rPr>
              <a:t>without defined guidelines</a:t>
            </a:r>
          </a:p>
          <a:p>
            <a:pPr marL="141288" lvl="2" indent="-141288" defTabSz="932472" fontAlgn="base">
              <a:spcAft>
                <a:spcPts val="300"/>
              </a:spcAft>
              <a:buFont typeface="Arial" panose="020B0604020202020204" pitchFamily="34" charset="0"/>
              <a:buChar char="•"/>
              <a:defRPr/>
            </a:pPr>
            <a:r>
              <a:rPr lang="en-US" sz="1100">
                <a:solidFill>
                  <a:srgbClr val="080808"/>
                </a:solidFill>
              </a:rPr>
              <a:t>Little consideration of ethical, security or regulatory exposure issues yet</a:t>
            </a:r>
          </a:p>
          <a:p>
            <a:pPr marL="141288" lvl="2" indent="-141288" defTabSz="932472" fontAlgn="base">
              <a:spcAft>
                <a:spcPts val="300"/>
              </a:spcAft>
              <a:buFont typeface="Arial" panose="020B0604020202020204" pitchFamily="34" charset="0"/>
              <a:buChar char="•"/>
              <a:defRPr/>
            </a:pPr>
            <a:r>
              <a:rPr lang="en-US" sz="1100">
                <a:solidFill>
                  <a:srgbClr val="080808"/>
                </a:solidFill>
              </a:rPr>
              <a:t>Employees embracing unsanctioned AI tools (Shadow AI)</a:t>
            </a:r>
          </a:p>
          <a:p>
            <a:pPr marL="141288" lvl="2" indent="-141288" defTabSz="932472" fontAlgn="base">
              <a:spcAft>
                <a:spcPts val="300"/>
              </a:spcAft>
              <a:buFont typeface="Arial" panose="020B0604020202020204" pitchFamily="34" charset="0"/>
              <a:buChar char="•"/>
              <a:defRPr/>
            </a:pPr>
            <a:r>
              <a:rPr lang="en-US" sz="1100">
                <a:solidFill>
                  <a:srgbClr val="080808"/>
                </a:solidFill>
              </a:rPr>
              <a:t>No operational visibility (telemetry, monitoring, logging)</a:t>
            </a:r>
          </a:p>
        </p:txBody>
      </p:sp>
      <p:sp>
        <p:nvSpPr>
          <p:cNvPr id="19" name="Oval 18">
            <a:extLst>
              <a:ext uri="{FF2B5EF4-FFF2-40B4-BE49-F238E27FC236}">
                <a16:creationId xmlns:a16="http://schemas.microsoft.com/office/drawing/2014/main" id="{08273E27-CD06-E4AB-203A-825498C1BD32}"/>
              </a:ext>
            </a:extLst>
          </p:cNvPr>
          <p:cNvSpPr>
            <a:spLocks noChangeAspect="1"/>
          </p:cNvSpPr>
          <p:nvPr/>
        </p:nvSpPr>
        <p:spPr bwMode="auto">
          <a:xfrm>
            <a:off x="2740855" y="1851355"/>
            <a:ext cx="215585" cy="21612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100">
                <a:solidFill>
                  <a:schemeClr val="accent2"/>
                </a:solidFill>
                <a:latin typeface="+mj-lt"/>
                <a:ea typeface="+mj-ea"/>
                <a:cs typeface="+mj-cs"/>
              </a:rPr>
              <a:t>2</a:t>
            </a:r>
          </a:p>
        </p:txBody>
      </p:sp>
      <p:sp>
        <p:nvSpPr>
          <p:cNvPr id="20" name="Rectangle 19">
            <a:extLst>
              <a:ext uri="{FF2B5EF4-FFF2-40B4-BE49-F238E27FC236}">
                <a16:creationId xmlns:a16="http://schemas.microsoft.com/office/drawing/2014/main" id="{0DF57260-5377-455C-56A2-63E3AA1657A5}"/>
              </a:ext>
            </a:extLst>
          </p:cNvPr>
          <p:cNvSpPr>
            <a:spLocks/>
          </p:cNvSpPr>
          <p:nvPr/>
        </p:nvSpPr>
        <p:spPr bwMode="auto">
          <a:xfrm>
            <a:off x="3024188" y="1804258"/>
            <a:ext cx="1855146" cy="310316"/>
          </a:xfrm>
          <a:prstGeom prst="rect">
            <a:avLst/>
          </a:prstGeom>
          <a:noFill/>
          <a:ln>
            <a:noFill/>
          </a:ln>
          <a:effectLst/>
        </p:spPr>
        <p:txBody>
          <a:bodyPr wrap="square" lIns="0" tIns="0" rIns="0" bIns="0" anchor="ctr" anchorCtr="0">
            <a:noAutofit/>
          </a:bodyPr>
          <a:lstStyle/>
          <a:p>
            <a:pPr marL="0" lvl="2"/>
            <a:r>
              <a:rPr lang="en-US" sz="1200">
                <a:latin typeface="+mj-lt"/>
                <a:ea typeface="+mj-ea"/>
                <a:cs typeface="+mj-cs"/>
              </a:rPr>
              <a:t>Basic guidelines</a:t>
            </a:r>
          </a:p>
        </p:txBody>
      </p:sp>
      <p:sp>
        <p:nvSpPr>
          <p:cNvPr id="21" name="TextBox 20">
            <a:extLst>
              <a:ext uri="{FF2B5EF4-FFF2-40B4-BE49-F238E27FC236}">
                <a16:creationId xmlns:a16="http://schemas.microsoft.com/office/drawing/2014/main" id="{A12E423C-952C-3368-1B1D-8345849630F4}"/>
              </a:ext>
            </a:extLst>
          </p:cNvPr>
          <p:cNvSpPr txBox="1">
            <a:spLocks/>
          </p:cNvSpPr>
          <p:nvPr/>
        </p:nvSpPr>
        <p:spPr>
          <a:xfrm>
            <a:off x="2743515" y="2167914"/>
            <a:ext cx="2060446" cy="1261884"/>
          </a:xfrm>
          <a:prstGeom prst="rect">
            <a:avLst/>
          </a:prstGeom>
          <a:noFill/>
        </p:spPr>
        <p:txBody>
          <a:bodyPr wrap="square" lIns="0" tIns="0" rIns="0" bIns="0" anchor="t">
            <a:spAutoFit/>
          </a:bodyPr>
          <a:lstStyle/>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Initial AI principles or guidelines are drafted to steer projects ethically</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Key risks (privacy, compliance) are identified for each pilot</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Security reviews start for data and models in pilot</a:t>
            </a:r>
          </a:p>
        </p:txBody>
      </p:sp>
      <p:sp>
        <p:nvSpPr>
          <p:cNvPr id="22" name="Oval 21">
            <a:extLst>
              <a:ext uri="{FF2B5EF4-FFF2-40B4-BE49-F238E27FC236}">
                <a16:creationId xmlns:a16="http://schemas.microsoft.com/office/drawing/2014/main" id="{E783B4A5-EE72-A852-32DF-D5B238AFFE7D}"/>
              </a:ext>
            </a:extLst>
          </p:cNvPr>
          <p:cNvSpPr>
            <a:spLocks noChangeAspect="1"/>
          </p:cNvSpPr>
          <p:nvPr/>
        </p:nvSpPr>
        <p:spPr bwMode="auto">
          <a:xfrm>
            <a:off x="5049596" y="1851355"/>
            <a:ext cx="215585" cy="21612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100">
                <a:solidFill>
                  <a:schemeClr val="accent2"/>
                </a:solidFill>
                <a:latin typeface="+mj-lt"/>
                <a:ea typeface="+mj-ea"/>
                <a:cs typeface="+mj-cs"/>
              </a:rPr>
              <a:t>3</a:t>
            </a:r>
          </a:p>
        </p:txBody>
      </p:sp>
      <p:sp>
        <p:nvSpPr>
          <p:cNvPr id="23" name="Rectangle 22">
            <a:extLst>
              <a:ext uri="{FF2B5EF4-FFF2-40B4-BE49-F238E27FC236}">
                <a16:creationId xmlns:a16="http://schemas.microsoft.com/office/drawing/2014/main" id="{C9594AAC-C7A3-41BE-57BC-D6BE47E90C81}"/>
              </a:ext>
            </a:extLst>
          </p:cNvPr>
          <p:cNvSpPr>
            <a:spLocks/>
          </p:cNvSpPr>
          <p:nvPr/>
        </p:nvSpPr>
        <p:spPr bwMode="auto">
          <a:xfrm>
            <a:off x="5332929" y="1804258"/>
            <a:ext cx="1855146" cy="310316"/>
          </a:xfrm>
          <a:prstGeom prst="rect">
            <a:avLst/>
          </a:prstGeom>
          <a:noFill/>
          <a:ln>
            <a:noFill/>
          </a:ln>
          <a:effectLst/>
        </p:spPr>
        <p:txBody>
          <a:bodyPr wrap="square" lIns="0" tIns="0" rIns="0" bIns="0" anchor="ctr" anchorCtr="0">
            <a:noAutofit/>
          </a:bodyPr>
          <a:lstStyle/>
          <a:p>
            <a:pPr marL="0" lvl="2"/>
            <a:r>
              <a:rPr lang="en-US" sz="1200">
                <a:latin typeface="+mj-lt"/>
                <a:ea typeface="+mj-ea"/>
                <a:cs typeface="+mj-cs"/>
              </a:rPr>
              <a:t>Emerging governance</a:t>
            </a:r>
          </a:p>
        </p:txBody>
      </p:sp>
      <p:sp>
        <p:nvSpPr>
          <p:cNvPr id="24" name="TextBox 23">
            <a:extLst>
              <a:ext uri="{FF2B5EF4-FFF2-40B4-BE49-F238E27FC236}">
                <a16:creationId xmlns:a16="http://schemas.microsoft.com/office/drawing/2014/main" id="{2C98F67A-66FB-F9D2-465A-AC14A109F995}"/>
              </a:ext>
            </a:extLst>
          </p:cNvPr>
          <p:cNvSpPr txBox="1">
            <a:spLocks/>
          </p:cNvSpPr>
          <p:nvPr/>
        </p:nvSpPr>
        <p:spPr>
          <a:xfrm>
            <a:off x="5051551" y="2167914"/>
            <a:ext cx="2060446" cy="1977464"/>
          </a:xfrm>
          <a:prstGeom prst="rect">
            <a:avLst/>
          </a:prstGeom>
          <a:noFill/>
        </p:spPr>
        <p:txBody>
          <a:bodyPr wrap="square" lIns="0" tIns="0" rIns="0" bIns="0" anchor="t">
            <a:spAutoFit/>
          </a:bodyPr>
          <a:lstStyle/>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Governance processes are put in place for all new Agentic AI deployments</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A cross-functional team (legal, security, compliance, AI leads) reviews AI projects</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Security and privacy controls are integrated into Agentic AI solutions</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Training on Responsible AI is introduced</a:t>
            </a:r>
          </a:p>
        </p:txBody>
      </p:sp>
      <p:sp>
        <p:nvSpPr>
          <p:cNvPr id="25" name="Oval 24">
            <a:extLst>
              <a:ext uri="{FF2B5EF4-FFF2-40B4-BE49-F238E27FC236}">
                <a16:creationId xmlns:a16="http://schemas.microsoft.com/office/drawing/2014/main" id="{35113A1F-36A6-16B3-761A-C1DD96E6172F}"/>
              </a:ext>
            </a:extLst>
          </p:cNvPr>
          <p:cNvSpPr>
            <a:spLocks noChangeAspect="1"/>
          </p:cNvSpPr>
          <p:nvPr/>
        </p:nvSpPr>
        <p:spPr bwMode="auto">
          <a:xfrm>
            <a:off x="7358337" y="1851355"/>
            <a:ext cx="215585" cy="21612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100">
                <a:solidFill>
                  <a:schemeClr val="accent2"/>
                </a:solidFill>
                <a:latin typeface="+mj-lt"/>
                <a:ea typeface="+mj-ea"/>
                <a:cs typeface="+mj-cs"/>
              </a:rPr>
              <a:t>4</a:t>
            </a:r>
          </a:p>
        </p:txBody>
      </p:sp>
      <p:sp>
        <p:nvSpPr>
          <p:cNvPr id="26" name="Rectangle 25">
            <a:extLst>
              <a:ext uri="{FF2B5EF4-FFF2-40B4-BE49-F238E27FC236}">
                <a16:creationId xmlns:a16="http://schemas.microsoft.com/office/drawing/2014/main" id="{5B317CFB-7FBB-8B82-E46B-0AB6BDAFB930}"/>
              </a:ext>
            </a:extLst>
          </p:cNvPr>
          <p:cNvSpPr>
            <a:spLocks/>
          </p:cNvSpPr>
          <p:nvPr/>
        </p:nvSpPr>
        <p:spPr bwMode="auto">
          <a:xfrm>
            <a:off x="7641670" y="1804258"/>
            <a:ext cx="1855146" cy="310316"/>
          </a:xfrm>
          <a:prstGeom prst="rect">
            <a:avLst/>
          </a:prstGeom>
          <a:noFill/>
          <a:ln>
            <a:noFill/>
          </a:ln>
          <a:effectLst/>
        </p:spPr>
        <p:txBody>
          <a:bodyPr wrap="square" lIns="0" tIns="0" rIns="0" bIns="0" anchor="ctr" anchorCtr="0">
            <a:noAutofit/>
          </a:bodyPr>
          <a:lstStyle/>
          <a:p>
            <a:pPr marL="0" lvl="2"/>
            <a:r>
              <a:rPr lang="en-US" sz="1200">
                <a:latin typeface="+mj-lt"/>
                <a:ea typeface="+mj-ea"/>
                <a:cs typeface="+mj-cs"/>
              </a:rPr>
              <a:t>Integrated governance</a:t>
            </a:r>
          </a:p>
        </p:txBody>
      </p:sp>
      <p:sp>
        <p:nvSpPr>
          <p:cNvPr id="27" name="TextBox 26">
            <a:extLst>
              <a:ext uri="{FF2B5EF4-FFF2-40B4-BE49-F238E27FC236}">
                <a16:creationId xmlns:a16="http://schemas.microsoft.com/office/drawing/2014/main" id="{CFE87945-BE92-29CC-D969-17659A56F26B}"/>
              </a:ext>
            </a:extLst>
          </p:cNvPr>
          <p:cNvSpPr txBox="1">
            <a:spLocks/>
          </p:cNvSpPr>
          <p:nvPr/>
        </p:nvSpPr>
        <p:spPr>
          <a:xfrm>
            <a:off x="7363745" y="2167914"/>
            <a:ext cx="2060446" cy="2146742"/>
          </a:xfrm>
          <a:prstGeom prst="rect">
            <a:avLst/>
          </a:prstGeom>
          <a:noFill/>
        </p:spPr>
        <p:txBody>
          <a:bodyPr wrap="square" lIns="0" tIns="0" rIns="0" bIns="0" anchor="t">
            <a:spAutoFit/>
          </a:bodyPr>
          <a:lstStyle/>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Governance is built into the Agentic AI development lifecycle </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Incident response plans specific to AI systems identified</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Automated monitoring for security posture, not just model performance</a:t>
            </a:r>
          </a:p>
          <a:p>
            <a:pPr marL="141288" marR="0" lvl="2" indent="-141288" defTabSz="932472" fontAlgn="base">
              <a:spcAft>
                <a:spcPts val="300"/>
              </a:spcAft>
              <a:buClrTx/>
              <a:buSzTx/>
              <a:buFont typeface="Arial" panose="020B0604020202020204" pitchFamily="34" charset="0"/>
              <a:buChar char="•"/>
              <a:tabLst/>
              <a:defRPr/>
            </a:pPr>
            <a:r>
              <a:rPr lang="en-US" sz="1100">
                <a:solidFill>
                  <a:srgbClr val="080808"/>
                </a:solidFill>
              </a:rPr>
              <a:t>Dedicated bodies (AI ethics committee, risk officers) oversee enterprise AI use </a:t>
            </a:r>
          </a:p>
        </p:txBody>
      </p:sp>
      <p:sp>
        <p:nvSpPr>
          <p:cNvPr id="28" name="Oval 27">
            <a:extLst>
              <a:ext uri="{FF2B5EF4-FFF2-40B4-BE49-F238E27FC236}">
                <a16:creationId xmlns:a16="http://schemas.microsoft.com/office/drawing/2014/main" id="{324AEB3A-19D2-995D-1751-7A2B13AED9C8}"/>
              </a:ext>
            </a:extLst>
          </p:cNvPr>
          <p:cNvSpPr>
            <a:spLocks noChangeAspect="1"/>
          </p:cNvSpPr>
          <p:nvPr/>
        </p:nvSpPr>
        <p:spPr bwMode="auto">
          <a:xfrm>
            <a:off x="9667078" y="1851355"/>
            <a:ext cx="215585" cy="216122"/>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100">
                <a:solidFill>
                  <a:schemeClr val="accent2"/>
                </a:solidFill>
                <a:latin typeface="+mj-lt"/>
                <a:ea typeface="+mj-ea"/>
                <a:cs typeface="+mj-cs"/>
              </a:rPr>
              <a:t>5</a:t>
            </a:r>
          </a:p>
        </p:txBody>
      </p:sp>
      <p:sp>
        <p:nvSpPr>
          <p:cNvPr id="29" name="Rectangle 28">
            <a:extLst>
              <a:ext uri="{FF2B5EF4-FFF2-40B4-BE49-F238E27FC236}">
                <a16:creationId xmlns:a16="http://schemas.microsoft.com/office/drawing/2014/main" id="{92D4673F-2140-5E57-F355-ECEBF2F1B15C}"/>
              </a:ext>
            </a:extLst>
          </p:cNvPr>
          <p:cNvSpPr>
            <a:spLocks/>
          </p:cNvSpPr>
          <p:nvPr/>
        </p:nvSpPr>
        <p:spPr bwMode="auto">
          <a:xfrm>
            <a:off x="9950411" y="1804258"/>
            <a:ext cx="1855146" cy="310316"/>
          </a:xfrm>
          <a:prstGeom prst="rect">
            <a:avLst/>
          </a:prstGeom>
          <a:noFill/>
          <a:ln>
            <a:noFill/>
          </a:ln>
          <a:effectLst/>
        </p:spPr>
        <p:txBody>
          <a:bodyPr wrap="square" lIns="0" tIns="0" rIns="0" bIns="0" anchor="ctr" anchorCtr="0">
            <a:noAutofit/>
          </a:bodyPr>
          <a:lstStyle/>
          <a:p>
            <a:pPr marL="0" lvl="2"/>
            <a:r>
              <a:rPr lang="en-US" sz="1200">
                <a:latin typeface="+mj-lt"/>
                <a:ea typeface="+mj-ea"/>
                <a:cs typeface="+mj-cs"/>
              </a:rPr>
              <a:t>Trusted &amp; auditable AI</a:t>
            </a:r>
          </a:p>
        </p:txBody>
      </p:sp>
      <p:sp>
        <p:nvSpPr>
          <p:cNvPr id="30" name="TextBox 29">
            <a:extLst>
              <a:ext uri="{FF2B5EF4-FFF2-40B4-BE49-F238E27FC236}">
                <a16:creationId xmlns:a16="http://schemas.microsoft.com/office/drawing/2014/main" id="{B679FC66-1C9F-B949-45BD-FD7CD9C4D78D}"/>
              </a:ext>
            </a:extLst>
          </p:cNvPr>
          <p:cNvSpPr txBox="1">
            <a:spLocks/>
          </p:cNvSpPr>
          <p:nvPr/>
        </p:nvSpPr>
        <p:spPr>
          <a:xfrm>
            <a:off x="9668795" y="2167914"/>
            <a:ext cx="2060446" cy="1977464"/>
          </a:xfrm>
          <a:prstGeom prst="rect">
            <a:avLst/>
          </a:prstGeom>
          <a:noFill/>
        </p:spPr>
        <p:txBody>
          <a:bodyPr wrap="square" lIns="0" tIns="0" rIns="0" bIns="0" anchor="t">
            <a:spAutoFit/>
          </a:bodyPr>
          <a:lstStyle/>
          <a:p>
            <a:pPr marL="141288" marR="0" lvl="2" indent="-141288" algn="l" defTabSz="932472" rtl="0" eaLnBrk="1" fontAlgn="base" latinLnBrk="0" hangingPunct="1">
              <a:spcAft>
                <a:spcPts val="300"/>
              </a:spcAft>
              <a:buClrTx/>
              <a:buSzTx/>
              <a:buFont typeface="Arial" panose="020B0604020202020204" pitchFamily="34" charset="0"/>
              <a:buChar char="•"/>
              <a:tabLst/>
              <a:defRPr/>
            </a:pPr>
            <a:r>
              <a:rPr lang="en-US" sz="1100">
                <a:solidFill>
                  <a:srgbClr val="080808"/>
                </a:solidFill>
              </a:rPr>
              <a:t>The organization has industry-leading AI governance</a:t>
            </a:r>
          </a:p>
          <a:p>
            <a:pPr marL="141288" marR="0" lvl="2" indent="-141288" algn="l" defTabSz="932472" rtl="0" eaLnBrk="1" fontAlgn="base" latinLnBrk="0" hangingPunct="1">
              <a:spcAft>
                <a:spcPts val="300"/>
              </a:spcAft>
              <a:buClrTx/>
              <a:buSzTx/>
              <a:buFont typeface="Arial" panose="020B0604020202020204" pitchFamily="34" charset="0"/>
              <a:buChar char="•"/>
              <a:tabLst/>
              <a:defRPr/>
            </a:pPr>
            <a:r>
              <a:rPr lang="en-US" sz="1100">
                <a:solidFill>
                  <a:srgbClr val="080808"/>
                </a:solidFill>
              </a:rPr>
              <a:t>Responsible AI is part of the DNA</a:t>
            </a:r>
          </a:p>
          <a:p>
            <a:pPr marL="141288" marR="0" lvl="2" indent="-141288" algn="l" defTabSz="932472" rtl="0" eaLnBrk="1" fontAlgn="base" latinLnBrk="0" hangingPunct="1">
              <a:spcAft>
                <a:spcPts val="300"/>
              </a:spcAft>
              <a:buClrTx/>
              <a:buSzTx/>
              <a:buFont typeface="Arial" panose="020B0604020202020204" pitchFamily="34" charset="0"/>
              <a:buChar char="•"/>
              <a:tabLst/>
              <a:defRPr/>
            </a:pPr>
            <a:r>
              <a:rPr lang="en-US" sz="1100">
                <a:solidFill>
                  <a:srgbClr val="080808"/>
                </a:solidFill>
              </a:rPr>
              <a:t>AI systems are transparent, auditable, and meet high ethical standards</a:t>
            </a:r>
          </a:p>
          <a:p>
            <a:pPr marL="141288" marR="0" lvl="2" indent="-141288" algn="l" defTabSz="932472" rtl="0" eaLnBrk="1" fontAlgn="base" latinLnBrk="0" hangingPunct="1">
              <a:spcAft>
                <a:spcPts val="300"/>
              </a:spcAft>
              <a:buClrTx/>
              <a:buSzTx/>
              <a:buFont typeface="Arial" panose="020B0604020202020204" pitchFamily="34" charset="0"/>
              <a:buChar char="•"/>
              <a:tabLst/>
              <a:defRPr/>
            </a:pPr>
            <a:r>
              <a:rPr lang="en-US" sz="1100">
                <a:solidFill>
                  <a:srgbClr val="080808"/>
                </a:solidFill>
              </a:rPr>
              <a:t>Governance as a measurable business enabler (e.g., impact on trust, risk, business outcomes)</a:t>
            </a:r>
          </a:p>
        </p:txBody>
      </p:sp>
      <p:sp>
        <p:nvSpPr>
          <p:cNvPr id="31" name="Title 5">
            <a:extLst>
              <a:ext uri="{FF2B5EF4-FFF2-40B4-BE49-F238E27FC236}">
                <a16:creationId xmlns:a16="http://schemas.microsoft.com/office/drawing/2014/main" id="{4C6ACF99-D472-82D9-12C3-E0A371C2D986}"/>
              </a:ext>
              <a:ext uri="{C183D7F6-B498-43B3-948B-1728B52AA6E4}">
                <adec:decorative xmlns:adec="http://schemas.microsoft.com/office/drawing/2017/decorative" val="0"/>
              </a:ext>
            </a:extLst>
          </p:cNvPr>
          <p:cNvSpPr txBox="1">
            <a:spLocks/>
          </p:cNvSpPr>
          <p:nvPr/>
        </p:nvSpPr>
        <p:spPr>
          <a:xfrm>
            <a:off x="5265181" y="4756761"/>
            <a:ext cx="1661638" cy="276999"/>
          </a:xfrm>
          <a:prstGeom prst="rect">
            <a:avLst/>
          </a:prstGeom>
          <a:no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defPPr>
              <a:defRPr lang="en-US"/>
            </a:defPPr>
            <a:lvl1pPr marR="0" lvl="0" indent="0" algn="ctr" defTabSz="491021" fontAlgn="base">
              <a:lnSpc>
                <a:spcPct val="100000"/>
              </a:lnSpc>
              <a:spcBef>
                <a:spcPct val="0"/>
              </a:spcBef>
              <a:spcAft>
                <a:spcPts val="300"/>
              </a:spcAft>
              <a:buClrTx/>
              <a:buSzTx/>
              <a:buFontTx/>
              <a:buNone/>
              <a:tabLst/>
              <a:defRPr kumimoji="0" sz="2000" b="0" i="0" u="none" strike="noStrike" cap="none" spc="0" normalizeH="0" baseline="0">
                <a:ln>
                  <a:noFill/>
                </a:ln>
                <a:solidFill>
                  <a:srgbClr val="FFFFFF"/>
                </a:solidFill>
                <a:effectLst/>
                <a:uLnTx/>
                <a:uFillTx/>
                <a:latin typeface="+mj-lt"/>
                <a:ea typeface="Open Sans" panose="020B0606030504020204" pitchFamily="34" charset="0"/>
                <a:cs typeface="Open Sans" panose="020B0606030504020204" pitchFamily="34" charset="0"/>
              </a:defRPr>
            </a:lvl1pPr>
          </a:lstStyle>
          <a:p>
            <a:r>
              <a:rPr lang="en-US" sz="1800">
                <a:solidFill>
                  <a:schemeClr val="accent2"/>
                </a:solidFill>
                <a:ea typeface="+mj-ea"/>
                <a:cs typeface="+mj-cs"/>
              </a:rPr>
              <a:t>Key enablers</a:t>
            </a:r>
            <a:endParaRPr lang="it-IT" sz="1800">
              <a:solidFill>
                <a:schemeClr val="accent2"/>
              </a:solidFill>
              <a:ea typeface="+mj-ea"/>
              <a:cs typeface="+mj-cs"/>
            </a:endParaRPr>
          </a:p>
        </p:txBody>
      </p:sp>
      <p:sp>
        <p:nvSpPr>
          <p:cNvPr id="32" name="Rectangle: Rounded Corners 31">
            <a:extLst>
              <a:ext uri="{FF2B5EF4-FFF2-40B4-BE49-F238E27FC236}">
                <a16:creationId xmlns:a16="http://schemas.microsoft.com/office/drawing/2014/main" id="{BBF6EBF5-CCD7-90DC-142D-F16ECD1EF568}"/>
              </a:ext>
            </a:extLst>
          </p:cNvPr>
          <p:cNvSpPr>
            <a:spLocks/>
          </p:cNvSpPr>
          <p:nvPr/>
        </p:nvSpPr>
        <p:spPr bwMode="auto">
          <a:xfrm>
            <a:off x="430847" y="5216640"/>
            <a:ext cx="2729706" cy="1402624"/>
          </a:xfrm>
          <a:prstGeom prst="roundRect">
            <a:avLst>
              <a:gd name="adj" fmla="val 4805"/>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r>
              <a:rPr lang="en-US">
                <a:solidFill>
                  <a:schemeClr val="bg1"/>
                </a:solidFill>
                <a:latin typeface="+mj-lt"/>
                <a:ea typeface="+mj-ea"/>
                <a:cs typeface="+mj-cs"/>
              </a:rPr>
              <a:t> Responsible AI Framework &amp; Principles</a:t>
            </a:r>
          </a:p>
        </p:txBody>
      </p:sp>
      <p:sp>
        <p:nvSpPr>
          <p:cNvPr id="33" name="Rectangle: Rounded Corners 32">
            <a:extLst>
              <a:ext uri="{FF2B5EF4-FFF2-40B4-BE49-F238E27FC236}">
                <a16:creationId xmlns:a16="http://schemas.microsoft.com/office/drawing/2014/main" id="{2E44C8F8-7D17-7BEB-BD9D-D29FA5540800}"/>
              </a:ext>
            </a:extLst>
          </p:cNvPr>
          <p:cNvSpPr>
            <a:spLocks/>
          </p:cNvSpPr>
          <p:nvPr/>
        </p:nvSpPr>
        <p:spPr bwMode="auto">
          <a:xfrm>
            <a:off x="3297713" y="5216640"/>
            <a:ext cx="2729706" cy="1402624"/>
          </a:xfrm>
          <a:prstGeom prst="roundRect">
            <a:avLst>
              <a:gd name="adj" fmla="val 4805"/>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r>
              <a:rPr lang="en-US">
                <a:solidFill>
                  <a:schemeClr val="bg1"/>
                </a:solidFill>
                <a:latin typeface="+mj-lt"/>
                <a:ea typeface="+mj-ea"/>
                <a:cs typeface="+mj-cs"/>
              </a:rPr>
              <a:t> Governance</a:t>
            </a:r>
          </a:p>
        </p:txBody>
      </p:sp>
      <p:sp>
        <p:nvSpPr>
          <p:cNvPr id="34" name="Rectangle: Rounded Corners 33">
            <a:extLst>
              <a:ext uri="{FF2B5EF4-FFF2-40B4-BE49-F238E27FC236}">
                <a16:creationId xmlns:a16="http://schemas.microsoft.com/office/drawing/2014/main" id="{DD97C2DA-C8C9-8603-0C7F-90482A4F106F}"/>
              </a:ext>
            </a:extLst>
          </p:cNvPr>
          <p:cNvSpPr>
            <a:spLocks/>
          </p:cNvSpPr>
          <p:nvPr/>
        </p:nvSpPr>
        <p:spPr bwMode="auto">
          <a:xfrm>
            <a:off x="6164579" y="5216640"/>
            <a:ext cx="2729706" cy="1402624"/>
          </a:xfrm>
          <a:prstGeom prst="roundRect">
            <a:avLst>
              <a:gd name="adj" fmla="val 4805"/>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r>
              <a:rPr lang="en-US">
                <a:solidFill>
                  <a:schemeClr val="bg1"/>
                </a:solidFill>
                <a:latin typeface="+mj-lt"/>
                <a:ea typeface="+mj-ea"/>
                <a:cs typeface="+mj-cs"/>
              </a:rPr>
              <a:t> AI Security &amp; Risk Mitigation</a:t>
            </a:r>
          </a:p>
        </p:txBody>
      </p:sp>
      <p:sp>
        <p:nvSpPr>
          <p:cNvPr id="35" name="Rectangle: Rounded Corners 34">
            <a:extLst>
              <a:ext uri="{FF2B5EF4-FFF2-40B4-BE49-F238E27FC236}">
                <a16:creationId xmlns:a16="http://schemas.microsoft.com/office/drawing/2014/main" id="{7CE1D1D4-531A-A047-7253-9E41B6A50496}"/>
              </a:ext>
            </a:extLst>
          </p:cNvPr>
          <p:cNvSpPr>
            <a:spLocks/>
          </p:cNvSpPr>
          <p:nvPr/>
        </p:nvSpPr>
        <p:spPr bwMode="auto">
          <a:xfrm>
            <a:off x="9031446" y="5216640"/>
            <a:ext cx="2729706" cy="1402624"/>
          </a:xfrm>
          <a:prstGeom prst="roundRect">
            <a:avLst>
              <a:gd name="adj" fmla="val 4805"/>
            </a:avLst>
          </a:prstGeom>
          <a:solidFill>
            <a:schemeClr val="accent1"/>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r>
              <a:rPr lang="en-US">
                <a:solidFill>
                  <a:schemeClr val="bg1"/>
                </a:solidFill>
                <a:latin typeface="+mj-lt"/>
                <a:ea typeface="+mj-ea"/>
                <a:cs typeface="+mj-cs"/>
              </a:rPr>
              <a:t> Data Privacy and Compliance</a:t>
            </a:r>
          </a:p>
        </p:txBody>
      </p:sp>
    </p:spTree>
    <p:extLst>
      <p:ext uri="{BB962C8B-B14F-4D97-AF65-F5344CB8AC3E}">
        <p14:creationId xmlns:p14="http://schemas.microsoft.com/office/powerpoint/2010/main" val="6325095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200" b="1">
                <a:solidFill>
                  <a:srgbClr val="FFFFFF"/>
                </a:solidFill>
                <a:latin typeface="Segoe UI Semibold"/>
              </a:defRPr>
            </a:pPr>
            <a:r>
              <a:rPr kumimoji="0" sz="2200" b="1" i="0" u="none" strike="noStrike" kern="1200" cap="none" spc="0" normalizeH="0" baseline="0" noProof="0">
                <a:ln>
                  <a:noFill/>
                </a:ln>
                <a:solidFill>
                  <a:srgbClr val="FFFFFF"/>
                </a:solidFill>
                <a:effectLst/>
                <a:uLnTx/>
                <a:uFillTx/>
                <a:latin typeface="Segoe UI Semibold"/>
                <a:ea typeface="+mn-ea"/>
                <a:cs typeface="+mn-cs"/>
              </a:rPr>
              <a:t>Microsoft Agent Readiness Survey – Responsible AI Framework</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731520" y="1417320"/>
            <a:ext cx="25603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73152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Responsible AI</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Framework</a:t>
            </a:r>
          </a:p>
        </p:txBody>
      </p:sp>
      <p:sp>
        <p:nvSpPr>
          <p:cNvPr id="7" name="Rectangle 6"/>
          <p:cNvSpPr/>
          <p:nvPr/>
        </p:nvSpPr>
        <p:spPr>
          <a:xfrm>
            <a:off x="342900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342900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Governance</a:t>
            </a:r>
          </a:p>
        </p:txBody>
      </p:sp>
      <p:sp>
        <p:nvSpPr>
          <p:cNvPr id="9" name="Rectangle 8"/>
          <p:cNvSpPr/>
          <p:nvPr/>
        </p:nvSpPr>
        <p:spPr>
          <a:xfrm>
            <a:off x="612648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612648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AI Security &amp;</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Risk Mitigation</a:t>
            </a:r>
          </a:p>
        </p:txBody>
      </p:sp>
      <p:sp>
        <p:nvSpPr>
          <p:cNvPr id="11" name="Rectangle 10"/>
          <p:cNvSpPr/>
          <p:nvPr/>
        </p:nvSpPr>
        <p:spPr>
          <a:xfrm>
            <a:off x="882396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882396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Data Privacy</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&amp; Compliance</a:t>
            </a:r>
          </a:p>
        </p:txBody>
      </p:sp>
      <p:sp>
        <p:nvSpPr>
          <p:cNvPr id="13" name="TextBox 12"/>
          <p:cNvSpPr txBox="1"/>
          <p:nvPr/>
        </p:nvSpPr>
        <p:spPr>
          <a:xfrm>
            <a:off x="731520" y="224028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01</a:t>
            </a:r>
          </a:p>
        </p:txBody>
      </p:sp>
      <p:sp>
        <p:nvSpPr>
          <p:cNvPr id="14" name="TextBox 13"/>
          <p:cNvSpPr txBox="1"/>
          <p:nvPr/>
        </p:nvSpPr>
        <p:spPr>
          <a:xfrm>
            <a:off x="1371600" y="219456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Have you defined and published a Responsible AI framework (RAI) for all AI development and usage?</a:t>
            </a:r>
          </a:p>
        </p:txBody>
      </p:sp>
      <p:sp>
        <p:nvSpPr>
          <p:cNvPr id="15" name="TextBox 14"/>
          <p:cNvSpPr txBox="1"/>
          <p:nvPr/>
        </p:nvSpPr>
        <p:spPr>
          <a:xfrm>
            <a:off x="1371600" y="260604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 formal RAI framework ensures consistent expectations and enforceable boundaries. Without it, teams interpret 'responsibility' differently, leading to fragmented practices and uneven risk exposure.</a:t>
            </a:r>
          </a:p>
        </p:txBody>
      </p:sp>
      <p:sp>
        <p:nvSpPr>
          <p:cNvPr id="16" name="Rectangle 15"/>
          <p:cNvSpPr/>
          <p:nvPr/>
        </p:nvSpPr>
        <p:spPr>
          <a:xfrm>
            <a:off x="731520" y="317296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731520" y="329184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02</a:t>
            </a:r>
          </a:p>
        </p:txBody>
      </p:sp>
      <p:sp>
        <p:nvSpPr>
          <p:cNvPr id="18" name="TextBox 17"/>
          <p:cNvSpPr txBox="1"/>
          <p:nvPr/>
        </p:nvSpPr>
        <p:spPr>
          <a:xfrm>
            <a:off x="1371600" y="324612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Have you created a cross-functional AI governance council that reviews AI initiatives for alignment with RAI principles?</a:t>
            </a:r>
          </a:p>
        </p:txBody>
      </p:sp>
      <p:sp>
        <p:nvSpPr>
          <p:cNvPr id="19" name="TextBox 18"/>
          <p:cNvSpPr txBox="1"/>
          <p:nvPr/>
        </p:nvSpPr>
        <p:spPr>
          <a:xfrm>
            <a:off x="1371600" y="365760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 cross-functional body (Legal, Compliance, Security, Engineering) brings the collective expertise needed to assess risk, approve sensitive use cases, and ensure accountability.</a:t>
            </a:r>
          </a:p>
        </p:txBody>
      </p:sp>
      <p:sp>
        <p:nvSpPr>
          <p:cNvPr id="20" name="Rectangle 19"/>
          <p:cNvSpPr/>
          <p:nvPr/>
        </p:nvSpPr>
        <p:spPr>
          <a:xfrm>
            <a:off x="731520" y="422452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731520" y="434340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03</a:t>
            </a:r>
          </a:p>
        </p:txBody>
      </p:sp>
      <p:sp>
        <p:nvSpPr>
          <p:cNvPr id="22" name="TextBox 21"/>
          <p:cNvSpPr txBox="1"/>
          <p:nvPr/>
        </p:nvSpPr>
        <p:spPr>
          <a:xfrm>
            <a:off x="1371600" y="429768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Do executive sponsors actively endorse the RAI framework and reinforce that all AI initiatives must comply?</a:t>
            </a:r>
          </a:p>
        </p:txBody>
      </p:sp>
      <p:sp>
        <p:nvSpPr>
          <p:cNvPr id="23" name="TextBox 22"/>
          <p:cNvSpPr txBox="1"/>
          <p:nvPr/>
        </p:nvSpPr>
        <p:spPr>
          <a:xfrm>
            <a:off x="1371600" y="470916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Responsible AI only succeeds when leadership sets the tone. Executive endorsement ensures AI governance is not viewed as optional, but as a core operating requirement.</a:t>
            </a:r>
          </a:p>
        </p:txBody>
      </p:sp>
      <p:sp>
        <p:nvSpPr>
          <p:cNvPr id="24" name="Rectangle 23"/>
          <p:cNvSpPr/>
          <p:nvPr/>
        </p:nvSpPr>
        <p:spPr>
          <a:xfrm>
            <a:off x="731520" y="527608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31520" y="539496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04</a:t>
            </a:r>
          </a:p>
        </p:txBody>
      </p:sp>
      <p:sp>
        <p:nvSpPr>
          <p:cNvPr id="26" name="TextBox 25"/>
          <p:cNvSpPr txBox="1"/>
          <p:nvPr/>
        </p:nvSpPr>
        <p:spPr>
          <a:xfrm>
            <a:off x="1371600" y="534924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Do teams apply RAI principles to identify and mitigate risks across data, models, prompts, and agent behavior before deployment?</a:t>
            </a:r>
          </a:p>
        </p:txBody>
      </p:sp>
      <p:sp>
        <p:nvSpPr>
          <p:cNvPr id="27" name="TextBox 26"/>
          <p:cNvSpPr txBox="1"/>
          <p:nvPr/>
        </p:nvSpPr>
        <p:spPr>
          <a:xfrm>
            <a:off x="1371600" y="576072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Principles only matter if applied during real development. Embedding them into risk identification ensures teams catch issues early — bias, privacy leakage, harmful content, unsafe agent actions.</a:t>
            </a:r>
          </a:p>
        </p:txBody>
      </p:sp>
      <p:sp>
        <p:nvSpPr>
          <p:cNvPr id="28" name="TextBox 27"/>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Microsoft’s AI Principles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grpSp>
        <p:nvGrpSpPr>
          <p:cNvPr id="7" name="Group 6">
            <a:extLst>
              <a:ext uri="{FF2B5EF4-FFF2-40B4-BE49-F238E27FC236}">
                <a16:creationId xmlns:a16="http://schemas.microsoft.com/office/drawing/2014/main" id="{A6BBC4DB-63E1-8416-045D-BC16DDB51F13}"/>
              </a:ext>
              <a:ext uri="{C183D7F6-B498-43B3-948B-1728B52AA6E4}">
                <adec:decorative xmlns:adec="http://schemas.microsoft.com/office/drawing/2017/decorative" val="1"/>
              </a:ext>
            </a:extLst>
          </p:cNvPr>
          <p:cNvGrpSpPr/>
          <p:nvPr/>
        </p:nvGrpSpPr>
        <p:grpSpPr>
          <a:xfrm>
            <a:off x="595396" y="1418380"/>
            <a:ext cx="11001207" cy="4997223"/>
            <a:chOff x="588963" y="1204686"/>
            <a:chExt cx="11001207" cy="4997223"/>
          </a:xfrm>
        </p:grpSpPr>
        <p:grpSp>
          <p:nvGrpSpPr>
            <p:cNvPr id="8" name="Group 7">
              <a:extLst>
                <a:ext uri="{FF2B5EF4-FFF2-40B4-BE49-F238E27FC236}">
                  <a16:creationId xmlns:a16="http://schemas.microsoft.com/office/drawing/2014/main" id="{4DAF5D6D-21E8-C062-8CD6-D200BE4D4ACD}"/>
                </a:ext>
              </a:extLst>
            </p:cNvPr>
            <p:cNvGrpSpPr/>
            <p:nvPr/>
          </p:nvGrpSpPr>
          <p:grpSpPr>
            <a:xfrm>
              <a:off x="588963" y="1204686"/>
              <a:ext cx="11001207" cy="4997223"/>
              <a:chOff x="962403" y="1339474"/>
              <a:chExt cx="10266373" cy="4750341"/>
            </a:xfrm>
            <a:gradFill>
              <a:gsLst>
                <a:gs pos="64000">
                  <a:srgbClr val="1FA2E4"/>
                </a:gs>
                <a:gs pos="23000">
                  <a:schemeClr val="accent1"/>
                </a:gs>
                <a:gs pos="100000">
                  <a:schemeClr val="accent3"/>
                </a:gs>
              </a:gsLst>
              <a:lin ang="2700000" scaled="1"/>
            </a:gradFill>
          </p:grpSpPr>
          <p:sp>
            <p:nvSpPr>
              <p:cNvPr id="15" name="Round Single Corner Rectangle 3">
                <a:extLst>
                  <a:ext uri="{FF2B5EF4-FFF2-40B4-BE49-F238E27FC236}">
                    <a16:creationId xmlns:a16="http://schemas.microsoft.com/office/drawing/2014/main" id="{CB51FE97-FBBE-A325-D749-0D35F9D82072}"/>
                  </a:ext>
                </a:extLst>
              </p:cNvPr>
              <p:cNvSpPr/>
              <p:nvPr/>
            </p:nvSpPr>
            <p:spPr bwMode="auto">
              <a:xfrm flipH="1">
                <a:off x="962403" y="1339474"/>
                <a:ext cx="2490427" cy="2271321"/>
              </a:xfrm>
              <a:prstGeom prst="round1Rect">
                <a:avLst>
                  <a:gd name="adj" fmla="val 9398"/>
                </a:avLst>
              </a:prstGeom>
              <a:noFill/>
              <a:ln w="12700">
                <a:solidFill>
                  <a:schemeClr val="accent2">
                    <a:lumMod val="20000"/>
                    <a:lumOff val="80000"/>
                  </a:schemeClr>
                </a:solidFill>
                <a:headEnd type="none" w="med" len="med"/>
                <a:tailEnd type="none" w="med" len="med"/>
              </a:ln>
              <a:effectLst>
                <a:outerShdw blurRad="127000" algn="ctr" rotWithShape="0">
                  <a:schemeClr val="bg1">
                    <a:lumMod val="65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16" name="Round Single Corner Rectangle 4">
                <a:extLst>
                  <a:ext uri="{FF2B5EF4-FFF2-40B4-BE49-F238E27FC236}">
                    <a16:creationId xmlns:a16="http://schemas.microsoft.com/office/drawing/2014/main" id="{5A755FD8-86BC-EF86-F9A9-6B1CB190DE86}"/>
                  </a:ext>
                </a:extLst>
              </p:cNvPr>
              <p:cNvSpPr/>
              <p:nvPr/>
            </p:nvSpPr>
            <p:spPr bwMode="auto">
              <a:xfrm>
                <a:off x="8738349" y="1339474"/>
                <a:ext cx="2490427" cy="2271321"/>
              </a:xfrm>
              <a:prstGeom prst="round1Rect">
                <a:avLst>
                  <a:gd name="adj" fmla="val 9398"/>
                </a:avLst>
              </a:prstGeom>
              <a:noFill/>
              <a:ln w="12700">
                <a:solidFill>
                  <a:schemeClr val="accent2">
                    <a:lumMod val="20000"/>
                    <a:lumOff val="80000"/>
                  </a:schemeClr>
                </a:solidFill>
                <a:headEnd type="none" w="med" len="med"/>
                <a:tailEnd type="none" w="med" len="med"/>
              </a:ln>
              <a:effectLst>
                <a:outerShdw blurRad="127000" algn="ctr" rotWithShape="0">
                  <a:schemeClr val="bg1">
                    <a:lumMod val="65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17" name="Rectangle 16">
                <a:extLst>
                  <a:ext uri="{FF2B5EF4-FFF2-40B4-BE49-F238E27FC236}">
                    <a16:creationId xmlns:a16="http://schemas.microsoft.com/office/drawing/2014/main" id="{B9B662EE-C6E9-BA76-EF71-3412AD4C550B}"/>
                  </a:ext>
                </a:extLst>
              </p:cNvPr>
              <p:cNvSpPr/>
              <p:nvPr/>
            </p:nvSpPr>
            <p:spPr bwMode="auto">
              <a:xfrm>
                <a:off x="3554385" y="1339474"/>
                <a:ext cx="2490427" cy="2271321"/>
              </a:xfrm>
              <a:prstGeom prst="rect">
                <a:avLst/>
              </a:prstGeom>
              <a:noFill/>
              <a:ln w="12700">
                <a:solidFill>
                  <a:schemeClr val="accent2">
                    <a:lumMod val="20000"/>
                    <a:lumOff val="80000"/>
                  </a:schemeClr>
                </a:solidFill>
                <a:headEnd type="none" w="med" len="med"/>
                <a:tailEnd type="none" w="med" len="med"/>
              </a:ln>
              <a:effectLst>
                <a:outerShdw blurRad="127000" algn="ctr" rotWithShape="0">
                  <a:schemeClr val="bg1">
                    <a:lumMod val="65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tx1"/>
                  </a:solidFill>
                  <a:latin typeface="Segoe UI"/>
                  <a:cs typeface="Segoe UI" pitchFamily="34" charset="0"/>
                </a:endParaRPr>
              </a:p>
            </p:txBody>
          </p:sp>
          <p:sp>
            <p:nvSpPr>
              <p:cNvPr id="18" name="Rectangle 17">
                <a:extLst>
                  <a:ext uri="{FF2B5EF4-FFF2-40B4-BE49-F238E27FC236}">
                    <a16:creationId xmlns:a16="http://schemas.microsoft.com/office/drawing/2014/main" id="{7604A68F-7215-4864-A142-95B9CC62D9F4}"/>
                  </a:ext>
                </a:extLst>
              </p:cNvPr>
              <p:cNvSpPr/>
              <p:nvPr/>
            </p:nvSpPr>
            <p:spPr bwMode="auto">
              <a:xfrm>
                <a:off x="6146367" y="1339474"/>
                <a:ext cx="2490427" cy="2271321"/>
              </a:xfrm>
              <a:prstGeom prst="rect">
                <a:avLst/>
              </a:prstGeom>
              <a:noFill/>
              <a:ln w="12700">
                <a:solidFill>
                  <a:schemeClr val="accent2">
                    <a:lumMod val="20000"/>
                    <a:lumOff val="80000"/>
                  </a:schemeClr>
                </a:solidFill>
                <a:headEnd type="none" w="med" len="med"/>
                <a:tailEnd type="none" w="med" len="med"/>
              </a:ln>
              <a:effectLst>
                <a:outerShdw blurRad="127000" algn="ctr" rotWithShape="0">
                  <a:schemeClr val="bg1">
                    <a:lumMod val="65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tx1"/>
                  </a:solidFill>
                  <a:latin typeface="Segoe UI"/>
                  <a:cs typeface="Segoe UI" pitchFamily="34" charset="0"/>
                </a:endParaRPr>
              </a:p>
            </p:txBody>
          </p:sp>
          <p:sp>
            <p:nvSpPr>
              <p:cNvPr id="19" name="Rectangle 18">
                <a:extLst>
                  <a:ext uri="{FF2B5EF4-FFF2-40B4-BE49-F238E27FC236}">
                    <a16:creationId xmlns:a16="http://schemas.microsoft.com/office/drawing/2014/main" id="{862345F8-ECEA-F909-2E4A-B6E77345456B}"/>
                  </a:ext>
                </a:extLst>
              </p:cNvPr>
              <p:cNvSpPr/>
              <p:nvPr/>
            </p:nvSpPr>
            <p:spPr bwMode="auto">
              <a:xfrm>
                <a:off x="962403" y="3702591"/>
                <a:ext cx="10266373" cy="1142578"/>
              </a:xfrm>
              <a:prstGeom prst="rect">
                <a:avLst/>
              </a:prstGeom>
              <a:noFill/>
              <a:ln w="12700">
                <a:solidFill>
                  <a:schemeClr val="accent2">
                    <a:lumMod val="20000"/>
                    <a:lumOff val="80000"/>
                  </a:schemeClr>
                </a:solidFill>
                <a:headEnd type="none" w="med" len="med"/>
                <a:tailEnd type="none" w="med" len="med"/>
              </a:ln>
              <a:effectLst>
                <a:outerShdw blurRad="127000" algn="ctr" rotWithShape="0">
                  <a:schemeClr val="bg1">
                    <a:lumMod val="65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tx1"/>
                  </a:solidFill>
                  <a:latin typeface="Segoe UI"/>
                  <a:cs typeface="Segoe UI" pitchFamily="34" charset="0"/>
                </a:endParaRPr>
              </a:p>
            </p:txBody>
          </p:sp>
          <p:sp>
            <p:nvSpPr>
              <p:cNvPr id="20" name="Round Same Side Corner Rectangle 8">
                <a:extLst>
                  <a:ext uri="{FF2B5EF4-FFF2-40B4-BE49-F238E27FC236}">
                    <a16:creationId xmlns:a16="http://schemas.microsoft.com/office/drawing/2014/main" id="{C331B1DB-7C2D-9E73-465A-132DB801920C}"/>
                  </a:ext>
                </a:extLst>
              </p:cNvPr>
              <p:cNvSpPr/>
              <p:nvPr/>
            </p:nvSpPr>
            <p:spPr bwMode="auto">
              <a:xfrm rot="10800000">
                <a:off x="962403" y="4947237"/>
                <a:ext cx="10266373" cy="1142578"/>
              </a:xfrm>
              <a:prstGeom prst="round2SameRect">
                <a:avLst/>
              </a:prstGeom>
              <a:noFill/>
              <a:ln w="12700">
                <a:solidFill>
                  <a:schemeClr val="accent2">
                    <a:lumMod val="20000"/>
                    <a:lumOff val="80000"/>
                  </a:schemeClr>
                </a:solidFill>
                <a:headEnd type="none" w="med" len="med"/>
                <a:tailEnd type="none" w="med" len="med"/>
              </a:ln>
              <a:effectLst>
                <a:outerShdw blurRad="127000" algn="ctr" rotWithShape="0">
                  <a:schemeClr val="bg1">
                    <a:lumMod val="65000"/>
                    <a:alpha val="1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chemeClr val="tx1"/>
                  </a:solidFill>
                  <a:latin typeface="Segoe UI"/>
                  <a:cs typeface="Segoe UI" pitchFamily="34" charset="0"/>
                </a:endParaRPr>
              </a:p>
            </p:txBody>
          </p:sp>
        </p:grpSp>
        <p:sp>
          <p:nvSpPr>
            <p:cNvPr id="9" name="Graphic 9">
              <a:extLst>
                <a:ext uri="{FF2B5EF4-FFF2-40B4-BE49-F238E27FC236}">
                  <a16:creationId xmlns:a16="http://schemas.microsoft.com/office/drawing/2014/main" id="{25B6782A-9852-5C8A-5069-4A9C8939B948}"/>
                </a:ext>
              </a:extLst>
            </p:cNvPr>
            <p:cNvSpPr>
              <a:spLocks noChangeAspect="1"/>
            </p:cNvSpPr>
            <p:nvPr/>
          </p:nvSpPr>
          <p:spPr>
            <a:xfrm>
              <a:off x="1654371" y="1712847"/>
              <a:ext cx="537869" cy="484083"/>
            </a:xfrm>
            <a:custGeom>
              <a:avLst/>
              <a:gdLst>
                <a:gd name="connsiteX0" fmla="*/ 27848 w 556963"/>
                <a:gd name="connsiteY0" fmla="*/ 20886 h 501267"/>
                <a:gd name="connsiteX1" fmla="*/ 48734 w 556963"/>
                <a:gd name="connsiteY1" fmla="*/ 0 h 501267"/>
                <a:gd name="connsiteX2" fmla="*/ 508229 w 556963"/>
                <a:gd name="connsiteY2" fmla="*/ 0 h 501267"/>
                <a:gd name="connsiteX3" fmla="*/ 529115 w 556963"/>
                <a:gd name="connsiteY3" fmla="*/ 20886 h 501267"/>
                <a:gd name="connsiteX4" fmla="*/ 508229 w 556963"/>
                <a:gd name="connsiteY4" fmla="*/ 41772 h 501267"/>
                <a:gd name="connsiteX5" fmla="*/ 479211 w 556963"/>
                <a:gd name="connsiteY5" fmla="*/ 41772 h 501267"/>
                <a:gd name="connsiteX6" fmla="*/ 555421 w 556963"/>
                <a:gd name="connsiteY6" fmla="*/ 228828 h 501267"/>
                <a:gd name="connsiteX7" fmla="*/ 556963 w 556963"/>
                <a:gd name="connsiteY7" fmla="*/ 236709 h 501267"/>
                <a:gd name="connsiteX8" fmla="*/ 459495 w 556963"/>
                <a:gd name="connsiteY8" fmla="*/ 334178 h 501267"/>
                <a:gd name="connsiteX9" fmla="*/ 362026 w 556963"/>
                <a:gd name="connsiteY9" fmla="*/ 236709 h 501267"/>
                <a:gd name="connsiteX10" fmla="*/ 363569 w 556963"/>
                <a:gd name="connsiteY10" fmla="*/ 228828 h 501267"/>
                <a:gd name="connsiteX11" fmla="*/ 439778 w 556963"/>
                <a:gd name="connsiteY11" fmla="*/ 41772 h 501267"/>
                <a:gd name="connsiteX12" fmla="*/ 299368 w 556963"/>
                <a:gd name="connsiteY12" fmla="*/ 41772 h 501267"/>
                <a:gd name="connsiteX13" fmla="*/ 299368 w 556963"/>
                <a:gd name="connsiteY13" fmla="*/ 375950 h 501267"/>
                <a:gd name="connsiteX14" fmla="*/ 410760 w 556963"/>
                <a:gd name="connsiteY14" fmla="*/ 375950 h 501267"/>
                <a:gd name="connsiteX15" fmla="*/ 473419 w 556963"/>
                <a:gd name="connsiteY15" fmla="*/ 438609 h 501267"/>
                <a:gd name="connsiteX16" fmla="*/ 410760 w 556963"/>
                <a:gd name="connsiteY16" fmla="*/ 501267 h 501267"/>
                <a:gd name="connsiteX17" fmla="*/ 146284 w 556963"/>
                <a:gd name="connsiteY17" fmla="*/ 501267 h 501267"/>
                <a:gd name="connsiteX18" fmla="*/ 83626 w 556963"/>
                <a:gd name="connsiteY18" fmla="*/ 438609 h 501267"/>
                <a:gd name="connsiteX19" fmla="*/ 146284 w 556963"/>
                <a:gd name="connsiteY19" fmla="*/ 375950 h 501267"/>
                <a:gd name="connsiteX20" fmla="*/ 257596 w 556963"/>
                <a:gd name="connsiteY20" fmla="*/ 375950 h 501267"/>
                <a:gd name="connsiteX21" fmla="*/ 257596 w 556963"/>
                <a:gd name="connsiteY21" fmla="*/ 41772 h 501267"/>
                <a:gd name="connsiteX22" fmla="*/ 117185 w 556963"/>
                <a:gd name="connsiteY22" fmla="*/ 41772 h 501267"/>
                <a:gd name="connsiteX23" fmla="*/ 193394 w 556963"/>
                <a:gd name="connsiteY23" fmla="*/ 228828 h 501267"/>
                <a:gd name="connsiteX24" fmla="*/ 194937 w 556963"/>
                <a:gd name="connsiteY24" fmla="*/ 236709 h 501267"/>
                <a:gd name="connsiteX25" fmla="*/ 97469 w 556963"/>
                <a:gd name="connsiteY25" fmla="*/ 334178 h 501267"/>
                <a:gd name="connsiteX26" fmla="*/ 0 w 556963"/>
                <a:gd name="connsiteY26" fmla="*/ 236709 h 501267"/>
                <a:gd name="connsiteX27" fmla="*/ 1544 w 556963"/>
                <a:gd name="connsiteY27" fmla="*/ 228828 h 501267"/>
                <a:gd name="connsiteX28" fmla="*/ 77752 w 556963"/>
                <a:gd name="connsiteY28" fmla="*/ 41772 h 501267"/>
                <a:gd name="connsiteX29" fmla="*/ 48734 w 556963"/>
                <a:gd name="connsiteY29" fmla="*/ 41772 h 501267"/>
                <a:gd name="connsiteX30" fmla="*/ 27848 w 556963"/>
                <a:gd name="connsiteY30" fmla="*/ 20886 h 501267"/>
                <a:gd name="connsiteX31" fmla="*/ 125398 w 556963"/>
                <a:gd name="connsiteY31" fmla="*/ 438609 h 501267"/>
                <a:gd name="connsiteX32" fmla="*/ 146284 w 556963"/>
                <a:gd name="connsiteY32" fmla="*/ 459495 h 501267"/>
                <a:gd name="connsiteX33" fmla="*/ 410760 w 556963"/>
                <a:gd name="connsiteY33" fmla="*/ 459495 h 501267"/>
                <a:gd name="connsiteX34" fmla="*/ 431647 w 556963"/>
                <a:gd name="connsiteY34" fmla="*/ 438609 h 501267"/>
                <a:gd name="connsiteX35" fmla="*/ 410760 w 556963"/>
                <a:gd name="connsiteY35" fmla="*/ 417723 h 501267"/>
                <a:gd name="connsiteX36" fmla="*/ 146284 w 556963"/>
                <a:gd name="connsiteY36" fmla="*/ 417723 h 501267"/>
                <a:gd name="connsiteX37" fmla="*/ 125398 w 556963"/>
                <a:gd name="connsiteY37" fmla="*/ 438609 h 501267"/>
                <a:gd name="connsiteX38" fmla="*/ 149116 w 556963"/>
                <a:gd name="connsiteY38" fmla="*/ 257596 h 501267"/>
                <a:gd name="connsiteX39" fmla="*/ 45821 w 556963"/>
                <a:gd name="connsiteY39" fmla="*/ 257596 h 501267"/>
                <a:gd name="connsiteX40" fmla="*/ 97469 w 556963"/>
                <a:gd name="connsiteY40" fmla="*/ 292406 h 501267"/>
                <a:gd name="connsiteX41" fmla="*/ 149116 w 556963"/>
                <a:gd name="connsiteY41" fmla="*/ 257596 h 501267"/>
                <a:gd name="connsiteX42" fmla="*/ 142989 w 556963"/>
                <a:gd name="connsiteY42" fmla="*/ 215823 h 501267"/>
                <a:gd name="connsiteX43" fmla="*/ 97469 w 556963"/>
                <a:gd name="connsiteY43" fmla="*/ 104091 h 501267"/>
                <a:gd name="connsiteX44" fmla="*/ 51948 w 556963"/>
                <a:gd name="connsiteY44" fmla="*/ 215823 h 501267"/>
                <a:gd name="connsiteX45" fmla="*/ 142989 w 556963"/>
                <a:gd name="connsiteY45" fmla="*/ 215823 h 501267"/>
                <a:gd name="connsiteX46" fmla="*/ 459495 w 556963"/>
                <a:gd name="connsiteY46" fmla="*/ 292406 h 501267"/>
                <a:gd name="connsiteX47" fmla="*/ 511142 w 556963"/>
                <a:gd name="connsiteY47" fmla="*/ 257596 h 501267"/>
                <a:gd name="connsiteX48" fmla="*/ 407848 w 556963"/>
                <a:gd name="connsiteY48" fmla="*/ 257596 h 501267"/>
                <a:gd name="connsiteX49" fmla="*/ 459495 w 556963"/>
                <a:gd name="connsiteY49" fmla="*/ 292406 h 501267"/>
                <a:gd name="connsiteX50" fmla="*/ 413974 w 556963"/>
                <a:gd name="connsiteY50" fmla="*/ 215823 h 501267"/>
                <a:gd name="connsiteX51" fmla="*/ 505015 w 556963"/>
                <a:gd name="connsiteY51" fmla="*/ 215823 h 501267"/>
                <a:gd name="connsiteX52" fmla="*/ 459495 w 556963"/>
                <a:gd name="connsiteY52" fmla="*/ 104091 h 501267"/>
                <a:gd name="connsiteX53" fmla="*/ 413974 w 556963"/>
                <a:gd name="connsiteY53" fmla="*/ 215823 h 50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56963" h="501267">
                  <a:moveTo>
                    <a:pt x="27848" y="20886"/>
                  </a:moveTo>
                  <a:cubicBezTo>
                    <a:pt x="27848" y="9351"/>
                    <a:pt x="37199" y="0"/>
                    <a:pt x="48734" y="0"/>
                  </a:cubicBezTo>
                  <a:lnTo>
                    <a:pt x="508229" y="0"/>
                  </a:lnTo>
                  <a:cubicBezTo>
                    <a:pt x="519764" y="0"/>
                    <a:pt x="529115" y="9351"/>
                    <a:pt x="529115" y="20886"/>
                  </a:cubicBezTo>
                  <a:cubicBezTo>
                    <a:pt x="529115" y="32421"/>
                    <a:pt x="519764" y="41772"/>
                    <a:pt x="508229" y="41772"/>
                  </a:cubicBezTo>
                  <a:lnTo>
                    <a:pt x="479211" y="41772"/>
                  </a:lnTo>
                  <a:lnTo>
                    <a:pt x="555421" y="228828"/>
                  </a:lnTo>
                  <a:cubicBezTo>
                    <a:pt x="556440" y="231332"/>
                    <a:pt x="556963" y="234008"/>
                    <a:pt x="556963" y="236709"/>
                  </a:cubicBezTo>
                  <a:cubicBezTo>
                    <a:pt x="556963" y="290540"/>
                    <a:pt x="513325" y="334178"/>
                    <a:pt x="459495" y="334178"/>
                  </a:cubicBezTo>
                  <a:cubicBezTo>
                    <a:pt x="405664" y="334178"/>
                    <a:pt x="362026" y="290540"/>
                    <a:pt x="362026" y="236709"/>
                  </a:cubicBezTo>
                  <a:cubicBezTo>
                    <a:pt x="362026" y="234008"/>
                    <a:pt x="362550" y="231332"/>
                    <a:pt x="363569" y="228828"/>
                  </a:cubicBezTo>
                  <a:lnTo>
                    <a:pt x="439778" y="41772"/>
                  </a:lnTo>
                  <a:lnTo>
                    <a:pt x="299368" y="41772"/>
                  </a:lnTo>
                  <a:lnTo>
                    <a:pt x="299368" y="375950"/>
                  </a:lnTo>
                  <a:lnTo>
                    <a:pt x="410760" y="375950"/>
                  </a:lnTo>
                  <a:cubicBezTo>
                    <a:pt x="445365" y="375950"/>
                    <a:pt x="473419" y="404005"/>
                    <a:pt x="473419" y="438609"/>
                  </a:cubicBezTo>
                  <a:cubicBezTo>
                    <a:pt x="473419" y="473213"/>
                    <a:pt x="445365" y="501267"/>
                    <a:pt x="410760" y="501267"/>
                  </a:cubicBezTo>
                  <a:lnTo>
                    <a:pt x="146284" y="501267"/>
                  </a:lnTo>
                  <a:cubicBezTo>
                    <a:pt x="111679" y="501267"/>
                    <a:pt x="83626" y="473213"/>
                    <a:pt x="83626" y="438609"/>
                  </a:cubicBezTo>
                  <a:cubicBezTo>
                    <a:pt x="83626" y="404005"/>
                    <a:pt x="111679" y="375950"/>
                    <a:pt x="146284" y="375950"/>
                  </a:cubicBezTo>
                  <a:lnTo>
                    <a:pt x="257596" y="375950"/>
                  </a:lnTo>
                  <a:lnTo>
                    <a:pt x="257596" y="41772"/>
                  </a:lnTo>
                  <a:lnTo>
                    <a:pt x="117185" y="41772"/>
                  </a:lnTo>
                  <a:lnTo>
                    <a:pt x="193394" y="228828"/>
                  </a:lnTo>
                  <a:cubicBezTo>
                    <a:pt x="194413" y="231332"/>
                    <a:pt x="194937" y="234008"/>
                    <a:pt x="194937" y="236709"/>
                  </a:cubicBezTo>
                  <a:cubicBezTo>
                    <a:pt x="194937" y="290540"/>
                    <a:pt x="151299" y="334178"/>
                    <a:pt x="97469" y="334178"/>
                  </a:cubicBezTo>
                  <a:cubicBezTo>
                    <a:pt x="43638" y="334178"/>
                    <a:pt x="0" y="290540"/>
                    <a:pt x="0" y="236709"/>
                  </a:cubicBezTo>
                  <a:cubicBezTo>
                    <a:pt x="0" y="234008"/>
                    <a:pt x="524" y="231332"/>
                    <a:pt x="1544" y="228828"/>
                  </a:cubicBezTo>
                  <a:lnTo>
                    <a:pt x="77752" y="41772"/>
                  </a:lnTo>
                  <a:lnTo>
                    <a:pt x="48734" y="41772"/>
                  </a:lnTo>
                  <a:cubicBezTo>
                    <a:pt x="37199" y="41772"/>
                    <a:pt x="27848" y="32421"/>
                    <a:pt x="27848" y="20886"/>
                  </a:cubicBezTo>
                  <a:close/>
                  <a:moveTo>
                    <a:pt x="125398" y="438609"/>
                  </a:moveTo>
                  <a:cubicBezTo>
                    <a:pt x="125398" y="450143"/>
                    <a:pt x="134749" y="459495"/>
                    <a:pt x="146284" y="459495"/>
                  </a:cubicBezTo>
                  <a:lnTo>
                    <a:pt x="410760" y="459495"/>
                  </a:lnTo>
                  <a:cubicBezTo>
                    <a:pt x="422295" y="459495"/>
                    <a:pt x="431647" y="450143"/>
                    <a:pt x="431647" y="438609"/>
                  </a:cubicBezTo>
                  <a:cubicBezTo>
                    <a:pt x="431647" y="427074"/>
                    <a:pt x="422295" y="417723"/>
                    <a:pt x="410760" y="417723"/>
                  </a:cubicBezTo>
                  <a:lnTo>
                    <a:pt x="146284" y="417723"/>
                  </a:lnTo>
                  <a:cubicBezTo>
                    <a:pt x="134749" y="417723"/>
                    <a:pt x="125398" y="427074"/>
                    <a:pt x="125398" y="438609"/>
                  </a:cubicBezTo>
                  <a:close/>
                  <a:moveTo>
                    <a:pt x="149116" y="257596"/>
                  </a:moveTo>
                  <a:lnTo>
                    <a:pt x="45821" y="257596"/>
                  </a:lnTo>
                  <a:cubicBezTo>
                    <a:pt x="54083" y="278008"/>
                    <a:pt x="74095" y="292406"/>
                    <a:pt x="97469" y="292406"/>
                  </a:cubicBezTo>
                  <a:cubicBezTo>
                    <a:pt x="120843" y="292406"/>
                    <a:pt x="140854" y="278008"/>
                    <a:pt x="149116" y="257596"/>
                  </a:cubicBezTo>
                  <a:close/>
                  <a:moveTo>
                    <a:pt x="142989" y="215823"/>
                  </a:moveTo>
                  <a:lnTo>
                    <a:pt x="97469" y="104091"/>
                  </a:lnTo>
                  <a:lnTo>
                    <a:pt x="51948" y="215823"/>
                  </a:lnTo>
                  <a:lnTo>
                    <a:pt x="142989" y="215823"/>
                  </a:lnTo>
                  <a:close/>
                  <a:moveTo>
                    <a:pt x="459495" y="292406"/>
                  </a:moveTo>
                  <a:cubicBezTo>
                    <a:pt x="482868" y="292406"/>
                    <a:pt x="502879" y="278008"/>
                    <a:pt x="511142" y="257596"/>
                  </a:cubicBezTo>
                  <a:lnTo>
                    <a:pt x="407848" y="257596"/>
                  </a:lnTo>
                  <a:cubicBezTo>
                    <a:pt x="416110" y="278008"/>
                    <a:pt x="436122" y="292406"/>
                    <a:pt x="459495" y="292406"/>
                  </a:cubicBezTo>
                  <a:close/>
                  <a:moveTo>
                    <a:pt x="413974" y="215823"/>
                  </a:moveTo>
                  <a:lnTo>
                    <a:pt x="505015" y="215823"/>
                  </a:lnTo>
                  <a:lnTo>
                    <a:pt x="459495" y="104091"/>
                  </a:lnTo>
                  <a:lnTo>
                    <a:pt x="413974" y="215823"/>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0" name="Graphic 5">
              <a:extLst>
                <a:ext uri="{FF2B5EF4-FFF2-40B4-BE49-F238E27FC236}">
                  <a16:creationId xmlns:a16="http://schemas.microsoft.com/office/drawing/2014/main" id="{E17B0B9A-9DEA-EB59-3EC4-ADCFFD954CCD}"/>
                </a:ext>
              </a:extLst>
            </p:cNvPr>
            <p:cNvSpPr>
              <a:spLocks noChangeAspect="1"/>
            </p:cNvSpPr>
            <p:nvPr/>
          </p:nvSpPr>
          <p:spPr>
            <a:xfrm>
              <a:off x="4469270" y="1697620"/>
              <a:ext cx="463084" cy="514537"/>
            </a:xfrm>
            <a:custGeom>
              <a:avLst/>
              <a:gdLst>
                <a:gd name="connsiteX0" fmla="*/ 0 w 333892"/>
                <a:gd name="connsiteY0" fmla="*/ 69561 h 370991"/>
                <a:gd name="connsiteX1" fmla="*/ 13912 w 333892"/>
                <a:gd name="connsiteY1" fmla="*/ 55649 h 370991"/>
                <a:gd name="connsiteX2" fmla="*/ 158599 w 333892"/>
                <a:gd name="connsiteY2" fmla="*/ 2782 h 370991"/>
                <a:gd name="connsiteX3" fmla="*/ 175294 w 333892"/>
                <a:gd name="connsiteY3" fmla="*/ 2782 h 370991"/>
                <a:gd name="connsiteX4" fmla="*/ 319980 w 333892"/>
                <a:gd name="connsiteY4" fmla="*/ 55649 h 370991"/>
                <a:gd name="connsiteX5" fmla="*/ 333893 w 333892"/>
                <a:gd name="connsiteY5" fmla="*/ 69561 h 370991"/>
                <a:gd name="connsiteX6" fmla="*/ 333893 w 333892"/>
                <a:gd name="connsiteY6" fmla="*/ 166946 h 370991"/>
                <a:gd name="connsiteX7" fmla="*/ 172046 w 333892"/>
                <a:gd name="connsiteY7" fmla="*/ 370023 h 370991"/>
                <a:gd name="connsiteX8" fmla="*/ 161847 w 333892"/>
                <a:gd name="connsiteY8" fmla="*/ 370023 h 370991"/>
                <a:gd name="connsiteX9" fmla="*/ 0 w 333892"/>
                <a:gd name="connsiteY9" fmla="*/ 166946 h 370991"/>
                <a:gd name="connsiteX10" fmla="*/ 0 w 333892"/>
                <a:gd name="connsiteY10" fmla="*/ 69561 h 370991"/>
                <a:gd name="connsiteX11" fmla="*/ 27824 w 333892"/>
                <a:gd name="connsiteY11" fmla="*/ 83064 h 370991"/>
                <a:gd name="connsiteX12" fmla="*/ 27824 w 333892"/>
                <a:gd name="connsiteY12" fmla="*/ 166946 h 370991"/>
                <a:gd name="connsiteX13" fmla="*/ 166946 w 333892"/>
                <a:gd name="connsiteY13" fmla="*/ 342090 h 370991"/>
                <a:gd name="connsiteX14" fmla="*/ 306068 w 333892"/>
                <a:gd name="connsiteY14" fmla="*/ 166946 h 370991"/>
                <a:gd name="connsiteX15" fmla="*/ 306068 w 333892"/>
                <a:gd name="connsiteY15" fmla="*/ 83064 h 370991"/>
                <a:gd name="connsiteX16" fmla="*/ 166946 w 333892"/>
                <a:gd name="connsiteY16" fmla="*/ 31123 h 370991"/>
                <a:gd name="connsiteX17" fmla="*/ 27824 w 333892"/>
                <a:gd name="connsiteY17" fmla="*/ 83064 h 370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3892" h="370991">
                  <a:moveTo>
                    <a:pt x="0" y="69561"/>
                  </a:moveTo>
                  <a:cubicBezTo>
                    <a:pt x="0" y="61878"/>
                    <a:pt x="6229" y="55649"/>
                    <a:pt x="13912" y="55649"/>
                  </a:cubicBezTo>
                  <a:cubicBezTo>
                    <a:pt x="63317" y="55649"/>
                    <a:pt x="111445" y="38148"/>
                    <a:pt x="158599" y="2782"/>
                  </a:cubicBezTo>
                  <a:cubicBezTo>
                    <a:pt x="163546" y="-927"/>
                    <a:pt x="170346" y="-927"/>
                    <a:pt x="175294" y="2782"/>
                  </a:cubicBezTo>
                  <a:cubicBezTo>
                    <a:pt x="222447" y="38148"/>
                    <a:pt x="270575" y="55649"/>
                    <a:pt x="319980" y="55649"/>
                  </a:cubicBezTo>
                  <a:cubicBezTo>
                    <a:pt x="327664" y="55649"/>
                    <a:pt x="333893" y="61878"/>
                    <a:pt x="333893" y="69561"/>
                  </a:cubicBezTo>
                  <a:lnTo>
                    <a:pt x="333893" y="166946"/>
                  </a:lnTo>
                  <a:cubicBezTo>
                    <a:pt x="333893" y="259716"/>
                    <a:pt x="279030" y="327877"/>
                    <a:pt x="172046" y="370023"/>
                  </a:cubicBezTo>
                  <a:cubicBezTo>
                    <a:pt x="168768" y="371314"/>
                    <a:pt x="165125" y="371314"/>
                    <a:pt x="161847" y="370023"/>
                  </a:cubicBezTo>
                  <a:cubicBezTo>
                    <a:pt x="54862" y="327877"/>
                    <a:pt x="0" y="259716"/>
                    <a:pt x="0" y="166946"/>
                  </a:cubicBezTo>
                  <a:lnTo>
                    <a:pt x="0" y="69561"/>
                  </a:lnTo>
                  <a:close/>
                  <a:moveTo>
                    <a:pt x="27824" y="83064"/>
                  </a:moveTo>
                  <a:lnTo>
                    <a:pt x="27824" y="166946"/>
                  </a:lnTo>
                  <a:cubicBezTo>
                    <a:pt x="27824" y="245886"/>
                    <a:pt x="73333" y="303822"/>
                    <a:pt x="166946" y="342090"/>
                  </a:cubicBezTo>
                  <a:cubicBezTo>
                    <a:pt x="260559" y="303822"/>
                    <a:pt x="306068" y="245886"/>
                    <a:pt x="306068" y="166946"/>
                  </a:cubicBezTo>
                  <a:lnTo>
                    <a:pt x="306068" y="83064"/>
                  </a:lnTo>
                  <a:cubicBezTo>
                    <a:pt x="258260" y="80243"/>
                    <a:pt x="211821" y="62851"/>
                    <a:pt x="166946" y="31123"/>
                  </a:cubicBezTo>
                  <a:cubicBezTo>
                    <a:pt x="122072" y="62851"/>
                    <a:pt x="75633" y="80243"/>
                    <a:pt x="27824" y="83064"/>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1" name="Graphic 11">
              <a:extLst>
                <a:ext uri="{FF2B5EF4-FFF2-40B4-BE49-F238E27FC236}">
                  <a16:creationId xmlns:a16="http://schemas.microsoft.com/office/drawing/2014/main" id="{24D639B9-B066-4865-55F0-8712CCFDBB6E}"/>
                </a:ext>
              </a:extLst>
            </p:cNvPr>
            <p:cNvSpPr>
              <a:spLocks noChangeAspect="1"/>
            </p:cNvSpPr>
            <p:nvPr/>
          </p:nvSpPr>
          <p:spPr>
            <a:xfrm>
              <a:off x="7267386" y="1691221"/>
              <a:ext cx="421867" cy="527334"/>
            </a:xfrm>
            <a:custGeom>
              <a:avLst/>
              <a:gdLst>
                <a:gd name="connsiteX0" fmla="*/ 233057 w 466113"/>
                <a:gd name="connsiteY0" fmla="*/ 0 h 582641"/>
                <a:gd name="connsiteX1" fmla="*/ 349585 w 466113"/>
                <a:gd name="connsiteY1" fmla="*/ 116528 h 582641"/>
                <a:gd name="connsiteX2" fmla="*/ 349585 w 466113"/>
                <a:gd name="connsiteY2" fmla="*/ 174793 h 582641"/>
                <a:gd name="connsiteX3" fmla="*/ 400566 w 466113"/>
                <a:gd name="connsiteY3" fmla="*/ 174793 h 582641"/>
                <a:gd name="connsiteX4" fmla="*/ 466113 w 466113"/>
                <a:gd name="connsiteY4" fmla="*/ 240340 h 582641"/>
                <a:gd name="connsiteX5" fmla="*/ 466113 w 466113"/>
                <a:gd name="connsiteY5" fmla="*/ 517094 h 582641"/>
                <a:gd name="connsiteX6" fmla="*/ 400566 w 466113"/>
                <a:gd name="connsiteY6" fmla="*/ 582642 h 582641"/>
                <a:gd name="connsiteX7" fmla="*/ 65547 w 466113"/>
                <a:gd name="connsiteY7" fmla="*/ 582642 h 582641"/>
                <a:gd name="connsiteX8" fmla="*/ 0 w 466113"/>
                <a:gd name="connsiteY8" fmla="*/ 517094 h 582641"/>
                <a:gd name="connsiteX9" fmla="*/ 0 w 466113"/>
                <a:gd name="connsiteY9" fmla="*/ 240340 h 582641"/>
                <a:gd name="connsiteX10" fmla="*/ 65547 w 466113"/>
                <a:gd name="connsiteY10" fmla="*/ 174793 h 582641"/>
                <a:gd name="connsiteX11" fmla="*/ 116528 w 466113"/>
                <a:gd name="connsiteY11" fmla="*/ 174793 h 582641"/>
                <a:gd name="connsiteX12" fmla="*/ 116528 w 466113"/>
                <a:gd name="connsiteY12" fmla="*/ 116528 h 582641"/>
                <a:gd name="connsiteX13" fmla="*/ 233057 w 466113"/>
                <a:gd name="connsiteY13" fmla="*/ 0 h 582641"/>
                <a:gd name="connsiteX14" fmla="*/ 400566 w 466113"/>
                <a:gd name="connsiteY14" fmla="*/ 218491 h 582641"/>
                <a:gd name="connsiteX15" fmla="*/ 65547 w 466113"/>
                <a:gd name="connsiteY15" fmla="*/ 218491 h 582641"/>
                <a:gd name="connsiteX16" fmla="*/ 43698 w 466113"/>
                <a:gd name="connsiteY16" fmla="*/ 240340 h 582641"/>
                <a:gd name="connsiteX17" fmla="*/ 43698 w 466113"/>
                <a:gd name="connsiteY17" fmla="*/ 517094 h 582641"/>
                <a:gd name="connsiteX18" fmla="*/ 65547 w 466113"/>
                <a:gd name="connsiteY18" fmla="*/ 538944 h 582641"/>
                <a:gd name="connsiteX19" fmla="*/ 400566 w 466113"/>
                <a:gd name="connsiteY19" fmla="*/ 538944 h 582641"/>
                <a:gd name="connsiteX20" fmla="*/ 422415 w 466113"/>
                <a:gd name="connsiteY20" fmla="*/ 517094 h 582641"/>
                <a:gd name="connsiteX21" fmla="*/ 422415 w 466113"/>
                <a:gd name="connsiteY21" fmla="*/ 240340 h 582641"/>
                <a:gd name="connsiteX22" fmla="*/ 400566 w 466113"/>
                <a:gd name="connsiteY22" fmla="*/ 218491 h 582641"/>
                <a:gd name="connsiteX23" fmla="*/ 233060 w 466113"/>
                <a:gd name="connsiteY23" fmla="*/ 335019 h 582641"/>
                <a:gd name="connsiteX24" fmla="*/ 276758 w 466113"/>
                <a:gd name="connsiteY24" fmla="*/ 378717 h 582641"/>
                <a:gd name="connsiteX25" fmla="*/ 233060 w 466113"/>
                <a:gd name="connsiteY25" fmla="*/ 422415 h 582641"/>
                <a:gd name="connsiteX26" fmla="*/ 189361 w 466113"/>
                <a:gd name="connsiteY26" fmla="*/ 378717 h 582641"/>
                <a:gd name="connsiteX27" fmla="*/ 233060 w 466113"/>
                <a:gd name="connsiteY27" fmla="*/ 335019 h 582641"/>
                <a:gd name="connsiteX28" fmla="*/ 233057 w 466113"/>
                <a:gd name="connsiteY28" fmla="*/ 43698 h 582641"/>
                <a:gd name="connsiteX29" fmla="*/ 160226 w 466113"/>
                <a:gd name="connsiteY29" fmla="*/ 116528 h 582641"/>
                <a:gd name="connsiteX30" fmla="*/ 160226 w 466113"/>
                <a:gd name="connsiteY30" fmla="*/ 174793 h 582641"/>
                <a:gd name="connsiteX31" fmla="*/ 305887 w 466113"/>
                <a:gd name="connsiteY31" fmla="*/ 174793 h 582641"/>
                <a:gd name="connsiteX32" fmla="*/ 305887 w 466113"/>
                <a:gd name="connsiteY32" fmla="*/ 116528 h 582641"/>
                <a:gd name="connsiteX33" fmla="*/ 233057 w 466113"/>
                <a:gd name="connsiteY33" fmla="*/ 43698 h 582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66113" h="582641">
                  <a:moveTo>
                    <a:pt x="233057" y="0"/>
                  </a:moveTo>
                  <a:cubicBezTo>
                    <a:pt x="297412" y="0"/>
                    <a:pt x="349585" y="52171"/>
                    <a:pt x="349585" y="116528"/>
                  </a:cubicBezTo>
                  <a:lnTo>
                    <a:pt x="349585" y="174793"/>
                  </a:lnTo>
                  <a:lnTo>
                    <a:pt x="400566" y="174793"/>
                  </a:lnTo>
                  <a:cubicBezTo>
                    <a:pt x="436766" y="174793"/>
                    <a:pt x="466113" y="204139"/>
                    <a:pt x="466113" y="240340"/>
                  </a:cubicBezTo>
                  <a:lnTo>
                    <a:pt x="466113" y="517094"/>
                  </a:lnTo>
                  <a:cubicBezTo>
                    <a:pt x="466113" y="553294"/>
                    <a:pt x="436766" y="582642"/>
                    <a:pt x="400566" y="582642"/>
                  </a:cubicBezTo>
                  <a:lnTo>
                    <a:pt x="65547" y="582642"/>
                  </a:lnTo>
                  <a:cubicBezTo>
                    <a:pt x="29346" y="582642"/>
                    <a:pt x="0" y="553294"/>
                    <a:pt x="0" y="517094"/>
                  </a:cubicBezTo>
                  <a:lnTo>
                    <a:pt x="0" y="240340"/>
                  </a:lnTo>
                  <a:cubicBezTo>
                    <a:pt x="0" y="204139"/>
                    <a:pt x="29346" y="174793"/>
                    <a:pt x="65547" y="174793"/>
                  </a:cubicBezTo>
                  <a:lnTo>
                    <a:pt x="116528" y="174793"/>
                  </a:lnTo>
                  <a:lnTo>
                    <a:pt x="116528" y="116528"/>
                  </a:lnTo>
                  <a:cubicBezTo>
                    <a:pt x="116528" y="52171"/>
                    <a:pt x="168700" y="0"/>
                    <a:pt x="233057" y="0"/>
                  </a:cubicBezTo>
                  <a:close/>
                  <a:moveTo>
                    <a:pt x="400566" y="218491"/>
                  </a:moveTo>
                  <a:lnTo>
                    <a:pt x="65547" y="218491"/>
                  </a:lnTo>
                  <a:cubicBezTo>
                    <a:pt x="53480" y="218491"/>
                    <a:pt x="43698" y="228273"/>
                    <a:pt x="43698" y="240340"/>
                  </a:cubicBezTo>
                  <a:lnTo>
                    <a:pt x="43698" y="517094"/>
                  </a:lnTo>
                  <a:cubicBezTo>
                    <a:pt x="43698" y="529161"/>
                    <a:pt x="53480" y="538944"/>
                    <a:pt x="65547" y="538944"/>
                  </a:cubicBezTo>
                  <a:lnTo>
                    <a:pt x="400566" y="538944"/>
                  </a:lnTo>
                  <a:cubicBezTo>
                    <a:pt x="412633" y="538944"/>
                    <a:pt x="422415" y="529161"/>
                    <a:pt x="422415" y="517094"/>
                  </a:cubicBezTo>
                  <a:lnTo>
                    <a:pt x="422415" y="240340"/>
                  </a:lnTo>
                  <a:cubicBezTo>
                    <a:pt x="422415" y="228273"/>
                    <a:pt x="412633" y="218491"/>
                    <a:pt x="400566" y="218491"/>
                  </a:cubicBezTo>
                  <a:close/>
                  <a:moveTo>
                    <a:pt x="233060" y="335019"/>
                  </a:moveTo>
                  <a:cubicBezTo>
                    <a:pt x="257196" y="335019"/>
                    <a:pt x="276758" y="354584"/>
                    <a:pt x="276758" y="378717"/>
                  </a:cubicBezTo>
                  <a:cubicBezTo>
                    <a:pt x="276758" y="402850"/>
                    <a:pt x="257196" y="422415"/>
                    <a:pt x="233060" y="422415"/>
                  </a:cubicBezTo>
                  <a:cubicBezTo>
                    <a:pt x="208927" y="422415"/>
                    <a:pt x="189361" y="402850"/>
                    <a:pt x="189361" y="378717"/>
                  </a:cubicBezTo>
                  <a:cubicBezTo>
                    <a:pt x="189361" y="354584"/>
                    <a:pt x="208927" y="335019"/>
                    <a:pt x="233060" y="335019"/>
                  </a:cubicBezTo>
                  <a:close/>
                  <a:moveTo>
                    <a:pt x="233057" y="43698"/>
                  </a:moveTo>
                  <a:cubicBezTo>
                    <a:pt x="192834" y="43698"/>
                    <a:pt x="160226" y="76305"/>
                    <a:pt x="160226" y="116528"/>
                  </a:cubicBezTo>
                  <a:lnTo>
                    <a:pt x="160226" y="174793"/>
                  </a:lnTo>
                  <a:lnTo>
                    <a:pt x="305887" y="174793"/>
                  </a:lnTo>
                  <a:lnTo>
                    <a:pt x="305887" y="116528"/>
                  </a:lnTo>
                  <a:cubicBezTo>
                    <a:pt x="305887" y="76305"/>
                    <a:pt x="273279" y="43698"/>
                    <a:pt x="233057" y="43698"/>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2" name="Graphic 15">
              <a:extLst>
                <a:ext uri="{FF2B5EF4-FFF2-40B4-BE49-F238E27FC236}">
                  <a16:creationId xmlns:a16="http://schemas.microsoft.com/office/drawing/2014/main" id="{CEC59C35-E837-9A38-88BF-2C20E1B14BD6}"/>
                </a:ext>
              </a:extLst>
            </p:cNvPr>
            <p:cNvSpPr>
              <a:spLocks noChangeAspect="1"/>
            </p:cNvSpPr>
            <p:nvPr/>
          </p:nvSpPr>
          <p:spPr>
            <a:xfrm>
              <a:off x="9990445" y="1716043"/>
              <a:ext cx="530768" cy="477690"/>
            </a:xfrm>
            <a:custGeom>
              <a:avLst/>
              <a:gdLst>
                <a:gd name="connsiteX0" fmla="*/ 456195 w 715375"/>
                <a:gd name="connsiteY0" fmla="*/ 250381 h 643837"/>
                <a:gd name="connsiteX1" fmla="*/ 518790 w 715375"/>
                <a:gd name="connsiteY1" fmla="*/ 312977 h 643837"/>
                <a:gd name="connsiteX2" fmla="*/ 518790 w 715375"/>
                <a:gd name="connsiteY2" fmla="*/ 482842 h 643837"/>
                <a:gd name="connsiteX3" fmla="*/ 357795 w 715375"/>
                <a:gd name="connsiteY3" fmla="*/ 643838 h 643837"/>
                <a:gd name="connsiteX4" fmla="*/ 196797 w 715375"/>
                <a:gd name="connsiteY4" fmla="*/ 482842 h 643837"/>
                <a:gd name="connsiteX5" fmla="*/ 196797 w 715375"/>
                <a:gd name="connsiteY5" fmla="*/ 312977 h 643837"/>
                <a:gd name="connsiteX6" fmla="*/ 259392 w 715375"/>
                <a:gd name="connsiteY6" fmla="*/ 250381 h 643837"/>
                <a:gd name="connsiteX7" fmla="*/ 456195 w 715375"/>
                <a:gd name="connsiteY7" fmla="*/ 250381 h 643837"/>
                <a:gd name="connsiteX8" fmla="*/ 456195 w 715375"/>
                <a:gd name="connsiteY8" fmla="*/ 304034 h 643837"/>
                <a:gd name="connsiteX9" fmla="*/ 259392 w 715375"/>
                <a:gd name="connsiteY9" fmla="*/ 304034 h 643837"/>
                <a:gd name="connsiteX10" fmla="*/ 250450 w 715375"/>
                <a:gd name="connsiteY10" fmla="*/ 312977 h 643837"/>
                <a:gd name="connsiteX11" fmla="*/ 250450 w 715375"/>
                <a:gd name="connsiteY11" fmla="*/ 482842 h 643837"/>
                <a:gd name="connsiteX12" fmla="*/ 357795 w 715375"/>
                <a:gd name="connsiteY12" fmla="*/ 590184 h 643837"/>
                <a:gd name="connsiteX13" fmla="*/ 465137 w 715375"/>
                <a:gd name="connsiteY13" fmla="*/ 482842 h 643837"/>
                <a:gd name="connsiteX14" fmla="*/ 465137 w 715375"/>
                <a:gd name="connsiteY14" fmla="*/ 312977 h 643837"/>
                <a:gd name="connsiteX15" fmla="*/ 456195 w 715375"/>
                <a:gd name="connsiteY15" fmla="*/ 304034 h 643837"/>
                <a:gd name="connsiteX16" fmla="*/ 62595 w 715375"/>
                <a:gd name="connsiteY16" fmla="*/ 250381 h 643837"/>
                <a:gd name="connsiteX17" fmla="*/ 183539 w 715375"/>
                <a:gd name="connsiteY17" fmla="*/ 250348 h 643837"/>
                <a:gd name="connsiteX18" fmla="*/ 161429 w 715375"/>
                <a:gd name="connsiteY18" fmla="*/ 304042 h 643837"/>
                <a:gd name="connsiteX19" fmla="*/ 62595 w 715375"/>
                <a:gd name="connsiteY19" fmla="*/ 304034 h 643837"/>
                <a:gd name="connsiteX20" fmla="*/ 53653 w 715375"/>
                <a:gd name="connsiteY20" fmla="*/ 312977 h 643837"/>
                <a:gd name="connsiteX21" fmla="*/ 53653 w 715375"/>
                <a:gd name="connsiteY21" fmla="*/ 429182 h 643837"/>
                <a:gd name="connsiteX22" fmla="*/ 143119 w 715375"/>
                <a:gd name="connsiteY22" fmla="*/ 518647 h 643837"/>
                <a:gd name="connsiteX23" fmla="*/ 163898 w 715375"/>
                <a:gd name="connsiteY23" fmla="*/ 516222 h 643837"/>
                <a:gd name="connsiteX24" fmla="*/ 180091 w 715375"/>
                <a:gd name="connsiteY24" fmla="*/ 567435 h 643837"/>
                <a:gd name="connsiteX25" fmla="*/ 143119 w 715375"/>
                <a:gd name="connsiteY25" fmla="*/ 572300 h 643837"/>
                <a:gd name="connsiteX26" fmla="*/ 0 w 715375"/>
                <a:gd name="connsiteY26" fmla="*/ 429182 h 643837"/>
                <a:gd name="connsiteX27" fmla="*/ 0 w 715375"/>
                <a:gd name="connsiteY27" fmla="*/ 312977 h 643837"/>
                <a:gd name="connsiteX28" fmla="*/ 62595 w 715375"/>
                <a:gd name="connsiteY28" fmla="*/ 250381 h 643837"/>
                <a:gd name="connsiteX29" fmla="*/ 532049 w 715375"/>
                <a:gd name="connsiteY29" fmla="*/ 250348 h 643837"/>
                <a:gd name="connsiteX30" fmla="*/ 652780 w 715375"/>
                <a:gd name="connsiteY30" fmla="*/ 250381 h 643837"/>
                <a:gd name="connsiteX31" fmla="*/ 715375 w 715375"/>
                <a:gd name="connsiteY31" fmla="*/ 312977 h 643837"/>
                <a:gd name="connsiteX32" fmla="*/ 715375 w 715375"/>
                <a:gd name="connsiteY32" fmla="*/ 429225 h 643837"/>
                <a:gd name="connsiteX33" fmla="*/ 572300 w 715375"/>
                <a:gd name="connsiteY33" fmla="*/ 572300 h 643837"/>
                <a:gd name="connsiteX34" fmla="*/ 535426 w 715375"/>
                <a:gd name="connsiteY34" fmla="*/ 567503 h 643837"/>
                <a:gd name="connsiteX35" fmla="*/ 551733 w 715375"/>
                <a:gd name="connsiteY35" fmla="*/ 516254 h 643837"/>
                <a:gd name="connsiteX36" fmla="*/ 572300 w 715375"/>
                <a:gd name="connsiteY36" fmla="*/ 518647 h 643837"/>
                <a:gd name="connsiteX37" fmla="*/ 661722 w 715375"/>
                <a:gd name="connsiteY37" fmla="*/ 429225 h 643837"/>
                <a:gd name="connsiteX38" fmla="*/ 661722 w 715375"/>
                <a:gd name="connsiteY38" fmla="*/ 312977 h 643837"/>
                <a:gd name="connsiteX39" fmla="*/ 652780 w 715375"/>
                <a:gd name="connsiteY39" fmla="*/ 304034 h 643837"/>
                <a:gd name="connsiteX40" fmla="*/ 554158 w 715375"/>
                <a:gd name="connsiteY40" fmla="*/ 304042 h 643837"/>
                <a:gd name="connsiteX41" fmla="*/ 532049 w 715375"/>
                <a:gd name="connsiteY41" fmla="*/ 250348 h 643837"/>
                <a:gd name="connsiteX42" fmla="*/ 357688 w 715375"/>
                <a:gd name="connsiteY42" fmla="*/ 0 h 643837"/>
                <a:gd name="connsiteX43" fmla="*/ 464994 w 715375"/>
                <a:gd name="connsiteY43" fmla="*/ 107306 h 643837"/>
                <a:gd name="connsiteX44" fmla="*/ 357688 w 715375"/>
                <a:gd name="connsiteY44" fmla="*/ 214613 h 643837"/>
                <a:gd name="connsiteX45" fmla="*/ 250381 w 715375"/>
                <a:gd name="connsiteY45" fmla="*/ 107306 h 643837"/>
                <a:gd name="connsiteX46" fmla="*/ 357688 w 715375"/>
                <a:gd name="connsiteY46" fmla="*/ 0 h 643837"/>
                <a:gd name="connsiteX47" fmla="*/ 590184 w 715375"/>
                <a:gd name="connsiteY47" fmla="*/ 35769 h 643837"/>
                <a:gd name="connsiteX48" fmla="*/ 679606 w 715375"/>
                <a:gd name="connsiteY48" fmla="*/ 125191 h 643837"/>
                <a:gd name="connsiteX49" fmla="*/ 590184 w 715375"/>
                <a:gd name="connsiteY49" fmla="*/ 214613 h 643837"/>
                <a:gd name="connsiteX50" fmla="*/ 500763 w 715375"/>
                <a:gd name="connsiteY50" fmla="*/ 125191 h 643837"/>
                <a:gd name="connsiteX51" fmla="*/ 590184 w 715375"/>
                <a:gd name="connsiteY51" fmla="*/ 35769 h 643837"/>
                <a:gd name="connsiteX52" fmla="*/ 125191 w 715375"/>
                <a:gd name="connsiteY52" fmla="*/ 35769 h 643837"/>
                <a:gd name="connsiteX53" fmla="*/ 214613 w 715375"/>
                <a:gd name="connsiteY53" fmla="*/ 125191 h 643837"/>
                <a:gd name="connsiteX54" fmla="*/ 125191 w 715375"/>
                <a:gd name="connsiteY54" fmla="*/ 214613 h 643837"/>
                <a:gd name="connsiteX55" fmla="*/ 35769 w 715375"/>
                <a:gd name="connsiteY55" fmla="*/ 125191 h 643837"/>
                <a:gd name="connsiteX56" fmla="*/ 125191 w 715375"/>
                <a:gd name="connsiteY56" fmla="*/ 35769 h 643837"/>
                <a:gd name="connsiteX57" fmla="*/ 357688 w 715375"/>
                <a:gd name="connsiteY57" fmla="*/ 53653 h 643837"/>
                <a:gd name="connsiteX58" fmla="*/ 304034 w 715375"/>
                <a:gd name="connsiteY58" fmla="*/ 107306 h 643837"/>
                <a:gd name="connsiteX59" fmla="*/ 357688 w 715375"/>
                <a:gd name="connsiteY59" fmla="*/ 160959 h 643837"/>
                <a:gd name="connsiteX60" fmla="*/ 411341 w 715375"/>
                <a:gd name="connsiteY60" fmla="*/ 107306 h 643837"/>
                <a:gd name="connsiteX61" fmla="*/ 357688 w 715375"/>
                <a:gd name="connsiteY61" fmla="*/ 53653 h 643837"/>
                <a:gd name="connsiteX62" fmla="*/ 590184 w 715375"/>
                <a:gd name="connsiteY62" fmla="*/ 89422 h 643837"/>
                <a:gd name="connsiteX63" fmla="*/ 554416 w 715375"/>
                <a:gd name="connsiteY63" fmla="*/ 125191 h 643837"/>
                <a:gd name="connsiteX64" fmla="*/ 590184 w 715375"/>
                <a:gd name="connsiteY64" fmla="*/ 160959 h 643837"/>
                <a:gd name="connsiteX65" fmla="*/ 625953 w 715375"/>
                <a:gd name="connsiteY65" fmla="*/ 125191 h 643837"/>
                <a:gd name="connsiteX66" fmla="*/ 590184 w 715375"/>
                <a:gd name="connsiteY66" fmla="*/ 89422 h 643837"/>
                <a:gd name="connsiteX67" fmla="*/ 125191 w 715375"/>
                <a:gd name="connsiteY67" fmla="*/ 89422 h 643837"/>
                <a:gd name="connsiteX68" fmla="*/ 89422 w 715375"/>
                <a:gd name="connsiteY68" fmla="*/ 125191 h 643837"/>
                <a:gd name="connsiteX69" fmla="*/ 125191 w 715375"/>
                <a:gd name="connsiteY69" fmla="*/ 160959 h 643837"/>
                <a:gd name="connsiteX70" fmla="*/ 160959 w 715375"/>
                <a:gd name="connsiteY70" fmla="*/ 125191 h 643837"/>
                <a:gd name="connsiteX71" fmla="*/ 125191 w 715375"/>
                <a:gd name="connsiteY71" fmla="*/ 89422 h 643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15375" h="643837">
                  <a:moveTo>
                    <a:pt x="456195" y="250381"/>
                  </a:moveTo>
                  <a:cubicBezTo>
                    <a:pt x="490765" y="250381"/>
                    <a:pt x="518790" y="278406"/>
                    <a:pt x="518790" y="312977"/>
                  </a:cubicBezTo>
                  <a:lnTo>
                    <a:pt x="518790" y="482842"/>
                  </a:lnTo>
                  <a:cubicBezTo>
                    <a:pt x="518790" y="571756"/>
                    <a:pt x="446709" y="643838"/>
                    <a:pt x="357795" y="643838"/>
                  </a:cubicBezTo>
                  <a:cubicBezTo>
                    <a:pt x="268878" y="643838"/>
                    <a:pt x="196797" y="571756"/>
                    <a:pt x="196797" y="482842"/>
                  </a:cubicBezTo>
                  <a:lnTo>
                    <a:pt x="196797" y="312977"/>
                  </a:lnTo>
                  <a:cubicBezTo>
                    <a:pt x="196797" y="278406"/>
                    <a:pt x="224822" y="250381"/>
                    <a:pt x="259392" y="250381"/>
                  </a:cubicBezTo>
                  <a:lnTo>
                    <a:pt x="456195" y="250381"/>
                  </a:lnTo>
                  <a:close/>
                  <a:moveTo>
                    <a:pt x="456195" y="304034"/>
                  </a:moveTo>
                  <a:lnTo>
                    <a:pt x="259392" y="304034"/>
                  </a:lnTo>
                  <a:cubicBezTo>
                    <a:pt x="254454" y="304034"/>
                    <a:pt x="250450" y="308037"/>
                    <a:pt x="250450" y="312977"/>
                  </a:cubicBezTo>
                  <a:lnTo>
                    <a:pt x="250450" y="482842"/>
                  </a:lnTo>
                  <a:cubicBezTo>
                    <a:pt x="250450" y="542126"/>
                    <a:pt x="298508" y="590184"/>
                    <a:pt x="357795" y="590184"/>
                  </a:cubicBezTo>
                  <a:cubicBezTo>
                    <a:pt x="417078" y="590184"/>
                    <a:pt x="465137" y="542126"/>
                    <a:pt x="465137" y="482842"/>
                  </a:cubicBezTo>
                  <a:lnTo>
                    <a:pt x="465137" y="312977"/>
                  </a:lnTo>
                  <a:cubicBezTo>
                    <a:pt x="465137" y="308037"/>
                    <a:pt x="461134" y="304034"/>
                    <a:pt x="456195" y="304034"/>
                  </a:cubicBezTo>
                  <a:close/>
                  <a:moveTo>
                    <a:pt x="62595" y="250381"/>
                  </a:moveTo>
                  <a:lnTo>
                    <a:pt x="183539" y="250348"/>
                  </a:lnTo>
                  <a:cubicBezTo>
                    <a:pt x="171258" y="265207"/>
                    <a:pt x="163257" y="283736"/>
                    <a:pt x="161429" y="304042"/>
                  </a:cubicBezTo>
                  <a:lnTo>
                    <a:pt x="62595" y="304034"/>
                  </a:lnTo>
                  <a:cubicBezTo>
                    <a:pt x="57657" y="304034"/>
                    <a:pt x="53653" y="308037"/>
                    <a:pt x="53653" y="312977"/>
                  </a:cubicBezTo>
                  <a:lnTo>
                    <a:pt x="53653" y="429182"/>
                  </a:lnTo>
                  <a:cubicBezTo>
                    <a:pt x="53653" y="478593"/>
                    <a:pt x="93708" y="518647"/>
                    <a:pt x="143119" y="518647"/>
                  </a:cubicBezTo>
                  <a:cubicBezTo>
                    <a:pt x="150273" y="518647"/>
                    <a:pt x="157230" y="517806"/>
                    <a:pt x="163898" y="516222"/>
                  </a:cubicBezTo>
                  <a:cubicBezTo>
                    <a:pt x="166928" y="534246"/>
                    <a:pt x="172461" y="551436"/>
                    <a:pt x="180091" y="567435"/>
                  </a:cubicBezTo>
                  <a:cubicBezTo>
                    <a:pt x="168320" y="570619"/>
                    <a:pt x="155916" y="572300"/>
                    <a:pt x="143119" y="572300"/>
                  </a:cubicBezTo>
                  <a:cubicBezTo>
                    <a:pt x="64077" y="572300"/>
                    <a:pt x="0" y="508224"/>
                    <a:pt x="0" y="429182"/>
                  </a:cubicBezTo>
                  <a:lnTo>
                    <a:pt x="0" y="312977"/>
                  </a:lnTo>
                  <a:cubicBezTo>
                    <a:pt x="0" y="278406"/>
                    <a:pt x="28025" y="250381"/>
                    <a:pt x="62595" y="250381"/>
                  </a:cubicBezTo>
                  <a:close/>
                  <a:moveTo>
                    <a:pt x="532049" y="250348"/>
                  </a:moveTo>
                  <a:lnTo>
                    <a:pt x="652780" y="250381"/>
                  </a:lnTo>
                  <a:cubicBezTo>
                    <a:pt x="687350" y="250381"/>
                    <a:pt x="715375" y="278406"/>
                    <a:pt x="715375" y="312977"/>
                  </a:cubicBezTo>
                  <a:lnTo>
                    <a:pt x="715375" y="429225"/>
                  </a:lnTo>
                  <a:cubicBezTo>
                    <a:pt x="715375" y="508242"/>
                    <a:pt x="651317" y="572300"/>
                    <a:pt x="572300" y="572300"/>
                  </a:cubicBezTo>
                  <a:cubicBezTo>
                    <a:pt x="559552" y="572300"/>
                    <a:pt x="547190" y="570633"/>
                    <a:pt x="535426" y="567503"/>
                  </a:cubicBezTo>
                  <a:cubicBezTo>
                    <a:pt x="543113" y="551472"/>
                    <a:pt x="548650" y="534281"/>
                    <a:pt x="551733" y="516254"/>
                  </a:cubicBezTo>
                  <a:cubicBezTo>
                    <a:pt x="558322" y="517824"/>
                    <a:pt x="565214" y="518647"/>
                    <a:pt x="572300" y="518647"/>
                  </a:cubicBezTo>
                  <a:cubicBezTo>
                    <a:pt x="621686" y="518647"/>
                    <a:pt x="661722" y="478611"/>
                    <a:pt x="661722" y="429225"/>
                  </a:cubicBezTo>
                  <a:lnTo>
                    <a:pt x="661722" y="312977"/>
                  </a:lnTo>
                  <a:cubicBezTo>
                    <a:pt x="661722" y="308037"/>
                    <a:pt x="657719" y="304034"/>
                    <a:pt x="652780" y="304034"/>
                  </a:cubicBezTo>
                  <a:lnTo>
                    <a:pt x="554158" y="304042"/>
                  </a:lnTo>
                  <a:cubicBezTo>
                    <a:pt x="552330" y="283736"/>
                    <a:pt x="544329" y="265207"/>
                    <a:pt x="532049" y="250348"/>
                  </a:cubicBezTo>
                  <a:close/>
                  <a:moveTo>
                    <a:pt x="357688" y="0"/>
                  </a:moveTo>
                  <a:cubicBezTo>
                    <a:pt x="416953" y="0"/>
                    <a:pt x="464994" y="48043"/>
                    <a:pt x="464994" y="107306"/>
                  </a:cubicBezTo>
                  <a:cubicBezTo>
                    <a:pt x="464994" y="166570"/>
                    <a:pt x="416953" y="214613"/>
                    <a:pt x="357688" y="214613"/>
                  </a:cubicBezTo>
                  <a:cubicBezTo>
                    <a:pt x="298422" y="214613"/>
                    <a:pt x="250381" y="166570"/>
                    <a:pt x="250381" y="107306"/>
                  </a:cubicBezTo>
                  <a:cubicBezTo>
                    <a:pt x="250381" y="48043"/>
                    <a:pt x="298422" y="0"/>
                    <a:pt x="357688" y="0"/>
                  </a:cubicBezTo>
                  <a:close/>
                  <a:moveTo>
                    <a:pt x="590184" y="35769"/>
                  </a:moveTo>
                  <a:cubicBezTo>
                    <a:pt x="639570" y="35769"/>
                    <a:pt x="679606" y="75804"/>
                    <a:pt x="679606" y="125191"/>
                  </a:cubicBezTo>
                  <a:cubicBezTo>
                    <a:pt x="679606" y="174577"/>
                    <a:pt x="639570" y="214613"/>
                    <a:pt x="590184" y="214613"/>
                  </a:cubicBezTo>
                  <a:cubicBezTo>
                    <a:pt x="540799" y="214613"/>
                    <a:pt x="500763" y="174577"/>
                    <a:pt x="500763" y="125191"/>
                  </a:cubicBezTo>
                  <a:cubicBezTo>
                    <a:pt x="500763" y="75804"/>
                    <a:pt x="540799" y="35769"/>
                    <a:pt x="590184" y="35769"/>
                  </a:cubicBezTo>
                  <a:close/>
                  <a:moveTo>
                    <a:pt x="125191" y="35769"/>
                  </a:moveTo>
                  <a:cubicBezTo>
                    <a:pt x="174577" y="35769"/>
                    <a:pt x="214613" y="75804"/>
                    <a:pt x="214613" y="125191"/>
                  </a:cubicBezTo>
                  <a:cubicBezTo>
                    <a:pt x="214613" y="174577"/>
                    <a:pt x="174577" y="214613"/>
                    <a:pt x="125191" y="214613"/>
                  </a:cubicBezTo>
                  <a:cubicBezTo>
                    <a:pt x="75804" y="214613"/>
                    <a:pt x="35769" y="174577"/>
                    <a:pt x="35769" y="125191"/>
                  </a:cubicBezTo>
                  <a:cubicBezTo>
                    <a:pt x="35769" y="75804"/>
                    <a:pt x="75804" y="35769"/>
                    <a:pt x="125191" y="35769"/>
                  </a:cubicBezTo>
                  <a:close/>
                  <a:moveTo>
                    <a:pt x="357688" y="53653"/>
                  </a:moveTo>
                  <a:cubicBezTo>
                    <a:pt x="328057" y="53653"/>
                    <a:pt x="304034" y="77674"/>
                    <a:pt x="304034" y="107306"/>
                  </a:cubicBezTo>
                  <a:cubicBezTo>
                    <a:pt x="304034" y="136938"/>
                    <a:pt x="328057" y="160959"/>
                    <a:pt x="357688" y="160959"/>
                  </a:cubicBezTo>
                  <a:cubicBezTo>
                    <a:pt x="387318" y="160959"/>
                    <a:pt x="411341" y="136938"/>
                    <a:pt x="411341" y="107306"/>
                  </a:cubicBezTo>
                  <a:cubicBezTo>
                    <a:pt x="411341" y="77674"/>
                    <a:pt x="387318" y="53653"/>
                    <a:pt x="357688" y="53653"/>
                  </a:cubicBezTo>
                  <a:close/>
                  <a:moveTo>
                    <a:pt x="590184" y="89422"/>
                  </a:moveTo>
                  <a:cubicBezTo>
                    <a:pt x="570429" y="89422"/>
                    <a:pt x="554416" y="105436"/>
                    <a:pt x="554416" y="125191"/>
                  </a:cubicBezTo>
                  <a:cubicBezTo>
                    <a:pt x="554416" y="144945"/>
                    <a:pt x="570429" y="160959"/>
                    <a:pt x="590184" y="160959"/>
                  </a:cubicBezTo>
                  <a:cubicBezTo>
                    <a:pt x="609939" y="160959"/>
                    <a:pt x="625953" y="144945"/>
                    <a:pt x="625953" y="125191"/>
                  </a:cubicBezTo>
                  <a:cubicBezTo>
                    <a:pt x="625953" y="105436"/>
                    <a:pt x="609939" y="89422"/>
                    <a:pt x="590184" y="89422"/>
                  </a:cubicBezTo>
                  <a:close/>
                  <a:moveTo>
                    <a:pt x="125191" y="89422"/>
                  </a:moveTo>
                  <a:cubicBezTo>
                    <a:pt x="105436" y="89422"/>
                    <a:pt x="89422" y="105436"/>
                    <a:pt x="89422" y="125191"/>
                  </a:cubicBezTo>
                  <a:cubicBezTo>
                    <a:pt x="89422" y="144945"/>
                    <a:pt x="105436" y="160959"/>
                    <a:pt x="125191" y="160959"/>
                  </a:cubicBezTo>
                  <a:cubicBezTo>
                    <a:pt x="144945" y="160959"/>
                    <a:pt x="160959" y="144945"/>
                    <a:pt x="160959" y="125191"/>
                  </a:cubicBezTo>
                  <a:cubicBezTo>
                    <a:pt x="160959" y="105436"/>
                    <a:pt x="144945" y="89422"/>
                    <a:pt x="125191" y="89422"/>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3" name="Graphic 25">
              <a:extLst>
                <a:ext uri="{FF2B5EF4-FFF2-40B4-BE49-F238E27FC236}">
                  <a16:creationId xmlns:a16="http://schemas.microsoft.com/office/drawing/2014/main" id="{D43FF051-B910-B946-3244-355708D13431}"/>
                </a:ext>
              </a:extLst>
            </p:cNvPr>
            <p:cNvSpPr>
              <a:spLocks noChangeAspect="1"/>
            </p:cNvSpPr>
            <p:nvPr/>
          </p:nvSpPr>
          <p:spPr>
            <a:xfrm>
              <a:off x="4300715" y="4165685"/>
              <a:ext cx="543842" cy="321700"/>
            </a:xfrm>
            <a:custGeom>
              <a:avLst/>
              <a:gdLst>
                <a:gd name="connsiteX0" fmla="*/ 233755 w 467479"/>
                <a:gd name="connsiteY0" fmla="*/ 84239 h 276530"/>
                <a:gd name="connsiteX1" fmla="*/ 329901 w 467479"/>
                <a:gd name="connsiteY1" fmla="*/ 180384 h 276530"/>
                <a:gd name="connsiteX2" fmla="*/ 233755 w 467479"/>
                <a:gd name="connsiteY2" fmla="*/ 276530 h 276530"/>
                <a:gd name="connsiteX3" fmla="*/ 137608 w 467479"/>
                <a:gd name="connsiteY3" fmla="*/ 180384 h 276530"/>
                <a:gd name="connsiteX4" fmla="*/ 233755 w 467479"/>
                <a:gd name="connsiteY4" fmla="*/ 84239 h 276530"/>
                <a:gd name="connsiteX5" fmla="*/ 233755 w 467479"/>
                <a:gd name="connsiteY5" fmla="*/ 120293 h 276530"/>
                <a:gd name="connsiteX6" fmla="*/ 173663 w 467479"/>
                <a:gd name="connsiteY6" fmla="*/ 180384 h 276530"/>
                <a:gd name="connsiteX7" fmla="*/ 233755 w 467479"/>
                <a:gd name="connsiteY7" fmla="*/ 240476 h 276530"/>
                <a:gd name="connsiteX8" fmla="*/ 293846 w 467479"/>
                <a:gd name="connsiteY8" fmla="*/ 180384 h 276530"/>
                <a:gd name="connsiteX9" fmla="*/ 233755 w 467479"/>
                <a:gd name="connsiteY9" fmla="*/ 120293 h 276530"/>
                <a:gd name="connsiteX10" fmla="*/ 233755 w 467479"/>
                <a:gd name="connsiteY10" fmla="*/ 0 h 276530"/>
                <a:gd name="connsiteX11" fmla="*/ 466935 w 467479"/>
                <a:gd name="connsiteY11" fmla="*/ 181822 h 276530"/>
                <a:gd name="connsiteX12" fmla="*/ 453826 w 467479"/>
                <a:gd name="connsiteY12" fmla="*/ 203688 h 276530"/>
                <a:gd name="connsiteX13" fmla="*/ 431960 w 467479"/>
                <a:gd name="connsiteY13" fmla="*/ 190576 h 276530"/>
                <a:gd name="connsiteX14" fmla="*/ 233755 w 467479"/>
                <a:gd name="connsiteY14" fmla="*/ 36055 h 276530"/>
                <a:gd name="connsiteX15" fmla="*/ 35522 w 467479"/>
                <a:gd name="connsiteY15" fmla="*/ 190686 h 276530"/>
                <a:gd name="connsiteX16" fmla="*/ 13664 w 467479"/>
                <a:gd name="connsiteY16" fmla="*/ 203808 h 276530"/>
                <a:gd name="connsiteX17" fmla="*/ 541 w 467479"/>
                <a:gd name="connsiteY17" fmla="*/ 181949 h 276530"/>
                <a:gd name="connsiteX18" fmla="*/ 233755 w 467479"/>
                <a:gd name="connsiteY18" fmla="*/ 0 h 27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67479" h="276530">
                  <a:moveTo>
                    <a:pt x="233755" y="84239"/>
                  </a:moveTo>
                  <a:cubicBezTo>
                    <a:pt x="286854" y="84239"/>
                    <a:pt x="329901" y="127285"/>
                    <a:pt x="329901" y="180384"/>
                  </a:cubicBezTo>
                  <a:cubicBezTo>
                    <a:pt x="329901" y="233486"/>
                    <a:pt x="286854" y="276530"/>
                    <a:pt x="233755" y="276530"/>
                  </a:cubicBezTo>
                  <a:cubicBezTo>
                    <a:pt x="180654" y="276530"/>
                    <a:pt x="137608" y="233486"/>
                    <a:pt x="137608" y="180384"/>
                  </a:cubicBezTo>
                  <a:cubicBezTo>
                    <a:pt x="137608" y="127285"/>
                    <a:pt x="180654" y="84239"/>
                    <a:pt x="233755" y="84239"/>
                  </a:cubicBezTo>
                  <a:close/>
                  <a:moveTo>
                    <a:pt x="233755" y="120293"/>
                  </a:moveTo>
                  <a:cubicBezTo>
                    <a:pt x="200568" y="120293"/>
                    <a:pt x="173663" y="147197"/>
                    <a:pt x="173663" y="180384"/>
                  </a:cubicBezTo>
                  <a:cubicBezTo>
                    <a:pt x="173663" y="213572"/>
                    <a:pt x="200568" y="240476"/>
                    <a:pt x="233755" y="240476"/>
                  </a:cubicBezTo>
                  <a:cubicBezTo>
                    <a:pt x="266942" y="240476"/>
                    <a:pt x="293846" y="213572"/>
                    <a:pt x="293846" y="180384"/>
                  </a:cubicBezTo>
                  <a:cubicBezTo>
                    <a:pt x="293846" y="147197"/>
                    <a:pt x="266942" y="120293"/>
                    <a:pt x="233755" y="120293"/>
                  </a:cubicBezTo>
                  <a:close/>
                  <a:moveTo>
                    <a:pt x="233755" y="0"/>
                  </a:moveTo>
                  <a:cubicBezTo>
                    <a:pt x="344647" y="0"/>
                    <a:pt x="440375" y="75715"/>
                    <a:pt x="466935" y="181822"/>
                  </a:cubicBezTo>
                  <a:cubicBezTo>
                    <a:pt x="469353" y="191480"/>
                    <a:pt x="463484" y="201270"/>
                    <a:pt x="453826" y="203688"/>
                  </a:cubicBezTo>
                  <a:cubicBezTo>
                    <a:pt x="444166" y="206103"/>
                    <a:pt x="434378" y="200236"/>
                    <a:pt x="431960" y="190576"/>
                  </a:cubicBezTo>
                  <a:cubicBezTo>
                    <a:pt x="409392" y="100424"/>
                    <a:pt x="328009" y="36055"/>
                    <a:pt x="233755" y="36055"/>
                  </a:cubicBezTo>
                  <a:cubicBezTo>
                    <a:pt x="139457" y="36055"/>
                    <a:pt x="58050" y="100479"/>
                    <a:pt x="35522" y="190686"/>
                  </a:cubicBezTo>
                  <a:cubicBezTo>
                    <a:pt x="33109" y="200344"/>
                    <a:pt x="23323" y="206219"/>
                    <a:pt x="13664" y="203808"/>
                  </a:cubicBezTo>
                  <a:cubicBezTo>
                    <a:pt x="4004" y="201395"/>
                    <a:pt x="-1871" y="191609"/>
                    <a:pt x="541" y="181949"/>
                  </a:cubicBezTo>
                  <a:cubicBezTo>
                    <a:pt x="27056" y="75780"/>
                    <a:pt x="122813" y="0"/>
                    <a:pt x="233755" y="0"/>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4" name="Graphic 27">
              <a:extLst>
                <a:ext uri="{FF2B5EF4-FFF2-40B4-BE49-F238E27FC236}">
                  <a16:creationId xmlns:a16="http://schemas.microsoft.com/office/drawing/2014/main" id="{64248621-9962-988F-E765-6EAEDE20E84C}"/>
                </a:ext>
              </a:extLst>
            </p:cNvPr>
            <p:cNvSpPr>
              <a:spLocks noChangeAspect="1"/>
            </p:cNvSpPr>
            <p:nvPr/>
          </p:nvSpPr>
          <p:spPr>
            <a:xfrm>
              <a:off x="4291475" y="5339752"/>
              <a:ext cx="553082" cy="499955"/>
            </a:xfrm>
            <a:custGeom>
              <a:avLst/>
              <a:gdLst>
                <a:gd name="connsiteX0" fmla="*/ 254056 w 495230"/>
                <a:gd name="connsiteY0" fmla="*/ 0 h 447659"/>
                <a:gd name="connsiteX1" fmla="*/ 239633 w 495230"/>
                <a:gd name="connsiteY1" fmla="*/ 6847 h 447659"/>
                <a:gd name="connsiteX2" fmla="*/ 238216 w 495230"/>
                <a:gd name="connsiteY2" fmla="*/ 7920 h 447659"/>
                <a:gd name="connsiteX3" fmla="*/ 82707 w 495230"/>
                <a:gd name="connsiteY3" fmla="*/ 46448 h 447659"/>
                <a:gd name="connsiteX4" fmla="*/ 39616 w 495230"/>
                <a:gd name="connsiteY4" fmla="*/ 183212 h 447659"/>
                <a:gd name="connsiteX5" fmla="*/ 39244 w 495230"/>
                <a:gd name="connsiteY5" fmla="*/ 183579 h 447659"/>
                <a:gd name="connsiteX6" fmla="*/ 15491 w 495230"/>
                <a:gd name="connsiteY6" fmla="*/ 207182 h 447659"/>
                <a:gd name="connsiteX7" fmla="*/ 15491 w 495230"/>
                <a:gd name="connsiteY7" fmla="*/ 281499 h 447659"/>
                <a:gd name="connsiteX8" fmla="*/ 59977 w 495230"/>
                <a:gd name="connsiteY8" fmla="*/ 296418 h 447659"/>
                <a:gd name="connsiteX9" fmla="*/ 73648 w 495230"/>
                <a:gd name="connsiteY9" fmla="*/ 319877 h 447659"/>
                <a:gd name="connsiteX10" fmla="*/ 106717 w 495230"/>
                <a:gd name="connsiteY10" fmla="*/ 335094 h 447659"/>
                <a:gd name="connsiteX11" fmla="*/ 122032 w 495230"/>
                <a:gd name="connsiteY11" fmla="*/ 367958 h 447659"/>
                <a:gd name="connsiteX12" fmla="*/ 156773 w 495230"/>
                <a:gd name="connsiteY12" fmla="*/ 383285 h 447659"/>
                <a:gd name="connsiteX13" fmla="*/ 172197 w 495230"/>
                <a:gd name="connsiteY13" fmla="*/ 417797 h 447659"/>
                <a:gd name="connsiteX14" fmla="*/ 241360 w 495230"/>
                <a:gd name="connsiteY14" fmla="*/ 422661 h 447659"/>
                <a:gd name="connsiteX15" fmla="*/ 250952 w 495230"/>
                <a:gd name="connsiteY15" fmla="*/ 432192 h 447659"/>
                <a:gd name="connsiteX16" fmla="*/ 326112 w 495230"/>
                <a:gd name="connsiteY16" fmla="*/ 432192 h 447659"/>
                <a:gd name="connsiteX17" fmla="*/ 341474 w 495230"/>
                <a:gd name="connsiteY17" fmla="*/ 399485 h 447659"/>
                <a:gd name="connsiteX18" fmla="*/ 374333 w 495230"/>
                <a:gd name="connsiteY18" fmla="*/ 384282 h 447659"/>
                <a:gd name="connsiteX19" fmla="*/ 389642 w 495230"/>
                <a:gd name="connsiteY19" fmla="*/ 351545 h 447659"/>
                <a:gd name="connsiteX20" fmla="*/ 422054 w 495230"/>
                <a:gd name="connsiteY20" fmla="*/ 336382 h 447659"/>
                <a:gd name="connsiteX21" fmla="*/ 436036 w 495230"/>
                <a:gd name="connsiteY21" fmla="*/ 311732 h 447659"/>
                <a:gd name="connsiteX22" fmla="*/ 479739 w 495230"/>
                <a:gd name="connsiteY22" fmla="*/ 296714 h 447659"/>
                <a:gd name="connsiteX23" fmla="*/ 479739 w 495230"/>
                <a:gd name="connsiteY23" fmla="*/ 222397 h 447659"/>
                <a:gd name="connsiteX24" fmla="*/ 459055 w 495230"/>
                <a:gd name="connsiteY24" fmla="*/ 201844 h 447659"/>
                <a:gd name="connsiteX25" fmla="*/ 463306 w 495230"/>
                <a:gd name="connsiteY25" fmla="*/ 185304 h 447659"/>
                <a:gd name="connsiteX26" fmla="*/ 450290 w 495230"/>
                <a:gd name="connsiteY26" fmla="*/ 78522 h 447659"/>
                <a:gd name="connsiteX27" fmla="*/ 318680 w 495230"/>
                <a:gd name="connsiteY27" fmla="*/ 124 h 447659"/>
                <a:gd name="connsiteX28" fmla="*/ 278808 w 495230"/>
                <a:gd name="connsiteY28" fmla="*/ 124 h 447659"/>
                <a:gd name="connsiteX29" fmla="*/ 273683 w 495230"/>
                <a:gd name="connsiteY29" fmla="*/ 0 h 447659"/>
                <a:gd name="connsiteX30" fmla="*/ 254056 w 495230"/>
                <a:gd name="connsiteY30" fmla="*/ 0 h 447659"/>
                <a:gd name="connsiteX31" fmla="*/ 326624 w 495230"/>
                <a:gd name="connsiteY31" fmla="*/ 122719 h 447659"/>
                <a:gd name="connsiteX32" fmla="*/ 412579 w 495230"/>
                <a:gd name="connsiteY32" fmla="*/ 208125 h 447659"/>
                <a:gd name="connsiteX33" fmla="*/ 412676 w 495230"/>
                <a:gd name="connsiteY33" fmla="*/ 208227 h 447659"/>
                <a:gd name="connsiteX34" fmla="*/ 413006 w 495230"/>
                <a:gd name="connsiteY34" fmla="*/ 208564 h 447659"/>
                <a:gd name="connsiteX35" fmla="*/ 453332 w 495230"/>
                <a:gd name="connsiteY35" fmla="*/ 248632 h 447659"/>
                <a:gd name="connsiteX36" fmla="*/ 453332 w 495230"/>
                <a:gd name="connsiteY36" fmla="*/ 270475 h 447659"/>
                <a:gd name="connsiteX37" fmla="*/ 431348 w 495230"/>
                <a:gd name="connsiteY37" fmla="*/ 270475 h 447659"/>
                <a:gd name="connsiteX38" fmla="*/ 391022 w 495230"/>
                <a:gd name="connsiteY38" fmla="*/ 230407 h 447659"/>
                <a:gd name="connsiteX39" fmla="*/ 364617 w 495230"/>
                <a:gd name="connsiteY39" fmla="*/ 230407 h 447659"/>
                <a:gd name="connsiteX40" fmla="*/ 364213 w 495230"/>
                <a:gd name="connsiteY40" fmla="*/ 230809 h 447659"/>
                <a:gd name="connsiteX41" fmla="*/ 364213 w 495230"/>
                <a:gd name="connsiteY41" fmla="*/ 257045 h 447659"/>
                <a:gd name="connsiteX42" fmla="*/ 395650 w 495230"/>
                <a:gd name="connsiteY42" fmla="*/ 288281 h 447659"/>
                <a:gd name="connsiteX43" fmla="*/ 395650 w 495230"/>
                <a:gd name="connsiteY43" fmla="*/ 310147 h 447659"/>
                <a:gd name="connsiteX44" fmla="*/ 375325 w 495230"/>
                <a:gd name="connsiteY44" fmla="*/ 311598 h 447659"/>
                <a:gd name="connsiteX45" fmla="*/ 350829 w 495230"/>
                <a:gd name="connsiteY45" fmla="*/ 313370 h 447659"/>
                <a:gd name="connsiteX46" fmla="*/ 349293 w 495230"/>
                <a:gd name="connsiteY46" fmla="*/ 337725 h 447659"/>
                <a:gd name="connsiteX47" fmla="*/ 347928 w 495230"/>
                <a:gd name="connsiteY47" fmla="*/ 358044 h 447659"/>
                <a:gd name="connsiteX48" fmla="*/ 327331 w 495230"/>
                <a:gd name="connsiteY48" fmla="*/ 359290 h 447659"/>
                <a:gd name="connsiteX49" fmla="*/ 302621 w 495230"/>
                <a:gd name="connsiteY49" fmla="*/ 360707 h 447659"/>
                <a:gd name="connsiteX50" fmla="*/ 301038 w 495230"/>
                <a:gd name="connsiteY50" fmla="*/ 385250 h 447659"/>
                <a:gd name="connsiteX51" fmla="*/ 299705 w 495230"/>
                <a:gd name="connsiteY51" fmla="*/ 405954 h 447659"/>
                <a:gd name="connsiteX52" fmla="*/ 277359 w 495230"/>
                <a:gd name="connsiteY52" fmla="*/ 405954 h 447659"/>
                <a:gd name="connsiteX53" fmla="*/ 268134 w 495230"/>
                <a:gd name="connsiteY53" fmla="*/ 396790 h 447659"/>
                <a:gd name="connsiteX54" fmla="*/ 270745 w 495230"/>
                <a:gd name="connsiteY54" fmla="*/ 394194 h 447659"/>
                <a:gd name="connsiteX55" fmla="*/ 270745 w 495230"/>
                <a:gd name="connsiteY55" fmla="*/ 319877 h 447659"/>
                <a:gd name="connsiteX56" fmla="*/ 236005 w 495230"/>
                <a:gd name="connsiteY56" fmla="*/ 304550 h 447659"/>
                <a:gd name="connsiteX57" fmla="*/ 220582 w 495230"/>
                <a:gd name="connsiteY57" fmla="*/ 270041 h 447659"/>
                <a:gd name="connsiteX58" fmla="*/ 187512 w 495230"/>
                <a:gd name="connsiteY58" fmla="*/ 254824 h 447659"/>
                <a:gd name="connsiteX59" fmla="*/ 172197 w 495230"/>
                <a:gd name="connsiteY59" fmla="*/ 221957 h 447659"/>
                <a:gd name="connsiteX60" fmla="*/ 127711 w 495230"/>
                <a:gd name="connsiteY60" fmla="*/ 207038 h 447659"/>
                <a:gd name="connsiteX61" fmla="*/ 114040 w 495230"/>
                <a:gd name="connsiteY61" fmla="*/ 183579 h 447659"/>
                <a:gd name="connsiteX62" fmla="*/ 75160 w 495230"/>
                <a:gd name="connsiteY62" fmla="*/ 168208 h 447659"/>
                <a:gd name="connsiteX63" fmla="*/ 109113 w 495230"/>
                <a:gd name="connsiteY63" fmla="*/ 72685 h 447659"/>
                <a:gd name="connsiteX64" fmla="*/ 197979 w 495230"/>
                <a:gd name="connsiteY64" fmla="*/ 38405 h 447659"/>
                <a:gd name="connsiteX65" fmla="*/ 160818 w 495230"/>
                <a:gd name="connsiteY65" fmla="*/ 66560 h 447659"/>
                <a:gd name="connsiteX66" fmla="*/ 149892 w 495230"/>
                <a:gd name="connsiteY66" fmla="*/ 147286 h 447659"/>
                <a:gd name="connsiteX67" fmla="*/ 230761 w 495230"/>
                <a:gd name="connsiteY67" fmla="*/ 158232 h 447659"/>
                <a:gd name="connsiteX68" fmla="*/ 277634 w 495230"/>
                <a:gd name="connsiteY68" fmla="*/ 122719 h 447659"/>
                <a:gd name="connsiteX69" fmla="*/ 326624 w 495230"/>
                <a:gd name="connsiteY69" fmla="*/ 122719 h 447659"/>
                <a:gd name="connsiteX70" fmla="*/ 183298 w 495230"/>
                <a:gd name="connsiteY70" fmla="*/ 96230 h 447659"/>
                <a:gd name="connsiteX71" fmla="*/ 261178 w 495230"/>
                <a:gd name="connsiteY71" fmla="*/ 37224 h 447659"/>
                <a:gd name="connsiteX72" fmla="*/ 273683 w 495230"/>
                <a:gd name="connsiteY72" fmla="*/ 37224 h 447659"/>
                <a:gd name="connsiteX73" fmla="*/ 277339 w 495230"/>
                <a:gd name="connsiteY73" fmla="*/ 37322 h 447659"/>
                <a:gd name="connsiteX74" fmla="*/ 278334 w 495230"/>
                <a:gd name="connsiteY74" fmla="*/ 37349 h 447659"/>
                <a:gd name="connsiteX75" fmla="*/ 318680 w 495230"/>
                <a:gd name="connsiteY75" fmla="*/ 37349 h 447659"/>
                <a:gd name="connsiteX76" fmla="*/ 417513 w 495230"/>
                <a:gd name="connsiteY76" fmla="*/ 96163 h 447659"/>
                <a:gd name="connsiteX77" fmla="*/ 428526 w 495230"/>
                <a:gd name="connsiteY77" fmla="*/ 170492 h 447659"/>
                <a:gd name="connsiteX78" fmla="*/ 348814 w 495230"/>
                <a:gd name="connsiteY78" fmla="*/ 91168 h 447659"/>
                <a:gd name="connsiteX79" fmla="*/ 335436 w 495230"/>
                <a:gd name="connsiteY79" fmla="*/ 85495 h 447659"/>
                <a:gd name="connsiteX80" fmla="*/ 271380 w 495230"/>
                <a:gd name="connsiteY80" fmla="*/ 85495 h 447659"/>
                <a:gd name="connsiteX81" fmla="*/ 260139 w 495230"/>
                <a:gd name="connsiteY81" fmla="*/ 89272 h 447659"/>
                <a:gd name="connsiteX82" fmla="*/ 208283 w 495230"/>
                <a:gd name="connsiteY82" fmla="*/ 128561 h 447659"/>
                <a:gd name="connsiteX83" fmla="*/ 179450 w 495230"/>
                <a:gd name="connsiteY83" fmla="*/ 124659 h 447659"/>
                <a:gd name="connsiteX84" fmla="*/ 183298 w 495230"/>
                <a:gd name="connsiteY84" fmla="*/ 96230 h 447659"/>
                <a:gd name="connsiteX85" fmla="*/ 100053 w 495230"/>
                <a:gd name="connsiteY85" fmla="*/ 293639 h 447659"/>
                <a:gd name="connsiteX86" fmla="*/ 96133 w 495230"/>
                <a:gd name="connsiteY86" fmla="*/ 278347 h 447659"/>
                <a:gd name="connsiteX87" fmla="*/ 100053 w 495230"/>
                <a:gd name="connsiteY87" fmla="*/ 271796 h 447659"/>
                <a:gd name="connsiteX88" fmla="*/ 123806 w 495230"/>
                <a:gd name="connsiteY88" fmla="*/ 248195 h 447659"/>
                <a:gd name="connsiteX89" fmla="*/ 145791 w 495230"/>
                <a:gd name="connsiteY89" fmla="*/ 248195 h 447659"/>
                <a:gd name="connsiteX90" fmla="*/ 145997 w 495230"/>
                <a:gd name="connsiteY90" fmla="*/ 269830 h 447659"/>
                <a:gd name="connsiteX91" fmla="*/ 145785 w 495230"/>
                <a:gd name="connsiteY91" fmla="*/ 270041 h 447659"/>
                <a:gd name="connsiteX92" fmla="*/ 122032 w 495230"/>
                <a:gd name="connsiteY92" fmla="*/ 293641 h 447659"/>
                <a:gd name="connsiteX93" fmla="*/ 121827 w 495230"/>
                <a:gd name="connsiteY93" fmla="*/ 293845 h 447659"/>
                <a:gd name="connsiteX94" fmla="*/ 115445 w 495230"/>
                <a:gd name="connsiteY94" fmla="*/ 297535 h 447659"/>
                <a:gd name="connsiteX95" fmla="*/ 100053 w 495230"/>
                <a:gd name="connsiteY95" fmla="*/ 293639 h 447659"/>
                <a:gd name="connsiteX96" fmla="*/ 87862 w 495230"/>
                <a:gd name="connsiteY96" fmla="*/ 210048 h 447659"/>
                <a:gd name="connsiteX97" fmla="*/ 91656 w 495230"/>
                <a:gd name="connsiteY97" fmla="*/ 216726 h 447659"/>
                <a:gd name="connsiteX98" fmla="*/ 87634 w 495230"/>
                <a:gd name="connsiteY98" fmla="*/ 231660 h 447659"/>
                <a:gd name="connsiteX99" fmla="*/ 63881 w 495230"/>
                <a:gd name="connsiteY99" fmla="*/ 255261 h 447659"/>
                <a:gd name="connsiteX100" fmla="*/ 41897 w 495230"/>
                <a:gd name="connsiteY100" fmla="*/ 255261 h 447659"/>
                <a:gd name="connsiteX101" fmla="*/ 41897 w 495230"/>
                <a:gd name="connsiteY101" fmla="*/ 233417 h 447659"/>
                <a:gd name="connsiteX102" fmla="*/ 65650 w 495230"/>
                <a:gd name="connsiteY102" fmla="*/ 209817 h 447659"/>
                <a:gd name="connsiteX103" fmla="*/ 87634 w 495230"/>
                <a:gd name="connsiteY103" fmla="*/ 209817 h 447659"/>
                <a:gd name="connsiteX104" fmla="*/ 87862 w 495230"/>
                <a:gd name="connsiteY104" fmla="*/ 210048 h 447659"/>
                <a:gd name="connsiteX105" fmla="*/ 220587 w 495230"/>
                <a:gd name="connsiteY105" fmla="*/ 391558 h 447659"/>
                <a:gd name="connsiteX106" fmla="*/ 213981 w 495230"/>
                <a:gd name="connsiteY106" fmla="*/ 395457 h 447659"/>
                <a:gd name="connsiteX107" fmla="*/ 198602 w 495230"/>
                <a:gd name="connsiteY107" fmla="*/ 391558 h 447659"/>
                <a:gd name="connsiteX108" fmla="*/ 194678 w 495230"/>
                <a:gd name="connsiteY108" fmla="*/ 376279 h 447659"/>
                <a:gd name="connsiteX109" fmla="*/ 198602 w 495230"/>
                <a:gd name="connsiteY109" fmla="*/ 369715 h 447659"/>
                <a:gd name="connsiteX110" fmla="*/ 222356 w 495230"/>
                <a:gd name="connsiteY110" fmla="*/ 346113 h 447659"/>
                <a:gd name="connsiteX111" fmla="*/ 244341 w 495230"/>
                <a:gd name="connsiteY111" fmla="*/ 346113 h 447659"/>
                <a:gd name="connsiteX112" fmla="*/ 244341 w 495230"/>
                <a:gd name="connsiteY112" fmla="*/ 367958 h 447659"/>
                <a:gd name="connsiteX113" fmla="*/ 220587 w 495230"/>
                <a:gd name="connsiteY113" fmla="*/ 391558 h 447659"/>
                <a:gd name="connsiteX114" fmla="*/ 170422 w 495230"/>
                <a:gd name="connsiteY114" fmla="*/ 341723 h 447659"/>
                <a:gd name="connsiteX115" fmla="*/ 163835 w 495230"/>
                <a:gd name="connsiteY115" fmla="*/ 345616 h 447659"/>
                <a:gd name="connsiteX116" fmla="*/ 148438 w 495230"/>
                <a:gd name="connsiteY116" fmla="*/ 341723 h 447659"/>
                <a:gd name="connsiteX117" fmla="*/ 144519 w 495230"/>
                <a:gd name="connsiteY117" fmla="*/ 326423 h 447659"/>
                <a:gd name="connsiteX118" fmla="*/ 148232 w 495230"/>
                <a:gd name="connsiteY118" fmla="*/ 320085 h 447659"/>
                <a:gd name="connsiteX119" fmla="*/ 148444 w 495230"/>
                <a:gd name="connsiteY119" fmla="*/ 319877 h 447659"/>
                <a:gd name="connsiteX120" fmla="*/ 172197 w 495230"/>
                <a:gd name="connsiteY120" fmla="*/ 296277 h 447659"/>
                <a:gd name="connsiteX121" fmla="*/ 172402 w 495230"/>
                <a:gd name="connsiteY121" fmla="*/ 296071 h 447659"/>
                <a:gd name="connsiteX122" fmla="*/ 194175 w 495230"/>
                <a:gd name="connsiteY122" fmla="*/ 296277 h 447659"/>
                <a:gd name="connsiteX123" fmla="*/ 194175 w 495230"/>
                <a:gd name="connsiteY123" fmla="*/ 318120 h 447659"/>
                <a:gd name="connsiteX124" fmla="*/ 170422 w 495230"/>
                <a:gd name="connsiteY124" fmla="*/ 341723 h 447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495230" h="447659">
                  <a:moveTo>
                    <a:pt x="254056" y="0"/>
                  </a:moveTo>
                  <a:cubicBezTo>
                    <a:pt x="248239" y="0"/>
                    <a:pt x="243045" y="2668"/>
                    <a:pt x="239633" y="6847"/>
                  </a:cubicBezTo>
                  <a:lnTo>
                    <a:pt x="238216" y="7920"/>
                  </a:lnTo>
                  <a:cubicBezTo>
                    <a:pt x="185000" y="-8212"/>
                    <a:pt x="124795" y="4630"/>
                    <a:pt x="82707" y="46448"/>
                  </a:cubicBezTo>
                  <a:cubicBezTo>
                    <a:pt x="45271" y="83645"/>
                    <a:pt x="30907" y="135086"/>
                    <a:pt x="39616" y="183212"/>
                  </a:cubicBezTo>
                  <a:lnTo>
                    <a:pt x="39244" y="183579"/>
                  </a:lnTo>
                  <a:lnTo>
                    <a:pt x="15491" y="207182"/>
                  </a:lnTo>
                  <a:cubicBezTo>
                    <a:pt x="-5164" y="227702"/>
                    <a:pt x="-5164" y="260976"/>
                    <a:pt x="15491" y="281499"/>
                  </a:cubicBezTo>
                  <a:cubicBezTo>
                    <a:pt x="27625" y="293554"/>
                    <a:pt x="44189" y="298528"/>
                    <a:pt x="59977" y="296418"/>
                  </a:cubicBezTo>
                  <a:cubicBezTo>
                    <a:pt x="62303" y="305012"/>
                    <a:pt x="66860" y="313132"/>
                    <a:pt x="73648" y="319877"/>
                  </a:cubicBezTo>
                  <a:cubicBezTo>
                    <a:pt x="82873" y="329044"/>
                    <a:pt x="94658" y="334114"/>
                    <a:pt x="106717" y="335094"/>
                  </a:cubicBezTo>
                  <a:cubicBezTo>
                    <a:pt x="107700" y="347078"/>
                    <a:pt x="112804" y="358791"/>
                    <a:pt x="122032" y="367958"/>
                  </a:cubicBezTo>
                  <a:cubicBezTo>
                    <a:pt x="131683" y="377547"/>
                    <a:pt x="144136" y="382657"/>
                    <a:pt x="156773" y="383285"/>
                  </a:cubicBezTo>
                  <a:cubicBezTo>
                    <a:pt x="157406" y="395837"/>
                    <a:pt x="162548" y="408208"/>
                    <a:pt x="172197" y="417797"/>
                  </a:cubicBezTo>
                  <a:cubicBezTo>
                    <a:pt x="191064" y="436543"/>
                    <a:pt x="220641" y="438163"/>
                    <a:pt x="241360" y="422661"/>
                  </a:cubicBezTo>
                  <a:lnTo>
                    <a:pt x="250952" y="432192"/>
                  </a:lnTo>
                  <a:cubicBezTo>
                    <a:pt x="271708" y="452815"/>
                    <a:pt x="305356" y="452815"/>
                    <a:pt x="326112" y="432192"/>
                  </a:cubicBezTo>
                  <a:cubicBezTo>
                    <a:pt x="335304" y="423058"/>
                    <a:pt x="340424" y="411414"/>
                    <a:pt x="341474" y="399485"/>
                  </a:cubicBezTo>
                  <a:cubicBezTo>
                    <a:pt x="353457" y="398465"/>
                    <a:pt x="365158" y="393400"/>
                    <a:pt x="374333" y="384282"/>
                  </a:cubicBezTo>
                  <a:cubicBezTo>
                    <a:pt x="383532" y="375143"/>
                    <a:pt x="388632" y="363484"/>
                    <a:pt x="389642" y="351545"/>
                  </a:cubicBezTo>
                  <a:cubicBezTo>
                    <a:pt x="401469" y="350441"/>
                    <a:pt x="412994" y="345388"/>
                    <a:pt x="422054" y="336382"/>
                  </a:cubicBezTo>
                  <a:cubicBezTo>
                    <a:pt x="429157" y="329327"/>
                    <a:pt x="433817" y="320765"/>
                    <a:pt x="436036" y="311732"/>
                  </a:cubicBezTo>
                  <a:cubicBezTo>
                    <a:pt x="451588" y="313576"/>
                    <a:pt x="467805" y="308571"/>
                    <a:pt x="479739" y="296714"/>
                  </a:cubicBezTo>
                  <a:cubicBezTo>
                    <a:pt x="500394" y="276191"/>
                    <a:pt x="500394" y="242917"/>
                    <a:pt x="479739" y="222397"/>
                  </a:cubicBezTo>
                  <a:lnTo>
                    <a:pt x="459055" y="201844"/>
                  </a:lnTo>
                  <a:lnTo>
                    <a:pt x="463306" y="185304"/>
                  </a:lnTo>
                  <a:cubicBezTo>
                    <a:pt x="472545" y="149338"/>
                    <a:pt x="467900" y="111241"/>
                    <a:pt x="450290" y="78522"/>
                  </a:cubicBezTo>
                  <a:cubicBezTo>
                    <a:pt x="424295" y="30218"/>
                    <a:pt x="373690" y="124"/>
                    <a:pt x="318680" y="124"/>
                  </a:cubicBezTo>
                  <a:lnTo>
                    <a:pt x="278808" y="124"/>
                  </a:lnTo>
                  <a:cubicBezTo>
                    <a:pt x="277108" y="42"/>
                    <a:pt x="275401" y="0"/>
                    <a:pt x="273683" y="0"/>
                  </a:cubicBezTo>
                  <a:lnTo>
                    <a:pt x="254056" y="0"/>
                  </a:lnTo>
                  <a:close/>
                  <a:moveTo>
                    <a:pt x="326624" y="122719"/>
                  </a:moveTo>
                  <a:lnTo>
                    <a:pt x="412579" y="208125"/>
                  </a:lnTo>
                  <a:lnTo>
                    <a:pt x="412676" y="208227"/>
                  </a:lnTo>
                  <a:lnTo>
                    <a:pt x="413006" y="208564"/>
                  </a:lnTo>
                  <a:lnTo>
                    <a:pt x="453332" y="248632"/>
                  </a:lnTo>
                  <a:cubicBezTo>
                    <a:pt x="459405" y="254665"/>
                    <a:pt x="459405" y="264445"/>
                    <a:pt x="453332" y="270475"/>
                  </a:cubicBezTo>
                  <a:cubicBezTo>
                    <a:pt x="447262" y="276508"/>
                    <a:pt x="437420" y="276508"/>
                    <a:pt x="431348" y="270475"/>
                  </a:cubicBezTo>
                  <a:lnTo>
                    <a:pt x="391022" y="230407"/>
                  </a:lnTo>
                  <a:cubicBezTo>
                    <a:pt x="383731" y="223163"/>
                    <a:pt x="371908" y="223163"/>
                    <a:pt x="364617" y="230407"/>
                  </a:cubicBezTo>
                  <a:lnTo>
                    <a:pt x="364213" y="230809"/>
                  </a:lnTo>
                  <a:cubicBezTo>
                    <a:pt x="356919" y="238053"/>
                    <a:pt x="356919" y="249801"/>
                    <a:pt x="364213" y="257045"/>
                  </a:cubicBezTo>
                  <a:lnTo>
                    <a:pt x="395650" y="288281"/>
                  </a:lnTo>
                  <a:cubicBezTo>
                    <a:pt x="401725" y="294319"/>
                    <a:pt x="401725" y="304109"/>
                    <a:pt x="395650" y="310147"/>
                  </a:cubicBezTo>
                  <a:cubicBezTo>
                    <a:pt x="390111" y="315648"/>
                    <a:pt x="381405" y="316145"/>
                    <a:pt x="375325" y="311598"/>
                  </a:cubicBezTo>
                  <a:cubicBezTo>
                    <a:pt x="367863" y="306020"/>
                    <a:pt x="357401" y="306776"/>
                    <a:pt x="350829" y="313370"/>
                  </a:cubicBezTo>
                  <a:cubicBezTo>
                    <a:pt x="344260" y="319966"/>
                    <a:pt x="343603" y="330369"/>
                    <a:pt x="349293" y="337725"/>
                  </a:cubicBezTo>
                  <a:cubicBezTo>
                    <a:pt x="353969" y="343772"/>
                    <a:pt x="353504" y="352505"/>
                    <a:pt x="347928" y="358044"/>
                  </a:cubicBezTo>
                  <a:cubicBezTo>
                    <a:pt x="342305" y="363633"/>
                    <a:pt x="333423" y="364055"/>
                    <a:pt x="327331" y="359290"/>
                  </a:cubicBezTo>
                  <a:cubicBezTo>
                    <a:pt x="319918" y="353490"/>
                    <a:pt x="309314" y="354098"/>
                    <a:pt x="302621" y="360707"/>
                  </a:cubicBezTo>
                  <a:cubicBezTo>
                    <a:pt x="295926" y="367316"/>
                    <a:pt x="295249" y="377848"/>
                    <a:pt x="301038" y="385250"/>
                  </a:cubicBezTo>
                  <a:cubicBezTo>
                    <a:pt x="305845" y="391395"/>
                    <a:pt x="305391" y="400306"/>
                    <a:pt x="299705" y="405954"/>
                  </a:cubicBezTo>
                  <a:cubicBezTo>
                    <a:pt x="293534" y="412086"/>
                    <a:pt x="283530" y="412086"/>
                    <a:pt x="277359" y="405954"/>
                  </a:cubicBezTo>
                  <a:lnTo>
                    <a:pt x="268134" y="396790"/>
                  </a:lnTo>
                  <a:lnTo>
                    <a:pt x="270745" y="394194"/>
                  </a:lnTo>
                  <a:cubicBezTo>
                    <a:pt x="291400" y="373671"/>
                    <a:pt x="291400" y="340400"/>
                    <a:pt x="270745" y="319877"/>
                  </a:cubicBezTo>
                  <a:cubicBezTo>
                    <a:pt x="261094" y="310288"/>
                    <a:pt x="248641" y="305178"/>
                    <a:pt x="236005" y="304550"/>
                  </a:cubicBezTo>
                  <a:cubicBezTo>
                    <a:pt x="235372" y="291998"/>
                    <a:pt x="230230" y="279628"/>
                    <a:pt x="220582" y="270041"/>
                  </a:cubicBezTo>
                  <a:cubicBezTo>
                    <a:pt x="211355" y="260874"/>
                    <a:pt x="199570" y="255802"/>
                    <a:pt x="187512" y="254824"/>
                  </a:cubicBezTo>
                  <a:cubicBezTo>
                    <a:pt x="186529" y="242840"/>
                    <a:pt x="181424" y="231127"/>
                    <a:pt x="172197" y="221957"/>
                  </a:cubicBezTo>
                  <a:cubicBezTo>
                    <a:pt x="160063" y="209902"/>
                    <a:pt x="143499" y="204928"/>
                    <a:pt x="127711" y="207038"/>
                  </a:cubicBezTo>
                  <a:cubicBezTo>
                    <a:pt x="125384" y="198444"/>
                    <a:pt x="120828" y="190324"/>
                    <a:pt x="114040" y="183579"/>
                  </a:cubicBezTo>
                  <a:cubicBezTo>
                    <a:pt x="103336" y="172944"/>
                    <a:pt x="89185" y="167820"/>
                    <a:pt x="75160" y="168208"/>
                  </a:cubicBezTo>
                  <a:cubicBezTo>
                    <a:pt x="71517" y="134142"/>
                    <a:pt x="82835" y="98796"/>
                    <a:pt x="109113" y="72685"/>
                  </a:cubicBezTo>
                  <a:cubicBezTo>
                    <a:pt x="133538" y="48417"/>
                    <a:pt x="165993" y="36990"/>
                    <a:pt x="197979" y="38405"/>
                  </a:cubicBezTo>
                  <a:lnTo>
                    <a:pt x="160818" y="66560"/>
                  </a:lnTo>
                  <a:cubicBezTo>
                    <a:pt x="135410" y="85810"/>
                    <a:pt x="130515" y="121974"/>
                    <a:pt x="149892" y="147286"/>
                  </a:cubicBezTo>
                  <a:cubicBezTo>
                    <a:pt x="169225" y="172541"/>
                    <a:pt x="205411" y="177440"/>
                    <a:pt x="230761" y="158232"/>
                  </a:cubicBezTo>
                  <a:lnTo>
                    <a:pt x="277634" y="122719"/>
                  </a:lnTo>
                  <a:lnTo>
                    <a:pt x="326624" y="122719"/>
                  </a:lnTo>
                  <a:close/>
                  <a:moveTo>
                    <a:pt x="183298" y="96230"/>
                  </a:moveTo>
                  <a:lnTo>
                    <a:pt x="261178" y="37224"/>
                  </a:lnTo>
                  <a:lnTo>
                    <a:pt x="273683" y="37224"/>
                  </a:lnTo>
                  <a:cubicBezTo>
                    <a:pt x="274912" y="37224"/>
                    <a:pt x="276130" y="37257"/>
                    <a:pt x="277339" y="37322"/>
                  </a:cubicBezTo>
                  <a:cubicBezTo>
                    <a:pt x="277669" y="37340"/>
                    <a:pt x="278001" y="37349"/>
                    <a:pt x="278334" y="37349"/>
                  </a:cubicBezTo>
                  <a:lnTo>
                    <a:pt x="318680" y="37349"/>
                  </a:lnTo>
                  <a:cubicBezTo>
                    <a:pt x="360078" y="37349"/>
                    <a:pt x="398047" y="59996"/>
                    <a:pt x="417513" y="96163"/>
                  </a:cubicBezTo>
                  <a:cubicBezTo>
                    <a:pt x="429789" y="118976"/>
                    <a:pt x="433641" y="145261"/>
                    <a:pt x="428526" y="170492"/>
                  </a:cubicBezTo>
                  <a:lnTo>
                    <a:pt x="348814" y="91168"/>
                  </a:lnTo>
                  <a:cubicBezTo>
                    <a:pt x="345308" y="87542"/>
                    <a:pt x="340478" y="85495"/>
                    <a:pt x="335436" y="85495"/>
                  </a:cubicBezTo>
                  <a:lnTo>
                    <a:pt x="271380" y="85495"/>
                  </a:lnTo>
                  <a:cubicBezTo>
                    <a:pt x="267320" y="85495"/>
                    <a:pt x="263375" y="86821"/>
                    <a:pt x="260139" y="89272"/>
                  </a:cubicBezTo>
                  <a:lnTo>
                    <a:pt x="208283" y="128561"/>
                  </a:lnTo>
                  <a:cubicBezTo>
                    <a:pt x="199260" y="135397"/>
                    <a:pt x="186330" y="133647"/>
                    <a:pt x="179450" y="124659"/>
                  </a:cubicBezTo>
                  <a:cubicBezTo>
                    <a:pt x="172613" y="115729"/>
                    <a:pt x="174333" y="103022"/>
                    <a:pt x="183298" y="96230"/>
                  </a:cubicBezTo>
                  <a:close/>
                  <a:moveTo>
                    <a:pt x="100053" y="293639"/>
                  </a:moveTo>
                  <a:cubicBezTo>
                    <a:pt x="95887" y="289499"/>
                    <a:pt x="94580" y="283593"/>
                    <a:pt x="96133" y="278347"/>
                  </a:cubicBezTo>
                  <a:cubicBezTo>
                    <a:pt x="96842" y="275947"/>
                    <a:pt x="98149" y="273687"/>
                    <a:pt x="100053" y="271796"/>
                  </a:cubicBezTo>
                  <a:lnTo>
                    <a:pt x="123806" y="248195"/>
                  </a:lnTo>
                  <a:cubicBezTo>
                    <a:pt x="129877" y="242163"/>
                    <a:pt x="139720" y="242163"/>
                    <a:pt x="145791" y="248195"/>
                  </a:cubicBezTo>
                  <a:cubicBezTo>
                    <a:pt x="151793" y="254159"/>
                    <a:pt x="151861" y="263785"/>
                    <a:pt x="145997" y="269830"/>
                  </a:cubicBezTo>
                  <a:lnTo>
                    <a:pt x="145785" y="270041"/>
                  </a:lnTo>
                  <a:lnTo>
                    <a:pt x="122032" y="293641"/>
                  </a:lnTo>
                  <a:lnTo>
                    <a:pt x="121827" y="293845"/>
                  </a:lnTo>
                  <a:cubicBezTo>
                    <a:pt x="119967" y="295627"/>
                    <a:pt x="117770" y="296855"/>
                    <a:pt x="115445" y="297535"/>
                  </a:cubicBezTo>
                  <a:cubicBezTo>
                    <a:pt x="110164" y="299078"/>
                    <a:pt x="104220" y="297781"/>
                    <a:pt x="100053" y="293639"/>
                  </a:cubicBezTo>
                  <a:close/>
                  <a:moveTo>
                    <a:pt x="87862" y="210048"/>
                  </a:moveTo>
                  <a:cubicBezTo>
                    <a:pt x="89735" y="211986"/>
                    <a:pt x="91000" y="214292"/>
                    <a:pt x="91656" y="216726"/>
                  </a:cubicBezTo>
                  <a:cubicBezTo>
                    <a:pt x="93047" y="221883"/>
                    <a:pt x="91706" y="227615"/>
                    <a:pt x="87634" y="231660"/>
                  </a:cubicBezTo>
                  <a:lnTo>
                    <a:pt x="63881" y="255261"/>
                  </a:lnTo>
                  <a:cubicBezTo>
                    <a:pt x="57810" y="261293"/>
                    <a:pt x="47968" y="261293"/>
                    <a:pt x="41897" y="255261"/>
                  </a:cubicBezTo>
                  <a:cubicBezTo>
                    <a:pt x="35826" y="249230"/>
                    <a:pt x="35826" y="239450"/>
                    <a:pt x="41897" y="233417"/>
                  </a:cubicBezTo>
                  <a:lnTo>
                    <a:pt x="65650" y="209817"/>
                  </a:lnTo>
                  <a:cubicBezTo>
                    <a:pt x="71721" y="203784"/>
                    <a:pt x="81563" y="203784"/>
                    <a:pt x="87634" y="209817"/>
                  </a:cubicBezTo>
                  <a:lnTo>
                    <a:pt x="87862" y="210048"/>
                  </a:lnTo>
                  <a:close/>
                  <a:moveTo>
                    <a:pt x="220587" y="391558"/>
                  </a:moveTo>
                  <a:cubicBezTo>
                    <a:pt x="218681" y="393454"/>
                    <a:pt x="216400" y="394755"/>
                    <a:pt x="213981" y="395457"/>
                  </a:cubicBezTo>
                  <a:cubicBezTo>
                    <a:pt x="208705" y="396996"/>
                    <a:pt x="202766" y="395695"/>
                    <a:pt x="198602" y="391558"/>
                  </a:cubicBezTo>
                  <a:cubicBezTo>
                    <a:pt x="194440" y="387422"/>
                    <a:pt x="193131" y="381523"/>
                    <a:pt x="194678" y="376279"/>
                  </a:cubicBezTo>
                  <a:cubicBezTo>
                    <a:pt x="195387" y="373874"/>
                    <a:pt x="196695" y="371611"/>
                    <a:pt x="198602" y="369715"/>
                  </a:cubicBezTo>
                  <a:lnTo>
                    <a:pt x="222356" y="346113"/>
                  </a:lnTo>
                  <a:cubicBezTo>
                    <a:pt x="228426" y="340082"/>
                    <a:pt x="238271" y="340082"/>
                    <a:pt x="244341" y="346113"/>
                  </a:cubicBezTo>
                  <a:cubicBezTo>
                    <a:pt x="250411" y="352145"/>
                    <a:pt x="250411" y="361925"/>
                    <a:pt x="244341" y="367958"/>
                  </a:cubicBezTo>
                  <a:lnTo>
                    <a:pt x="220587" y="391558"/>
                  </a:lnTo>
                  <a:close/>
                  <a:moveTo>
                    <a:pt x="170422" y="341723"/>
                  </a:moveTo>
                  <a:cubicBezTo>
                    <a:pt x="168520" y="343614"/>
                    <a:pt x="166247" y="344911"/>
                    <a:pt x="163835" y="345616"/>
                  </a:cubicBezTo>
                  <a:cubicBezTo>
                    <a:pt x="158552" y="347162"/>
                    <a:pt x="152606" y="345864"/>
                    <a:pt x="148438" y="341723"/>
                  </a:cubicBezTo>
                  <a:cubicBezTo>
                    <a:pt x="144269" y="337581"/>
                    <a:pt x="142963" y="331672"/>
                    <a:pt x="144519" y="326423"/>
                  </a:cubicBezTo>
                  <a:cubicBezTo>
                    <a:pt x="145203" y="324113"/>
                    <a:pt x="146441" y="321934"/>
                    <a:pt x="148232" y="320085"/>
                  </a:cubicBezTo>
                  <a:lnTo>
                    <a:pt x="148444" y="319877"/>
                  </a:lnTo>
                  <a:lnTo>
                    <a:pt x="172197" y="296277"/>
                  </a:lnTo>
                  <a:lnTo>
                    <a:pt x="172402" y="296071"/>
                  </a:lnTo>
                  <a:cubicBezTo>
                    <a:pt x="178487" y="290246"/>
                    <a:pt x="188174" y="290313"/>
                    <a:pt x="194175" y="296277"/>
                  </a:cubicBezTo>
                  <a:cubicBezTo>
                    <a:pt x="200247" y="302310"/>
                    <a:pt x="200247" y="312090"/>
                    <a:pt x="194175" y="318120"/>
                  </a:cubicBezTo>
                  <a:lnTo>
                    <a:pt x="170422" y="341723"/>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grpSp>
      <p:sp>
        <p:nvSpPr>
          <p:cNvPr id="21" name="TextBox 20">
            <a:extLst>
              <a:ext uri="{FF2B5EF4-FFF2-40B4-BE49-F238E27FC236}">
                <a16:creationId xmlns:a16="http://schemas.microsoft.com/office/drawing/2014/main" id="{29EDEAC2-CA72-C335-B643-79893FD05A6F}"/>
              </a:ext>
            </a:extLst>
          </p:cNvPr>
          <p:cNvSpPr txBox="1"/>
          <p:nvPr/>
        </p:nvSpPr>
        <p:spPr>
          <a:xfrm>
            <a:off x="1449835" y="2683514"/>
            <a:ext cx="988731" cy="32980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latin typeface="+mj-lt"/>
                <a:ea typeface="+mj-ea"/>
                <a:cs typeface="+mj-cs"/>
              </a:rPr>
              <a:t>Fairness</a:t>
            </a:r>
          </a:p>
        </p:txBody>
      </p:sp>
      <p:sp>
        <p:nvSpPr>
          <p:cNvPr id="22" name="TextBox 21">
            <a:extLst>
              <a:ext uri="{FF2B5EF4-FFF2-40B4-BE49-F238E27FC236}">
                <a16:creationId xmlns:a16="http://schemas.microsoft.com/office/drawing/2014/main" id="{D4B1ABB2-8B6D-FC2B-43F9-B1FE4A1EC43D}"/>
              </a:ext>
            </a:extLst>
          </p:cNvPr>
          <p:cNvSpPr txBox="1"/>
          <p:nvPr/>
        </p:nvSpPr>
        <p:spPr>
          <a:xfrm>
            <a:off x="4007661" y="2683514"/>
            <a:ext cx="1362766" cy="659612"/>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latin typeface="+mj-lt"/>
                <a:ea typeface="+mj-ea"/>
                <a:cs typeface="+mj-cs"/>
              </a:rPr>
              <a:t>Reliability &amp; Safety</a:t>
            </a:r>
          </a:p>
        </p:txBody>
      </p:sp>
      <p:sp>
        <p:nvSpPr>
          <p:cNvPr id="23" name="TextBox 22">
            <a:extLst>
              <a:ext uri="{FF2B5EF4-FFF2-40B4-BE49-F238E27FC236}">
                <a16:creationId xmlns:a16="http://schemas.microsoft.com/office/drawing/2014/main" id="{4875DE87-EA9E-7F22-4A76-1D40974DD96E}"/>
              </a:ext>
            </a:extLst>
          </p:cNvPr>
          <p:cNvSpPr txBox="1"/>
          <p:nvPr/>
        </p:nvSpPr>
        <p:spPr>
          <a:xfrm>
            <a:off x="6803369" y="2683514"/>
            <a:ext cx="1362766" cy="659612"/>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latin typeface="+mj-lt"/>
                <a:ea typeface="+mj-ea"/>
                <a:cs typeface="+mj-cs"/>
              </a:rPr>
              <a:t>Privacy &amp; Security</a:t>
            </a:r>
          </a:p>
        </p:txBody>
      </p:sp>
      <p:sp>
        <p:nvSpPr>
          <p:cNvPr id="24" name="TextBox 23">
            <a:extLst>
              <a:ext uri="{FF2B5EF4-FFF2-40B4-BE49-F238E27FC236}">
                <a16:creationId xmlns:a16="http://schemas.microsoft.com/office/drawing/2014/main" id="{8A90AB50-0DD8-30F7-9271-223ACFF27B1D}"/>
              </a:ext>
            </a:extLst>
          </p:cNvPr>
          <p:cNvSpPr txBox="1"/>
          <p:nvPr/>
        </p:nvSpPr>
        <p:spPr>
          <a:xfrm>
            <a:off x="9312605" y="2683514"/>
            <a:ext cx="1860002" cy="32980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latin typeface="+mj-lt"/>
                <a:ea typeface="+mj-ea"/>
                <a:cs typeface="+mj-cs"/>
              </a:rPr>
              <a:t>Inclusiveness</a:t>
            </a:r>
          </a:p>
        </p:txBody>
      </p:sp>
      <p:sp>
        <p:nvSpPr>
          <p:cNvPr id="25" name="TextBox 24">
            <a:extLst>
              <a:ext uri="{FF2B5EF4-FFF2-40B4-BE49-F238E27FC236}">
                <a16:creationId xmlns:a16="http://schemas.microsoft.com/office/drawing/2014/main" id="{D856A728-7A35-65F0-16C4-B2EECD2AAC46}"/>
              </a:ext>
            </a:extLst>
          </p:cNvPr>
          <p:cNvSpPr txBox="1"/>
          <p:nvPr/>
        </p:nvSpPr>
        <p:spPr>
          <a:xfrm>
            <a:off x="5168070" y="4375327"/>
            <a:ext cx="1860002" cy="329807"/>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latin typeface="+mj-lt"/>
                <a:ea typeface="+mj-ea"/>
                <a:cs typeface="+mj-cs"/>
              </a:rPr>
              <a:t>Transparency</a:t>
            </a:r>
          </a:p>
        </p:txBody>
      </p:sp>
      <p:sp>
        <p:nvSpPr>
          <p:cNvPr id="26" name="TextBox 25">
            <a:extLst>
              <a:ext uri="{FF2B5EF4-FFF2-40B4-BE49-F238E27FC236}">
                <a16:creationId xmlns:a16="http://schemas.microsoft.com/office/drawing/2014/main" id="{AAE08766-2FF0-9CB2-EE3F-DA4FC931D290}"/>
              </a:ext>
            </a:extLst>
          </p:cNvPr>
          <p:cNvSpPr txBox="1"/>
          <p:nvPr/>
        </p:nvSpPr>
        <p:spPr>
          <a:xfrm>
            <a:off x="5168070" y="5638520"/>
            <a:ext cx="1860002" cy="329807"/>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latin typeface="+mj-lt"/>
                <a:ea typeface="+mj-ea"/>
                <a:cs typeface="+mj-cs"/>
              </a:rPr>
              <a:t>Accountability</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Responsible AI is about people, processes and technology</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263EFD96-1EC4-708D-5553-FDCF64DB301D}"/>
              </a:ext>
              <a:ext uri="{C183D7F6-B498-43B3-948B-1728B52AA6E4}">
                <adec:decorative xmlns:adec="http://schemas.microsoft.com/office/drawing/2017/decorative" val="1"/>
              </a:ext>
            </a:extLst>
          </p:cNvPr>
          <p:cNvSpPr/>
          <p:nvPr/>
        </p:nvSpPr>
        <p:spPr bwMode="auto">
          <a:xfrm>
            <a:off x="7285389" y="2390979"/>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8" name="Rectangle: Rounded Corners 7">
            <a:extLst>
              <a:ext uri="{FF2B5EF4-FFF2-40B4-BE49-F238E27FC236}">
                <a16:creationId xmlns:a16="http://schemas.microsoft.com/office/drawing/2014/main" id="{6BC52ED8-B017-8C67-C69E-6366BBCB4A05}"/>
              </a:ext>
              <a:ext uri="{C183D7F6-B498-43B3-948B-1728B52AA6E4}">
                <adec:decorative xmlns:adec="http://schemas.microsoft.com/office/drawing/2017/decorative" val="1"/>
              </a:ext>
            </a:extLst>
          </p:cNvPr>
          <p:cNvSpPr/>
          <p:nvPr/>
        </p:nvSpPr>
        <p:spPr bwMode="auto">
          <a:xfrm>
            <a:off x="601930" y="2390979"/>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9" name="Rectangle: Rounded Corners 8">
            <a:extLst>
              <a:ext uri="{FF2B5EF4-FFF2-40B4-BE49-F238E27FC236}">
                <a16:creationId xmlns:a16="http://schemas.microsoft.com/office/drawing/2014/main" id="{F25E4D5D-0631-6539-AB40-D4D383EC1415}"/>
              </a:ext>
              <a:ext uri="{C183D7F6-B498-43B3-948B-1728B52AA6E4}">
                <adec:decorative xmlns:adec="http://schemas.microsoft.com/office/drawing/2017/decorative" val="1"/>
              </a:ext>
            </a:extLst>
          </p:cNvPr>
          <p:cNvSpPr/>
          <p:nvPr/>
        </p:nvSpPr>
        <p:spPr bwMode="auto">
          <a:xfrm>
            <a:off x="2829750" y="2390979"/>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10" name="Rectangle: Rounded Corners 9">
            <a:extLst>
              <a:ext uri="{FF2B5EF4-FFF2-40B4-BE49-F238E27FC236}">
                <a16:creationId xmlns:a16="http://schemas.microsoft.com/office/drawing/2014/main" id="{D7BB5266-5A29-5BB1-A85E-6283A5279E5C}"/>
              </a:ext>
              <a:ext uri="{C183D7F6-B498-43B3-948B-1728B52AA6E4}">
                <adec:decorative xmlns:adec="http://schemas.microsoft.com/office/drawing/2017/decorative" val="1"/>
              </a:ext>
            </a:extLst>
          </p:cNvPr>
          <p:cNvSpPr/>
          <p:nvPr/>
        </p:nvSpPr>
        <p:spPr bwMode="auto">
          <a:xfrm>
            <a:off x="5057570" y="2390979"/>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sp>
        <p:nvSpPr>
          <p:cNvPr id="11" name="Rectangle: Rounded Corners 10">
            <a:extLst>
              <a:ext uri="{FF2B5EF4-FFF2-40B4-BE49-F238E27FC236}">
                <a16:creationId xmlns:a16="http://schemas.microsoft.com/office/drawing/2014/main" id="{5D3692E0-D27B-378B-2822-B4D58B684849}"/>
              </a:ext>
              <a:ext uri="{C183D7F6-B498-43B3-948B-1728B52AA6E4}">
                <adec:decorative xmlns:adec="http://schemas.microsoft.com/office/drawing/2017/decorative" val="1"/>
              </a:ext>
            </a:extLst>
          </p:cNvPr>
          <p:cNvSpPr/>
          <p:nvPr/>
        </p:nvSpPr>
        <p:spPr bwMode="auto">
          <a:xfrm>
            <a:off x="9513207" y="2390979"/>
            <a:ext cx="2076859" cy="2485934"/>
          </a:xfrm>
          <a:prstGeom prst="roundRect">
            <a:avLst>
              <a:gd name="adj" fmla="val 10422"/>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grpSp>
        <p:nvGrpSpPr>
          <p:cNvPr id="12" name="Group 11">
            <a:extLst>
              <a:ext uri="{FF2B5EF4-FFF2-40B4-BE49-F238E27FC236}">
                <a16:creationId xmlns:a16="http://schemas.microsoft.com/office/drawing/2014/main" id="{2AD3E10A-F91C-9759-EF26-99CECE8CB0A9}"/>
              </a:ext>
              <a:ext uri="{C183D7F6-B498-43B3-948B-1728B52AA6E4}">
                <adec:decorative xmlns:adec="http://schemas.microsoft.com/office/drawing/2017/decorative" val="1"/>
              </a:ext>
            </a:extLst>
          </p:cNvPr>
          <p:cNvGrpSpPr/>
          <p:nvPr/>
        </p:nvGrpSpPr>
        <p:grpSpPr>
          <a:xfrm>
            <a:off x="732811" y="2983900"/>
            <a:ext cx="1815098" cy="89914"/>
            <a:chOff x="732813" y="3466387"/>
            <a:chExt cx="1815098" cy="89914"/>
          </a:xfrm>
        </p:grpSpPr>
        <p:cxnSp>
          <p:nvCxnSpPr>
            <p:cNvPr id="13" name="Straight Connector 12">
              <a:extLst>
                <a:ext uri="{FF2B5EF4-FFF2-40B4-BE49-F238E27FC236}">
                  <a16:creationId xmlns:a16="http://schemas.microsoft.com/office/drawing/2014/main" id="{EBDD247B-AC61-B03C-B860-2BE1F47B3CA7}"/>
                </a:ext>
              </a:extLst>
            </p:cNvPr>
            <p:cNvCxnSpPr/>
            <p:nvPr userDrawn="1"/>
          </p:nvCxnSpPr>
          <p:spPr>
            <a:xfrm flipH="1">
              <a:off x="732813"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046D3EE-3DF6-8730-BD8D-D56BA229E2B4}"/>
                </a:ext>
              </a:extLst>
            </p:cNvPr>
            <p:cNvCxnSpPr/>
            <p:nvPr userDrawn="1"/>
          </p:nvCxnSpPr>
          <p:spPr>
            <a:xfrm flipH="1">
              <a:off x="1718288"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74B9B62B-50BF-9DF9-B87D-F5ED418BDF57}"/>
                </a:ext>
              </a:extLst>
            </p:cNvPr>
            <p:cNvSpPr/>
            <p:nvPr/>
          </p:nvSpPr>
          <p:spPr>
            <a:xfrm rot="5465786">
              <a:off x="1595404"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16" name="Group 15">
            <a:extLst>
              <a:ext uri="{FF2B5EF4-FFF2-40B4-BE49-F238E27FC236}">
                <a16:creationId xmlns:a16="http://schemas.microsoft.com/office/drawing/2014/main" id="{1AB3CC92-54A7-253D-98ED-60234AD24528}"/>
              </a:ext>
              <a:ext uri="{C183D7F6-B498-43B3-948B-1728B52AA6E4}">
                <adec:decorative xmlns:adec="http://schemas.microsoft.com/office/drawing/2017/decorative" val="1"/>
              </a:ext>
            </a:extLst>
          </p:cNvPr>
          <p:cNvGrpSpPr/>
          <p:nvPr/>
        </p:nvGrpSpPr>
        <p:grpSpPr>
          <a:xfrm>
            <a:off x="2960630" y="2983900"/>
            <a:ext cx="1815098" cy="89914"/>
            <a:chOff x="2960632" y="3466387"/>
            <a:chExt cx="1815098" cy="89914"/>
          </a:xfrm>
        </p:grpSpPr>
        <p:cxnSp>
          <p:nvCxnSpPr>
            <p:cNvPr id="17" name="Straight Connector 16">
              <a:extLst>
                <a:ext uri="{FF2B5EF4-FFF2-40B4-BE49-F238E27FC236}">
                  <a16:creationId xmlns:a16="http://schemas.microsoft.com/office/drawing/2014/main" id="{0A05A9CC-B6DB-10AB-95CA-F67EA6AE8CCF}"/>
                </a:ext>
              </a:extLst>
            </p:cNvPr>
            <p:cNvCxnSpPr/>
            <p:nvPr userDrawn="1"/>
          </p:nvCxnSpPr>
          <p:spPr>
            <a:xfrm flipH="1">
              <a:off x="2960632"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878DD94-A1FE-CD10-0F5E-AA0BC66E00A5}"/>
                </a:ext>
              </a:extLst>
            </p:cNvPr>
            <p:cNvCxnSpPr/>
            <p:nvPr userDrawn="1"/>
          </p:nvCxnSpPr>
          <p:spPr>
            <a:xfrm flipH="1">
              <a:off x="3946107"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7B24A38C-2DD4-0C10-8EE3-E475465F7DEF}"/>
                </a:ext>
              </a:extLst>
            </p:cNvPr>
            <p:cNvSpPr/>
            <p:nvPr/>
          </p:nvSpPr>
          <p:spPr>
            <a:xfrm rot="5465786">
              <a:off x="3823223"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20" name="Group 19">
            <a:extLst>
              <a:ext uri="{FF2B5EF4-FFF2-40B4-BE49-F238E27FC236}">
                <a16:creationId xmlns:a16="http://schemas.microsoft.com/office/drawing/2014/main" id="{2E6AEA7F-7443-526F-D28B-2870F32B962D}"/>
              </a:ext>
              <a:ext uri="{C183D7F6-B498-43B3-948B-1728B52AA6E4}">
                <adec:decorative xmlns:adec="http://schemas.microsoft.com/office/drawing/2017/decorative" val="1"/>
              </a:ext>
            </a:extLst>
          </p:cNvPr>
          <p:cNvGrpSpPr/>
          <p:nvPr/>
        </p:nvGrpSpPr>
        <p:grpSpPr>
          <a:xfrm>
            <a:off x="5188449" y="2983900"/>
            <a:ext cx="1815098" cy="89914"/>
            <a:chOff x="5188451" y="3466387"/>
            <a:chExt cx="1815098" cy="89914"/>
          </a:xfrm>
        </p:grpSpPr>
        <p:cxnSp>
          <p:nvCxnSpPr>
            <p:cNvPr id="21" name="Straight Connector 20">
              <a:extLst>
                <a:ext uri="{FF2B5EF4-FFF2-40B4-BE49-F238E27FC236}">
                  <a16:creationId xmlns:a16="http://schemas.microsoft.com/office/drawing/2014/main" id="{3599EA35-82CA-B4A6-C328-7C0587A42C13}"/>
                </a:ext>
              </a:extLst>
            </p:cNvPr>
            <p:cNvCxnSpPr/>
            <p:nvPr userDrawn="1"/>
          </p:nvCxnSpPr>
          <p:spPr>
            <a:xfrm flipH="1">
              <a:off x="5188451"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2119F08-9D7B-FCDF-9DAC-C32CFA60D2D7}"/>
                </a:ext>
              </a:extLst>
            </p:cNvPr>
            <p:cNvCxnSpPr/>
            <p:nvPr userDrawn="1"/>
          </p:nvCxnSpPr>
          <p:spPr>
            <a:xfrm flipH="1">
              <a:off x="6173926"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A943B269-B7A4-CBFE-86CC-7CCEED65A199}"/>
                </a:ext>
              </a:extLst>
            </p:cNvPr>
            <p:cNvSpPr/>
            <p:nvPr/>
          </p:nvSpPr>
          <p:spPr>
            <a:xfrm rot="5465786">
              <a:off x="6051042"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24" name="Group 23">
            <a:extLst>
              <a:ext uri="{FF2B5EF4-FFF2-40B4-BE49-F238E27FC236}">
                <a16:creationId xmlns:a16="http://schemas.microsoft.com/office/drawing/2014/main" id="{A8E479A5-EB0D-B8C9-1BD5-66B0B5A0C9D5}"/>
              </a:ext>
              <a:ext uri="{C183D7F6-B498-43B3-948B-1728B52AA6E4}">
                <adec:decorative xmlns:adec="http://schemas.microsoft.com/office/drawing/2017/decorative" val="1"/>
              </a:ext>
            </a:extLst>
          </p:cNvPr>
          <p:cNvGrpSpPr/>
          <p:nvPr/>
        </p:nvGrpSpPr>
        <p:grpSpPr>
          <a:xfrm>
            <a:off x="7416268" y="2983900"/>
            <a:ext cx="1815098" cy="89914"/>
            <a:chOff x="7416270" y="3466387"/>
            <a:chExt cx="1815098" cy="89914"/>
          </a:xfrm>
        </p:grpSpPr>
        <p:cxnSp>
          <p:nvCxnSpPr>
            <p:cNvPr id="25" name="Straight Connector 24">
              <a:extLst>
                <a:ext uri="{FF2B5EF4-FFF2-40B4-BE49-F238E27FC236}">
                  <a16:creationId xmlns:a16="http://schemas.microsoft.com/office/drawing/2014/main" id="{6B020E95-C145-59C9-92A5-B5326CA1F135}"/>
                </a:ext>
              </a:extLst>
            </p:cNvPr>
            <p:cNvCxnSpPr/>
            <p:nvPr userDrawn="1"/>
          </p:nvCxnSpPr>
          <p:spPr>
            <a:xfrm flipH="1">
              <a:off x="7416270"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C821DEB-693C-BFD9-EC1D-23F628BF1247}"/>
                </a:ext>
              </a:extLst>
            </p:cNvPr>
            <p:cNvCxnSpPr/>
            <p:nvPr userDrawn="1"/>
          </p:nvCxnSpPr>
          <p:spPr>
            <a:xfrm flipH="1">
              <a:off x="8401745"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FEB044FB-9C79-D87D-D275-391CFD901E1C}"/>
                </a:ext>
              </a:extLst>
            </p:cNvPr>
            <p:cNvSpPr/>
            <p:nvPr/>
          </p:nvSpPr>
          <p:spPr>
            <a:xfrm rot="5465786">
              <a:off x="8278861"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grpSp>
        <p:nvGrpSpPr>
          <p:cNvPr id="28" name="Group 27">
            <a:extLst>
              <a:ext uri="{FF2B5EF4-FFF2-40B4-BE49-F238E27FC236}">
                <a16:creationId xmlns:a16="http://schemas.microsoft.com/office/drawing/2014/main" id="{F2F3A8C2-C4EB-CD47-180D-1C5A539C8DC2}"/>
              </a:ext>
              <a:ext uri="{C183D7F6-B498-43B3-948B-1728B52AA6E4}">
                <adec:decorative xmlns:adec="http://schemas.microsoft.com/office/drawing/2017/decorative" val="1"/>
              </a:ext>
            </a:extLst>
          </p:cNvPr>
          <p:cNvGrpSpPr/>
          <p:nvPr/>
        </p:nvGrpSpPr>
        <p:grpSpPr>
          <a:xfrm>
            <a:off x="9644088" y="2983900"/>
            <a:ext cx="1815098" cy="89914"/>
            <a:chOff x="9644090" y="3466387"/>
            <a:chExt cx="1815098" cy="89914"/>
          </a:xfrm>
        </p:grpSpPr>
        <p:cxnSp>
          <p:nvCxnSpPr>
            <p:cNvPr id="29" name="Straight Connector 28">
              <a:extLst>
                <a:ext uri="{FF2B5EF4-FFF2-40B4-BE49-F238E27FC236}">
                  <a16:creationId xmlns:a16="http://schemas.microsoft.com/office/drawing/2014/main" id="{F7A878E8-C445-7391-586E-AECF3451D37E}"/>
                </a:ext>
              </a:extLst>
            </p:cNvPr>
            <p:cNvCxnSpPr/>
            <p:nvPr userDrawn="1"/>
          </p:nvCxnSpPr>
          <p:spPr>
            <a:xfrm flipH="1">
              <a:off x="9644090"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2751CC2-6EE2-A0D2-ED15-26CF40360FD9}"/>
                </a:ext>
              </a:extLst>
            </p:cNvPr>
            <p:cNvCxnSpPr/>
            <p:nvPr userDrawn="1"/>
          </p:nvCxnSpPr>
          <p:spPr>
            <a:xfrm flipH="1">
              <a:off x="10629565" y="3511344"/>
              <a:ext cx="829623" cy="0"/>
            </a:xfrm>
            <a:prstGeom prst="line">
              <a:avLst/>
            </a:prstGeom>
            <a:ln w="6350">
              <a:solidFill>
                <a:schemeClr val="bg1">
                  <a:lumMod val="7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DBF9DDF7-140F-3832-9275-5748F6B9EF00}"/>
                </a:ext>
              </a:extLst>
            </p:cNvPr>
            <p:cNvSpPr/>
            <p:nvPr/>
          </p:nvSpPr>
          <p:spPr>
            <a:xfrm rot="5465786">
              <a:off x="10506681" y="3443190"/>
              <a:ext cx="89914" cy="136308"/>
            </a:xfrm>
            <a:custGeom>
              <a:avLst/>
              <a:gdLst>
                <a:gd name="connsiteX0" fmla="*/ 2254030 w 2424966"/>
                <a:gd name="connsiteY0" fmla="*/ 2251912 h 3676216"/>
                <a:gd name="connsiteX1" fmla="*/ 1001092 w 2424966"/>
                <a:gd name="connsiteY1" fmla="*/ 3504859 h 3676216"/>
                <a:gd name="connsiteX2" fmla="*/ 172217 w 2424966"/>
                <a:gd name="connsiteY2" fmla="*/ 3504859 h 3676216"/>
                <a:gd name="connsiteX3" fmla="*/ 172217 w 2424966"/>
                <a:gd name="connsiteY3" fmla="*/ 2674850 h 3676216"/>
                <a:gd name="connsiteX4" fmla="*/ 1010151 w 2424966"/>
                <a:gd name="connsiteY4" fmla="*/ 1838041 h 3676216"/>
                <a:gd name="connsiteX5" fmla="*/ 172217 w 2424966"/>
                <a:gd name="connsiteY5" fmla="*/ 1000098 h 3676216"/>
                <a:gd name="connsiteX6" fmla="*/ 172217 w 2424966"/>
                <a:gd name="connsiteY6" fmla="*/ 171223 h 3676216"/>
                <a:gd name="connsiteX7" fmla="*/ 1001092 w 2424966"/>
                <a:gd name="connsiteY7" fmla="*/ 172357 h 3676216"/>
                <a:gd name="connsiteX8" fmla="*/ 2254039 w 2424966"/>
                <a:gd name="connsiteY8" fmla="*/ 1423037 h 3676216"/>
                <a:gd name="connsiteX9" fmla="*/ 2254030 w 2424966"/>
                <a:gd name="connsiteY9" fmla="*/ 2251912 h 367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24966" h="3676216">
                  <a:moveTo>
                    <a:pt x="2254030" y="2251912"/>
                  </a:moveTo>
                  <a:lnTo>
                    <a:pt x="1001092" y="3504859"/>
                  </a:lnTo>
                  <a:cubicBezTo>
                    <a:pt x="773178" y="3732773"/>
                    <a:pt x="401265" y="3733897"/>
                    <a:pt x="172217" y="3504859"/>
                  </a:cubicBezTo>
                  <a:cubicBezTo>
                    <a:pt x="-60231" y="3273544"/>
                    <a:pt x="-54563" y="2902765"/>
                    <a:pt x="172217" y="2674850"/>
                  </a:cubicBezTo>
                  <a:lnTo>
                    <a:pt x="1010151" y="1838041"/>
                  </a:lnTo>
                  <a:lnTo>
                    <a:pt x="172217" y="1000098"/>
                  </a:lnTo>
                  <a:cubicBezTo>
                    <a:pt x="-55697" y="772184"/>
                    <a:pt x="-57964" y="401404"/>
                    <a:pt x="172217" y="171223"/>
                  </a:cubicBezTo>
                  <a:cubicBezTo>
                    <a:pt x="395588" y="-54424"/>
                    <a:pt x="769768" y="-60091"/>
                    <a:pt x="1001092" y="172357"/>
                  </a:cubicBezTo>
                  <a:lnTo>
                    <a:pt x="2254039" y="1423037"/>
                  </a:lnTo>
                  <a:cubicBezTo>
                    <a:pt x="2481944" y="1650951"/>
                    <a:pt x="2481944" y="2022864"/>
                    <a:pt x="2254030" y="2251912"/>
                  </a:cubicBezTo>
                  <a:close/>
                </a:path>
              </a:pathLst>
            </a:custGeom>
            <a:solidFill>
              <a:schemeClr val="bg1">
                <a:lumMod val="75000"/>
              </a:schemeClr>
            </a:soli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IN" sz="2000">
                <a:solidFill>
                  <a:srgbClr val="FFFFFF"/>
                </a:solidFill>
                <a:cs typeface="Segoe UI" pitchFamily="34" charset="0"/>
              </a:endParaRPr>
            </a:p>
          </p:txBody>
        </p:sp>
      </p:grpSp>
      <p:sp>
        <p:nvSpPr>
          <p:cNvPr id="33" name="Oval 32">
            <a:extLst>
              <a:ext uri="{FF2B5EF4-FFF2-40B4-BE49-F238E27FC236}">
                <a16:creationId xmlns:a16="http://schemas.microsoft.com/office/drawing/2014/main" id="{D2894967-DE9B-9841-B409-18BAFA669916}"/>
              </a:ext>
              <a:ext uri="{C183D7F6-B498-43B3-948B-1728B52AA6E4}">
                <adec:decorative xmlns:adec="http://schemas.microsoft.com/office/drawing/2017/decorative" val="1"/>
              </a:ext>
            </a:extLst>
          </p:cNvPr>
          <p:cNvSpPr/>
          <p:nvPr/>
        </p:nvSpPr>
        <p:spPr bwMode="auto">
          <a:xfrm>
            <a:off x="1257516" y="1994597"/>
            <a:ext cx="765687" cy="76568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1</a:t>
            </a:r>
          </a:p>
        </p:txBody>
      </p:sp>
      <p:sp>
        <p:nvSpPr>
          <p:cNvPr id="34" name="TextBox 33">
            <a:extLst>
              <a:ext uri="{FF2B5EF4-FFF2-40B4-BE49-F238E27FC236}">
                <a16:creationId xmlns:a16="http://schemas.microsoft.com/office/drawing/2014/main" id="{4B32E120-4A77-B790-3A2E-D78CCBDD6C33}"/>
              </a:ext>
            </a:extLst>
          </p:cNvPr>
          <p:cNvSpPr txBox="1"/>
          <p:nvPr/>
        </p:nvSpPr>
        <p:spPr>
          <a:xfrm>
            <a:off x="754379" y="3264163"/>
            <a:ext cx="1771962" cy="861774"/>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Establish your own principles and embed Responsible AI into your Frontier COE</a:t>
            </a:r>
          </a:p>
        </p:txBody>
      </p:sp>
      <p:sp>
        <p:nvSpPr>
          <p:cNvPr id="35" name="Oval 34">
            <a:extLst>
              <a:ext uri="{FF2B5EF4-FFF2-40B4-BE49-F238E27FC236}">
                <a16:creationId xmlns:a16="http://schemas.microsoft.com/office/drawing/2014/main" id="{EEC52777-CC87-18FA-9103-15B6EF5591E1}"/>
              </a:ext>
              <a:ext uri="{C183D7F6-B498-43B3-948B-1728B52AA6E4}">
                <adec:decorative xmlns:adec="http://schemas.microsoft.com/office/drawing/2017/decorative" val="1"/>
              </a:ext>
            </a:extLst>
          </p:cNvPr>
          <p:cNvSpPr/>
          <p:nvPr/>
        </p:nvSpPr>
        <p:spPr bwMode="auto">
          <a:xfrm>
            <a:off x="3485336" y="1994597"/>
            <a:ext cx="765687" cy="76568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2</a:t>
            </a:r>
          </a:p>
        </p:txBody>
      </p:sp>
      <p:sp>
        <p:nvSpPr>
          <p:cNvPr id="36" name="TextBox 35">
            <a:extLst>
              <a:ext uri="{FF2B5EF4-FFF2-40B4-BE49-F238E27FC236}">
                <a16:creationId xmlns:a16="http://schemas.microsoft.com/office/drawing/2014/main" id="{2FD58D97-B413-252B-BEEA-06C4CDBF7839}"/>
              </a:ext>
            </a:extLst>
          </p:cNvPr>
          <p:cNvSpPr txBox="1"/>
          <p:nvPr/>
        </p:nvSpPr>
        <p:spPr>
          <a:xfrm>
            <a:off x="2982198" y="3264163"/>
            <a:ext cx="1771962" cy="1292662"/>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Put principles into practice with your AI Governance; build your Responsible AI Standard and Impact Assessment</a:t>
            </a:r>
          </a:p>
        </p:txBody>
      </p:sp>
      <p:sp>
        <p:nvSpPr>
          <p:cNvPr id="37" name="Oval 36">
            <a:extLst>
              <a:ext uri="{FF2B5EF4-FFF2-40B4-BE49-F238E27FC236}">
                <a16:creationId xmlns:a16="http://schemas.microsoft.com/office/drawing/2014/main" id="{8C56712F-00CB-2274-C83F-11E96FFE4D66}"/>
              </a:ext>
              <a:ext uri="{C183D7F6-B498-43B3-948B-1728B52AA6E4}">
                <adec:decorative xmlns:adec="http://schemas.microsoft.com/office/drawing/2017/decorative" val="1"/>
              </a:ext>
            </a:extLst>
          </p:cNvPr>
          <p:cNvSpPr/>
          <p:nvPr/>
        </p:nvSpPr>
        <p:spPr bwMode="auto">
          <a:xfrm>
            <a:off x="5713156" y="1994597"/>
            <a:ext cx="765687" cy="76568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3</a:t>
            </a:r>
          </a:p>
        </p:txBody>
      </p:sp>
      <p:sp>
        <p:nvSpPr>
          <p:cNvPr id="38" name="TextBox 37">
            <a:extLst>
              <a:ext uri="{FF2B5EF4-FFF2-40B4-BE49-F238E27FC236}">
                <a16:creationId xmlns:a16="http://schemas.microsoft.com/office/drawing/2014/main" id="{76F9D53A-0E84-E8DF-7AF0-EA4F5393489B}"/>
              </a:ext>
            </a:extLst>
          </p:cNvPr>
          <p:cNvSpPr txBox="1"/>
          <p:nvPr/>
        </p:nvSpPr>
        <p:spPr>
          <a:xfrm>
            <a:off x="5210017" y="3264163"/>
            <a:ext cx="1771962" cy="646331"/>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Establish a Red Team</a:t>
            </a:r>
            <a:br>
              <a:rPr lang="en-GB" sz="1400">
                <a:latin typeface="+mn-lt"/>
              </a:rPr>
            </a:br>
            <a:r>
              <a:rPr lang="en-GB" sz="1400">
                <a:latin typeface="+mn-lt"/>
              </a:rPr>
              <a:t>to continuously uncover relevant risks </a:t>
            </a:r>
          </a:p>
        </p:txBody>
      </p:sp>
      <p:sp>
        <p:nvSpPr>
          <p:cNvPr id="39" name="Oval 38">
            <a:extLst>
              <a:ext uri="{FF2B5EF4-FFF2-40B4-BE49-F238E27FC236}">
                <a16:creationId xmlns:a16="http://schemas.microsoft.com/office/drawing/2014/main" id="{255D6E41-4856-99CF-E698-EC466C8C00FA}"/>
              </a:ext>
              <a:ext uri="{C183D7F6-B498-43B3-948B-1728B52AA6E4}">
                <adec:decorative xmlns:adec="http://schemas.microsoft.com/office/drawing/2017/decorative" val="1"/>
              </a:ext>
            </a:extLst>
          </p:cNvPr>
          <p:cNvSpPr/>
          <p:nvPr/>
        </p:nvSpPr>
        <p:spPr bwMode="auto">
          <a:xfrm>
            <a:off x="7940976" y="1994597"/>
            <a:ext cx="765687" cy="76568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4</a:t>
            </a:r>
          </a:p>
        </p:txBody>
      </p:sp>
      <p:sp>
        <p:nvSpPr>
          <p:cNvPr id="40" name="TextBox 39">
            <a:extLst>
              <a:ext uri="{FF2B5EF4-FFF2-40B4-BE49-F238E27FC236}">
                <a16:creationId xmlns:a16="http://schemas.microsoft.com/office/drawing/2014/main" id="{7C20DADE-94F4-0B94-22FC-960796E4B1C2}"/>
              </a:ext>
            </a:extLst>
          </p:cNvPr>
          <p:cNvSpPr txBox="1"/>
          <p:nvPr/>
        </p:nvSpPr>
        <p:spPr>
          <a:xfrm>
            <a:off x="7437836" y="3264163"/>
            <a:ext cx="1771962" cy="1077218"/>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Cycle through ‘Measure and Mitigate’ steps using multiple tools and technologies</a:t>
            </a:r>
          </a:p>
        </p:txBody>
      </p:sp>
      <p:sp>
        <p:nvSpPr>
          <p:cNvPr id="41" name="Oval 40">
            <a:extLst>
              <a:ext uri="{FF2B5EF4-FFF2-40B4-BE49-F238E27FC236}">
                <a16:creationId xmlns:a16="http://schemas.microsoft.com/office/drawing/2014/main" id="{DB524068-3457-FB28-C1D6-C012EAD41077}"/>
              </a:ext>
              <a:ext uri="{C183D7F6-B498-43B3-948B-1728B52AA6E4}">
                <adec:decorative xmlns:adec="http://schemas.microsoft.com/office/drawing/2017/decorative" val="1"/>
              </a:ext>
            </a:extLst>
          </p:cNvPr>
          <p:cNvSpPr/>
          <p:nvPr/>
        </p:nvSpPr>
        <p:spPr bwMode="auto">
          <a:xfrm>
            <a:off x="10168794" y="1994597"/>
            <a:ext cx="765687" cy="76568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800" b="1">
                <a:ln w="3175">
                  <a:noFill/>
                </a:ln>
                <a:gradFill flip="none" rotWithShape="1">
                  <a:gsLst>
                    <a:gs pos="20183">
                      <a:srgbClr val="FFFFFF"/>
                    </a:gs>
                    <a:gs pos="42000">
                      <a:srgbClr val="FFFFFF"/>
                    </a:gs>
                  </a:gsLst>
                  <a:lin ang="2700000" scaled="0"/>
                  <a:tileRect/>
                </a:gradFill>
                <a:latin typeface="+mj-lt"/>
                <a:cs typeface="Segoe Sans Display Semibold" pitchFamily="2" charset="0"/>
              </a:rPr>
              <a:t>5</a:t>
            </a:r>
          </a:p>
        </p:txBody>
      </p:sp>
      <p:sp>
        <p:nvSpPr>
          <p:cNvPr id="42" name="TextBox 41">
            <a:extLst>
              <a:ext uri="{FF2B5EF4-FFF2-40B4-BE49-F238E27FC236}">
                <a16:creationId xmlns:a16="http://schemas.microsoft.com/office/drawing/2014/main" id="{76E1DB20-3C80-7CFB-A82D-B9CD8C385C69}"/>
              </a:ext>
            </a:extLst>
          </p:cNvPr>
          <p:cNvSpPr txBox="1"/>
          <p:nvPr/>
        </p:nvSpPr>
        <p:spPr>
          <a:xfrm>
            <a:off x="9665656" y="3264163"/>
            <a:ext cx="1771962" cy="861774"/>
          </a:xfrm>
          <a:prstGeom prst="rect">
            <a:avLst/>
          </a:prstGeom>
          <a:noFill/>
        </p:spPr>
        <p:txBody>
          <a:bodyPr wrap="square" lIns="0" tIns="0" rIns="0" bIns="0" anchor="t" anchorCtr="0">
            <a:spAutoFit/>
          </a:bodyPr>
          <a:lstStyle>
            <a:defPPr>
              <a:defRPr lang="en-BE"/>
            </a:defPPr>
            <a:lvl1pPr marR="0" lvl="0" indent="0" algn="ctr" defTabSz="914016" fontAlgn="base">
              <a:spcBef>
                <a:spcPts val="0"/>
              </a:spcBef>
              <a:spcAft>
                <a:spcPts val="1000"/>
              </a:spcAft>
              <a:buClrTx/>
              <a:buSzTx/>
              <a:buFontTx/>
              <a:buNone/>
              <a:tabLst/>
              <a:defRPr kumimoji="0" sz="1600" i="0" u="none" strike="noStrike" cap="none" normalizeH="0" baseline="0">
                <a:ln>
                  <a:noFill/>
                </a:ln>
                <a:effectLst/>
                <a:uLnTx/>
                <a:uFillTx/>
                <a:latin typeface="+mj-lt"/>
                <a:ea typeface="+mj-ea"/>
                <a:cs typeface="+mj-cs"/>
              </a:defRPr>
            </a:lvl1pPr>
          </a:lstStyle>
          <a:p>
            <a:r>
              <a:rPr lang="en-GB" sz="1400">
                <a:latin typeface="+mn-lt"/>
              </a:rPr>
              <a:t>24/7 Monitor your GenAI risks and quality while</a:t>
            </a:r>
            <a:br>
              <a:rPr lang="en-GB" sz="1400">
                <a:latin typeface="+mn-lt"/>
              </a:rPr>
            </a:br>
            <a:r>
              <a:rPr lang="en-GB" sz="1400">
                <a:latin typeface="+mn-lt"/>
              </a:rPr>
              <a:t>in production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250"/>
                                  </p:stCondLst>
                                  <p:childTnLst>
                                    <p:set>
                                      <p:cBhvr>
                                        <p:cTn id="6" dur="1" fill="hold">
                                          <p:stCondLst>
                                            <p:cond delay="0"/>
                                          </p:stCondLst>
                                        </p:cTn>
                                        <p:tgtEl>
                                          <p:spTgt spid="33"/>
                                        </p:tgtEl>
                                        <p:attrNameLst>
                                          <p:attrName>style.visibility</p:attrName>
                                        </p:attrNameLst>
                                      </p:cBhvr>
                                      <p:to>
                                        <p:strVal val="visible"/>
                                      </p:to>
                                    </p:set>
                                    <p:anim calcmode="lin" valueType="num">
                                      <p:cBhvr>
                                        <p:cTn id="7" dur="250" fill="hold"/>
                                        <p:tgtEl>
                                          <p:spTgt spid="33"/>
                                        </p:tgtEl>
                                        <p:attrNameLst>
                                          <p:attrName>ppt_w</p:attrName>
                                        </p:attrNameLst>
                                      </p:cBhvr>
                                      <p:tavLst>
                                        <p:tav tm="0">
                                          <p:val>
                                            <p:fltVal val="0"/>
                                          </p:val>
                                        </p:tav>
                                        <p:tav tm="100000">
                                          <p:val>
                                            <p:strVal val="#ppt_w"/>
                                          </p:val>
                                        </p:tav>
                                      </p:tavLst>
                                    </p:anim>
                                    <p:anim calcmode="lin" valueType="num">
                                      <p:cBhvr>
                                        <p:cTn id="8" dur="250" fill="hold"/>
                                        <p:tgtEl>
                                          <p:spTgt spid="33"/>
                                        </p:tgtEl>
                                        <p:attrNameLst>
                                          <p:attrName>ppt_h</p:attrName>
                                        </p:attrNameLst>
                                      </p:cBhvr>
                                      <p:tavLst>
                                        <p:tav tm="0">
                                          <p:val>
                                            <p:fltVal val="0"/>
                                          </p:val>
                                        </p:tav>
                                        <p:tav tm="100000">
                                          <p:val>
                                            <p:strVal val="#ppt_h"/>
                                          </p:val>
                                        </p:tav>
                                      </p:tavLst>
                                    </p:anim>
                                  </p:childTnLst>
                                </p:cTn>
                              </p:par>
                              <p:par>
                                <p:cTn id="9" presetID="10" presetClass="entr" presetSubtype="0" fill="hold" grpId="1" nodeType="withEffect">
                                  <p:stCondLst>
                                    <p:cond delay="25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par>
                                <p:cTn id="12" presetID="6" presetClass="emph" presetSubtype="0" fill="hold" grpId="2" nodeType="withEffect">
                                  <p:stCondLst>
                                    <p:cond delay="250"/>
                                  </p:stCondLst>
                                  <p:childTnLst>
                                    <p:animScale>
                                      <p:cBhvr>
                                        <p:cTn id="13" dur="10" fill="hold"/>
                                        <p:tgtEl>
                                          <p:spTgt spid="33"/>
                                        </p:tgtEl>
                                      </p:cBhvr>
                                      <p:by x="80000" y="80000"/>
                                    </p:animScale>
                                  </p:childTnLst>
                                </p:cTn>
                              </p:par>
                              <p:par>
                                <p:cTn id="14" presetID="6" presetClass="emph" presetSubtype="0" decel="100000" fill="hold" grpId="3" nodeType="withEffect">
                                  <p:stCondLst>
                                    <p:cond delay="250"/>
                                  </p:stCondLst>
                                  <p:childTnLst>
                                    <p:animScale>
                                      <p:cBhvr>
                                        <p:cTn id="15" dur="1000" fill="hold"/>
                                        <p:tgtEl>
                                          <p:spTgt spid="33"/>
                                        </p:tgtEl>
                                      </p:cBhvr>
                                      <p:by x="125000" y="125000"/>
                                    </p:animScale>
                                  </p:childTnLst>
                                </p:cTn>
                              </p:par>
                              <p:par>
                                <p:cTn id="16" presetID="23" presetClass="entr" presetSubtype="16" fill="hold" grpId="0" nodeType="withEffect">
                                  <p:stCondLst>
                                    <p:cond delay="250"/>
                                  </p:stCondLst>
                                  <p:childTnLst>
                                    <p:set>
                                      <p:cBhvr>
                                        <p:cTn id="17" dur="1" fill="hold">
                                          <p:stCondLst>
                                            <p:cond delay="0"/>
                                          </p:stCondLst>
                                        </p:cTn>
                                        <p:tgtEl>
                                          <p:spTgt spid="35"/>
                                        </p:tgtEl>
                                        <p:attrNameLst>
                                          <p:attrName>style.visibility</p:attrName>
                                        </p:attrNameLst>
                                      </p:cBhvr>
                                      <p:to>
                                        <p:strVal val="visible"/>
                                      </p:to>
                                    </p:set>
                                    <p:anim calcmode="lin" valueType="num">
                                      <p:cBhvr>
                                        <p:cTn id="18" dur="250" fill="hold"/>
                                        <p:tgtEl>
                                          <p:spTgt spid="35"/>
                                        </p:tgtEl>
                                        <p:attrNameLst>
                                          <p:attrName>ppt_w</p:attrName>
                                        </p:attrNameLst>
                                      </p:cBhvr>
                                      <p:tavLst>
                                        <p:tav tm="0">
                                          <p:val>
                                            <p:fltVal val="0"/>
                                          </p:val>
                                        </p:tav>
                                        <p:tav tm="100000">
                                          <p:val>
                                            <p:strVal val="#ppt_w"/>
                                          </p:val>
                                        </p:tav>
                                      </p:tavLst>
                                    </p:anim>
                                    <p:anim calcmode="lin" valueType="num">
                                      <p:cBhvr>
                                        <p:cTn id="19" dur="250" fill="hold"/>
                                        <p:tgtEl>
                                          <p:spTgt spid="35"/>
                                        </p:tgtEl>
                                        <p:attrNameLst>
                                          <p:attrName>ppt_h</p:attrName>
                                        </p:attrNameLst>
                                      </p:cBhvr>
                                      <p:tavLst>
                                        <p:tav tm="0">
                                          <p:val>
                                            <p:fltVal val="0"/>
                                          </p:val>
                                        </p:tav>
                                        <p:tav tm="100000">
                                          <p:val>
                                            <p:strVal val="#ppt_h"/>
                                          </p:val>
                                        </p:tav>
                                      </p:tavLst>
                                    </p:anim>
                                  </p:childTnLst>
                                </p:cTn>
                              </p:par>
                              <p:par>
                                <p:cTn id="20" presetID="10" presetClass="entr" presetSubtype="0" fill="hold" grpId="1" nodeType="withEffect">
                                  <p:stCondLst>
                                    <p:cond delay="250"/>
                                  </p:stCondLst>
                                  <p:childTnLst>
                                    <p:set>
                                      <p:cBhvr>
                                        <p:cTn id="21" dur="1" fill="hold">
                                          <p:stCondLst>
                                            <p:cond delay="0"/>
                                          </p:stCondLst>
                                        </p:cTn>
                                        <p:tgtEl>
                                          <p:spTgt spid="35"/>
                                        </p:tgtEl>
                                        <p:attrNameLst>
                                          <p:attrName>style.visibility</p:attrName>
                                        </p:attrNameLst>
                                      </p:cBhvr>
                                      <p:to>
                                        <p:strVal val="visible"/>
                                      </p:to>
                                    </p:set>
                                    <p:animEffect transition="in" filter="fade">
                                      <p:cBhvr>
                                        <p:cTn id="22" dur="500"/>
                                        <p:tgtEl>
                                          <p:spTgt spid="35"/>
                                        </p:tgtEl>
                                      </p:cBhvr>
                                    </p:animEffect>
                                  </p:childTnLst>
                                </p:cTn>
                              </p:par>
                              <p:par>
                                <p:cTn id="23" presetID="6" presetClass="emph" presetSubtype="0" fill="hold" grpId="2" nodeType="withEffect">
                                  <p:stCondLst>
                                    <p:cond delay="250"/>
                                  </p:stCondLst>
                                  <p:childTnLst>
                                    <p:animScale>
                                      <p:cBhvr>
                                        <p:cTn id="24" dur="10" fill="hold"/>
                                        <p:tgtEl>
                                          <p:spTgt spid="35"/>
                                        </p:tgtEl>
                                      </p:cBhvr>
                                      <p:by x="80000" y="80000"/>
                                    </p:animScale>
                                  </p:childTnLst>
                                </p:cTn>
                              </p:par>
                              <p:par>
                                <p:cTn id="25" presetID="6" presetClass="emph" presetSubtype="0" decel="100000" fill="hold" grpId="3" nodeType="withEffect">
                                  <p:stCondLst>
                                    <p:cond delay="250"/>
                                  </p:stCondLst>
                                  <p:childTnLst>
                                    <p:animScale>
                                      <p:cBhvr>
                                        <p:cTn id="26" dur="1000" fill="hold"/>
                                        <p:tgtEl>
                                          <p:spTgt spid="35"/>
                                        </p:tgtEl>
                                      </p:cBhvr>
                                      <p:by x="125000" y="125000"/>
                                    </p:animScale>
                                  </p:childTnLst>
                                </p:cTn>
                              </p:par>
                              <p:par>
                                <p:cTn id="27" presetID="23" presetClass="entr" presetSubtype="16" fill="hold" grpId="0" nodeType="withEffect">
                                  <p:stCondLst>
                                    <p:cond delay="250"/>
                                  </p:stCondLst>
                                  <p:childTnLst>
                                    <p:set>
                                      <p:cBhvr>
                                        <p:cTn id="28" dur="1" fill="hold">
                                          <p:stCondLst>
                                            <p:cond delay="0"/>
                                          </p:stCondLst>
                                        </p:cTn>
                                        <p:tgtEl>
                                          <p:spTgt spid="37"/>
                                        </p:tgtEl>
                                        <p:attrNameLst>
                                          <p:attrName>style.visibility</p:attrName>
                                        </p:attrNameLst>
                                      </p:cBhvr>
                                      <p:to>
                                        <p:strVal val="visible"/>
                                      </p:to>
                                    </p:set>
                                    <p:anim calcmode="lin" valueType="num">
                                      <p:cBhvr>
                                        <p:cTn id="29" dur="250" fill="hold"/>
                                        <p:tgtEl>
                                          <p:spTgt spid="37"/>
                                        </p:tgtEl>
                                        <p:attrNameLst>
                                          <p:attrName>ppt_w</p:attrName>
                                        </p:attrNameLst>
                                      </p:cBhvr>
                                      <p:tavLst>
                                        <p:tav tm="0">
                                          <p:val>
                                            <p:fltVal val="0"/>
                                          </p:val>
                                        </p:tav>
                                        <p:tav tm="100000">
                                          <p:val>
                                            <p:strVal val="#ppt_w"/>
                                          </p:val>
                                        </p:tav>
                                      </p:tavLst>
                                    </p:anim>
                                    <p:anim calcmode="lin" valueType="num">
                                      <p:cBhvr>
                                        <p:cTn id="30" dur="250" fill="hold"/>
                                        <p:tgtEl>
                                          <p:spTgt spid="37"/>
                                        </p:tgtEl>
                                        <p:attrNameLst>
                                          <p:attrName>ppt_h</p:attrName>
                                        </p:attrNameLst>
                                      </p:cBhvr>
                                      <p:tavLst>
                                        <p:tav tm="0">
                                          <p:val>
                                            <p:fltVal val="0"/>
                                          </p:val>
                                        </p:tav>
                                        <p:tav tm="100000">
                                          <p:val>
                                            <p:strVal val="#ppt_h"/>
                                          </p:val>
                                        </p:tav>
                                      </p:tavLst>
                                    </p:anim>
                                  </p:childTnLst>
                                </p:cTn>
                              </p:par>
                              <p:par>
                                <p:cTn id="31" presetID="10" presetClass="entr" presetSubtype="0" fill="hold" grpId="1" nodeType="withEffect">
                                  <p:stCondLst>
                                    <p:cond delay="25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500"/>
                                        <p:tgtEl>
                                          <p:spTgt spid="37"/>
                                        </p:tgtEl>
                                      </p:cBhvr>
                                    </p:animEffect>
                                  </p:childTnLst>
                                </p:cTn>
                              </p:par>
                              <p:par>
                                <p:cTn id="34" presetID="6" presetClass="emph" presetSubtype="0" fill="hold" grpId="2" nodeType="withEffect">
                                  <p:stCondLst>
                                    <p:cond delay="250"/>
                                  </p:stCondLst>
                                  <p:childTnLst>
                                    <p:animScale>
                                      <p:cBhvr>
                                        <p:cTn id="35" dur="10" fill="hold"/>
                                        <p:tgtEl>
                                          <p:spTgt spid="37"/>
                                        </p:tgtEl>
                                      </p:cBhvr>
                                      <p:by x="80000" y="80000"/>
                                    </p:animScale>
                                  </p:childTnLst>
                                </p:cTn>
                              </p:par>
                              <p:par>
                                <p:cTn id="36" presetID="6" presetClass="emph" presetSubtype="0" decel="100000" fill="hold" grpId="3" nodeType="withEffect">
                                  <p:stCondLst>
                                    <p:cond delay="250"/>
                                  </p:stCondLst>
                                  <p:childTnLst>
                                    <p:animScale>
                                      <p:cBhvr>
                                        <p:cTn id="37" dur="1000" fill="hold"/>
                                        <p:tgtEl>
                                          <p:spTgt spid="37"/>
                                        </p:tgtEl>
                                      </p:cBhvr>
                                      <p:by x="125000" y="125000"/>
                                    </p:animScale>
                                  </p:childTnLst>
                                </p:cTn>
                              </p:par>
                              <p:par>
                                <p:cTn id="38" presetID="23" presetClass="entr" presetSubtype="16" fill="hold" grpId="0" nodeType="withEffect">
                                  <p:stCondLst>
                                    <p:cond delay="250"/>
                                  </p:stCondLst>
                                  <p:childTnLst>
                                    <p:set>
                                      <p:cBhvr>
                                        <p:cTn id="39" dur="1" fill="hold">
                                          <p:stCondLst>
                                            <p:cond delay="0"/>
                                          </p:stCondLst>
                                        </p:cTn>
                                        <p:tgtEl>
                                          <p:spTgt spid="39"/>
                                        </p:tgtEl>
                                        <p:attrNameLst>
                                          <p:attrName>style.visibility</p:attrName>
                                        </p:attrNameLst>
                                      </p:cBhvr>
                                      <p:to>
                                        <p:strVal val="visible"/>
                                      </p:to>
                                    </p:set>
                                    <p:anim calcmode="lin" valueType="num">
                                      <p:cBhvr>
                                        <p:cTn id="40" dur="250" fill="hold"/>
                                        <p:tgtEl>
                                          <p:spTgt spid="39"/>
                                        </p:tgtEl>
                                        <p:attrNameLst>
                                          <p:attrName>ppt_w</p:attrName>
                                        </p:attrNameLst>
                                      </p:cBhvr>
                                      <p:tavLst>
                                        <p:tav tm="0">
                                          <p:val>
                                            <p:fltVal val="0"/>
                                          </p:val>
                                        </p:tav>
                                        <p:tav tm="100000">
                                          <p:val>
                                            <p:strVal val="#ppt_w"/>
                                          </p:val>
                                        </p:tav>
                                      </p:tavLst>
                                    </p:anim>
                                    <p:anim calcmode="lin" valueType="num">
                                      <p:cBhvr>
                                        <p:cTn id="41" dur="250" fill="hold"/>
                                        <p:tgtEl>
                                          <p:spTgt spid="39"/>
                                        </p:tgtEl>
                                        <p:attrNameLst>
                                          <p:attrName>ppt_h</p:attrName>
                                        </p:attrNameLst>
                                      </p:cBhvr>
                                      <p:tavLst>
                                        <p:tav tm="0">
                                          <p:val>
                                            <p:fltVal val="0"/>
                                          </p:val>
                                        </p:tav>
                                        <p:tav tm="100000">
                                          <p:val>
                                            <p:strVal val="#ppt_h"/>
                                          </p:val>
                                        </p:tav>
                                      </p:tavLst>
                                    </p:anim>
                                  </p:childTnLst>
                                </p:cTn>
                              </p:par>
                              <p:par>
                                <p:cTn id="42" presetID="10" presetClass="entr" presetSubtype="0" fill="hold" grpId="1" nodeType="withEffect">
                                  <p:stCondLst>
                                    <p:cond delay="250"/>
                                  </p:stCondLst>
                                  <p:childTnLst>
                                    <p:set>
                                      <p:cBhvr>
                                        <p:cTn id="43" dur="1" fill="hold">
                                          <p:stCondLst>
                                            <p:cond delay="0"/>
                                          </p:stCondLst>
                                        </p:cTn>
                                        <p:tgtEl>
                                          <p:spTgt spid="39"/>
                                        </p:tgtEl>
                                        <p:attrNameLst>
                                          <p:attrName>style.visibility</p:attrName>
                                        </p:attrNameLst>
                                      </p:cBhvr>
                                      <p:to>
                                        <p:strVal val="visible"/>
                                      </p:to>
                                    </p:set>
                                    <p:animEffect transition="in" filter="fade">
                                      <p:cBhvr>
                                        <p:cTn id="44" dur="500"/>
                                        <p:tgtEl>
                                          <p:spTgt spid="39"/>
                                        </p:tgtEl>
                                      </p:cBhvr>
                                    </p:animEffect>
                                  </p:childTnLst>
                                </p:cTn>
                              </p:par>
                              <p:par>
                                <p:cTn id="45" presetID="6" presetClass="emph" presetSubtype="0" fill="hold" grpId="2" nodeType="withEffect">
                                  <p:stCondLst>
                                    <p:cond delay="250"/>
                                  </p:stCondLst>
                                  <p:childTnLst>
                                    <p:animScale>
                                      <p:cBhvr>
                                        <p:cTn id="46" dur="10" fill="hold"/>
                                        <p:tgtEl>
                                          <p:spTgt spid="39"/>
                                        </p:tgtEl>
                                      </p:cBhvr>
                                      <p:by x="80000" y="80000"/>
                                    </p:animScale>
                                  </p:childTnLst>
                                </p:cTn>
                              </p:par>
                              <p:par>
                                <p:cTn id="47" presetID="6" presetClass="emph" presetSubtype="0" decel="100000" fill="hold" grpId="3" nodeType="withEffect">
                                  <p:stCondLst>
                                    <p:cond delay="250"/>
                                  </p:stCondLst>
                                  <p:childTnLst>
                                    <p:animScale>
                                      <p:cBhvr>
                                        <p:cTn id="48" dur="1000" fill="hold"/>
                                        <p:tgtEl>
                                          <p:spTgt spid="39"/>
                                        </p:tgtEl>
                                      </p:cBhvr>
                                      <p:by x="125000" y="125000"/>
                                    </p:animScale>
                                  </p:childTnLst>
                                </p:cTn>
                              </p:par>
                              <p:par>
                                <p:cTn id="49" presetID="23" presetClass="entr" presetSubtype="16" fill="hold" grpId="0" nodeType="withEffect">
                                  <p:stCondLst>
                                    <p:cond delay="250"/>
                                  </p:stCondLst>
                                  <p:childTnLst>
                                    <p:set>
                                      <p:cBhvr>
                                        <p:cTn id="50" dur="1" fill="hold">
                                          <p:stCondLst>
                                            <p:cond delay="0"/>
                                          </p:stCondLst>
                                        </p:cTn>
                                        <p:tgtEl>
                                          <p:spTgt spid="41"/>
                                        </p:tgtEl>
                                        <p:attrNameLst>
                                          <p:attrName>style.visibility</p:attrName>
                                        </p:attrNameLst>
                                      </p:cBhvr>
                                      <p:to>
                                        <p:strVal val="visible"/>
                                      </p:to>
                                    </p:set>
                                    <p:anim calcmode="lin" valueType="num">
                                      <p:cBhvr>
                                        <p:cTn id="51" dur="250" fill="hold"/>
                                        <p:tgtEl>
                                          <p:spTgt spid="41"/>
                                        </p:tgtEl>
                                        <p:attrNameLst>
                                          <p:attrName>ppt_w</p:attrName>
                                        </p:attrNameLst>
                                      </p:cBhvr>
                                      <p:tavLst>
                                        <p:tav tm="0">
                                          <p:val>
                                            <p:fltVal val="0"/>
                                          </p:val>
                                        </p:tav>
                                        <p:tav tm="100000">
                                          <p:val>
                                            <p:strVal val="#ppt_w"/>
                                          </p:val>
                                        </p:tav>
                                      </p:tavLst>
                                    </p:anim>
                                    <p:anim calcmode="lin" valueType="num">
                                      <p:cBhvr>
                                        <p:cTn id="52" dur="250" fill="hold"/>
                                        <p:tgtEl>
                                          <p:spTgt spid="41"/>
                                        </p:tgtEl>
                                        <p:attrNameLst>
                                          <p:attrName>ppt_h</p:attrName>
                                        </p:attrNameLst>
                                      </p:cBhvr>
                                      <p:tavLst>
                                        <p:tav tm="0">
                                          <p:val>
                                            <p:fltVal val="0"/>
                                          </p:val>
                                        </p:tav>
                                        <p:tav tm="100000">
                                          <p:val>
                                            <p:strVal val="#ppt_h"/>
                                          </p:val>
                                        </p:tav>
                                      </p:tavLst>
                                    </p:anim>
                                  </p:childTnLst>
                                </p:cTn>
                              </p:par>
                              <p:par>
                                <p:cTn id="53" presetID="10" presetClass="entr" presetSubtype="0" fill="hold" grpId="1" nodeType="withEffect">
                                  <p:stCondLst>
                                    <p:cond delay="25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6" presetClass="emph" presetSubtype="0" fill="hold" grpId="2" nodeType="withEffect">
                                  <p:stCondLst>
                                    <p:cond delay="250"/>
                                  </p:stCondLst>
                                  <p:childTnLst>
                                    <p:animScale>
                                      <p:cBhvr>
                                        <p:cTn id="57" dur="10" fill="hold"/>
                                        <p:tgtEl>
                                          <p:spTgt spid="41"/>
                                        </p:tgtEl>
                                      </p:cBhvr>
                                      <p:by x="80000" y="80000"/>
                                    </p:animScale>
                                  </p:childTnLst>
                                </p:cTn>
                              </p:par>
                              <p:par>
                                <p:cTn id="58" presetID="6" presetClass="emph" presetSubtype="0" decel="100000" fill="hold" grpId="3" nodeType="withEffect">
                                  <p:stCondLst>
                                    <p:cond delay="250"/>
                                  </p:stCondLst>
                                  <p:childTnLst>
                                    <p:animScale>
                                      <p:cBhvr>
                                        <p:cTn id="59" dur="1000" fill="hold"/>
                                        <p:tgtEl>
                                          <p:spTgt spid="41"/>
                                        </p:tgtEl>
                                      </p:cBhvr>
                                      <p:by x="125000" y="125000"/>
                                    </p:animScale>
                                  </p:childTnLst>
                                </p:cTn>
                              </p:par>
                              <p:par>
                                <p:cTn id="60" presetID="16" presetClass="entr" presetSubtype="21" fill="hold" nodeType="withEffect">
                                  <p:stCondLst>
                                    <p:cond delay="500"/>
                                  </p:stCondLst>
                                  <p:childTnLst>
                                    <p:set>
                                      <p:cBhvr>
                                        <p:cTn id="61" dur="1" fill="hold">
                                          <p:stCondLst>
                                            <p:cond delay="0"/>
                                          </p:stCondLst>
                                        </p:cTn>
                                        <p:tgtEl>
                                          <p:spTgt spid="12"/>
                                        </p:tgtEl>
                                        <p:attrNameLst>
                                          <p:attrName>style.visibility</p:attrName>
                                        </p:attrNameLst>
                                      </p:cBhvr>
                                      <p:to>
                                        <p:strVal val="visible"/>
                                      </p:to>
                                    </p:set>
                                    <p:animEffect transition="in" filter="barn(inVertical)">
                                      <p:cBhvr>
                                        <p:cTn id="62" dur="750"/>
                                        <p:tgtEl>
                                          <p:spTgt spid="12"/>
                                        </p:tgtEl>
                                      </p:cBhvr>
                                    </p:animEffect>
                                  </p:childTnLst>
                                </p:cTn>
                              </p:par>
                              <p:par>
                                <p:cTn id="63" presetID="16" presetClass="entr" presetSubtype="21" fill="hold" nodeType="withEffect">
                                  <p:stCondLst>
                                    <p:cond delay="500"/>
                                  </p:stCondLst>
                                  <p:childTnLst>
                                    <p:set>
                                      <p:cBhvr>
                                        <p:cTn id="64" dur="1" fill="hold">
                                          <p:stCondLst>
                                            <p:cond delay="0"/>
                                          </p:stCondLst>
                                        </p:cTn>
                                        <p:tgtEl>
                                          <p:spTgt spid="16"/>
                                        </p:tgtEl>
                                        <p:attrNameLst>
                                          <p:attrName>style.visibility</p:attrName>
                                        </p:attrNameLst>
                                      </p:cBhvr>
                                      <p:to>
                                        <p:strVal val="visible"/>
                                      </p:to>
                                    </p:set>
                                    <p:animEffect transition="in" filter="barn(inVertical)">
                                      <p:cBhvr>
                                        <p:cTn id="65" dur="750"/>
                                        <p:tgtEl>
                                          <p:spTgt spid="16"/>
                                        </p:tgtEl>
                                      </p:cBhvr>
                                    </p:animEffect>
                                  </p:childTnLst>
                                </p:cTn>
                              </p:par>
                              <p:par>
                                <p:cTn id="66" presetID="16" presetClass="entr" presetSubtype="21" fill="hold" nodeType="withEffect">
                                  <p:stCondLst>
                                    <p:cond delay="500"/>
                                  </p:stCondLst>
                                  <p:childTnLst>
                                    <p:set>
                                      <p:cBhvr>
                                        <p:cTn id="67" dur="1" fill="hold">
                                          <p:stCondLst>
                                            <p:cond delay="0"/>
                                          </p:stCondLst>
                                        </p:cTn>
                                        <p:tgtEl>
                                          <p:spTgt spid="20"/>
                                        </p:tgtEl>
                                        <p:attrNameLst>
                                          <p:attrName>style.visibility</p:attrName>
                                        </p:attrNameLst>
                                      </p:cBhvr>
                                      <p:to>
                                        <p:strVal val="visible"/>
                                      </p:to>
                                    </p:set>
                                    <p:animEffect transition="in" filter="barn(inVertical)">
                                      <p:cBhvr>
                                        <p:cTn id="68" dur="750"/>
                                        <p:tgtEl>
                                          <p:spTgt spid="20"/>
                                        </p:tgtEl>
                                      </p:cBhvr>
                                    </p:animEffect>
                                  </p:childTnLst>
                                </p:cTn>
                              </p:par>
                              <p:par>
                                <p:cTn id="69" presetID="16" presetClass="entr" presetSubtype="21" fill="hold" nodeType="withEffect">
                                  <p:stCondLst>
                                    <p:cond delay="500"/>
                                  </p:stCondLst>
                                  <p:childTnLst>
                                    <p:set>
                                      <p:cBhvr>
                                        <p:cTn id="70" dur="1" fill="hold">
                                          <p:stCondLst>
                                            <p:cond delay="0"/>
                                          </p:stCondLst>
                                        </p:cTn>
                                        <p:tgtEl>
                                          <p:spTgt spid="24"/>
                                        </p:tgtEl>
                                        <p:attrNameLst>
                                          <p:attrName>style.visibility</p:attrName>
                                        </p:attrNameLst>
                                      </p:cBhvr>
                                      <p:to>
                                        <p:strVal val="visible"/>
                                      </p:to>
                                    </p:set>
                                    <p:animEffect transition="in" filter="barn(inVertical)">
                                      <p:cBhvr>
                                        <p:cTn id="71" dur="750"/>
                                        <p:tgtEl>
                                          <p:spTgt spid="24"/>
                                        </p:tgtEl>
                                      </p:cBhvr>
                                    </p:animEffect>
                                  </p:childTnLst>
                                </p:cTn>
                              </p:par>
                              <p:par>
                                <p:cTn id="72" presetID="16" presetClass="entr" presetSubtype="21" fill="hold" nodeType="withEffect">
                                  <p:stCondLst>
                                    <p:cond delay="500"/>
                                  </p:stCondLst>
                                  <p:childTnLst>
                                    <p:set>
                                      <p:cBhvr>
                                        <p:cTn id="73" dur="1" fill="hold">
                                          <p:stCondLst>
                                            <p:cond delay="0"/>
                                          </p:stCondLst>
                                        </p:cTn>
                                        <p:tgtEl>
                                          <p:spTgt spid="28"/>
                                        </p:tgtEl>
                                        <p:attrNameLst>
                                          <p:attrName>style.visibility</p:attrName>
                                        </p:attrNameLst>
                                      </p:cBhvr>
                                      <p:to>
                                        <p:strVal val="visible"/>
                                      </p:to>
                                    </p:set>
                                    <p:animEffect transition="in" filter="barn(inVertical)">
                                      <p:cBhvr>
                                        <p:cTn id="74" dur="750"/>
                                        <p:tgtEl>
                                          <p:spTgt spid="28"/>
                                        </p:tgtEl>
                                      </p:cBhvr>
                                    </p:animEffect>
                                  </p:childTnLst>
                                </p:cTn>
                              </p:par>
                              <p:par>
                                <p:cTn id="75" presetID="10" presetClass="entr" presetSubtype="0" fill="hold" grpId="0" nodeType="withEffect">
                                  <p:stCondLst>
                                    <p:cond delay="50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750"/>
                                        <p:tgtEl>
                                          <p:spTgt spid="34"/>
                                        </p:tgtEl>
                                      </p:cBhvr>
                                    </p:animEffect>
                                  </p:childTnLst>
                                </p:cTn>
                              </p:par>
                              <p:par>
                                <p:cTn id="78" presetID="42" presetClass="path" presetSubtype="0" decel="100000" fill="hold" grpId="1" nodeType="withEffect">
                                  <p:stCondLst>
                                    <p:cond delay="500"/>
                                  </p:stCondLst>
                                  <p:childTnLst>
                                    <p:animMotion origin="layout" path="M -4.79167E-6 0.03889 L -4.79167E-6 2.22222E-6 " pathEditMode="relative" rAng="0" ptsTypes="AA">
                                      <p:cBhvr>
                                        <p:cTn id="79" dur="750" fill="hold"/>
                                        <p:tgtEl>
                                          <p:spTgt spid="34"/>
                                        </p:tgtEl>
                                        <p:attrNameLst>
                                          <p:attrName>ppt_x</p:attrName>
                                          <p:attrName>ppt_y</p:attrName>
                                        </p:attrNameLst>
                                      </p:cBhvr>
                                      <p:rCtr x="0" y="-1944"/>
                                    </p:animMotion>
                                  </p:childTnLst>
                                </p:cTn>
                              </p:par>
                              <p:par>
                                <p:cTn id="80" presetID="10" presetClass="entr" presetSubtype="0" fill="hold" grpId="0" nodeType="withEffect">
                                  <p:stCondLst>
                                    <p:cond delay="500"/>
                                  </p:stCondLst>
                                  <p:childTnLst>
                                    <p:set>
                                      <p:cBhvr>
                                        <p:cTn id="81" dur="1" fill="hold">
                                          <p:stCondLst>
                                            <p:cond delay="0"/>
                                          </p:stCondLst>
                                        </p:cTn>
                                        <p:tgtEl>
                                          <p:spTgt spid="8"/>
                                        </p:tgtEl>
                                        <p:attrNameLst>
                                          <p:attrName>style.visibility</p:attrName>
                                        </p:attrNameLst>
                                      </p:cBhvr>
                                      <p:to>
                                        <p:strVal val="visible"/>
                                      </p:to>
                                    </p:set>
                                    <p:animEffect transition="in" filter="fade">
                                      <p:cBhvr>
                                        <p:cTn id="82" dur="750"/>
                                        <p:tgtEl>
                                          <p:spTgt spid="8"/>
                                        </p:tgtEl>
                                      </p:cBhvr>
                                    </p:animEffect>
                                  </p:childTnLst>
                                </p:cTn>
                              </p:par>
                              <p:par>
                                <p:cTn id="83" presetID="42" presetClass="path" presetSubtype="0" decel="100000" fill="hold" grpId="1" nodeType="withEffect">
                                  <p:stCondLst>
                                    <p:cond delay="500"/>
                                  </p:stCondLst>
                                  <p:childTnLst>
                                    <p:animMotion origin="layout" path="M -4.79167E-6 0.03889 L -4.79167E-6 2.22222E-6 " pathEditMode="relative" rAng="0" ptsTypes="AA">
                                      <p:cBhvr>
                                        <p:cTn id="84" dur="750" fill="hold"/>
                                        <p:tgtEl>
                                          <p:spTgt spid="8"/>
                                        </p:tgtEl>
                                        <p:attrNameLst>
                                          <p:attrName>ppt_x</p:attrName>
                                          <p:attrName>ppt_y</p:attrName>
                                        </p:attrNameLst>
                                      </p:cBhvr>
                                      <p:rCtr x="0" y="-1944"/>
                                    </p:animMotion>
                                  </p:childTnLst>
                                </p:cTn>
                              </p:par>
                              <p:par>
                                <p:cTn id="85" presetID="10" presetClass="entr" presetSubtype="0" fill="hold" grpId="0" nodeType="withEffect">
                                  <p:stCondLst>
                                    <p:cond delay="500"/>
                                  </p:stCondLst>
                                  <p:childTnLst>
                                    <p:set>
                                      <p:cBhvr>
                                        <p:cTn id="86" dur="1" fill="hold">
                                          <p:stCondLst>
                                            <p:cond delay="0"/>
                                          </p:stCondLst>
                                        </p:cTn>
                                        <p:tgtEl>
                                          <p:spTgt spid="36"/>
                                        </p:tgtEl>
                                        <p:attrNameLst>
                                          <p:attrName>style.visibility</p:attrName>
                                        </p:attrNameLst>
                                      </p:cBhvr>
                                      <p:to>
                                        <p:strVal val="visible"/>
                                      </p:to>
                                    </p:set>
                                    <p:animEffect transition="in" filter="fade">
                                      <p:cBhvr>
                                        <p:cTn id="87" dur="750"/>
                                        <p:tgtEl>
                                          <p:spTgt spid="36"/>
                                        </p:tgtEl>
                                      </p:cBhvr>
                                    </p:animEffect>
                                  </p:childTnLst>
                                </p:cTn>
                              </p:par>
                              <p:par>
                                <p:cTn id="88" presetID="42" presetClass="path" presetSubtype="0" decel="100000" fill="hold" grpId="1" nodeType="withEffect">
                                  <p:stCondLst>
                                    <p:cond delay="500"/>
                                  </p:stCondLst>
                                  <p:childTnLst>
                                    <p:animMotion origin="layout" path="M -4.79167E-6 0.03889 L -4.79167E-6 2.22222E-6 " pathEditMode="relative" rAng="0" ptsTypes="AA">
                                      <p:cBhvr>
                                        <p:cTn id="89" dur="750" fill="hold"/>
                                        <p:tgtEl>
                                          <p:spTgt spid="36"/>
                                        </p:tgtEl>
                                        <p:attrNameLst>
                                          <p:attrName>ppt_x</p:attrName>
                                          <p:attrName>ppt_y</p:attrName>
                                        </p:attrNameLst>
                                      </p:cBhvr>
                                      <p:rCtr x="0" y="-1944"/>
                                    </p:animMotion>
                                  </p:childTnLst>
                                </p:cTn>
                              </p:par>
                              <p:par>
                                <p:cTn id="90" presetID="10" presetClass="entr" presetSubtype="0" fill="hold" grpId="0" nodeType="withEffect">
                                  <p:stCondLst>
                                    <p:cond delay="500"/>
                                  </p:stCondLst>
                                  <p:childTnLst>
                                    <p:set>
                                      <p:cBhvr>
                                        <p:cTn id="91" dur="1" fill="hold">
                                          <p:stCondLst>
                                            <p:cond delay="0"/>
                                          </p:stCondLst>
                                        </p:cTn>
                                        <p:tgtEl>
                                          <p:spTgt spid="9"/>
                                        </p:tgtEl>
                                        <p:attrNameLst>
                                          <p:attrName>style.visibility</p:attrName>
                                        </p:attrNameLst>
                                      </p:cBhvr>
                                      <p:to>
                                        <p:strVal val="visible"/>
                                      </p:to>
                                    </p:set>
                                    <p:animEffect transition="in" filter="fade">
                                      <p:cBhvr>
                                        <p:cTn id="92" dur="750"/>
                                        <p:tgtEl>
                                          <p:spTgt spid="9"/>
                                        </p:tgtEl>
                                      </p:cBhvr>
                                    </p:animEffect>
                                  </p:childTnLst>
                                </p:cTn>
                              </p:par>
                              <p:par>
                                <p:cTn id="93" presetID="42" presetClass="path" presetSubtype="0" decel="100000" fill="hold" grpId="1" nodeType="withEffect">
                                  <p:stCondLst>
                                    <p:cond delay="500"/>
                                  </p:stCondLst>
                                  <p:childTnLst>
                                    <p:animMotion origin="layout" path="M -4.79167E-6 0.03889 L -4.79167E-6 2.22222E-6 " pathEditMode="relative" rAng="0" ptsTypes="AA">
                                      <p:cBhvr>
                                        <p:cTn id="94" dur="750" fill="hold"/>
                                        <p:tgtEl>
                                          <p:spTgt spid="9"/>
                                        </p:tgtEl>
                                        <p:attrNameLst>
                                          <p:attrName>ppt_x</p:attrName>
                                          <p:attrName>ppt_y</p:attrName>
                                        </p:attrNameLst>
                                      </p:cBhvr>
                                      <p:rCtr x="0" y="-1944"/>
                                    </p:animMotion>
                                  </p:childTnLst>
                                </p:cTn>
                              </p:par>
                              <p:par>
                                <p:cTn id="95" presetID="10" presetClass="entr" presetSubtype="0" fill="hold" grpId="0" nodeType="withEffect">
                                  <p:stCondLst>
                                    <p:cond delay="500"/>
                                  </p:stCondLst>
                                  <p:childTnLst>
                                    <p:set>
                                      <p:cBhvr>
                                        <p:cTn id="96" dur="1" fill="hold">
                                          <p:stCondLst>
                                            <p:cond delay="0"/>
                                          </p:stCondLst>
                                        </p:cTn>
                                        <p:tgtEl>
                                          <p:spTgt spid="38"/>
                                        </p:tgtEl>
                                        <p:attrNameLst>
                                          <p:attrName>style.visibility</p:attrName>
                                        </p:attrNameLst>
                                      </p:cBhvr>
                                      <p:to>
                                        <p:strVal val="visible"/>
                                      </p:to>
                                    </p:set>
                                    <p:animEffect transition="in" filter="fade">
                                      <p:cBhvr>
                                        <p:cTn id="97" dur="750"/>
                                        <p:tgtEl>
                                          <p:spTgt spid="38"/>
                                        </p:tgtEl>
                                      </p:cBhvr>
                                    </p:animEffect>
                                  </p:childTnLst>
                                </p:cTn>
                              </p:par>
                              <p:par>
                                <p:cTn id="98" presetID="42" presetClass="path" presetSubtype="0" decel="100000" fill="hold" grpId="1" nodeType="withEffect">
                                  <p:stCondLst>
                                    <p:cond delay="500"/>
                                  </p:stCondLst>
                                  <p:childTnLst>
                                    <p:animMotion origin="layout" path="M -4.79167E-6 0.03889 L -4.79167E-6 2.22222E-6 " pathEditMode="relative" rAng="0" ptsTypes="AA">
                                      <p:cBhvr>
                                        <p:cTn id="99" dur="750" fill="hold"/>
                                        <p:tgtEl>
                                          <p:spTgt spid="38"/>
                                        </p:tgtEl>
                                        <p:attrNameLst>
                                          <p:attrName>ppt_x</p:attrName>
                                          <p:attrName>ppt_y</p:attrName>
                                        </p:attrNameLst>
                                      </p:cBhvr>
                                      <p:rCtr x="0" y="-1944"/>
                                    </p:animMotion>
                                  </p:childTnLst>
                                </p:cTn>
                              </p:par>
                              <p:par>
                                <p:cTn id="100" presetID="10" presetClass="entr" presetSubtype="0" fill="hold" grpId="0" nodeType="withEffect">
                                  <p:stCondLst>
                                    <p:cond delay="500"/>
                                  </p:stCondLst>
                                  <p:childTnLst>
                                    <p:set>
                                      <p:cBhvr>
                                        <p:cTn id="101" dur="1" fill="hold">
                                          <p:stCondLst>
                                            <p:cond delay="0"/>
                                          </p:stCondLst>
                                        </p:cTn>
                                        <p:tgtEl>
                                          <p:spTgt spid="10"/>
                                        </p:tgtEl>
                                        <p:attrNameLst>
                                          <p:attrName>style.visibility</p:attrName>
                                        </p:attrNameLst>
                                      </p:cBhvr>
                                      <p:to>
                                        <p:strVal val="visible"/>
                                      </p:to>
                                    </p:set>
                                    <p:animEffect transition="in" filter="fade">
                                      <p:cBhvr>
                                        <p:cTn id="102" dur="750"/>
                                        <p:tgtEl>
                                          <p:spTgt spid="10"/>
                                        </p:tgtEl>
                                      </p:cBhvr>
                                    </p:animEffect>
                                  </p:childTnLst>
                                </p:cTn>
                              </p:par>
                              <p:par>
                                <p:cTn id="103" presetID="42" presetClass="path" presetSubtype="0" decel="100000" fill="hold" grpId="1" nodeType="withEffect">
                                  <p:stCondLst>
                                    <p:cond delay="500"/>
                                  </p:stCondLst>
                                  <p:childTnLst>
                                    <p:animMotion origin="layout" path="M -4.79167E-6 0.03889 L -4.79167E-6 2.22222E-6 " pathEditMode="relative" rAng="0" ptsTypes="AA">
                                      <p:cBhvr>
                                        <p:cTn id="104" dur="750" fill="hold"/>
                                        <p:tgtEl>
                                          <p:spTgt spid="10"/>
                                        </p:tgtEl>
                                        <p:attrNameLst>
                                          <p:attrName>ppt_x</p:attrName>
                                          <p:attrName>ppt_y</p:attrName>
                                        </p:attrNameLst>
                                      </p:cBhvr>
                                      <p:rCtr x="0" y="-1944"/>
                                    </p:animMotion>
                                  </p:childTnLst>
                                </p:cTn>
                              </p:par>
                              <p:par>
                                <p:cTn id="105" presetID="10" presetClass="entr" presetSubtype="0" fill="hold" grpId="0" nodeType="withEffect">
                                  <p:stCondLst>
                                    <p:cond delay="50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750"/>
                                        <p:tgtEl>
                                          <p:spTgt spid="40"/>
                                        </p:tgtEl>
                                      </p:cBhvr>
                                    </p:animEffect>
                                  </p:childTnLst>
                                </p:cTn>
                              </p:par>
                              <p:par>
                                <p:cTn id="108" presetID="42" presetClass="path" presetSubtype="0" decel="100000" fill="hold" grpId="1" nodeType="withEffect">
                                  <p:stCondLst>
                                    <p:cond delay="500"/>
                                  </p:stCondLst>
                                  <p:childTnLst>
                                    <p:animMotion origin="layout" path="M -4.79167E-6 0.03889 L -4.79167E-6 2.22222E-6 " pathEditMode="relative" rAng="0" ptsTypes="AA">
                                      <p:cBhvr>
                                        <p:cTn id="109" dur="750" fill="hold"/>
                                        <p:tgtEl>
                                          <p:spTgt spid="40"/>
                                        </p:tgtEl>
                                        <p:attrNameLst>
                                          <p:attrName>ppt_x</p:attrName>
                                          <p:attrName>ppt_y</p:attrName>
                                        </p:attrNameLst>
                                      </p:cBhvr>
                                      <p:rCtr x="0" y="-1944"/>
                                    </p:animMotion>
                                  </p:childTnLst>
                                </p:cTn>
                              </p:par>
                              <p:par>
                                <p:cTn id="110" presetID="10" presetClass="entr" presetSubtype="0" fill="hold" grpId="0" nodeType="withEffect">
                                  <p:stCondLst>
                                    <p:cond delay="50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750"/>
                                        <p:tgtEl>
                                          <p:spTgt spid="7"/>
                                        </p:tgtEl>
                                      </p:cBhvr>
                                    </p:animEffect>
                                  </p:childTnLst>
                                </p:cTn>
                              </p:par>
                              <p:par>
                                <p:cTn id="113" presetID="42" presetClass="path" presetSubtype="0" decel="100000" fill="hold" grpId="1" nodeType="withEffect">
                                  <p:stCondLst>
                                    <p:cond delay="500"/>
                                  </p:stCondLst>
                                  <p:childTnLst>
                                    <p:animMotion origin="layout" path="M -4.79167E-6 0.03889 L -4.79167E-6 2.22222E-6 " pathEditMode="relative" rAng="0" ptsTypes="AA">
                                      <p:cBhvr>
                                        <p:cTn id="114" dur="750" fill="hold"/>
                                        <p:tgtEl>
                                          <p:spTgt spid="7"/>
                                        </p:tgtEl>
                                        <p:attrNameLst>
                                          <p:attrName>ppt_x</p:attrName>
                                          <p:attrName>ppt_y</p:attrName>
                                        </p:attrNameLst>
                                      </p:cBhvr>
                                      <p:rCtr x="0" y="-1944"/>
                                    </p:animMotion>
                                  </p:childTnLst>
                                </p:cTn>
                              </p:par>
                              <p:par>
                                <p:cTn id="115" presetID="10" presetClass="entr" presetSubtype="0" fill="hold" grpId="0" nodeType="withEffect">
                                  <p:stCondLst>
                                    <p:cond delay="500"/>
                                  </p:stCondLst>
                                  <p:childTnLst>
                                    <p:set>
                                      <p:cBhvr>
                                        <p:cTn id="116" dur="1" fill="hold">
                                          <p:stCondLst>
                                            <p:cond delay="0"/>
                                          </p:stCondLst>
                                        </p:cTn>
                                        <p:tgtEl>
                                          <p:spTgt spid="42"/>
                                        </p:tgtEl>
                                        <p:attrNameLst>
                                          <p:attrName>style.visibility</p:attrName>
                                        </p:attrNameLst>
                                      </p:cBhvr>
                                      <p:to>
                                        <p:strVal val="visible"/>
                                      </p:to>
                                    </p:set>
                                    <p:animEffect transition="in" filter="fade">
                                      <p:cBhvr>
                                        <p:cTn id="117" dur="750"/>
                                        <p:tgtEl>
                                          <p:spTgt spid="42"/>
                                        </p:tgtEl>
                                      </p:cBhvr>
                                    </p:animEffect>
                                  </p:childTnLst>
                                </p:cTn>
                              </p:par>
                              <p:par>
                                <p:cTn id="118" presetID="42" presetClass="path" presetSubtype="0" decel="100000" fill="hold" grpId="1" nodeType="withEffect">
                                  <p:stCondLst>
                                    <p:cond delay="500"/>
                                  </p:stCondLst>
                                  <p:childTnLst>
                                    <p:animMotion origin="layout" path="M -4.79167E-6 0.03889 L -4.79167E-6 2.22222E-6 " pathEditMode="relative" rAng="0" ptsTypes="AA">
                                      <p:cBhvr>
                                        <p:cTn id="119" dur="750" fill="hold"/>
                                        <p:tgtEl>
                                          <p:spTgt spid="42"/>
                                        </p:tgtEl>
                                        <p:attrNameLst>
                                          <p:attrName>ppt_x</p:attrName>
                                          <p:attrName>ppt_y</p:attrName>
                                        </p:attrNameLst>
                                      </p:cBhvr>
                                      <p:rCtr x="0" y="-1944"/>
                                    </p:animMotion>
                                  </p:childTnLst>
                                </p:cTn>
                              </p:par>
                              <p:par>
                                <p:cTn id="120" presetID="10" presetClass="entr" presetSubtype="0" fill="hold" grpId="0" nodeType="withEffect">
                                  <p:stCondLst>
                                    <p:cond delay="500"/>
                                  </p:stCondLst>
                                  <p:childTnLst>
                                    <p:set>
                                      <p:cBhvr>
                                        <p:cTn id="121" dur="1" fill="hold">
                                          <p:stCondLst>
                                            <p:cond delay="0"/>
                                          </p:stCondLst>
                                        </p:cTn>
                                        <p:tgtEl>
                                          <p:spTgt spid="11"/>
                                        </p:tgtEl>
                                        <p:attrNameLst>
                                          <p:attrName>style.visibility</p:attrName>
                                        </p:attrNameLst>
                                      </p:cBhvr>
                                      <p:to>
                                        <p:strVal val="visible"/>
                                      </p:to>
                                    </p:set>
                                    <p:animEffect transition="in" filter="fade">
                                      <p:cBhvr>
                                        <p:cTn id="122" dur="750"/>
                                        <p:tgtEl>
                                          <p:spTgt spid="11"/>
                                        </p:tgtEl>
                                      </p:cBhvr>
                                    </p:animEffect>
                                  </p:childTnLst>
                                </p:cTn>
                              </p:par>
                              <p:par>
                                <p:cTn id="123" presetID="42" presetClass="path" presetSubtype="0" decel="100000" fill="hold" grpId="1" nodeType="withEffect">
                                  <p:stCondLst>
                                    <p:cond delay="500"/>
                                  </p:stCondLst>
                                  <p:childTnLst>
                                    <p:animMotion origin="layout" path="M -4.79167E-6 0.03889 L -4.79167E-6 2.22222E-6 " pathEditMode="relative" rAng="0" ptsTypes="AA">
                                      <p:cBhvr>
                                        <p:cTn id="124" dur="750" fill="hold"/>
                                        <p:tgtEl>
                                          <p:spTgt spid="11"/>
                                        </p:tgtEl>
                                        <p:attrNameLst>
                                          <p:attrName>ppt_x</p:attrName>
                                          <p:attrName>ppt_y</p:attrName>
                                        </p:attrNameLst>
                                      </p:cBhvr>
                                      <p:rCtr x="0" y="-194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9" grpId="1" animBg="1"/>
      <p:bldP spid="10" grpId="0" animBg="1"/>
      <p:bldP spid="10" grpId="1" animBg="1"/>
      <p:bldP spid="11" grpId="0" animBg="1"/>
      <p:bldP spid="11" grpId="1" animBg="1"/>
      <p:bldP spid="33" grpId="0" animBg="1"/>
      <p:bldP spid="33" grpId="1" animBg="1"/>
      <p:bldP spid="33" grpId="2" animBg="1"/>
      <p:bldP spid="33" grpId="3" animBg="1"/>
      <p:bldP spid="34" grpId="0"/>
      <p:bldP spid="34" grpId="1"/>
      <p:bldP spid="35" grpId="0" animBg="1"/>
      <p:bldP spid="35" grpId="1" animBg="1"/>
      <p:bldP spid="35" grpId="2" animBg="1"/>
      <p:bldP spid="35" grpId="3" animBg="1"/>
      <p:bldP spid="36" grpId="0"/>
      <p:bldP spid="36" grpId="1"/>
      <p:bldP spid="37" grpId="0" animBg="1"/>
      <p:bldP spid="37" grpId="1" animBg="1"/>
      <p:bldP spid="37" grpId="2" animBg="1"/>
      <p:bldP spid="37" grpId="3" animBg="1"/>
      <p:bldP spid="38" grpId="0"/>
      <p:bldP spid="38" grpId="1"/>
      <p:bldP spid="39" grpId="0" animBg="1"/>
      <p:bldP spid="39" grpId="1" animBg="1"/>
      <p:bldP spid="39" grpId="2" animBg="1"/>
      <p:bldP spid="39" grpId="3" animBg="1"/>
      <p:bldP spid="40" grpId="0"/>
      <p:bldP spid="40" grpId="1"/>
      <p:bldP spid="41" grpId="0" animBg="1"/>
      <p:bldP spid="41" grpId="1" animBg="1"/>
      <p:bldP spid="41" grpId="2" animBg="1"/>
      <p:bldP spid="41" grpId="3" animBg="1"/>
      <p:bldP spid="42" grpId="0"/>
      <p:bldP spid="42"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Responsible AI tools available in Microsoft AI Solutions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43" name="Rounded Rectangle 16">
            <a:extLst>
              <a:ext uri="{FF2B5EF4-FFF2-40B4-BE49-F238E27FC236}">
                <a16:creationId xmlns:a16="http://schemas.microsoft.com/office/drawing/2014/main" id="{00F6FE10-26FD-B9B0-6463-4C9DC144AA71}"/>
              </a:ext>
              <a:ext uri="{C183D7F6-B498-43B3-948B-1728B52AA6E4}">
                <adec:decorative xmlns:adec="http://schemas.microsoft.com/office/drawing/2017/decorative" val="1"/>
              </a:ext>
            </a:extLst>
          </p:cNvPr>
          <p:cNvSpPr>
            <a:spLocks/>
          </p:cNvSpPr>
          <p:nvPr/>
        </p:nvSpPr>
        <p:spPr bwMode="auto">
          <a:xfrm>
            <a:off x="588962" y="3952078"/>
            <a:ext cx="2657236" cy="2467343"/>
          </a:xfrm>
          <a:prstGeom prst="roundRect">
            <a:avLst>
              <a:gd name="adj" fmla="val 48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44" name="Rounded Rectangle 16">
            <a:extLst>
              <a:ext uri="{FF2B5EF4-FFF2-40B4-BE49-F238E27FC236}">
                <a16:creationId xmlns:a16="http://schemas.microsoft.com/office/drawing/2014/main" id="{85B81F1A-ADBD-2A81-4331-9C301EAEE55D}"/>
              </a:ext>
              <a:ext uri="{C183D7F6-B498-43B3-948B-1728B52AA6E4}">
                <adec:decorative xmlns:adec="http://schemas.microsoft.com/office/drawing/2017/decorative" val="1"/>
              </a:ext>
            </a:extLst>
          </p:cNvPr>
          <p:cNvSpPr>
            <a:spLocks/>
          </p:cNvSpPr>
          <p:nvPr/>
        </p:nvSpPr>
        <p:spPr bwMode="auto">
          <a:xfrm>
            <a:off x="3375633" y="3952078"/>
            <a:ext cx="2657236" cy="2467343"/>
          </a:xfrm>
          <a:prstGeom prst="roundRect">
            <a:avLst>
              <a:gd name="adj" fmla="val 48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45" name="Rounded Rectangle 16">
            <a:extLst>
              <a:ext uri="{FF2B5EF4-FFF2-40B4-BE49-F238E27FC236}">
                <a16:creationId xmlns:a16="http://schemas.microsoft.com/office/drawing/2014/main" id="{1A127EB3-4CDA-B5CE-4A43-E60B6831AA41}"/>
              </a:ext>
              <a:ext uri="{C183D7F6-B498-43B3-948B-1728B52AA6E4}">
                <adec:decorative xmlns:adec="http://schemas.microsoft.com/office/drawing/2017/decorative" val="1"/>
              </a:ext>
            </a:extLst>
          </p:cNvPr>
          <p:cNvSpPr>
            <a:spLocks/>
          </p:cNvSpPr>
          <p:nvPr/>
        </p:nvSpPr>
        <p:spPr bwMode="auto">
          <a:xfrm>
            <a:off x="6162305" y="3952078"/>
            <a:ext cx="2657236" cy="2467343"/>
          </a:xfrm>
          <a:prstGeom prst="roundRect">
            <a:avLst>
              <a:gd name="adj" fmla="val 48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sp>
        <p:nvSpPr>
          <p:cNvPr id="46" name="Rounded Rectangle 16">
            <a:extLst>
              <a:ext uri="{FF2B5EF4-FFF2-40B4-BE49-F238E27FC236}">
                <a16:creationId xmlns:a16="http://schemas.microsoft.com/office/drawing/2014/main" id="{2629D008-9639-8335-E2DE-50709DD3BA4A}"/>
              </a:ext>
              <a:ext uri="{C183D7F6-B498-43B3-948B-1728B52AA6E4}">
                <adec:decorative xmlns:adec="http://schemas.microsoft.com/office/drawing/2017/decorative" val="1"/>
              </a:ext>
            </a:extLst>
          </p:cNvPr>
          <p:cNvSpPr>
            <a:spLocks/>
          </p:cNvSpPr>
          <p:nvPr/>
        </p:nvSpPr>
        <p:spPr bwMode="auto">
          <a:xfrm>
            <a:off x="8948976" y="3952078"/>
            <a:ext cx="2657236" cy="2467343"/>
          </a:xfrm>
          <a:prstGeom prst="roundRect">
            <a:avLst>
              <a:gd name="adj" fmla="val 48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tx1"/>
              </a:solidFill>
              <a:latin typeface="Segoe UI"/>
              <a:cs typeface="Segoe UI" pitchFamily="34" charset="0"/>
            </a:endParaRPr>
          </a:p>
        </p:txBody>
      </p:sp>
      <p:cxnSp>
        <p:nvCxnSpPr>
          <p:cNvPr id="47" name="Straight Connector 46">
            <a:extLst>
              <a:ext uri="{FF2B5EF4-FFF2-40B4-BE49-F238E27FC236}">
                <a16:creationId xmlns:a16="http://schemas.microsoft.com/office/drawing/2014/main" id="{A8C78A42-0935-CD9D-EAAC-F4AB68E969C0}"/>
              </a:ext>
              <a:ext uri="{C183D7F6-B498-43B3-948B-1728B52AA6E4}">
                <adec:decorative xmlns:adec="http://schemas.microsoft.com/office/drawing/2017/decorative" val="1"/>
              </a:ext>
            </a:extLst>
          </p:cNvPr>
          <p:cNvCxnSpPr>
            <a:cxnSpLocks/>
          </p:cNvCxnSpPr>
          <p:nvPr/>
        </p:nvCxnSpPr>
        <p:spPr>
          <a:xfrm>
            <a:off x="1506100" y="2508167"/>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4A4FC31-5FBB-0D56-B20D-EDE2CDD87605}"/>
              </a:ext>
              <a:ext uri="{C183D7F6-B498-43B3-948B-1728B52AA6E4}">
                <adec:decorative xmlns:adec="http://schemas.microsoft.com/office/drawing/2017/decorative" val="1"/>
              </a:ext>
            </a:extLst>
          </p:cNvPr>
          <p:cNvCxnSpPr>
            <a:cxnSpLocks/>
          </p:cNvCxnSpPr>
          <p:nvPr/>
        </p:nvCxnSpPr>
        <p:spPr>
          <a:xfrm>
            <a:off x="1506100" y="5075401"/>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AAD30C6-14AE-5535-3916-AA296C0A05E4}"/>
              </a:ext>
              <a:ext uri="{C183D7F6-B498-43B3-948B-1728B52AA6E4}">
                <adec:decorative xmlns:adec="http://schemas.microsoft.com/office/drawing/2017/decorative" val="1"/>
              </a:ext>
            </a:extLst>
          </p:cNvPr>
          <p:cNvCxnSpPr>
            <a:cxnSpLocks/>
          </p:cNvCxnSpPr>
          <p:nvPr/>
        </p:nvCxnSpPr>
        <p:spPr>
          <a:xfrm>
            <a:off x="4292771" y="2508167"/>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0262E8C-64ED-0485-185F-53C02E7CFE9A}"/>
              </a:ext>
              <a:ext uri="{C183D7F6-B498-43B3-948B-1728B52AA6E4}">
                <adec:decorative xmlns:adec="http://schemas.microsoft.com/office/drawing/2017/decorative" val="1"/>
              </a:ext>
            </a:extLst>
          </p:cNvPr>
          <p:cNvCxnSpPr>
            <a:cxnSpLocks/>
          </p:cNvCxnSpPr>
          <p:nvPr/>
        </p:nvCxnSpPr>
        <p:spPr>
          <a:xfrm>
            <a:off x="4292771" y="5075401"/>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017A36F-D00D-1AC7-76E8-2220E0573086}"/>
              </a:ext>
              <a:ext uri="{C183D7F6-B498-43B3-948B-1728B52AA6E4}">
                <adec:decorative xmlns:adec="http://schemas.microsoft.com/office/drawing/2017/decorative" val="1"/>
              </a:ext>
            </a:extLst>
          </p:cNvPr>
          <p:cNvCxnSpPr>
            <a:cxnSpLocks/>
          </p:cNvCxnSpPr>
          <p:nvPr/>
        </p:nvCxnSpPr>
        <p:spPr>
          <a:xfrm>
            <a:off x="7079443" y="2508167"/>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307C64A-C6A5-242C-687F-FC4478B1AD38}"/>
              </a:ext>
              <a:ext uri="{C183D7F6-B498-43B3-948B-1728B52AA6E4}">
                <adec:decorative xmlns:adec="http://schemas.microsoft.com/office/drawing/2017/decorative" val="1"/>
              </a:ext>
            </a:extLst>
          </p:cNvPr>
          <p:cNvCxnSpPr>
            <a:cxnSpLocks/>
          </p:cNvCxnSpPr>
          <p:nvPr/>
        </p:nvCxnSpPr>
        <p:spPr>
          <a:xfrm>
            <a:off x="7079443" y="5075401"/>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99D561E-E74E-08A8-A0D9-3447FB0A19B7}"/>
              </a:ext>
              <a:ext uri="{C183D7F6-B498-43B3-948B-1728B52AA6E4}">
                <adec:decorative xmlns:adec="http://schemas.microsoft.com/office/drawing/2017/decorative" val="1"/>
              </a:ext>
            </a:extLst>
          </p:cNvPr>
          <p:cNvCxnSpPr>
            <a:cxnSpLocks/>
          </p:cNvCxnSpPr>
          <p:nvPr/>
        </p:nvCxnSpPr>
        <p:spPr>
          <a:xfrm>
            <a:off x="9866114" y="2508167"/>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D158520-E1D7-AD5E-ACC8-075BB1E82809}"/>
              </a:ext>
              <a:ext uri="{C183D7F6-B498-43B3-948B-1728B52AA6E4}">
                <adec:decorative xmlns:adec="http://schemas.microsoft.com/office/drawing/2017/decorative" val="1"/>
              </a:ext>
            </a:extLst>
          </p:cNvPr>
          <p:cNvCxnSpPr>
            <a:cxnSpLocks/>
          </p:cNvCxnSpPr>
          <p:nvPr/>
        </p:nvCxnSpPr>
        <p:spPr>
          <a:xfrm>
            <a:off x="9866114" y="5075401"/>
            <a:ext cx="822960" cy="0"/>
          </a:xfrm>
          <a:prstGeom prst="line">
            <a:avLst/>
          </a:prstGeom>
          <a:ln w="28575" cap="rnd">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5" name="Graphic 9">
            <a:extLst>
              <a:ext uri="{FF2B5EF4-FFF2-40B4-BE49-F238E27FC236}">
                <a16:creationId xmlns:a16="http://schemas.microsoft.com/office/drawing/2014/main" id="{4ACAA5EE-98C1-19AA-2CEC-E87E4B191553}"/>
              </a:ext>
              <a:ext uri="{C183D7F6-B498-43B3-948B-1728B52AA6E4}">
                <adec:decorative xmlns:adec="http://schemas.microsoft.com/office/drawing/2017/decorative" val="1"/>
              </a:ext>
            </a:extLst>
          </p:cNvPr>
          <p:cNvSpPr>
            <a:spLocks noChangeAspect="1"/>
          </p:cNvSpPr>
          <p:nvPr/>
        </p:nvSpPr>
        <p:spPr>
          <a:xfrm>
            <a:off x="1717436" y="1565403"/>
            <a:ext cx="400290" cy="360260"/>
          </a:xfrm>
          <a:custGeom>
            <a:avLst/>
            <a:gdLst>
              <a:gd name="connsiteX0" fmla="*/ 27848 w 556963"/>
              <a:gd name="connsiteY0" fmla="*/ 20886 h 501267"/>
              <a:gd name="connsiteX1" fmla="*/ 48734 w 556963"/>
              <a:gd name="connsiteY1" fmla="*/ 0 h 501267"/>
              <a:gd name="connsiteX2" fmla="*/ 508229 w 556963"/>
              <a:gd name="connsiteY2" fmla="*/ 0 h 501267"/>
              <a:gd name="connsiteX3" fmla="*/ 529115 w 556963"/>
              <a:gd name="connsiteY3" fmla="*/ 20886 h 501267"/>
              <a:gd name="connsiteX4" fmla="*/ 508229 w 556963"/>
              <a:gd name="connsiteY4" fmla="*/ 41772 h 501267"/>
              <a:gd name="connsiteX5" fmla="*/ 479211 w 556963"/>
              <a:gd name="connsiteY5" fmla="*/ 41772 h 501267"/>
              <a:gd name="connsiteX6" fmla="*/ 555421 w 556963"/>
              <a:gd name="connsiteY6" fmla="*/ 228828 h 501267"/>
              <a:gd name="connsiteX7" fmla="*/ 556963 w 556963"/>
              <a:gd name="connsiteY7" fmla="*/ 236709 h 501267"/>
              <a:gd name="connsiteX8" fmla="*/ 459495 w 556963"/>
              <a:gd name="connsiteY8" fmla="*/ 334178 h 501267"/>
              <a:gd name="connsiteX9" fmla="*/ 362026 w 556963"/>
              <a:gd name="connsiteY9" fmla="*/ 236709 h 501267"/>
              <a:gd name="connsiteX10" fmla="*/ 363569 w 556963"/>
              <a:gd name="connsiteY10" fmla="*/ 228828 h 501267"/>
              <a:gd name="connsiteX11" fmla="*/ 439778 w 556963"/>
              <a:gd name="connsiteY11" fmla="*/ 41772 h 501267"/>
              <a:gd name="connsiteX12" fmla="*/ 299368 w 556963"/>
              <a:gd name="connsiteY12" fmla="*/ 41772 h 501267"/>
              <a:gd name="connsiteX13" fmla="*/ 299368 w 556963"/>
              <a:gd name="connsiteY13" fmla="*/ 375950 h 501267"/>
              <a:gd name="connsiteX14" fmla="*/ 410760 w 556963"/>
              <a:gd name="connsiteY14" fmla="*/ 375950 h 501267"/>
              <a:gd name="connsiteX15" fmla="*/ 473419 w 556963"/>
              <a:gd name="connsiteY15" fmla="*/ 438609 h 501267"/>
              <a:gd name="connsiteX16" fmla="*/ 410760 w 556963"/>
              <a:gd name="connsiteY16" fmla="*/ 501267 h 501267"/>
              <a:gd name="connsiteX17" fmla="*/ 146284 w 556963"/>
              <a:gd name="connsiteY17" fmla="*/ 501267 h 501267"/>
              <a:gd name="connsiteX18" fmla="*/ 83626 w 556963"/>
              <a:gd name="connsiteY18" fmla="*/ 438609 h 501267"/>
              <a:gd name="connsiteX19" fmla="*/ 146284 w 556963"/>
              <a:gd name="connsiteY19" fmla="*/ 375950 h 501267"/>
              <a:gd name="connsiteX20" fmla="*/ 257596 w 556963"/>
              <a:gd name="connsiteY20" fmla="*/ 375950 h 501267"/>
              <a:gd name="connsiteX21" fmla="*/ 257596 w 556963"/>
              <a:gd name="connsiteY21" fmla="*/ 41772 h 501267"/>
              <a:gd name="connsiteX22" fmla="*/ 117185 w 556963"/>
              <a:gd name="connsiteY22" fmla="*/ 41772 h 501267"/>
              <a:gd name="connsiteX23" fmla="*/ 193394 w 556963"/>
              <a:gd name="connsiteY23" fmla="*/ 228828 h 501267"/>
              <a:gd name="connsiteX24" fmla="*/ 194937 w 556963"/>
              <a:gd name="connsiteY24" fmla="*/ 236709 h 501267"/>
              <a:gd name="connsiteX25" fmla="*/ 97469 w 556963"/>
              <a:gd name="connsiteY25" fmla="*/ 334178 h 501267"/>
              <a:gd name="connsiteX26" fmla="*/ 0 w 556963"/>
              <a:gd name="connsiteY26" fmla="*/ 236709 h 501267"/>
              <a:gd name="connsiteX27" fmla="*/ 1544 w 556963"/>
              <a:gd name="connsiteY27" fmla="*/ 228828 h 501267"/>
              <a:gd name="connsiteX28" fmla="*/ 77752 w 556963"/>
              <a:gd name="connsiteY28" fmla="*/ 41772 h 501267"/>
              <a:gd name="connsiteX29" fmla="*/ 48734 w 556963"/>
              <a:gd name="connsiteY29" fmla="*/ 41772 h 501267"/>
              <a:gd name="connsiteX30" fmla="*/ 27848 w 556963"/>
              <a:gd name="connsiteY30" fmla="*/ 20886 h 501267"/>
              <a:gd name="connsiteX31" fmla="*/ 125398 w 556963"/>
              <a:gd name="connsiteY31" fmla="*/ 438609 h 501267"/>
              <a:gd name="connsiteX32" fmla="*/ 146284 w 556963"/>
              <a:gd name="connsiteY32" fmla="*/ 459495 h 501267"/>
              <a:gd name="connsiteX33" fmla="*/ 410760 w 556963"/>
              <a:gd name="connsiteY33" fmla="*/ 459495 h 501267"/>
              <a:gd name="connsiteX34" fmla="*/ 431647 w 556963"/>
              <a:gd name="connsiteY34" fmla="*/ 438609 h 501267"/>
              <a:gd name="connsiteX35" fmla="*/ 410760 w 556963"/>
              <a:gd name="connsiteY35" fmla="*/ 417723 h 501267"/>
              <a:gd name="connsiteX36" fmla="*/ 146284 w 556963"/>
              <a:gd name="connsiteY36" fmla="*/ 417723 h 501267"/>
              <a:gd name="connsiteX37" fmla="*/ 125398 w 556963"/>
              <a:gd name="connsiteY37" fmla="*/ 438609 h 501267"/>
              <a:gd name="connsiteX38" fmla="*/ 149116 w 556963"/>
              <a:gd name="connsiteY38" fmla="*/ 257596 h 501267"/>
              <a:gd name="connsiteX39" fmla="*/ 45821 w 556963"/>
              <a:gd name="connsiteY39" fmla="*/ 257596 h 501267"/>
              <a:gd name="connsiteX40" fmla="*/ 97469 w 556963"/>
              <a:gd name="connsiteY40" fmla="*/ 292406 h 501267"/>
              <a:gd name="connsiteX41" fmla="*/ 149116 w 556963"/>
              <a:gd name="connsiteY41" fmla="*/ 257596 h 501267"/>
              <a:gd name="connsiteX42" fmla="*/ 142989 w 556963"/>
              <a:gd name="connsiteY42" fmla="*/ 215823 h 501267"/>
              <a:gd name="connsiteX43" fmla="*/ 97469 w 556963"/>
              <a:gd name="connsiteY43" fmla="*/ 104091 h 501267"/>
              <a:gd name="connsiteX44" fmla="*/ 51948 w 556963"/>
              <a:gd name="connsiteY44" fmla="*/ 215823 h 501267"/>
              <a:gd name="connsiteX45" fmla="*/ 142989 w 556963"/>
              <a:gd name="connsiteY45" fmla="*/ 215823 h 501267"/>
              <a:gd name="connsiteX46" fmla="*/ 459495 w 556963"/>
              <a:gd name="connsiteY46" fmla="*/ 292406 h 501267"/>
              <a:gd name="connsiteX47" fmla="*/ 511142 w 556963"/>
              <a:gd name="connsiteY47" fmla="*/ 257596 h 501267"/>
              <a:gd name="connsiteX48" fmla="*/ 407848 w 556963"/>
              <a:gd name="connsiteY48" fmla="*/ 257596 h 501267"/>
              <a:gd name="connsiteX49" fmla="*/ 459495 w 556963"/>
              <a:gd name="connsiteY49" fmla="*/ 292406 h 501267"/>
              <a:gd name="connsiteX50" fmla="*/ 413974 w 556963"/>
              <a:gd name="connsiteY50" fmla="*/ 215823 h 501267"/>
              <a:gd name="connsiteX51" fmla="*/ 505015 w 556963"/>
              <a:gd name="connsiteY51" fmla="*/ 215823 h 501267"/>
              <a:gd name="connsiteX52" fmla="*/ 459495 w 556963"/>
              <a:gd name="connsiteY52" fmla="*/ 104091 h 501267"/>
              <a:gd name="connsiteX53" fmla="*/ 413974 w 556963"/>
              <a:gd name="connsiteY53" fmla="*/ 215823 h 50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56963" h="501267">
                <a:moveTo>
                  <a:pt x="27848" y="20886"/>
                </a:moveTo>
                <a:cubicBezTo>
                  <a:pt x="27848" y="9351"/>
                  <a:pt x="37199" y="0"/>
                  <a:pt x="48734" y="0"/>
                </a:cubicBezTo>
                <a:lnTo>
                  <a:pt x="508229" y="0"/>
                </a:lnTo>
                <a:cubicBezTo>
                  <a:pt x="519764" y="0"/>
                  <a:pt x="529115" y="9351"/>
                  <a:pt x="529115" y="20886"/>
                </a:cubicBezTo>
                <a:cubicBezTo>
                  <a:pt x="529115" y="32421"/>
                  <a:pt x="519764" y="41772"/>
                  <a:pt x="508229" y="41772"/>
                </a:cubicBezTo>
                <a:lnTo>
                  <a:pt x="479211" y="41772"/>
                </a:lnTo>
                <a:lnTo>
                  <a:pt x="555421" y="228828"/>
                </a:lnTo>
                <a:cubicBezTo>
                  <a:pt x="556440" y="231332"/>
                  <a:pt x="556963" y="234008"/>
                  <a:pt x="556963" y="236709"/>
                </a:cubicBezTo>
                <a:cubicBezTo>
                  <a:pt x="556963" y="290540"/>
                  <a:pt x="513325" y="334178"/>
                  <a:pt x="459495" y="334178"/>
                </a:cubicBezTo>
                <a:cubicBezTo>
                  <a:pt x="405664" y="334178"/>
                  <a:pt x="362026" y="290540"/>
                  <a:pt x="362026" y="236709"/>
                </a:cubicBezTo>
                <a:cubicBezTo>
                  <a:pt x="362026" y="234008"/>
                  <a:pt x="362550" y="231332"/>
                  <a:pt x="363569" y="228828"/>
                </a:cubicBezTo>
                <a:lnTo>
                  <a:pt x="439778" y="41772"/>
                </a:lnTo>
                <a:lnTo>
                  <a:pt x="299368" y="41772"/>
                </a:lnTo>
                <a:lnTo>
                  <a:pt x="299368" y="375950"/>
                </a:lnTo>
                <a:lnTo>
                  <a:pt x="410760" y="375950"/>
                </a:lnTo>
                <a:cubicBezTo>
                  <a:pt x="445365" y="375950"/>
                  <a:pt x="473419" y="404005"/>
                  <a:pt x="473419" y="438609"/>
                </a:cubicBezTo>
                <a:cubicBezTo>
                  <a:pt x="473419" y="473213"/>
                  <a:pt x="445365" y="501267"/>
                  <a:pt x="410760" y="501267"/>
                </a:cubicBezTo>
                <a:lnTo>
                  <a:pt x="146284" y="501267"/>
                </a:lnTo>
                <a:cubicBezTo>
                  <a:pt x="111679" y="501267"/>
                  <a:pt x="83626" y="473213"/>
                  <a:pt x="83626" y="438609"/>
                </a:cubicBezTo>
                <a:cubicBezTo>
                  <a:pt x="83626" y="404005"/>
                  <a:pt x="111679" y="375950"/>
                  <a:pt x="146284" y="375950"/>
                </a:cubicBezTo>
                <a:lnTo>
                  <a:pt x="257596" y="375950"/>
                </a:lnTo>
                <a:lnTo>
                  <a:pt x="257596" y="41772"/>
                </a:lnTo>
                <a:lnTo>
                  <a:pt x="117185" y="41772"/>
                </a:lnTo>
                <a:lnTo>
                  <a:pt x="193394" y="228828"/>
                </a:lnTo>
                <a:cubicBezTo>
                  <a:pt x="194413" y="231332"/>
                  <a:pt x="194937" y="234008"/>
                  <a:pt x="194937" y="236709"/>
                </a:cubicBezTo>
                <a:cubicBezTo>
                  <a:pt x="194937" y="290540"/>
                  <a:pt x="151299" y="334178"/>
                  <a:pt x="97469" y="334178"/>
                </a:cubicBezTo>
                <a:cubicBezTo>
                  <a:pt x="43638" y="334178"/>
                  <a:pt x="0" y="290540"/>
                  <a:pt x="0" y="236709"/>
                </a:cubicBezTo>
                <a:cubicBezTo>
                  <a:pt x="0" y="234008"/>
                  <a:pt x="524" y="231332"/>
                  <a:pt x="1544" y="228828"/>
                </a:cubicBezTo>
                <a:lnTo>
                  <a:pt x="77752" y="41772"/>
                </a:lnTo>
                <a:lnTo>
                  <a:pt x="48734" y="41772"/>
                </a:lnTo>
                <a:cubicBezTo>
                  <a:pt x="37199" y="41772"/>
                  <a:pt x="27848" y="32421"/>
                  <a:pt x="27848" y="20886"/>
                </a:cubicBezTo>
                <a:close/>
                <a:moveTo>
                  <a:pt x="125398" y="438609"/>
                </a:moveTo>
                <a:cubicBezTo>
                  <a:pt x="125398" y="450143"/>
                  <a:pt x="134749" y="459495"/>
                  <a:pt x="146284" y="459495"/>
                </a:cubicBezTo>
                <a:lnTo>
                  <a:pt x="410760" y="459495"/>
                </a:lnTo>
                <a:cubicBezTo>
                  <a:pt x="422295" y="459495"/>
                  <a:pt x="431647" y="450143"/>
                  <a:pt x="431647" y="438609"/>
                </a:cubicBezTo>
                <a:cubicBezTo>
                  <a:pt x="431647" y="427074"/>
                  <a:pt x="422295" y="417723"/>
                  <a:pt x="410760" y="417723"/>
                </a:cubicBezTo>
                <a:lnTo>
                  <a:pt x="146284" y="417723"/>
                </a:lnTo>
                <a:cubicBezTo>
                  <a:pt x="134749" y="417723"/>
                  <a:pt x="125398" y="427074"/>
                  <a:pt x="125398" y="438609"/>
                </a:cubicBezTo>
                <a:close/>
                <a:moveTo>
                  <a:pt x="149116" y="257596"/>
                </a:moveTo>
                <a:lnTo>
                  <a:pt x="45821" y="257596"/>
                </a:lnTo>
                <a:cubicBezTo>
                  <a:pt x="54083" y="278008"/>
                  <a:pt x="74095" y="292406"/>
                  <a:pt x="97469" y="292406"/>
                </a:cubicBezTo>
                <a:cubicBezTo>
                  <a:pt x="120843" y="292406"/>
                  <a:pt x="140854" y="278008"/>
                  <a:pt x="149116" y="257596"/>
                </a:cubicBezTo>
                <a:close/>
                <a:moveTo>
                  <a:pt x="142989" y="215823"/>
                </a:moveTo>
                <a:lnTo>
                  <a:pt x="97469" y="104091"/>
                </a:lnTo>
                <a:lnTo>
                  <a:pt x="51948" y="215823"/>
                </a:lnTo>
                <a:lnTo>
                  <a:pt x="142989" y="215823"/>
                </a:lnTo>
                <a:close/>
                <a:moveTo>
                  <a:pt x="459495" y="292406"/>
                </a:moveTo>
                <a:cubicBezTo>
                  <a:pt x="482868" y="292406"/>
                  <a:pt x="502879" y="278008"/>
                  <a:pt x="511142" y="257596"/>
                </a:cubicBezTo>
                <a:lnTo>
                  <a:pt x="407848" y="257596"/>
                </a:lnTo>
                <a:cubicBezTo>
                  <a:pt x="416110" y="278008"/>
                  <a:pt x="436122" y="292406"/>
                  <a:pt x="459495" y="292406"/>
                </a:cubicBezTo>
                <a:close/>
                <a:moveTo>
                  <a:pt x="413974" y="215823"/>
                </a:moveTo>
                <a:lnTo>
                  <a:pt x="505015" y="215823"/>
                </a:lnTo>
                <a:lnTo>
                  <a:pt x="459495" y="104091"/>
                </a:lnTo>
                <a:lnTo>
                  <a:pt x="413974" y="215823"/>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56" name="Graphic 13">
            <a:extLst>
              <a:ext uri="{FF2B5EF4-FFF2-40B4-BE49-F238E27FC236}">
                <a16:creationId xmlns:a16="http://schemas.microsoft.com/office/drawing/2014/main" id="{6699FDCB-3D1E-47E5-9CE8-1989BAF11D7A}"/>
              </a:ext>
              <a:ext uri="{C183D7F6-B498-43B3-948B-1728B52AA6E4}">
                <adec:decorative xmlns:adec="http://schemas.microsoft.com/office/drawing/2017/decorative" val="1"/>
              </a:ext>
            </a:extLst>
          </p:cNvPr>
          <p:cNvSpPr/>
          <p:nvPr/>
        </p:nvSpPr>
        <p:spPr>
          <a:xfrm>
            <a:off x="4515829" y="1557093"/>
            <a:ext cx="376846" cy="376878"/>
          </a:xfrm>
          <a:custGeom>
            <a:avLst/>
            <a:gdLst>
              <a:gd name="csX0" fmla="*/ 95250 w 190500"/>
              <a:gd name="csY0" fmla="*/ 42863 h 190516"/>
              <a:gd name="csX1" fmla="*/ 102394 w 190500"/>
              <a:gd name="csY1" fmla="*/ 50006 h 190516"/>
              <a:gd name="csX2" fmla="*/ 102394 w 190500"/>
              <a:gd name="csY2" fmla="*/ 109538 h 190516"/>
              <a:gd name="csX3" fmla="*/ 95250 w 190500"/>
              <a:gd name="csY3" fmla="*/ 116681 h 190516"/>
              <a:gd name="csX4" fmla="*/ 88106 w 190500"/>
              <a:gd name="csY4" fmla="*/ 109538 h 190516"/>
              <a:gd name="csX5" fmla="*/ 88106 w 190500"/>
              <a:gd name="csY5" fmla="*/ 50006 h 190516"/>
              <a:gd name="csX6" fmla="*/ 95250 w 190500"/>
              <a:gd name="csY6" fmla="*/ 42863 h 190516"/>
              <a:gd name="csX7" fmla="*/ 95250 w 190500"/>
              <a:gd name="csY7" fmla="*/ 147617 h 190516"/>
              <a:gd name="csX8" fmla="*/ 104775 w 190500"/>
              <a:gd name="csY8" fmla="*/ 138092 h 190516"/>
              <a:gd name="csX9" fmla="*/ 95250 w 190500"/>
              <a:gd name="csY9" fmla="*/ 128567 h 190516"/>
              <a:gd name="csX10" fmla="*/ 85725 w 190500"/>
              <a:gd name="csY10" fmla="*/ 138092 h 190516"/>
              <a:gd name="csX11" fmla="*/ 95250 w 190500"/>
              <a:gd name="csY11" fmla="*/ 147617 h 190516"/>
              <a:gd name="csX12" fmla="*/ 95250 w 190500"/>
              <a:gd name="csY12" fmla="*/ 0 h 190516"/>
              <a:gd name="csX13" fmla="*/ 190500 w 190500"/>
              <a:gd name="csY13" fmla="*/ 95250 h 190516"/>
              <a:gd name="csX14" fmla="*/ 95250 w 190500"/>
              <a:gd name="csY14" fmla="*/ 190500 h 190516"/>
              <a:gd name="csX15" fmla="*/ 51557 w 190500"/>
              <a:gd name="csY15" fmla="*/ 179908 h 190516"/>
              <a:gd name="csX16" fmla="*/ 15117 w 190500"/>
              <a:gd name="csY16" fmla="*/ 190074 h 190516"/>
              <a:gd name="csX17" fmla="*/ 447 w 190500"/>
              <a:gd name="csY17" fmla="*/ 181809 h 190516"/>
              <a:gd name="csX18" fmla="*/ 447 w 190500"/>
              <a:gd name="csY18" fmla="*/ 175404 h 190516"/>
              <a:gd name="csX19" fmla="*/ 10617 w 190500"/>
              <a:gd name="csY19" fmla="*/ 138991 h 190516"/>
              <a:gd name="csX20" fmla="*/ 0 w 190500"/>
              <a:gd name="csY20" fmla="*/ 95250 h 190516"/>
              <a:gd name="csX21" fmla="*/ 95250 w 190500"/>
              <a:gd name="csY21" fmla="*/ 0 h 190516"/>
              <a:gd name="csX22" fmla="*/ 95250 w 190500"/>
              <a:gd name="csY22" fmla="*/ 14288 h 190516"/>
              <a:gd name="csX23" fmla="*/ 14288 w 190500"/>
              <a:gd name="csY23" fmla="*/ 95250 h 190516"/>
              <a:gd name="csX24" fmla="*/ 24508 w 190500"/>
              <a:gd name="csY24" fmla="*/ 134660 h 190516"/>
              <a:gd name="csX25" fmla="*/ 25943 w 190500"/>
              <a:gd name="csY25" fmla="*/ 137229 h 190516"/>
              <a:gd name="csX26" fmla="*/ 15344 w 190500"/>
              <a:gd name="csY26" fmla="*/ 175178 h 190516"/>
              <a:gd name="csX27" fmla="*/ 53317 w 190500"/>
              <a:gd name="csY27" fmla="*/ 164584 h 190516"/>
              <a:gd name="csX28" fmla="*/ 55884 w 190500"/>
              <a:gd name="csY28" fmla="*/ 166016 h 190516"/>
              <a:gd name="csX29" fmla="*/ 95250 w 190500"/>
              <a:gd name="csY29" fmla="*/ 176213 h 190516"/>
              <a:gd name="csX30" fmla="*/ 176213 w 190500"/>
              <a:gd name="csY30" fmla="*/ 95250 h 190516"/>
              <a:gd name="csX31" fmla="*/ 95250 w 190500"/>
              <a:gd name="csY31" fmla="*/ 14288 h 1905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90500" h="190516">
                <a:moveTo>
                  <a:pt x="95250" y="42863"/>
                </a:moveTo>
                <a:cubicBezTo>
                  <a:pt x="99195" y="42863"/>
                  <a:pt x="102394" y="46061"/>
                  <a:pt x="102394" y="50006"/>
                </a:cubicBezTo>
                <a:lnTo>
                  <a:pt x="102394" y="109538"/>
                </a:lnTo>
                <a:cubicBezTo>
                  <a:pt x="102394" y="113483"/>
                  <a:pt x="99195" y="116681"/>
                  <a:pt x="95250" y="116681"/>
                </a:cubicBezTo>
                <a:cubicBezTo>
                  <a:pt x="91305" y="116681"/>
                  <a:pt x="88106" y="113483"/>
                  <a:pt x="88106" y="109538"/>
                </a:cubicBezTo>
                <a:lnTo>
                  <a:pt x="88106" y="50006"/>
                </a:lnTo>
                <a:cubicBezTo>
                  <a:pt x="88106" y="46061"/>
                  <a:pt x="91305" y="42863"/>
                  <a:pt x="95250" y="42863"/>
                </a:cubicBezTo>
                <a:close/>
                <a:moveTo>
                  <a:pt x="95250" y="147617"/>
                </a:moveTo>
                <a:cubicBezTo>
                  <a:pt x="100511" y="147617"/>
                  <a:pt x="104775" y="143352"/>
                  <a:pt x="104775" y="138092"/>
                </a:cubicBezTo>
                <a:cubicBezTo>
                  <a:pt x="104775" y="132831"/>
                  <a:pt x="100511" y="128567"/>
                  <a:pt x="95250" y="128567"/>
                </a:cubicBezTo>
                <a:cubicBezTo>
                  <a:pt x="89989" y="128567"/>
                  <a:pt x="85725" y="132831"/>
                  <a:pt x="85725" y="138092"/>
                </a:cubicBezTo>
                <a:cubicBezTo>
                  <a:pt x="85725" y="143352"/>
                  <a:pt x="89989" y="147617"/>
                  <a:pt x="95250" y="147617"/>
                </a:cubicBezTo>
                <a:close/>
                <a:moveTo>
                  <a:pt x="95250" y="0"/>
                </a:moveTo>
                <a:cubicBezTo>
                  <a:pt x="147855" y="0"/>
                  <a:pt x="190500" y="42645"/>
                  <a:pt x="190500" y="95250"/>
                </a:cubicBezTo>
                <a:cubicBezTo>
                  <a:pt x="190500" y="147855"/>
                  <a:pt x="147855" y="190500"/>
                  <a:pt x="95250" y="190500"/>
                </a:cubicBezTo>
                <a:cubicBezTo>
                  <a:pt x="79836" y="190500"/>
                  <a:pt x="64940" y="186829"/>
                  <a:pt x="51557" y="179908"/>
                </a:cubicBezTo>
                <a:lnTo>
                  <a:pt x="15117" y="190074"/>
                </a:lnTo>
                <a:cubicBezTo>
                  <a:pt x="8783" y="191843"/>
                  <a:pt x="2215" y="188143"/>
                  <a:pt x="447" y="181809"/>
                </a:cubicBezTo>
                <a:cubicBezTo>
                  <a:pt x="-138" y="179714"/>
                  <a:pt x="-138" y="177497"/>
                  <a:pt x="447" y="175404"/>
                </a:cubicBezTo>
                <a:lnTo>
                  <a:pt x="10617" y="138991"/>
                </a:lnTo>
                <a:cubicBezTo>
                  <a:pt x="3680" y="125597"/>
                  <a:pt x="0" y="110683"/>
                  <a:pt x="0" y="95250"/>
                </a:cubicBezTo>
                <a:cubicBezTo>
                  <a:pt x="0" y="42645"/>
                  <a:pt x="42645" y="0"/>
                  <a:pt x="95250" y="0"/>
                </a:cubicBezTo>
                <a:close/>
                <a:moveTo>
                  <a:pt x="95250" y="14288"/>
                </a:moveTo>
                <a:cubicBezTo>
                  <a:pt x="50536" y="14288"/>
                  <a:pt x="14288" y="50536"/>
                  <a:pt x="14288" y="95250"/>
                </a:cubicBezTo>
                <a:cubicBezTo>
                  <a:pt x="14288" y="109248"/>
                  <a:pt x="17838" y="122714"/>
                  <a:pt x="24508" y="134660"/>
                </a:cubicBezTo>
                <a:lnTo>
                  <a:pt x="25943" y="137229"/>
                </a:lnTo>
                <a:lnTo>
                  <a:pt x="15344" y="175178"/>
                </a:lnTo>
                <a:lnTo>
                  <a:pt x="53317" y="164584"/>
                </a:lnTo>
                <a:lnTo>
                  <a:pt x="55884" y="166016"/>
                </a:lnTo>
                <a:cubicBezTo>
                  <a:pt x="67819" y="172670"/>
                  <a:pt x="81269" y="176213"/>
                  <a:pt x="95250" y="176213"/>
                </a:cubicBezTo>
                <a:cubicBezTo>
                  <a:pt x="139964" y="176213"/>
                  <a:pt x="176213" y="139964"/>
                  <a:pt x="176213" y="95250"/>
                </a:cubicBezTo>
                <a:cubicBezTo>
                  <a:pt x="176213" y="50536"/>
                  <a:pt x="139964" y="14288"/>
                  <a:pt x="95250" y="14288"/>
                </a:cubicBezTo>
                <a:close/>
              </a:path>
            </a:pathLst>
          </a:custGeom>
          <a:solidFill>
            <a:schemeClr val="tx2"/>
          </a:solidFill>
          <a:ln w="15875" cap="rnd">
            <a:noFill/>
            <a:prstDash val="solid"/>
            <a:round/>
          </a:ln>
          <a:effectLst/>
        </p:spPr>
        <p:txBody>
          <a:bodyPr/>
          <a:lstStyle/>
          <a:p>
            <a:endParaRPr lang="en-IN"/>
          </a:p>
        </p:txBody>
      </p:sp>
      <p:sp>
        <p:nvSpPr>
          <p:cNvPr id="57" name="Graphic 43">
            <a:extLst>
              <a:ext uri="{FF2B5EF4-FFF2-40B4-BE49-F238E27FC236}">
                <a16:creationId xmlns:a16="http://schemas.microsoft.com/office/drawing/2014/main" id="{4DFB99B6-AB3B-9040-1432-94982EC81B9F}"/>
              </a:ext>
              <a:ext uri="{C183D7F6-B498-43B3-948B-1728B52AA6E4}">
                <adec:decorative xmlns:adec="http://schemas.microsoft.com/office/drawing/2017/decorative" val="1"/>
              </a:ext>
            </a:extLst>
          </p:cNvPr>
          <p:cNvSpPr>
            <a:spLocks noChangeAspect="1"/>
          </p:cNvSpPr>
          <p:nvPr/>
        </p:nvSpPr>
        <p:spPr>
          <a:xfrm>
            <a:off x="7313729" y="1568338"/>
            <a:ext cx="354388" cy="354388"/>
          </a:xfrm>
          <a:custGeom>
            <a:avLst/>
            <a:gdLst>
              <a:gd name="connsiteX0" fmla="*/ 110490 w 274319"/>
              <a:gd name="connsiteY0" fmla="*/ 0 h 274319"/>
              <a:gd name="connsiteX1" fmla="*/ 220980 w 274319"/>
              <a:gd name="connsiteY1" fmla="*/ 110490 h 274319"/>
              <a:gd name="connsiteX2" fmla="*/ 196284 w 274319"/>
              <a:gd name="connsiteY2" fmla="*/ 180119 h 274319"/>
              <a:gd name="connsiteX3" fmla="*/ 270972 w 274319"/>
              <a:gd name="connsiteY3" fmla="*/ 254808 h 274319"/>
              <a:gd name="connsiteX4" fmla="*/ 270972 w 274319"/>
              <a:gd name="connsiteY4" fmla="*/ 270972 h 274319"/>
              <a:gd name="connsiteX5" fmla="*/ 256090 w 274319"/>
              <a:gd name="connsiteY5" fmla="*/ 272078 h 274319"/>
              <a:gd name="connsiteX6" fmla="*/ 254808 w 274319"/>
              <a:gd name="connsiteY6" fmla="*/ 270972 h 274319"/>
              <a:gd name="connsiteX7" fmla="*/ 180119 w 274319"/>
              <a:gd name="connsiteY7" fmla="*/ 196284 h 274319"/>
              <a:gd name="connsiteX8" fmla="*/ 110490 w 274319"/>
              <a:gd name="connsiteY8" fmla="*/ 220980 h 274319"/>
              <a:gd name="connsiteX9" fmla="*/ 0 w 274319"/>
              <a:gd name="connsiteY9" fmla="*/ 110490 h 274319"/>
              <a:gd name="connsiteX10" fmla="*/ 110490 w 274319"/>
              <a:gd name="connsiteY10" fmla="*/ 0 h 274319"/>
              <a:gd name="connsiteX11" fmla="*/ 110490 w 274319"/>
              <a:gd name="connsiteY11" fmla="*/ 22860 h 274319"/>
              <a:gd name="connsiteX12" fmla="*/ 22860 w 274319"/>
              <a:gd name="connsiteY12" fmla="*/ 110490 h 274319"/>
              <a:gd name="connsiteX13" fmla="*/ 110490 w 274319"/>
              <a:gd name="connsiteY13" fmla="*/ 198120 h 274319"/>
              <a:gd name="connsiteX14" fmla="*/ 198120 w 274319"/>
              <a:gd name="connsiteY14" fmla="*/ 110490 h 274319"/>
              <a:gd name="connsiteX15" fmla="*/ 110490 w 274319"/>
              <a:gd name="connsiteY15" fmla="*/ 22860 h 27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19" h="274319">
                <a:moveTo>
                  <a:pt x="110490" y="0"/>
                </a:moveTo>
                <a:cubicBezTo>
                  <a:pt x="171512" y="0"/>
                  <a:pt x="220980" y="49468"/>
                  <a:pt x="220980" y="110490"/>
                </a:cubicBezTo>
                <a:cubicBezTo>
                  <a:pt x="220980" y="136884"/>
                  <a:pt x="211725" y="161116"/>
                  <a:pt x="196284" y="180119"/>
                </a:cubicBezTo>
                <a:lnTo>
                  <a:pt x="270972" y="254808"/>
                </a:lnTo>
                <a:cubicBezTo>
                  <a:pt x="275436" y="259272"/>
                  <a:pt x="275436" y="266508"/>
                  <a:pt x="270972" y="270972"/>
                </a:cubicBezTo>
                <a:cubicBezTo>
                  <a:pt x="266915" y="275030"/>
                  <a:pt x="260564" y="275399"/>
                  <a:pt x="256090" y="272078"/>
                </a:cubicBezTo>
                <a:lnTo>
                  <a:pt x="254808" y="270972"/>
                </a:lnTo>
                <a:lnTo>
                  <a:pt x="180119" y="196284"/>
                </a:lnTo>
                <a:cubicBezTo>
                  <a:pt x="161116" y="211725"/>
                  <a:pt x="136884" y="220980"/>
                  <a:pt x="110490" y="220980"/>
                </a:cubicBezTo>
                <a:cubicBezTo>
                  <a:pt x="49468" y="220980"/>
                  <a:pt x="0" y="171512"/>
                  <a:pt x="0" y="110490"/>
                </a:cubicBezTo>
                <a:cubicBezTo>
                  <a:pt x="0" y="49468"/>
                  <a:pt x="49468" y="0"/>
                  <a:pt x="110490" y="0"/>
                </a:cubicBezTo>
                <a:close/>
                <a:moveTo>
                  <a:pt x="110490" y="22860"/>
                </a:moveTo>
                <a:cubicBezTo>
                  <a:pt x="62093" y="22860"/>
                  <a:pt x="22860" y="62093"/>
                  <a:pt x="22860" y="110490"/>
                </a:cubicBezTo>
                <a:cubicBezTo>
                  <a:pt x="22860" y="158886"/>
                  <a:pt x="62093" y="198120"/>
                  <a:pt x="110490" y="198120"/>
                </a:cubicBezTo>
                <a:cubicBezTo>
                  <a:pt x="158886" y="198120"/>
                  <a:pt x="198120" y="158886"/>
                  <a:pt x="198120" y="110490"/>
                </a:cubicBezTo>
                <a:cubicBezTo>
                  <a:pt x="198120" y="62093"/>
                  <a:pt x="158886" y="22860"/>
                  <a:pt x="110490" y="22860"/>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58" name="Graphic 12">
            <a:extLst>
              <a:ext uri="{FF2B5EF4-FFF2-40B4-BE49-F238E27FC236}">
                <a16:creationId xmlns:a16="http://schemas.microsoft.com/office/drawing/2014/main" id="{BD7A840C-C6FD-76D5-6CB0-E92A1AFDC4C5}"/>
              </a:ext>
              <a:ext uri="{C183D7F6-B498-43B3-948B-1728B52AA6E4}">
                <adec:decorative xmlns:adec="http://schemas.microsoft.com/office/drawing/2017/decorative" val="1"/>
              </a:ext>
            </a:extLst>
          </p:cNvPr>
          <p:cNvSpPr>
            <a:spLocks noChangeAspect="1"/>
          </p:cNvSpPr>
          <p:nvPr/>
        </p:nvSpPr>
        <p:spPr>
          <a:xfrm>
            <a:off x="10081419" y="1549180"/>
            <a:ext cx="392354" cy="392704"/>
          </a:xfrm>
          <a:custGeom>
            <a:avLst/>
            <a:gdLst>
              <a:gd name="connsiteX0" fmla="*/ 159829 w 200024"/>
              <a:gd name="connsiteY0" fmla="*/ 2274 h 200203"/>
              <a:gd name="connsiteX1" fmla="*/ 149733 w 200024"/>
              <a:gd name="connsiteY1" fmla="*/ 1917 h 200203"/>
              <a:gd name="connsiteX2" fmla="*/ 149377 w 200024"/>
              <a:gd name="connsiteY2" fmla="*/ 12014 h 200203"/>
              <a:gd name="connsiteX3" fmla="*/ 149733 w 200024"/>
              <a:gd name="connsiteY3" fmla="*/ 12370 h 200203"/>
              <a:gd name="connsiteX4" fmla="*/ 166116 w 200024"/>
              <a:gd name="connsiteY4" fmla="*/ 28753 h 200203"/>
              <a:gd name="connsiteX5" fmla="*/ 107156 w 200024"/>
              <a:gd name="connsiteY5" fmla="*/ 28753 h 200203"/>
              <a:gd name="connsiteX6" fmla="*/ 80962 w 200024"/>
              <a:gd name="connsiteY6" fmla="*/ 54947 h 200203"/>
              <a:gd name="connsiteX7" fmla="*/ 80962 w 200024"/>
              <a:gd name="connsiteY7" fmla="*/ 145406 h 200203"/>
              <a:gd name="connsiteX8" fmla="*/ 69056 w 200024"/>
              <a:gd name="connsiteY8" fmla="*/ 157312 h 200203"/>
              <a:gd name="connsiteX9" fmla="*/ 56750 w 200024"/>
              <a:gd name="connsiteY9" fmla="*/ 157312 h 200203"/>
              <a:gd name="connsiteX10" fmla="*/ 23788 w 200024"/>
              <a:gd name="connsiteY10" fmla="*/ 133934 h 200203"/>
              <a:gd name="connsiteX11" fmla="*/ 409 w 200024"/>
              <a:gd name="connsiteY11" fmla="*/ 166896 h 200203"/>
              <a:gd name="connsiteX12" fmla="*/ 33371 w 200024"/>
              <a:gd name="connsiteY12" fmla="*/ 190274 h 200203"/>
              <a:gd name="connsiteX13" fmla="*/ 55531 w 200024"/>
              <a:gd name="connsiteY13" fmla="*/ 171600 h 200203"/>
              <a:gd name="connsiteX14" fmla="*/ 69056 w 200024"/>
              <a:gd name="connsiteY14" fmla="*/ 171600 h 200203"/>
              <a:gd name="connsiteX15" fmla="*/ 95250 w 200024"/>
              <a:gd name="connsiteY15" fmla="*/ 145406 h 200203"/>
              <a:gd name="connsiteX16" fmla="*/ 95250 w 200024"/>
              <a:gd name="connsiteY16" fmla="*/ 54947 h 200203"/>
              <a:gd name="connsiteX17" fmla="*/ 107156 w 200024"/>
              <a:gd name="connsiteY17" fmla="*/ 43041 h 200203"/>
              <a:gd name="connsiteX18" fmla="*/ 166116 w 200024"/>
              <a:gd name="connsiteY18" fmla="*/ 43041 h 200203"/>
              <a:gd name="connsiteX19" fmla="*/ 149733 w 200024"/>
              <a:gd name="connsiteY19" fmla="*/ 59424 h 200203"/>
              <a:gd name="connsiteX20" fmla="*/ 150089 w 200024"/>
              <a:gd name="connsiteY20" fmla="*/ 69520 h 200203"/>
              <a:gd name="connsiteX21" fmla="*/ 159829 w 200024"/>
              <a:gd name="connsiteY21" fmla="*/ 69520 h 200203"/>
              <a:gd name="connsiteX22" fmla="*/ 188404 w 200024"/>
              <a:gd name="connsiteY22" fmla="*/ 40945 h 200203"/>
              <a:gd name="connsiteX23" fmla="*/ 188404 w 200024"/>
              <a:gd name="connsiteY23" fmla="*/ 30849 h 200203"/>
              <a:gd name="connsiteX24" fmla="*/ 159829 w 200024"/>
              <a:gd name="connsiteY24" fmla="*/ 2274 h 200203"/>
              <a:gd name="connsiteX25" fmla="*/ 14287 w 200024"/>
              <a:gd name="connsiteY25" fmla="*/ 162103 h 200203"/>
              <a:gd name="connsiteX26" fmla="*/ 28575 w 200024"/>
              <a:gd name="connsiteY26" fmla="*/ 147816 h 200203"/>
              <a:gd name="connsiteX27" fmla="*/ 42862 w 200024"/>
              <a:gd name="connsiteY27" fmla="*/ 162103 h 200203"/>
              <a:gd name="connsiteX28" fmla="*/ 28575 w 200024"/>
              <a:gd name="connsiteY28" fmla="*/ 176391 h 200203"/>
              <a:gd name="connsiteX29" fmla="*/ 14287 w 200024"/>
              <a:gd name="connsiteY29" fmla="*/ 162103 h 200203"/>
              <a:gd name="connsiteX30" fmla="*/ 114300 w 200024"/>
              <a:gd name="connsiteY30" fmla="*/ 133528 h 200203"/>
              <a:gd name="connsiteX31" fmla="*/ 123825 w 200024"/>
              <a:gd name="connsiteY31" fmla="*/ 124003 h 200203"/>
              <a:gd name="connsiteX32" fmla="*/ 171450 w 200024"/>
              <a:gd name="connsiteY32" fmla="*/ 124003 h 200203"/>
              <a:gd name="connsiteX33" fmla="*/ 180975 w 200024"/>
              <a:gd name="connsiteY33" fmla="*/ 133528 h 200203"/>
              <a:gd name="connsiteX34" fmla="*/ 180975 w 200024"/>
              <a:gd name="connsiteY34" fmla="*/ 171628 h 200203"/>
              <a:gd name="connsiteX35" fmla="*/ 171450 w 200024"/>
              <a:gd name="connsiteY35" fmla="*/ 181153 h 200203"/>
              <a:gd name="connsiteX36" fmla="*/ 123825 w 200024"/>
              <a:gd name="connsiteY36" fmla="*/ 181153 h 200203"/>
              <a:gd name="connsiteX37" fmla="*/ 114300 w 200024"/>
              <a:gd name="connsiteY37" fmla="*/ 171628 h 200203"/>
              <a:gd name="connsiteX38" fmla="*/ 114300 w 200024"/>
              <a:gd name="connsiteY38" fmla="*/ 133528 h 200203"/>
              <a:gd name="connsiteX39" fmla="*/ 200025 w 200024"/>
              <a:gd name="connsiteY39" fmla="*/ 147816 h 200203"/>
              <a:gd name="connsiteX40" fmla="*/ 195262 w 200024"/>
              <a:gd name="connsiteY40" fmla="*/ 143053 h 200203"/>
              <a:gd name="connsiteX41" fmla="*/ 190500 w 200024"/>
              <a:gd name="connsiteY41" fmla="*/ 147816 h 200203"/>
              <a:gd name="connsiteX42" fmla="*/ 190500 w 200024"/>
              <a:gd name="connsiteY42" fmla="*/ 176391 h 200203"/>
              <a:gd name="connsiteX43" fmla="*/ 176212 w 200024"/>
              <a:gd name="connsiteY43" fmla="*/ 190678 h 200203"/>
              <a:gd name="connsiteX44" fmla="*/ 138112 w 200024"/>
              <a:gd name="connsiteY44" fmla="*/ 190678 h 200203"/>
              <a:gd name="connsiteX45" fmla="*/ 133350 w 200024"/>
              <a:gd name="connsiteY45" fmla="*/ 195441 h 200203"/>
              <a:gd name="connsiteX46" fmla="*/ 138112 w 200024"/>
              <a:gd name="connsiteY46" fmla="*/ 200203 h 200203"/>
              <a:gd name="connsiteX47" fmla="*/ 176212 w 200024"/>
              <a:gd name="connsiteY47" fmla="*/ 200203 h 200203"/>
              <a:gd name="connsiteX48" fmla="*/ 200025 w 200024"/>
              <a:gd name="connsiteY48" fmla="*/ 176391 h 200203"/>
              <a:gd name="connsiteX49" fmla="*/ 200025 w 200024"/>
              <a:gd name="connsiteY49" fmla="*/ 147816 h 20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00024" h="200203">
                <a:moveTo>
                  <a:pt x="159829" y="2274"/>
                </a:moveTo>
                <a:cubicBezTo>
                  <a:pt x="157140" y="-613"/>
                  <a:pt x="152619" y="-772"/>
                  <a:pt x="149733" y="1917"/>
                </a:cubicBezTo>
                <a:cubicBezTo>
                  <a:pt x="146847" y="4607"/>
                  <a:pt x="146687" y="9127"/>
                  <a:pt x="149377" y="12014"/>
                </a:cubicBezTo>
                <a:cubicBezTo>
                  <a:pt x="149491" y="12137"/>
                  <a:pt x="149610" y="12256"/>
                  <a:pt x="149733" y="12370"/>
                </a:cubicBezTo>
                <a:lnTo>
                  <a:pt x="166116" y="28753"/>
                </a:lnTo>
                <a:lnTo>
                  <a:pt x="107156" y="28753"/>
                </a:lnTo>
                <a:cubicBezTo>
                  <a:pt x="92690" y="28753"/>
                  <a:pt x="80962" y="40481"/>
                  <a:pt x="80962" y="54947"/>
                </a:cubicBezTo>
                <a:lnTo>
                  <a:pt x="80962" y="145406"/>
                </a:lnTo>
                <a:cubicBezTo>
                  <a:pt x="80962" y="151978"/>
                  <a:pt x="75628" y="157312"/>
                  <a:pt x="69056" y="157312"/>
                </a:cubicBezTo>
                <a:lnTo>
                  <a:pt x="56750" y="157312"/>
                </a:lnTo>
                <a:cubicBezTo>
                  <a:pt x="54103" y="141754"/>
                  <a:pt x="39346" y="131287"/>
                  <a:pt x="23788" y="133934"/>
                </a:cubicBezTo>
                <a:cubicBezTo>
                  <a:pt x="8230" y="136580"/>
                  <a:pt x="-2237" y="151338"/>
                  <a:pt x="409" y="166896"/>
                </a:cubicBezTo>
                <a:cubicBezTo>
                  <a:pt x="3056" y="182454"/>
                  <a:pt x="17813" y="192921"/>
                  <a:pt x="33371" y="190274"/>
                </a:cubicBezTo>
                <a:cubicBezTo>
                  <a:pt x="43601" y="188534"/>
                  <a:pt x="52083" y="181386"/>
                  <a:pt x="55531" y="171600"/>
                </a:cubicBezTo>
                <a:lnTo>
                  <a:pt x="69056" y="171600"/>
                </a:lnTo>
                <a:cubicBezTo>
                  <a:pt x="83523" y="171600"/>
                  <a:pt x="95250" y="159872"/>
                  <a:pt x="95250" y="145406"/>
                </a:cubicBezTo>
                <a:lnTo>
                  <a:pt x="95250" y="54947"/>
                </a:lnTo>
                <a:cubicBezTo>
                  <a:pt x="95250" y="48375"/>
                  <a:pt x="100584" y="43041"/>
                  <a:pt x="107156" y="43041"/>
                </a:cubicBezTo>
                <a:lnTo>
                  <a:pt x="166116" y="43041"/>
                </a:lnTo>
                <a:lnTo>
                  <a:pt x="149733" y="59424"/>
                </a:lnTo>
                <a:cubicBezTo>
                  <a:pt x="147043" y="62310"/>
                  <a:pt x="147203" y="66831"/>
                  <a:pt x="150089" y="69520"/>
                </a:cubicBezTo>
                <a:cubicBezTo>
                  <a:pt x="152832" y="72077"/>
                  <a:pt x="157086" y="72077"/>
                  <a:pt x="159829" y="69520"/>
                </a:cubicBezTo>
                <a:lnTo>
                  <a:pt x="188404" y="40945"/>
                </a:lnTo>
                <a:cubicBezTo>
                  <a:pt x="191191" y="38156"/>
                  <a:pt x="191191" y="33638"/>
                  <a:pt x="188404" y="30849"/>
                </a:cubicBezTo>
                <a:lnTo>
                  <a:pt x="159829" y="2274"/>
                </a:lnTo>
                <a:close/>
                <a:moveTo>
                  <a:pt x="14287" y="162103"/>
                </a:moveTo>
                <a:cubicBezTo>
                  <a:pt x="14287" y="154213"/>
                  <a:pt x="20684" y="147816"/>
                  <a:pt x="28575" y="147816"/>
                </a:cubicBezTo>
                <a:cubicBezTo>
                  <a:pt x="36466" y="147816"/>
                  <a:pt x="42862" y="154213"/>
                  <a:pt x="42862" y="162103"/>
                </a:cubicBezTo>
                <a:cubicBezTo>
                  <a:pt x="42862" y="169994"/>
                  <a:pt x="36466" y="176391"/>
                  <a:pt x="28575" y="176391"/>
                </a:cubicBezTo>
                <a:cubicBezTo>
                  <a:pt x="20684" y="176391"/>
                  <a:pt x="14287" y="169994"/>
                  <a:pt x="14287" y="162103"/>
                </a:cubicBezTo>
                <a:close/>
                <a:moveTo>
                  <a:pt x="114300" y="133528"/>
                </a:moveTo>
                <a:cubicBezTo>
                  <a:pt x="114300" y="128268"/>
                  <a:pt x="118564" y="124003"/>
                  <a:pt x="123825" y="124003"/>
                </a:cubicBezTo>
                <a:lnTo>
                  <a:pt x="171450" y="124003"/>
                </a:lnTo>
                <a:cubicBezTo>
                  <a:pt x="176711" y="124003"/>
                  <a:pt x="180975" y="128268"/>
                  <a:pt x="180975" y="133528"/>
                </a:cubicBezTo>
                <a:lnTo>
                  <a:pt x="180975" y="171628"/>
                </a:lnTo>
                <a:cubicBezTo>
                  <a:pt x="180975" y="176889"/>
                  <a:pt x="176711" y="181153"/>
                  <a:pt x="171450" y="181153"/>
                </a:cubicBezTo>
                <a:lnTo>
                  <a:pt x="123825" y="181153"/>
                </a:lnTo>
                <a:cubicBezTo>
                  <a:pt x="118564" y="181153"/>
                  <a:pt x="114300" y="176889"/>
                  <a:pt x="114300" y="171628"/>
                </a:cubicBezTo>
                <a:lnTo>
                  <a:pt x="114300" y="133528"/>
                </a:lnTo>
                <a:close/>
                <a:moveTo>
                  <a:pt x="200025" y="147816"/>
                </a:moveTo>
                <a:cubicBezTo>
                  <a:pt x="200025" y="145186"/>
                  <a:pt x="197892" y="143053"/>
                  <a:pt x="195262" y="143053"/>
                </a:cubicBezTo>
                <a:cubicBezTo>
                  <a:pt x="192633" y="143053"/>
                  <a:pt x="190500" y="145186"/>
                  <a:pt x="190500" y="147816"/>
                </a:cubicBezTo>
                <a:lnTo>
                  <a:pt x="190500" y="176391"/>
                </a:lnTo>
                <a:cubicBezTo>
                  <a:pt x="190500" y="184281"/>
                  <a:pt x="184103" y="190678"/>
                  <a:pt x="176212" y="190678"/>
                </a:cubicBezTo>
                <a:lnTo>
                  <a:pt x="138112" y="190678"/>
                </a:lnTo>
                <a:cubicBezTo>
                  <a:pt x="135483" y="190678"/>
                  <a:pt x="133350" y="192811"/>
                  <a:pt x="133350" y="195441"/>
                </a:cubicBezTo>
                <a:cubicBezTo>
                  <a:pt x="133350" y="198071"/>
                  <a:pt x="135483" y="200203"/>
                  <a:pt x="138112" y="200203"/>
                </a:cubicBezTo>
                <a:lnTo>
                  <a:pt x="176212" y="200203"/>
                </a:lnTo>
                <a:cubicBezTo>
                  <a:pt x="189364" y="200203"/>
                  <a:pt x="200025" y="189542"/>
                  <a:pt x="200025" y="176391"/>
                </a:cubicBezTo>
                <a:lnTo>
                  <a:pt x="200025" y="147816"/>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59" name="Graphic 10">
            <a:extLst>
              <a:ext uri="{FF2B5EF4-FFF2-40B4-BE49-F238E27FC236}">
                <a16:creationId xmlns:a16="http://schemas.microsoft.com/office/drawing/2014/main" id="{1F2C904E-F52A-0E0D-41D3-8C003327B679}"/>
              </a:ext>
              <a:ext uri="{C183D7F6-B498-43B3-948B-1728B52AA6E4}">
                <adec:decorative xmlns:adec="http://schemas.microsoft.com/office/drawing/2017/decorative" val="1"/>
              </a:ext>
            </a:extLst>
          </p:cNvPr>
          <p:cNvSpPr/>
          <p:nvPr/>
        </p:nvSpPr>
        <p:spPr>
          <a:xfrm>
            <a:off x="10077690" y="4161618"/>
            <a:ext cx="399810" cy="399810"/>
          </a:xfrm>
          <a:custGeom>
            <a:avLst/>
            <a:gdLst>
              <a:gd name="connsiteX0" fmla="*/ 95250 w 200025"/>
              <a:gd name="connsiteY0" fmla="*/ 0 h 200025"/>
              <a:gd name="connsiteX1" fmla="*/ 190500 w 200025"/>
              <a:gd name="connsiteY1" fmla="*/ 95250 h 200025"/>
              <a:gd name="connsiteX2" fmla="*/ 189757 w 200025"/>
              <a:gd name="connsiteY2" fmla="*/ 107252 h 200025"/>
              <a:gd name="connsiteX3" fmla="*/ 175755 w 200025"/>
              <a:gd name="connsiteY3" fmla="*/ 86630 h 200025"/>
              <a:gd name="connsiteX4" fmla="*/ 86492 w 200025"/>
              <a:gd name="connsiteY4" fmla="*/ 14902 h 200025"/>
              <a:gd name="connsiteX5" fmla="*/ 14288 w 200025"/>
              <a:gd name="connsiteY5" fmla="*/ 95250 h 200025"/>
              <a:gd name="connsiteX6" fmla="*/ 95240 w 200025"/>
              <a:gd name="connsiteY6" fmla="*/ 176222 h 200025"/>
              <a:gd name="connsiteX7" fmla="*/ 104775 w 200025"/>
              <a:gd name="connsiteY7" fmla="*/ 175660 h 200025"/>
              <a:gd name="connsiteX8" fmla="*/ 104775 w 200025"/>
              <a:gd name="connsiteY8" fmla="*/ 185738 h 200025"/>
              <a:gd name="connsiteX9" fmla="*/ 105156 w 200025"/>
              <a:gd name="connsiteY9" fmla="*/ 189995 h 200025"/>
              <a:gd name="connsiteX10" fmla="*/ 95250 w 200025"/>
              <a:gd name="connsiteY10" fmla="*/ 190500 h 200025"/>
              <a:gd name="connsiteX11" fmla="*/ 0 w 200025"/>
              <a:gd name="connsiteY11" fmla="*/ 95250 h 200025"/>
              <a:gd name="connsiteX12" fmla="*/ 95250 w 200025"/>
              <a:gd name="connsiteY12" fmla="*/ 0 h 200025"/>
              <a:gd name="connsiteX13" fmla="*/ 176089 w 200025"/>
              <a:gd name="connsiteY13" fmla="*/ 99841 h 200025"/>
              <a:gd name="connsiteX14" fmla="*/ 142711 w 200025"/>
              <a:gd name="connsiteY14" fmla="*/ 95366 h 200025"/>
              <a:gd name="connsiteX15" fmla="*/ 133350 w 200025"/>
              <a:gd name="connsiteY15" fmla="*/ 114300 h 200025"/>
              <a:gd name="connsiteX16" fmla="*/ 133350 w 200025"/>
              <a:gd name="connsiteY16" fmla="*/ 123825 h 200025"/>
              <a:gd name="connsiteX17" fmla="*/ 128588 w 200025"/>
              <a:gd name="connsiteY17" fmla="*/ 123825 h 200025"/>
              <a:gd name="connsiteX18" fmla="*/ 114300 w 200025"/>
              <a:gd name="connsiteY18" fmla="*/ 138113 h 200025"/>
              <a:gd name="connsiteX19" fmla="*/ 114300 w 200025"/>
              <a:gd name="connsiteY19" fmla="*/ 185738 h 200025"/>
              <a:gd name="connsiteX20" fmla="*/ 128588 w 200025"/>
              <a:gd name="connsiteY20" fmla="*/ 200025 h 200025"/>
              <a:gd name="connsiteX21" fmla="*/ 185738 w 200025"/>
              <a:gd name="connsiteY21" fmla="*/ 200025 h 200025"/>
              <a:gd name="connsiteX22" fmla="*/ 200025 w 200025"/>
              <a:gd name="connsiteY22" fmla="*/ 185738 h 200025"/>
              <a:gd name="connsiteX23" fmla="*/ 200025 w 200025"/>
              <a:gd name="connsiteY23" fmla="*/ 138113 h 200025"/>
              <a:gd name="connsiteX24" fmla="*/ 185738 w 200025"/>
              <a:gd name="connsiteY24" fmla="*/ 123825 h 200025"/>
              <a:gd name="connsiteX25" fmla="*/ 180975 w 200025"/>
              <a:gd name="connsiteY25" fmla="*/ 123825 h 200025"/>
              <a:gd name="connsiteX26" fmla="*/ 180975 w 200025"/>
              <a:gd name="connsiteY26" fmla="*/ 114300 h 200025"/>
              <a:gd name="connsiteX27" fmla="*/ 176089 w 200025"/>
              <a:gd name="connsiteY27" fmla="*/ 99841 h 200025"/>
              <a:gd name="connsiteX28" fmla="*/ 153419 w 200025"/>
              <a:gd name="connsiteY28" fmla="*/ 170688 h 200025"/>
              <a:gd name="connsiteX29" fmla="*/ 148404 w 200025"/>
              <a:gd name="connsiteY29" fmla="*/ 158177 h 200025"/>
              <a:gd name="connsiteX30" fmla="*/ 160915 w 200025"/>
              <a:gd name="connsiteY30" fmla="*/ 153162 h 200025"/>
              <a:gd name="connsiteX31" fmla="*/ 165930 w 200025"/>
              <a:gd name="connsiteY31" fmla="*/ 165673 h 200025"/>
              <a:gd name="connsiteX32" fmla="*/ 153419 w 200025"/>
              <a:gd name="connsiteY32" fmla="*/ 170688 h 200025"/>
              <a:gd name="connsiteX33" fmla="*/ 147638 w 200025"/>
              <a:gd name="connsiteY33" fmla="*/ 114300 h 200025"/>
              <a:gd name="connsiteX34" fmla="*/ 157163 w 200025"/>
              <a:gd name="connsiteY34" fmla="*/ 104775 h 200025"/>
              <a:gd name="connsiteX35" fmla="*/ 166688 w 200025"/>
              <a:gd name="connsiteY35" fmla="*/ 114300 h 200025"/>
              <a:gd name="connsiteX36" fmla="*/ 166688 w 200025"/>
              <a:gd name="connsiteY36" fmla="*/ 123825 h 200025"/>
              <a:gd name="connsiteX37" fmla="*/ 147638 w 200025"/>
              <a:gd name="connsiteY37" fmla="*/ 123825 h 200025"/>
              <a:gd name="connsiteX38" fmla="*/ 147638 w 200025"/>
              <a:gd name="connsiteY38" fmla="*/ 114300 h 200025"/>
              <a:gd name="connsiteX39" fmla="*/ 83344 w 200025"/>
              <a:gd name="connsiteY39" fmla="*/ 108966 h 200025"/>
              <a:gd name="connsiteX40" fmla="*/ 125921 w 200025"/>
              <a:gd name="connsiteY40" fmla="*/ 66389 h 200025"/>
              <a:gd name="connsiteX41" fmla="*/ 136024 w 200025"/>
              <a:gd name="connsiteY41" fmla="*/ 66429 h 200025"/>
              <a:gd name="connsiteX42" fmla="*/ 136712 w 200025"/>
              <a:gd name="connsiteY42" fmla="*/ 75686 h 200025"/>
              <a:gd name="connsiteX43" fmla="*/ 136017 w 200025"/>
              <a:gd name="connsiteY43" fmla="*/ 76486 h 200025"/>
              <a:gd name="connsiteX44" fmla="*/ 88392 w 200025"/>
              <a:gd name="connsiteY44" fmla="*/ 124111 h 200025"/>
              <a:gd name="connsiteX45" fmla="*/ 79096 w 200025"/>
              <a:gd name="connsiteY45" fmla="*/ 124806 h 200025"/>
              <a:gd name="connsiteX46" fmla="*/ 78296 w 200025"/>
              <a:gd name="connsiteY46" fmla="*/ 124111 h 200025"/>
              <a:gd name="connsiteX47" fmla="*/ 54483 w 200025"/>
              <a:gd name="connsiteY47" fmla="*/ 100298 h 200025"/>
              <a:gd name="connsiteX48" fmla="*/ 54522 w 200025"/>
              <a:gd name="connsiteY48" fmla="*/ 90195 h 200025"/>
              <a:gd name="connsiteX49" fmla="*/ 63779 w 200025"/>
              <a:gd name="connsiteY49" fmla="*/ 89506 h 200025"/>
              <a:gd name="connsiteX50" fmla="*/ 64579 w 200025"/>
              <a:gd name="connsiteY50" fmla="*/ 90202 h 200025"/>
              <a:gd name="connsiteX51" fmla="*/ 83344 w 200025"/>
              <a:gd name="connsiteY51" fmla="*/ 108966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200025" h="200025">
                <a:moveTo>
                  <a:pt x="95250" y="0"/>
                </a:moveTo>
                <a:cubicBezTo>
                  <a:pt x="147857" y="0"/>
                  <a:pt x="190500" y="42643"/>
                  <a:pt x="190500" y="95250"/>
                </a:cubicBezTo>
                <a:cubicBezTo>
                  <a:pt x="190500" y="99317"/>
                  <a:pt x="190243" y="103318"/>
                  <a:pt x="189757" y="107252"/>
                </a:cubicBezTo>
                <a:cubicBezTo>
                  <a:pt x="187928" y="98828"/>
                  <a:pt x="182910" y="91437"/>
                  <a:pt x="175755" y="86630"/>
                </a:cubicBezTo>
                <a:cubicBezTo>
                  <a:pt x="170913" y="42173"/>
                  <a:pt x="130948" y="10060"/>
                  <a:pt x="86492" y="14902"/>
                </a:cubicBezTo>
                <a:cubicBezTo>
                  <a:pt x="45465" y="19371"/>
                  <a:pt x="14363" y="53980"/>
                  <a:pt x="14288" y="95250"/>
                </a:cubicBezTo>
                <a:cubicBezTo>
                  <a:pt x="14282" y="139964"/>
                  <a:pt x="50526" y="176217"/>
                  <a:pt x="95240" y="176222"/>
                </a:cubicBezTo>
                <a:cubicBezTo>
                  <a:pt x="98427" y="176223"/>
                  <a:pt x="101611" y="176035"/>
                  <a:pt x="104775" y="175660"/>
                </a:cubicBezTo>
                <a:lnTo>
                  <a:pt x="104775" y="185738"/>
                </a:lnTo>
                <a:cubicBezTo>
                  <a:pt x="104775" y="187185"/>
                  <a:pt x="104908" y="188614"/>
                  <a:pt x="105156" y="189995"/>
                </a:cubicBezTo>
                <a:cubicBezTo>
                  <a:pt x="101865" y="190333"/>
                  <a:pt x="98558" y="190502"/>
                  <a:pt x="95250" y="190500"/>
                </a:cubicBezTo>
                <a:cubicBezTo>
                  <a:pt x="42643" y="190500"/>
                  <a:pt x="0" y="147857"/>
                  <a:pt x="0" y="95250"/>
                </a:cubicBezTo>
                <a:cubicBezTo>
                  <a:pt x="0" y="42643"/>
                  <a:pt x="42643" y="0"/>
                  <a:pt x="95250" y="0"/>
                </a:cubicBezTo>
                <a:close/>
                <a:moveTo>
                  <a:pt x="176089" y="99841"/>
                </a:moveTo>
                <a:cubicBezTo>
                  <a:pt x="168108" y="89388"/>
                  <a:pt x="153164" y="87385"/>
                  <a:pt x="142711" y="95366"/>
                </a:cubicBezTo>
                <a:cubicBezTo>
                  <a:pt x="136809" y="99872"/>
                  <a:pt x="133347" y="106874"/>
                  <a:pt x="133350" y="114300"/>
                </a:cubicBezTo>
                <a:lnTo>
                  <a:pt x="133350" y="123825"/>
                </a:lnTo>
                <a:lnTo>
                  <a:pt x="128588" y="123825"/>
                </a:lnTo>
                <a:cubicBezTo>
                  <a:pt x="120697" y="123825"/>
                  <a:pt x="114300" y="130222"/>
                  <a:pt x="114300" y="138113"/>
                </a:cubicBezTo>
                <a:lnTo>
                  <a:pt x="114300" y="185738"/>
                </a:lnTo>
                <a:cubicBezTo>
                  <a:pt x="114300" y="193628"/>
                  <a:pt x="120697" y="200025"/>
                  <a:pt x="128588" y="200025"/>
                </a:cubicBezTo>
                <a:lnTo>
                  <a:pt x="185738" y="200025"/>
                </a:lnTo>
                <a:cubicBezTo>
                  <a:pt x="193628" y="200025"/>
                  <a:pt x="200025" y="193628"/>
                  <a:pt x="200025" y="185738"/>
                </a:cubicBezTo>
                <a:lnTo>
                  <a:pt x="200025" y="138113"/>
                </a:lnTo>
                <a:cubicBezTo>
                  <a:pt x="200025" y="130222"/>
                  <a:pt x="193628" y="123825"/>
                  <a:pt x="185738" y="123825"/>
                </a:cubicBezTo>
                <a:lnTo>
                  <a:pt x="180975" y="123825"/>
                </a:lnTo>
                <a:lnTo>
                  <a:pt x="180975" y="114300"/>
                </a:lnTo>
                <a:cubicBezTo>
                  <a:pt x="180984" y="109074"/>
                  <a:pt x="179266" y="103991"/>
                  <a:pt x="176089" y="99841"/>
                </a:cubicBezTo>
                <a:close/>
                <a:moveTo>
                  <a:pt x="153419" y="170688"/>
                </a:moveTo>
                <a:cubicBezTo>
                  <a:pt x="148580" y="168618"/>
                  <a:pt x="146334" y="163017"/>
                  <a:pt x="148404" y="158177"/>
                </a:cubicBezTo>
                <a:cubicBezTo>
                  <a:pt x="150474" y="153337"/>
                  <a:pt x="156076" y="151092"/>
                  <a:pt x="160915" y="153162"/>
                </a:cubicBezTo>
                <a:cubicBezTo>
                  <a:pt x="165755" y="155232"/>
                  <a:pt x="168000" y="160833"/>
                  <a:pt x="165930" y="165673"/>
                </a:cubicBezTo>
                <a:cubicBezTo>
                  <a:pt x="163860" y="170513"/>
                  <a:pt x="158259" y="172758"/>
                  <a:pt x="153419" y="170688"/>
                </a:cubicBezTo>
                <a:close/>
                <a:moveTo>
                  <a:pt x="147638" y="114300"/>
                </a:moveTo>
                <a:cubicBezTo>
                  <a:pt x="147638" y="109039"/>
                  <a:pt x="151902" y="104775"/>
                  <a:pt x="157163" y="104775"/>
                </a:cubicBezTo>
                <a:cubicBezTo>
                  <a:pt x="162423" y="104775"/>
                  <a:pt x="166688" y="109039"/>
                  <a:pt x="166688" y="114300"/>
                </a:cubicBezTo>
                <a:lnTo>
                  <a:pt x="166688" y="123825"/>
                </a:lnTo>
                <a:lnTo>
                  <a:pt x="147638" y="123825"/>
                </a:lnTo>
                <a:lnTo>
                  <a:pt x="147638" y="114300"/>
                </a:lnTo>
                <a:close/>
                <a:moveTo>
                  <a:pt x="83344" y="108966"/>
                </a:moveTo>
                <a:lnTo>
                  <a:pt x="125921" y="66389"/>
                </a:lnTo>
                <a:cubicBezTo>
                  <a:pt x="128721" y="63610"/>
                  <a:pt x="133244" y="63628"/>
                  <a:pt x="136024" y="66429"/>
                </a:cubicBezTo>
                <a:cubicBezTo>
                  <a:pt x="138499" y="68924"/>
                  <a:pt x="138792" y="72851"/>
                  <a:pt x="136712" y="75686"/>
                </a:cubicBezTo>
                <a:lnTo>
                  <a:pt x="136017" y="76486"/>
                </a:lnTo>
                <a:lnTo>
                  <a:pt x="88392" y="124111"/>
                </a:lnTo>
                <a:cubicBezTo>
                  <a:pt x="85893" y="126611"/>
                  <a:pt x="81940" y="126906"/>
                  <a:pt x="79096" y="124806"/>
                </a:cubicBezTo>
                <a:lnTo>
                  <a:pt x="78296" y="124111"/>
                </a:lnTo>
                <a:lnTo>
                  <a:pt x="54483" y="100298"/>
                </a:lnTo>
                <a:cubicBezTo>
                  <a:pt x="51704" y="97498"/>
                  <a:pt x="51722" y="92974"/>
                  <a:pt x="54522" y="90195"/>
                </a:cubicBezTo>
                <a:cubicBezTo>
                  <a:pt x="57018" y="87720"/>
                  <a:pt x="60945" y="87427"/>
                  <a:pt x="63779" y="89506"/>
                </a:cubicBezTo>
                <a:lnTo>
                  <a:pt x="64579" y="90202"/>
                </a:lnTo>
                <a:lnTo>
                  <a:pt x="83344" y="108966"/>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60" name="Graphic 21">
            <a:extLst>
              <a:ext uri="{FF2B5EF4-FFF2-40B4-BE49-F238E27FC236}">
                <a16:creationId xmlns:a16="http://schemas.microsoft.com/office/drawing/2014/main" id="{1989DAD4-2C28-5F96-2563-73119E59A6CE}"/>
              </a:ext>
              <a:ext uri="{C183D7F6-B498-43B3-948B-1728B52AA6E4}">
                <adec:decorative xmlns:adec="http://schemas.microsoft.com/office/drawing/2017/decorative" val="1"/>
              </a:ext>
            </a:extLst>
          </p:cNvPr>
          <p:cNvSpPr/>
          <p:nvPr/>
        </p:nvSpPr>
        <p:spPr>
          <a:xfrm>
            <a:off x="7316601" y="4168854"/>
            <a:ext cx="348644" cy="385340"/>
          </a:xfrm>
          <a:custGeom>
            <a:avLst/>
            <a:gdLst>
              <a:gd name="csX0" fmla="*/ 92869 w 180975"/>
              <a:gd name="csY0" fmla="*/ 0 h 200025"/>
              <a:gd name="csX1" fmla="*/ 114171 w 180975"/>
              <a:gd name="csY1" fmla="*/ 19070 h 200025"/>
              <a:gd name="csX2" fmla="*/ 114169 w 180975"/>
              <a:gd name="csY2" fmla="*/ 19045 h 200025"/>
              <a:gd name="csX3" fmla="*/ 130969 w 180975"/>
              <a:gd name="csY3" fmla="*/ 19050 h 200025"/>
              <a:gd name="csX4" fmla="*/ 152400 w 180975"/>
              <a:gd name="csY4" fmla="*/ 40481 h 200025"/>
              <a:gd name="csX5" fmla="*/ 152400 w 180975"/>
              <a:gd name="csY5" fmla="*/ 90470 h 200025"/>
              <a:gd name="csX6" fmla="*/ 138113 w 180975"/>
              <a:gd name="csY6" fmla="*/ 86453 h 200025"/>
              <a:gd name="csX7" fmla="*/ 138113 w 180975"/>
              <a:gd name="csY7" fmla="*/ 40481 h 200025"/>
              <a:gd name="csX8" fmla="*/ 130969 w 180975"/>
              <a:gd name="csY8" fmla="*/ 33338 h 200025"/>
              <a:gd name="csX9" fmla="*/ 110690 w 180975"/>
              <a:gd name="csY9" fmla="*/ 33339 h 200025"/>
              <a:gd name="csX10" fmla="*/ 92869 w 180975"/>
              <a:gd name="csY10" fmla="*/ 42863 h 200025"/>
              <a:gd name="csX11" fmla="*/ 59531 w 180975"/>
              <a:gd name="csY11" fmla="*/ 42863 h 200025"/>
              <a:gd name="csX12" fmla="*/ 41710 w 180975"/>
              <a:gd name="csY12" fmla="*/ 33339 h 200025"/>
              <a:gd name="csX13" fmla="*/ 21431 w 180975"/>
              <a:gd name="csY13" fmla="*/ 33338 h 200025"/>
              <a:gd name="csX14" fmla="*/ 14288 w 180975"/>
              <a:gd name="csY14" fmla="*/ 40481 h 200025"/>
              <a:gd name="csX15" fmla="*/ 14288 w 180975"/>
              <a:gd name="csY15" fmla="*/ 169069 h 200025"/>
              <a:gd name="csX16" fmla="*/ 21431 w 180975"/>
              <a:gd name="csY16" fmla="*/ 176213 h 200025"/>
              <a:gd name="csX17" fmla="*/ 73649 w 180975"/>
              <a:gd name="csY17" fmla="*/ 176213 h 200025"/>
              <a:gd name="csX18" fmla="*/ 83911 w 180975"/>
              <a:gd name="csY18" fmla="*/ 190500 h 200025"/>
              <a:gd name="csX19" fmla="*/ 21431 w 180975"/>
              <a:gd name="csY19" fmla="*/ 190500 h 200025"/>
              <a:gd name="csX20" fmla="*/ 0 w 180975"/>
              <a:gd name="csY20" fmla="*/ 169069 h 200025"/>
              <a:gd name="csX21" fmla="*/ 0 w 180975"/>
              <a:gd name="csY21" fmla="*/ 40481 h 200025"/>
              <a:gd name="csX22" fmla="*/ 21431 w 180975"/>
              <a:gd name="csY22" fmla="*/ 19050 h 200025"/>
              <a:gd name="csX23" fmla="*/ 38231 w 180975"/>
              <a:gd name="csY23" fmla="*/ 19045 h 200025"/>
              <a:gd name="csX24" fmla="*/ 59531 w 180975"/>
              <a:gd name="csY24" fmla="*/ 0 h 200025"/>
              <a:gd name="csX25" fmla="*/ 92869 w 180975"/>
              <a:gd name="csY25" fmla="*/ 0 h 200025"/>
              <a:gd name="csX26" fmla="*/ 114250 w 180975"/>
              <a:gd name="csY26" fmla="*/ 19964 h 200025"/>
              <a:gd name="csX27" fmla="*/ 114300 w 180975"/>
              <a:gd name="csY27" fmla="*/ 21431 h 200025"/>
              <a:gd name="csX28" fmla="*/ 114250 w 180975"/>
              <a:gd name="csY28" fmla="*/ 19964 h 200025"/>
              <a:gd name="csX29" fmla="*/ 92869 w 180975"/>
              <a:gd name="csY29" fmla="*/ 14288 h 200025"/>
              <a:gd name="csX30" fmla="*/ 59531 w 180975"/>
              <a:gd name="csY30" fmla="*/ 14288 h 200025"/>
              <a:gd name="csX31" fmla="*/ 52388 w 180975"/>
              <a:gd name="csY31" fmla="*/ 21431 h 200025"/>
              <a:gd name="csX32" fmla="*/ 59531 w 180975"/>
              <a:gd name="csY32" fmla="*/ 28575 h 200025"/>
              <a:gd name="csX33" fmla="*/ 92869 w 180975"/>
              <a:gd name="csY33" fmla="*/ 28575 h 200025"/>
              <a:gd name="csX34" fmla="*/ 100013 w 180975"/>
              <a:gd name="csY34" fmla="*/ 21431 h 200025"/>
              <a:gd name="csX35" fmla="*/ 92869 w 180975"/>
              <a:gd name="csY35" fmla="*/ 14288 h 200025"/>
              <a:gd name="csX36" fmla="*/ 180975 w 180975"/>
              <a:gd name="csY36" fmla="*/ 147638 h 200025"/>
              <a:gd name="csX37" fmla="*/ 128588 w 180975"/>
              <a:gd name="csY37" fmla="*/ 200025 h 200025"/>
              <a:gd name="csX38" fmla="*/ 76200 w 180975"/>
              <a:gd name="csY38" fmla="*/ 147638 h 200025"/>
              <a:gd name="csX39" fmla="*/ 128588 w 180975"/>
              <a:gd name="csY39" fmla="*/ 95250 h 200025"/>
              <a:gd name="csX40" fmla="*/ 180975 w 180975"/>
              <a:gd name="csY40" fmla="*/ 147638 h 200025"/>
              <a:gd name="csX41" fmla="*/ 160531 w 180975"/>
              <a:gd name="csY41" fmla="*/ 125219 h 200025"/>
              <a:gd name="csX42" fmla="*/ 153794 w 180975"/>
              <a:gd name="csY42" fmla="*/ 125219 h 200025"/>
              <a:gd name="csX43" fmla="*/ 119063 w 180975"/>
              <a:gd name="csY43" fmla="*/ 159952 h 200025"/>
              <a:gd name="csX44" fmla="*/ 103381 w 180975"/>
              <a:gd name="csY44" fmla="*/ 144269 h 200025"/>
              <a:gd name="csX45" fmla="*/ 96644 w 180975"/>
              <a:gd name="csY45" fmla="*/ 144269 h 200025"/>
              <a:gd name="csX46" fmla="*/ 96644 w 180975"/>
              <a:gd name="csY46" fmla="*/ 151006 h 200025"/>
              <a:gd name="csX47" fmla="*/ 115694 w 180975"/>
              <a:gd name="csY47" fmla="*/ 170056 h 200025"/>
              <a:gd name="csX48" fmla="*/ 122431 w 180975"/>
              <a:gd name="csY48" fmla="*/ 170056 h 200025"/>
              <a:gd name="csX49" fmla="*/ 160531 w 180975"/>
              <a:gd name="csY49" fmla="*/ 131956 h 200025"/>
              <a:gd name="csX50" fmla="*/ 160531 w 180975"/>
              <a:gd name="csY50" fmla="*/ 125219 h 200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80975" h="200025">
                <a:moveTo>
                  <a:pt x="92869" y="0"/>
                </a:moveTo>
                <a:cubicBezTo>
                  <a:pt x="103907" y="0"/>
                  <a:pt x="112996" y="8345"/>
                  <a:pt x="114171" y="19070"/>
                </a:cubicBezTo>
                <a:cubicBezTo>
                  <a:pt x="114170" y="19061"/>
                  <a:pt x="114170" y="19053"/>
                  <a:pt x="114169" y="19045"/>
                </a:cubicBezTo>
                <a:lnTo>
                  <a:pt x="130969" y="19050"/>
                </a:lnTo>
                <a:cubicBezTo>
                  <a:pt x="142805" y="19050"/>
                  <a:pt x="152400" y="28645"/>
                  <a:pt x="152400" y="40481"/>
                </a:cubicBezTo>
                <a:lnTo>
                  <a:pt x="152400" y="90470"/>
                </a:lnTo>
                <a:cubicBezTo>
                  <a:pt x="147883" y="88586"/>
                  <a:pt x="143096" y="87222"/>
                  <a:pt x="138113" y="86453"/>
                </a:cubicBezTo>
                <a:lnTo>
                  <a:pt x="138113" y="40481"/>
                </a:lnTo>
                <a:cubicBezTo>
                  <a:pt x="138113" y="36536"/>
                  <a:pt x="134914" y="33338"/>
                  <a:pt x="130969" y="33338"/>
                </a:cubicBezTo>
                <a:lnTo>
                  <a:pt x="110690" y="33339"/>
                </a:lnTo>
                <a:cubicBezTo>
                  <a:pt x="106845" y="39082"/>
                  <a:pt x="100298" y="42863"/>
                  <a:pt x="92869" y="42863"/>
                </a:cubicBezTo>
                <a:lnTo>
                  <a:pt x="59531" y="42863"/>
                </a:lnTo>
                <a:cubicBezTo>
                  <a:pt x="52101" y="42863"/>
                  <a:pt x="45555" y="39082"/>
                  <a:pt x="41710" y="33339"/>
                </a:cubicBezTo>
                <a:lnTo>
                  <a:pt x="21431" y="33338"/>
                </a:lnTo>
                <a:cubicBezTo>
                  <a:pt x="17486" y="33338"/>
                  <a:pt x="14288" y="36536"/>
                  <a:pt x="14288" y="40481"/>
                </a:cubicBezTo>
                <a:lnTo>
                  <a:pt x="14288" y="169069"/>
                </a:lnTo>
                <a:cubicBezTo>
                  <a:pt x="14288" y="173014"/>
                  <a:pt x="17486" y="176213"/>
                  <a:pt x="21431" y="176213"/>
                </a:cubicBezTo>
                <a:lnTo>
                  <a:pt x="73649" y="176213"/>
                </a:lnTo>
                <a:cubicBezTo>
                  <a:pt x="76385" y="181461"/>
                  <a:pt x="79850" y="186268"/>
                  <a:pt x="83911" y="190500"/>
                </a:cubicBezTo>
                <a:lnTo>
                  <a:pt x="21431" y="190500"/>
                </a:lnTo>
                <a:cubicBezTo>
                  <a:pt x="9595" y="190500"/>
                  <a:pt x="0" y="180905"/>
                  <a:pt x="0" y="169069"/>
                </a:cubicBezTo>
                <a:lnTo>
                  <a:pt x="0" y="40481"/>
                </a:lnTo>
                <a:cubicBezTo>
                  <a:pt x="0" y="28645"/>
                  <a:pt x="9595" y="19050"/>
                  <a:pt x="21431" y="19050"/>
                </a:cubicBezTo>
                <a:lnTo>
                  <a:pt x="38231" y="19045"/>
                </a:lnTo>
                <a:cubicBezTo>
                  <a:pt x="39418" y="8332"/>
                  <a:pt x="48502" y="0"/>
                  <a:pt x="59531" y="0"/>
                </a:cubicBezTo>
                <a:lnTo>
                  <a:pt x="92869" y="0"/>
                </a:lnTo>
                <a:close/>
                <a:moveTo>
                  <a:pt x="114250" y="19964"/>
                </a:moveTo>
                <a:lnTo>
                  <a:pt x="114300" y="21431"/>
                </a:lnTo>
                <a:cubicBezTo>
                  <a:pt x="114300" y="20938"/>
                  <a:pt x="114284" y="20449"/>
                  <a:pt x="114250" y="19964"/>
                </a:cubicBezTo>
                <a:close/>
                <a:moveTo>
                  <a:pt x="92869" y="14288"/>
                </a:moveTo>
                <a:lnTo>
                  <a:pt x="59531" y="14288"/>
                </a:lnTo>
                <a:cubicBezTo>
                  <a:pt x="55586" y="14288"/>
                  <a:pt x="52388" y="17486"/>
                  <a:pt x="52388" y="21431"/>
                </a:cubicBezTo>
                <a:cubicBezTo>
                  <a:pt x="52388" y="25377"/>
                  <a:pt x="55586" y="28575"/>
                  <a:pt x="59531" y="28575"/>
                </a:cubicBezTo>
                <a:lnTo>
                  <a:pt x="92869" y="28575"/>
                </a:lnTo>
                <a:cubicBezTo>
                  <a:pt x="96814" y="28575"/>
                  <a:pt x="100013" y="25377"/>
                  <a:pt x="100013" y="21431"/>
                </a:cubicBezTo>
                <a:cubicBezTo>
                  <a:pt x="100013" y="17486"/>
                  <a:pt x="96814" y="14288"/>
                  <a:pt x="92869" y="14288"/>
                </a:cubicBezTo>
                <a:close/>
                <a:moveTo>
                  <a:pt x="180975" y="147638"/>
                </a:moveTo>
                <a:cubicBezTo>
                  <a:pt x="180975" y="176571"/>
                  <a:pt x="157521" y="200025"/>
                  <a:pt x="128588" y="200025"/>
                </a:cubicBezTo>
                <a:cubicBezTo>
                  <a:pt x="99654" y="200025"/>
                  <a:pt x="76200" y="176571"/>
                  <a:pt x="76200" y="147638"/>
                </a:cubicBezTo>
                <a:cubicBezTo>
                  <a:pt x="76200" y="118704"/>
                  <a:pt x="99654" y="95250"/>
                  <a:pt x="128588" y="95250"/>
                </a:cubicBezTo>
                <a:cubicBezTo>
                  <a:pt x="157521" y="95250"/>
                  <a:pt x="180975" y="118704"/>
                  <a:pt x="180975" y="147638"/>
                </a:cubicBezTo>
                <a:close/>
                <a:moveTo>
                  <a:pt x="160531" y="125219"/>
                </a:moveTo>
                <a:cubicBezTo>
                  <a:pt x="158670" y="123360"/>
                  <a:pt x="155655" y="123360"/>
                  <a:pt x="153794" y="125219"/>
                </a:cubicBezTo>
                <a:lnTo>
                  <a:pt x="119063" y="159952"/>
                </a:lnTo>
                <a:lnTo>
                  <a:pt x="103381" y="144269"/>
                </a:lnTo>
                <a:cubicBezTo>
                  <a:pt x="101520" y="142410"/>
                  <a:pt x="98505" y="142410"/>
                  <a:pt x="96644" y="144269"/>
                </a:cubicBezTo>
                <a:cubicBezTo>
                  <a:pt x="94785" y="146130"/>
                  <a:pt x="94785" y="149145"/>
                  <a:pt x="96644" y="151006"/>
                </a:cubicBezTo>
                <a:lnTo>
                  <a:pt x="115694" y="170056"/>
                </a:lnTo>
                <a:cubicBezTo>
                  <a:pt x="117555" y="171915"/>
                  <a:pt x="120570" y="171915"/>
                  <a:pt x="122431" y="170056"/>
                </a:cubicBezTo>
                <a:lnTo>
                  <a:pt x="160531" y="131956"/>
                </a:lnTo>
                <a:cubicBezTo>
                  <a:pt x="162390" y="130095"/>
                  <a:pt x="162390" y="127080"/>
                  <a:pt x="160531" y="125219"/>
                </a:cubicBezTo>
                <a:close/>
              </a:path>
            </a:pathLst>
          </a:custGeom>
          <a:solidFill>
            <a:schemeClr val="tx2"/>
          </a:solidFill>
          <a:ln w="15875" cap="rnd">
            <a:noFill/>
            <a:prstDash val="solid"/>
            <a:round/>
          </a:ln>
          <a:effectLst/>
        </p:spPr>
        <p:txBody>
          <a:bodyPr/>
          <a:lstStyle/>
          <a:p>
            <a:endParaRPr lang="en-IN"/>
          </a:p>
        </p:txBody>
      </p:sp>
      <p:sp>
        <p:nvSpPr>
          <p:cNvPr id="61" name="Graphic 24">
            <a:extLst>
              <a:ext uri="{FF2B5EF4-FFF2-40B4-BE49-F238E27FC236}">
                <a16:creationId xmlns:a16="http://schemas.microsoft.com/office/drawing/2014/main" id="{CB3149D5-EE74-CC4F-A48C-A76254CE7D4F}"/>
              </a:ext>
              <a:ext uri="{C183D7F6-B498-43B3-948B-1728B52AA6E4}">
                <adec:decorative xmlns:adec="http://schemas.microsoft.com/office/drawing/2017/decorative" val="1"/>
              </a:ext>
            </a:extLst>
          </p:cNvPr>
          <p:cNvSpPr/>
          <p:nvPr/>
        </p:nvSpPr>
        <p:spPr>
          <a:xfrm>
            <a:off x="4534083" y="4191368"/>
            <a:ext cx="340336" cy="340310"/>
          </a:xfrm>
          <a:custGeom>
            <a:avLst/>
            <a:gdLst>
              <a:gd name="csX0" fmla="*/ 21431 w 190500"/>
              <a:gd name="csY0" fmla="*/ 0 h 190487"/>
              <a:gd name="csX1" fmla="*/ 0 w 190500"/>
              <a:gd name="csY1" fmla="*/ 21431 h 190487"/>
              <a:gd name="csX2" fmla="*/ 0 w 190500"/>
              <a:gd name="csY2" fmla="*/ 150019 h 190487"/>
              <a:gd name="csX3" fmla="*/ 21431 w 190500"/>
              <a:gd name="csY3" fmla="*/ 171450 h 190487"/>
              <a:gd name="csX4" fmla="*/ 76678 w 190500"/>
              <a:gd name="csY4" fmla="*/ 171450 h 190487"/>
              <a:gd name="csX5" fmla="*/ 79345 w 190500"/>
              <a:gd name="csY5" fmla="*/ 164366 h 190487"/>
              <a:gd name="csX6" fmla="*/ 83466 w 190500"/>
              <a:gd name="csY6" fmla="*/ 157163 h 190487"/>
              <a:gd name="csX7" fmla="*/ 21431 w 190500"/>
              <a:gd name="csY7" fmla="*/ 157163 h 190487"/>
              <a:gd name="csX8" fmla="*/ 14288 w 190500"/>
              <a:gd name="csY8" fmla="*/ 150019 h 190487"/>
              <a:gd name="csX9" fmla="*/ 14288 w 190500"/>
              <a:gd name="csY9" fmla="*/ 21431 h 190487"/>
              <a:gd name="csX10" fmla="*/ 21431 w 190500"/>
              <a:gd name="csY10" fmla="*/ 14288 h 190487"/>
              <a:gd name="csX11" fmla="*/ 150019 w 190500"/>
              <a:gd name="csY11" fmla="*/ 14288 h 190487"/>
              <a:gd name="csX12" fmla="*/ 157163 w 190500"/>
              <a:gd name="csY12" fmla="*/ 21431 h 190487"/>
              <a:gd name="csX13" fmla="*/ 157163 w 190500"/>
              <a:gd name="csY13" fmla="*/ 95287 h 190487"/>
              <a:gd name="csX14" fmla="*/ 158748 w 190500"/>
              <a:gd name="csY14" fmla="*/ 97707 h 190487"/>
              <a:gd name="csX15" fmla="*/ 171450 w 190500"/>
              <a:gd name="csY15" fmla="*/ 119912 h 190487"/>
              <a:gd name="csX16" fmla="*/ 171450 w 190500"/>
              <a:gd name="csY16" fmla="*/ 21431 h 190487"/>
              <a:gd name="csX17" fmla="*/ 150019 w 190500"/>
              <a:gd name="csY17" fmla="*/ 0 h 190487"/>
              <a:gd name="csX18" fmla="*/ 21431 w 190500"/>
              <a:gd name="csY18" fmla="*/ 0 h 190487"/>
              <a:gd name="csX19" fmla="*/ 138112 w 190500"/>
              <a:gd name="csY19" fmla="*/ 85725 h 190487"/>
              <a:gd name="csX20" fmla="*/ 130968 w 190500"/>
              <a:gd name="csY20" fmla="*/ 78581 h 190487"/>
              <a:gd name="csX21" fmla="*/ 78582 w 190500"/>
              <a:gd name="csY21" fmla="*/ 78581 h 190487"/>
              <a:gd name="csX22" fmla="*/ 71438 w 190500"/>
              <a:gd name="csY22" fmla="*/ 85725 h 190487"/>
              <a:gd name="csX23" fmla="*/ 78582 w 190500"/>
              <a:gd name="csY23" fmla="*/ 92869 h 190487"/>
              <a:gd name="csX24" fmla="*/ 121123 w 190500"/>
              <a:gd name="csY24" fmla="*/ 92869 h 190487"/>
              <a:gd name="csX25" fmla="*/ 131876 w 190500"/>
              <a:gd name="csY25" fmla="*/ 86560 h 190487"/>
              <a:gd name="csX26" fmla="*/ 138112 w 190500"/>
              <a:gd name="csY26" fmla="*/ 85725 h 190487"/>
              <a:gd name="csX27" fmla="*/ 107982 w 190500"/>
              <a:gd name="csY27" fmla="*/ 114300 h 190487"/>
              <a:gd name="csX28" fmla="*/ 78582 w 190500"/>
              <a:gd name="csY28" fmla="*/ 114300 h 190487"/>
              <a:gd name="csX29" fmla="*/ 71438 w 190500"/>
              <a:gd name="csY29" fmla="*/ 121444 h 190487"/>
              <a:gd name="csX30" fmla="*/ 78582 w 190500"/>
              <a:gd name="csY30" fmla="*/ 128588 h 190487"/>
              <a:gd name="csX31" fmla="*/ 99810 w 190500"/>
              <a:gd name="csY31" fmla="*/ 128588 h 190487"/>
              <a:gd name="csX32" fmla="*/ 107982 w 190500"/>
              <a:gd name="csY32" fmla="*/ 114300 h 190487"/>
              <a:gd name="csX33" fmla="*/ 45244 w 190500"/>
              <a:gd name="csY33" fmla="*/ 59531 h 190487"/>
              <a:gd name="csX34" fmla="*/ 54769 w 190500"/>
              <a:gd name="csY34" fmla="*/ 50006 h 190487"/>
              <a:gd name="csX35" fmla="*/ 45244 w 190500"/>
              <a:gd name="csY35" fmla="*/ 40481 h 190487"/>
              <a:gd name="csX36" fmla="*/ 35719 w 190500"/>
              <a:gd name="csY36" fmla="*/ 50006 h 190487"/>
              <a:gd name="csX37" fmla="*/ 45244 w 190500"/>
              <a:gd name="csY37" fmla="*/ 59531 h 190487"/>
              <a:gd name="csX38" fmla="*/ 78581 w 190500"/>
              <a:gd name="csY38" fmla="*/ 42863 h 190487"/>
              <a:gd name="csX39" fmla="*/ 71438 w 190500"/>
              <a:gd name="csY39" fmla="*/ 50006 h 190487"/>
              <a:gd name="csX40" fmla="*/ 78581 w 190500"/>
              <a:gd name="csY40" fmla="*/ 57150 h 190487"/>
              <a:gd name="csX41" fmla="*/ 130969 w 190500"/>
              <a:gd name="csY41" fmla="*/ 57150 h 190487"/>
              <a:gd name="csX42" fmla="*/ 138113 w 190500"/>
              <a:gd name="csY42" fmla="*/ 50006 h 190487"/>
              <a:gd name="csX43" fmla="*/ 130969 w 190500"/>
              <a:gd name="csY43" fmla="*/ 42863 h 190487"/>
              <a:gd name="csX44" fmla="*/ 78581 w 190500"/>
              <a:gd name="csY44" fmla="*/ 42863 h 190487"/>
              <a:gd name="csX45" fmla="*/ 45244 w 190500"/>
              <a:gd name="csY45" fmla="*/ 95250 h 190487"/>
              <a:gd name="csX46" fmla="*/ 54769 w 190500"/>
              <a:gd name="csY46" fmla="*/ 85725 h 190487"/>
              <a:gd name="csX47" fmla="*/ 45244 w 190500"/>
              <a:gd name="csY47" fmla="*/ 76200 h 190487"/>
              <a:gd name="csX48" fmla="*/ 35719 w 190500"/>
              <a:gd name="csY48" fmla="*/ 85725 h 190487"/>
              <a:gd name="csX49" fmla="*/ 45244 w 190500"/>
              <a:gd name="csY49" fmla="*/ 95250 h 190487"/>
              <a:gd name="csX50" fmla="*/ 45244 w 190500"/>
              <a:gd name="csY50" fmla="*/ 130969 h 190487"/>
              <a:gd name="csX51" fmla="*/ 54769 w 190500"/>
              <a:gd name="csY51" fmla="*/ 121444 h 190487"/>
              <a:gd name="csX52" fmla="*/ 45244 w 190500"/>
              <a:gd name="csY52" fmla="*/ 111919 h 190487"/>
              <a:gd name="csX53" fmla="*/ 35719 w 190500"/>
              <a:gd name="csY53" fmla="*/ 121444 h 190487"/>
              <a:gd name="csX54" fmla="*/ 45244 w 190500"/>
              <a:gd name="csY54" fmla="*/ 130969 h 190487"/>
              <a:gd name="csX55" fmla="*/ 134377 w 190500"/>
              <a:gd name="csY55" fmla="*/ 95752 h 190487"/>
              <a:gd name="csX56" fmla="*/ 145195 w 190500"/>
              <a:gd name="csY56" fmla="*/ 97142 h 190487"/>
              <a:gd name="csX57" fmla="*/ 150481 w 190500"/>
              <a:gd name="csY57" fmla="*/ 102436 h 190487"/>
              <a:gd name="csX58" fmla="*/ 188609 w 190500"/>
              <a:gd name="csY58" fmla="*/ 169095 h 190487"/>
              <a:gd name="csX59" fmla="*/ 189998 w 190500"/>
              <a:gd name="csY59" fmla="*/ 179946 h 190487"/>
              <a:gd name="csX60" fmla="*/ 183324 w 190500"/>
              <a:gd name="csY60" fmla="*/ 188599 h 190487"/>
              <a:gd name="csX61" fmla="*/ 176239 w 190500"/>
              <a:gd name="csY61" fmla="*/ 190488 h 190487"/>
              <a:gd name="csX62" fmla="*/ 99982 w 190500"/>
              <a:gd name="csY62" fmla="*/ 190488 h 190487"/>
              <a:gd name="csX63" fmla="*/ 89904 w 190500"/>
              <a:gd name="csY63" fmla="*/ 186305 h 190487"/>
              <a:gd name="csX64" fmla="*/ 85725 w 190500"/>
              <a:gd name="csY64" fmla="*/ 176200 h 190487"/>
              <a:gd name="csX65" fmla="*/ 87613 w 190500"/>
              <a:gd name="csY65" fmla="*/ 169095 h 190487"/>
              <a:gd name="csX66" fmla="*/ 125741 w 190500"/>
              <a:gd name="csY66" fmla="*/ 102436 h 190487"/>
              <a:gd name="csX67" fmla="*/ 134377 w 190500"/>
              <a:gd name="csY67" fmla="*/ 95752 h 190487"/>
              <a:gd name="csX68" fmla="*/ 142833 w 190500"/>
              <a:gd name="csY68" fmla="*/ 119063 h 190487"/>
              <a:gd name="csX69" fmla="*/ 138071 w 190500"/>
              <a:gd name="csY69" fmla="*/ 114300 h 190487"/>
              <a:gd name="csX70" fmla="*/ 133308 w 190500"/>
              <a:gd name="csY70" fmla="*/ 119063 h 190487"/>
              <a:gd name="csX71" fmla="*/ 133308 w 190500"/>
              <a:gd name="csY71" fmla="*/ 147638 h 190487"/>
              <a:gd name="csX72" fmla="*/ 138071 w 190500"/>
              <a:gd name="csY72" fmla="*/ 152400 h 190487"/>
              <a:gd name="csX73" fmla="*/ 142833 w 190500"/>
              <a:gd name="csY73" fmla="*/ 147638 h 190487"/>
              <a:gd name="csX74" fmla="*/ 142833 w 190500"/>
              <a:gd name="csY74" fmla="*/ 119063 h 190487"/>
              <a:gd name="csX75" fmla="*/ 138113 w 190500"/>
              <a:gd name="csY75" fmla="*/ 176213 h 190487"/>
              <a:gd name="csX76" fmla="*/ 145256 w 190500"/>
              <a:gd name="csY76" fmla="*/ 169069 h 190487"/>
              <a:gd name="csX77" fmla="*/ 138113 w 190500"/>
              <a:gd name="csY77" fmla="*/ 161925 h 190487"/>
              <a:gd name="csX78" fmla="*/ 130969 w 190500"/>
              <a:gd name="csY78" fmla="*/ 169069 h 190487"/>
              <a:gd name="csX79" fmla="*/ 138113 w 190500"/>
              <a:gd name="csY79" fmla="*/ 176213 h 1904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Lst>
            <a:rect l="l" t="t" r="r" b="b"/>
            <a:pathLst>
              <a:path w="190500" h="190487">
                <a:moveTo>
                  <a:pt x="21431" y="0"/>
                </a:moveTo>
                <a:cubicBezTo>
                  <a:pt x="9595" y="0"/>
                  <a:pt x="0" y="9595"/>
                  <a:pt x="0" y="21431"/>
                </a:cubicBezTo>
                <a:lnTo>
                  <a:pt x="0" y="150019"/>
                </a:lnTo>
                <a:cubicBezTo>
                  <a:pt x="0" y="161855"/>
                  <a:pt x="9595" y="171450"/>
                  <a:pt x="21431" y="171450"/>
                </a:cubicBezTo>
                <a:lnTo>
                  <a:pt x="76678" y="171450"/>
                </a:lnTo>
                <a:cubicBezTo>
                  <a:pt x="77182" y="168972"/>
                  <a:pt x="78079" y="166579"/>
                  <a:pt x="79345" y="164366"/>
                </a:cubicBezTo>
                <a:lnTo>
                  <a:pt x="83466" y="157163"/>
                </a:lnTo>
                <a:lnTo>
                  <a:pt x="21431" y="157163"/>
                </a:lnTo>
                <a:cubicBezTo>
                  <a:pt x="17486" y="157163"/>
                  <a:pt x="14288" y="153964"/>
                  <a:pt x="14288" y="150019"/>
                </a:cubicBezTo>
                <a:lnTo>
                  <a:pt x="14288" y="21431"/>
                </a:lnTo>
                <a:cubicBezTo>
                  <a:pt x="14288" y="17486"/>
                  <a:pt x="17486" y="14288"/>
                  <a:pt x="21431" y="14288"/>
                </a:cubicBezTo>
                <a:lnTo>
                  <a:pt x="150019" y="14288"/>
                </a:lnTo>
                <a:cubicBezTo>
                  <a:pt x="153964" y="14288"/>
                  <a:pt x="157163" y="17486"/>
                  <a:pt x="157163" y="21431"/>
                </a:cubicBezTo>
                <a:lnTo>
                  <a:pt x="157163" y="95287"/>
                </a:lnTo>
                <a:cubicBezTo>
                  <a:pt x="157738" y="96059"/>
                  <a:pt x="158267" y="96866"/>
                  <a:pt x="158748" y="97707"/>
                </a:cubicBezTo>
                <a:lnTo>
                  <a:pt x="171450" y="119912"/>
                </a:lnTo>
                <a:lnTo>
                  <a:pt x="171450" y="21431"/>
                </a:lnTo>
                <a:cubicBezTo>
                  <a:pt x="171450" y="9595"/>
                  <a:pt x="161855" y="0"/>
                  <a:pt x="150019" y="0"/>
                </a:cubicBezTo>
                <a:lnTo>
                  <a:pt x="21431" y="0"/>
                </a:lnTo>
                <a:close/>
                <a:moveTo>
                  <a:pt x="138112" y="85725"/>
                </a:moveTo>
                <a:cubicBezTo>
                  <a:pt x="138112" y="81780"/>
                  <a:pt x="134914" y="78581"/>
                  <a:pt x="130968" y="78581"/>
                </a:cubicBezTo>
                <a:lnTo>
                  <a:pt x="78582" y="78581"/>
                </a:lnTo>
                <a:cubicBezTo>
                  <a:pt x="74636" y="78581"/>
                  <a:pt x="71438" y="81780"/>
                  <a:pt x="71438" y="85725"/>
                </a:cubicBezTo>
                <a:cubicBezTo>
                  <a:pt x="71438" y="89670"/>
                  <a:pt x="74636" y="92869"/>
                  <a:pt x="78582" y="92869"/>
                </a:cubicBezTo>
                <a:lnTo>
                  <a:pt x="121123" y="92869"/>
                </a:lnTo>
                <a:cubicBezTo>
                  <a:pt x="124127" y="89797"/>
                  <a:pt x="127863" y="87653"/>
                  <a:pt x="131876" y="86560"/>
                </a:cubicBezTo>
                <a:cubicBezTo>
                  <a:pt x="133901" y="86011"/>
                  <a:pt x="135998" y="85727"/>
                  <a:pt x="138112" y="85725"/>
                </a:cubicBezTo>
                <a:close/>
                <a:moveTo>
                  <a:pt x="107982" y="114300"/>
                </a:moveTo>
                <a:lnTo>
                  <a:pt x="78582" y="114300"/>
                </a:lnTo>
                <a:cubicBezTo>
                  <a:pt x="74636" y="114300"/>
                  <a:pt x="71438" y="117499"/>
                  <a:pt x="71438" y="121444"/>
                </a:cubicBezTo>
                <a:cubicBezTo>
                  <a:pt x="71438" y="125389"/>
                  <a:pt x="74636" y="128588"/>
                  <a:pt x="78582" y="128588"/>
                </a:cubicBezTo>
                <a:lnTo>
                  <a:pt x="99810" y="128588"/>
                </a:lnTo>
                <a:lnTo>
                  <a:pt x="107982" y="114300"/>
                </a:lnTo>
                <a:close/>
                <a:moveTo>
                  <a:pt x="45244" y="59531"/>
                </a:moveTo>
                <a:cubicBezTo>
                  <a:pt x="50504" y="59531"/>
                  <a:pt x="54769" y="55267"/>
                  <a:pt x="54769" y="50006"/>
                </a:cubicBezTo>
                <a:cubicBezTo>
                  <a:pt x="54769" y="44746"/>
                  <a:pt x="50504" y="40481"/>
                  <a:pt x="45244" y="40481"/>
                </a:cubicBezTo>
                <a:cubicBezTo>
                  <a:pt x="39983" y="40481"/>
                  <a:pt x="35719" y="44746"/>
                  <a:pt x="35719" y="50006"/>
                </a:cubicBezTo>
                <a:cubicBezTo>
                  <a:pt x="35719" y="55267"/>
                  <a:pt x="39983" y="59531"/>
                  <a:pt x="45244" y="59531"/>
                </a:cubicBezTo>
                <a:close/>
                <a:moveTo>
                  <a:pt x="78581" y="42863"/>
                </a:moveTo>
                <a:cubicBezTo>
                  <a:pt x="74636" y="42863"/>
                  <a:pt x="71438" y="46061"/>
                  <a:pt x="71438" y="50006"/>
                </a:cubicBezTo>
                <a:cubicBezTo>
                  <a:pt x="71438" y="53952"/>
                  <a:pt x="74636" y="57150"/>
                  <a:pt x="78581" y="57150"/>
                </a:cubicBezTo>
                <a:lnTo>
                  <a:pt x="130969" y="57150"/>
                </a:lnTo>
                <a:cubicBezTo>
                  <a:pt x="134914" y="57150"/>
                  <a:pt x="138113" y="53952"/>
                  <a:pt x="138113" y="50006"/>
                </a:cubicBezTo>
                <a:cubicBezTo>
                  <a:pt x="138113" y="46061"/>
                  <a:pt x="134914" y="42863"/>
                  <a:pt x="130969" y="42863"/>
                </a:cubicBezTo>
                <a:lnTo>
                  <a:pt x="78581" y="42863"/>
                </a:lnTo>
                <a:close/>
                <a:moveTo>
                  <a:pt x="45244" y="95250"/>
                </a:moveTo>
                <a:cubicBezTo>
                  <a:pt x="50504" y="95250"/>
                  <a:pt x="54769" y="90986"/>
                  <a:pt x="54769" y="85725"/>
                </a:cubicBezTo>
                <a:cubicBezTo>
                  <a:pt x="54769" y="80464"/>
                  <a:pt x="50504" y="76200"/>
                  <a:pt x="45244" y="76200"/>
                </a:cubicBezTo>
                <a:cubicBezTo>
                  <a:pt x="39983" y="76200"/>
                  <a:pt x="35719" y="80464"/>
                  <a:pt x="35719" y="85725"/>
                </a:cubicBezTo>
                <a:cubicBezTo>
                  <a:pt x="35719" y="90986"/>
                  <a:pt x="39983" y="95250"/>
                  <a:pt x="45244" y="95250"/>
                </a:cubicBezTo>
                <a:close/>
                <a:moveTo>
                  <a:pt x="45244" y="130969"/>
                </a:moveTo>
                <a:cubicBezTo>
                  <a:pt x="50504" y="130969"/>
                  <a:pt x="54769" y="126704"/>
                  <a:pt x="54769" y="121444"/>
                </a:cubicBezTo>
                <a:cubicBezTo>
                  <a:pt x="54769" y="116183"/>
                  <a:pt x="50504" y="111919"/>
                  <a:pt x="45244" y="111919"/>
                </a:cubicBezTo>
                <a:cubicBezTo>
                  <a:pt x="39983" y="111919"/>
                  <a:pt x="35719" y="116183"/>
                  <a:pt x="35719" y="121444"/>
                </a:cubicBezTo>
                <a:cubicBezTo>
                  <a:pt x="35719" y="126704"/>
                  <a:pt x="39983" y="130969"/>
                  <a:pt x="45244" y="130969"/>
                </a:cubicBezTo>
                <a:close/>
                <a:moveTo>
                  <a:pt x="134377" y="95752"/>
                </a:moveTo>
                <a:cubicBezTo>
                  <a:pt x="137903" y="94793"/>
                  <a:pt x="141779" y="95181"/>
                  <a:pt x="145195" y="97142"/>
                </a:cubicBezTo>
                <a:cubicBezTo>
                  <a:pt x="147395" y="98404"/>
                  <a:pt x="149220" y="100231"/>
                  <a:pt x="150481" y="102436"/>
                </a:cubicBezTo>
                <a:lnTo>
                  <a:pt x="188609" y="169095"/>
                </a:lnTo>
                <a:cubicBezTo>
                  <a:pt x="190568" y="172521"/>
                  <a:pt x="190957" y="176409"/>
                  <a:pt x="189998" y="179946"/>
                </a:cubicBezTo>
                <a:cubicBezTo>
                  <a:pt x="189039" y="183484"/>
                  <a:pt x="186740" y="186639"/>
                  <a:pt x="183324" y="188599"/>
                </a:cubicBezTo>
                <a:cubicBezTo>
                  <a:pt x="181166" y="189837"/>
                  <a:pt x="178724" y="190488"/>
                  <a:pt x="176239" y="190488"/>
                </a:cubicBezTo>
                <a:lnTo>
                  <a:pt x="99982" y="190488"/>
                </a:lnTo>
                <a:cubicBezTo>
                  <a:pt x="96046" y="190488"/>
                  <a:pt x="92490" y="188896"/>
                  <a:pt x="89904" y="186305"/>
                </a:cubicBezTo>
                <a:cubicBezTo>
                  <a:pt x="87318" y="183715"/>
                  <a:pt x="85725" y="180149"/>
                  <a:pt x="85725" y="176200"/>
                </a:cubicBezTo>
                <a:cubicBezTo>
                  <a:pt x="85725" y="173706"/>
                  <a:pt x="86376" y="171258"/>
                  <a:pt x="87613" y="169095"/>
                </a:cubicBezTo>
                <a:lnTo>
                  <a:pt x="125741" y="102436"/>
                </a:lnTo>
                <a:cubicBezTo>
                  <a:pt x="127701" y="99010"/>
                  <a:pt x="130850" y="96711"/>
                  <a:pt x="134377" y="95752"/>
                </a:cubicBezTo>
                <a:close/>
                <a:moveTo>
                  <a:pt x="142833" y="119063"/>
                </a:moveTo>
                <a:cubicBezTo>
                  <a:pt x="142833" y="116433"/>
                  <a:pt x="140700" y="114300"/>
                  <a:pt x="138071" y="114300"/>
                </a:cubicBezTo>
                <a:cubicBezTo>
                  <a:pt x="135441" y="114300"/>
                  <a:pt x="133308" y="116433"/>
                  <a:pt x="133308" y="119063"/>
                </a:cubicBezTo>
                <a:lnTo>
                  <a:pt x="133308" y="147638"/>
                </a:lnTo>
                <a:cubicBezTo>
                  <a:pt x="133308" y="150267"/>
                  <a:pt x="135441" y="152400"/>
                  <a:pt x="138071" y="152400"/>
                </a:cubicBezTo>
                <a:cubicBezTo>
                  <a:pt x="140700" y="152400"/>
                  <a:pt x="142833" y="150267"/>
                  <a:pt x="142833" y="147638"/>
                </a:cubicBezTo>
                <a:lnTo>
                  <a:pt x="142833" y="119063"/>
                </a:lnTo>
                <a:close/>
                <a:moveTo>
                  <a:pt x="138113" y="176213"/>
                </a:moveTo>
                <a:cubicBezTo>
                  <a:pt x="142058" y="176213"/>
                  <a:pt x="145256" y="173014"/>
                  <a:pt x="145256" y="169069"/>
                </a:cubicBezTo>
                <a:cubicBezTo>
                  <a:pt x="145256" y="165124"/>
                  <a:pt x="142058" y="161925"/>
                  <a:pt x="138113" y="161925"/>
                </a:cubicBezTo>
                <a:cubicBezTo>
                  <a:pt x="134167" y="161925"/>
                  <a:pt x="130969" y="165124"/>
                  <a:pt x="130969" y="169069"/>
                </a:cubicBezTo>
                <a:cubicBezTo>
                  <a:pt x="130969" y="173014"/>
                  <a:pt x="134167" y="176213"/>
                  <a:pt x="138113" y="176213"/>
                </a:cubicBezTo>
                <a:close/>
              </a:path>
            </a:pathLst>
          </a:custGeom>
          <a:solidFill>
            <a:schemeClr val="tx2"/>
          </a:solidFill>
          <a:ln w="15875" cap="rnd">
            <a:noFill/>
            <a:prstDash val="solid"/>
            <a:round/>
          </a:ln>
          <a:effectLst/>
        </p:spPr>
        <p:txBody>
          <a:bodyPr/>
          <a:lstStyle/>
          <a:p>
            <a:endParaRPr lang="en-IN"/>
          </a:p>
        </p:txBody>
      </p:sp>
      <p:grpSp>
        <p:nvGrpSpPr>
          <p:cNvPr id="62" name="Group 61">
            <a:extLst>
              <a:ext uri="{FF2B5EF4-FFF2-40B4-BE49-F238E27FC236}">
                <a16:creationId xmlns:a16="http://schemas.microsoft.com/office/drawing/2014/main" id="{688488C6-4B55-4EDC-B3F6-2A473718D152}"/>
              </a:ext>
              <a:ext uri="{C183D7F6-B498-43B3-948B-1728B52AA6E4}">
                <adec:decorative xmlns:adec="http://schemas.microsoft.com/office/drawing/2017/decorative" val="1"/>
              </a:ext>
            </a:extLst>
          </p:cNvPr>
          <p:cNvGrpSpPr/>
          <p:nvPr/>
        </p:nvGrpSpPr>
        <p:grpSpPr>
          <a:xfrm>
            <a:off x="1755365" y="4182950"/>
            <a:ext cx="324430" cy="357146"/>
            <a:chOff x="3195689" y="-186943"/>
            <a:chExt cx="1024634" cy="1127960"/>
          </a:xfrm>
          <a:solidFill>
            <a:schemeClr val="tx2"/>
          </a:solidFill>
        </p:grpSpPr>
        <p:sp>
          <p:nvSpPr>
            <p:cNvPr id="63" name="Freeform: Shape 62">
              <a:extLst>
                <a:ext uri="{FF2B5EF4-FFF2-40B4-BE49-F238E27FC236}">
                  <a16:creationId xmlns:a16="http://schemas.microsoft.com/office/drawing/2014/main" id="{68B2AD31-7CB8-90F5-65EC-38E5F6EC53F4}"/>
                </a:ext>
              </a:extLst>
            </p:cNvPr>
            <p:cNvSpPr/>
            <p:nvPr/>
          </p:nvSpPr>
          <p:spPr>
            <a:xfrm>
              <a:off x="3393715" y="0"/>
              <a:ext cx="826608" cy="1033260"/>
            </a:xfrm>
            <a:custGeom>
              <a:avLst/>
              <a:gdLst>
                <a:gd name="csX0" fmla="*/ 749114 w 826608"/>
                <a:gd name="csY0" fmla="*/ 929934 h 1033260"/>
                <a:gd name="csX1" fmla="*/ 723282 w 826608"/>
                <a:gd name="csY1" fmla="*/ 955766 h 1033260"/>
                <a:gd name="csX2" fmla="*/ 427139 w 826608"/>
                <a:gd name="csY2" fmla="*/ 955766 h 1033260"/>
                <a:gd name="csX3" fmla="*/ 371478 w 826608"/>
                <a:gd name="csY3" fmla="*/ 1033260 h 1033260"/>
                <a:gd name="csX4" fmla="*/ 723282 w 826608"/>
                <a:gd name="csY4" fmla="*/ 1033260 h 1033260"/>
                <a:gd name="csX5" fmla="*/ 826608 w 826608"/>
                <a:gd name="csY5" fmla="*/ 929934 h 1033260"/>
                <a:gd name="csX6" fmla="*/ 826608 w 826608"/>
                <a:gd name="csY6" fmla="*/ 404418 h 1033260"/>
                <a:gd name="csX7" fmla="*/ 796333 w 826608"/>
                <a:gd name="csY7" fmla="*/ 331366 h 1033260"/>
                <a:gd name="csX8" fmla="*/ 495190 w 826608"/>
                <a:gd name="csY8" fmla="*/ 30275 h 1033260"/>
                <a:gd name="csX9" fmla="*/ 492674 w 826608"/>
                <a:gd name="csY9" fmla="*/ 28167 h 1033260"/>
                <a:gd name="csX10" fmla="*/ 490799 w 826608"/>
                <a:gd name="csY10" fmla="*/ 26658 h 1033260"/>
                <a:gd name="csX11" fmla="*/ 479484 w 826608"/>
                <a:gd name="csY11" fmla="*/ 17359 h 1033260"/>
                <a:gd name="csX12" fmla="*/ 475325 w 826608"/>
                <a:gd name="csY12" fmla="*/ 15089 h 1033260"/>
                <a:gd name="csX13" fmla="*/ 472871 w 826608"/>
                <a:gd name="csY13" fmla="*/ 13846 h 1033260"/>
                <a:gd name="csX14" fmla="*/ 470288 w 826608"/>
                <a:gd name="csY14" fmla="*/ 12365 h 1033260"/>
                <a:gd name="csX15" fmla="*/ 461712 w 826608"/>
                <a:gd name="csY15" fmla="*/ 7853 h 1033260"/>
                <a:gd name="csX16" fmla="*/ 429475 w 826608"/>
                <a:gd name="csY16" fmla="*/ 723 h 1033260"/>
                <a:gd name="csX17" fmla="*/ 426437 w 826608"/>
                <a:gd name="csY17" fmla="*/ 383 h 1033260"/>
                <a:gd name="csX18" fmla="*/ 422190 w 826608"/>
                <a:gd name="csY18" fmla="*/ 0 h 1033260"/>
                <a:gd name="csX19" fmla="*/ 103326 w 826608"/>
                <a:gd name="csY19" fmla="*/ 0 h 1033260"/>
                <a:gd name="csX20" fmla="*/ 0 w 826608"/>
                <a:gd name="csY20" fmla="*/ 103326 h 1033260"/>
                <a:gd name="csX21" fmla="*/ 0 w 826608"/>
                <a:gd name="csY21" fmla="*/ 490706 h 1033260"/>
                <a:gd name="csX22" fmla="*/ 77495 w 826608"/>
                <a:gd name="csY22" fmla="*/ 468914 h 1033260"/>
                <a:gd name="csX23" fmla="*/ 77495 w 826608"/>
                <a:gd name="csY23" fmla="*/ 103326 h 1033260"/>
                <a:gd name="csX24" fmla="*/ 103326 w 826608"/>
                <a:gd name="csY24" fmla="*/ 77495 h 1033260"/>
                <a:gd name="csX25" fmla="*/ 413304 w 826608"/>
                <a:gd name="csY25" fmla="*/ 77495 h 1033260"/>
                <a:gd name="csX26" fmla="*/ 413304 w 826608"/>
                <a:gd name="csY26" fmla="*/ 309978 h 1033260"/>
                <a:gd name="csX27" fmla="*/ 516630 w 826608"/>
                <a:gd name="csY27" fmla="*/ 413304 h 1033260"/>
                <a:gd name="csX28" fmla="*/ 749114 w 826608"/>
                <a:gd name="csY28" fmla="*/ 413304 h 1033260"/>
                <a:gd name="csX29" fmla="*/ 749114 w 826608"/>
                <a:gd name="csY29" fmla="*/ 929934 h 1033260"/>
                <a:gd name="csX30" fmla="*/ 490799 w 826608"/>
                <a:gd name="csY30" fmla="*/ 135409 h 1033260"/>
                <a:gd name="csX31" fmla="*/ 691148 w 826608"/>
                <a:gd name="csY31" fmla="*/ 335810 h 1033260"/>
                <a:gd name="csX32" fmla="*/ 516630 w 826608"/>
                <a:gd name="csY32" fmla="*/ 335810 h 1033260"/>
                <a:gd name="csX33" fmla="*/ 490799 w 826608"/>
                <a:gd name="csY33" fmla="*/ 309978 h 1033260"/>
                <a:gd name="csX34" fmla="*/ 490799 w 826608"/>
                <a:gd name="csY34" fmla="*/ 135409 h 10332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826608" h="1033260">
                  <a:moveTo>
                    <a:pt x="749114" y="929934"/>
                  </a:moveTo>
                  <a:cubicBezTo>
                    <a:pt x="749114" y="944141"/>
                    <a:pt x="737541" y="955766"/>
                    <a:pt x="723282" y="955766"/>
                  </a:cubicBezTo>
                  <a:lnTo>
                    <a:pt x="427139" y="955766"/>
                  </a:lnTo>
                  <a:cubicBezTo>
                    <a:pt x="412302" y="984232"/>
                    <a:pt x="393507" y="1010306"/>
                    <a:pt x="371478" y="1033260"/>
                  </a:cubicBezTo>
                  <a:lnTo>
                    <a:pt x="723282" y="1033260"/>
                  </a:lnTo>
                  <a:cubicBezTo>
                    <a:pt x="780318" y="1033260"/>
                    <a:pt x="826608" y="986970"/>
                    <a:pt x="826608" y="929934"/>
                  </a:cubicBezTo>
                  <a:lnTo>
                    <a:pt x="826608" y="404418"/>
                  </a:lnTo>
                  <a:cubicBezTo>
                    <a:pt x="826608" y="377037"/>
                    <a:pt x="815707" y="350740"/>
                    <a:pt x="796333" y="331366"/>
                  </a:cubicBezTo>
                  <a:lnTo>
                    <a:pt x="495190" y="30275"/>
                  </a:lnTo>
                  <a:cubicBezTo>
                    <a:pt x="494415" y="29502"/>
                    <a:pt x="493542" y="28832"/>
                    <a:pt x="492674" y="28167"/>
                  </a:cubicBezTo>
                  <a:cubicBezTo>
                    <a:pt x="492028" y="27674"/>
                    <a:pt x="491393" y="27185"/>
                    <a:pt x="490799" y="26658"/>
                  </a:cubicBezTo>
                  <a:cubicBezTo>
                    <a:pt x="487130" y="23352"/>
                    <a:pt x="483514" y="20097"/>
                    <a:pt x="479484" y="17359"/>
                  </a:cubicBezTo>
                  <a:cubicBezTo>
                    <a:pt x="478177" y="16477"/>
                    <a:pt x="476751" y="15782"/>
                    <a:pt x="475325" y="15089"/>
                  </a:cubicBezTo>
                  <a:cubicBezTo>
                    <a:pt x="474499" y="14686"/>
                    <a:pt x="473672" y="14283"/>
                    <a:pt x="472871" y="13846"/>
                  </a:cubicBezTo>
                  <a:cubicBezTo>
                    <a:pt x="472009" y="13360"/>
                    <a:pt x="471151" y="12863"/>
                    <a:pt x="470288" y="12365"/>
                  </a:cubicBezTo>
                  <a:cubicBezTo>
                    <a:pt x="467488" y="10744"/>
                    <a:pt x="464678" y="9117"/>
                    <a:pt x="461712" y="7853"/>
                  </a:cubicBezTo>
                  <a:cubicBezTo>
                    <a:pt x="451535" y="3616"/>
                    <a:pt x="440582" y="1498"/>
                    <a:pt x="429475" y="723"/>
                  </a:cubicBezTo>
                  <a:cubicBezTo>
                    <a:pt x="428457" y="658"/>
                    <a:pt x="427449" y="521"/>
                    <a:pt x="426437" y="383"/>
                  </a:cubicBezTo>
                  <a:cubicBezTo>
                    <a:pt x="425037" y="192"/>
                    <a:pt x="423631" y="0"/>
                    <a:pt x="422190" y="0"/>
                  </a:cubicBezTo>
                  <a:lnTo>
                    <a:pt x="103326" y="0"/>
                  </a:lnTo>
                  <a:cubicBezTo>
                    <a:pt x="46290" y="0"/>
                    <a:pt x="0" y="46290"/>
                    <a:pt x="0" y="103326"/>
                  </a:cubicBezTo>
                  <a:lnTo>
                    <a:pt x="0" y="490706"/>
                  </a:lnTo>
                  <a:cubicBezTo>
                    <a:pt x="24497" y="480487"/>
                    <a:pt x="50464" y="473088"/>
                    <a:pt x="77495" y="468914"/>
                  </a:cubicBezTo>
                  <a:lnTo>
                    <a:pt x="77495" y="103326"/>
                  </a:lnTo>
                  <a:cubicBezTo>
                    <a:pt x="77495" y="89119"/>
                    <a:pt x="89067" y="77495"/>
                    <a:pt x="103326" y="77495"/>
                  </a:cubicBezTo>
                  <a:lnTo>
                    <a:pt x="413304" y="77495"/>
                  </a:lnTo>
                  <a:lnTo>
                    <a:pt x="413304" y="309978"/>
                  </a:lnTo>
                  <a:cubicBezTo>
                    <a:pt x="413304" y="367014"/>
                    <a:pt x="459594" y="413304"/>
                    <a:pt x="516630" y="413304"/>
                  </a:cubicBezTo>
                  <a:lnTo>
                    <a:pt x="749114" y="413304"/>
                  </a:lnTo>
                  <a:lnTo>
                    <a:pt x="749114" y="929934"/>
                  </a:lnTo>
                  <a:close/>
                  <a:moveTo>
                    <a:pt x="490799" y="135409"/>
                  </a:moveTo>
                  <a:lnTo>
                    <a:pt x="691148" y="335810"/>
                  </a:lnTo>
                  <a:lnTo>
                    <a:pt x="516630" y="335810"/>
                  </a:lnTo>
                  <a:cubicBezTo>
                    <a:pt x="502371" y="335810"/>
                    <a:pt x="490799" y="324185"/>
                    <a:pt x="490799" y="309978"/>
                  </a:cubicBezTo>
                  <a:lnTo>
                    <a:pt x="490799" y="135409"/>
                  </a:lnTo>
                  <a:close/>
                </a:path>
              </a:pathLst>
            </a:custGeom>
            <a:grpFill/>
            <a:ln w="15875" cap="rnd">
              <a:noFill/>
              <a:prstDash val="solid"/>
              <a:round/>
            </a:ln>
            <a:effectLst/>
          </p:spPr>
          <p:txBody>
            <a:bodyPr/>
            <a:lstStyle/>
            <a:p>
              <a:endParaRPr lang="en-IN"/>
            </a:p>
          </p:txBody>
        </p:sp>
        <p:sp>
          <p:nvSpPr>
            <p:cNvPr id="64" name="Freeform: Shape 63" descr="Icon of a document with a target on the bottom left corner ">
              <a:extLst>
                <a:ext uri="{FF2B5EF4-FFF2-40B4-BE49-F238E27FC236}">
                  <a16:creationId xmlns:a16="http://schemas.microsoft.com/office/drawing/2014/main" id="{8C1E2236-BFD5-6964-2C24-E8E17AC6B2A6}"/>
                </a:ext>
              </a:extLst>
            </p:cNvPr>
            <p:cNvSpPr/>
            <p:nvPr/>
          </p:nvSpPr>
          <p:spPr>
            <a:xfrm>
              <a:off x="3195689" y="286649"/>
              <a:ext cx="654368" cy="654368"/>
            </a:xfrm>
            <a:custGeom>
              <a:avLst/>
              <a:gdLst>
                <a:gd name="csX0" fmla="*/ 843007 w 1723591"/>
                <a:gd name="csY0" fmla="*/ 671194 h 1723589"/>
                <a:gd name="csX1" fmla="*/ 899144 w 1723591"/>
                <a:gd name="csY1" fmla="*/ 673923 h 1723589"/>
                <a:gd name="csX2" fmla="*/ 997192 w 1723591"/>
                <a:gd name="csY2" fmla="*/ 726397 h 1723589"/>
                <a:gd name="csX3" fmla="*/ 1049667 w 1723591"/>
                <a:gd name="csY3" fmla="*/ 824446 h 1723589"/>
                <a:gd name="csX4" fmla="*/ 1038751 w 1723591"/>
                <a:gd name="csY4" fmla="*/ 935148 h 1723589"/>
                <a:gd name="csX5" fmla="*/ 968278 w 1723591"/>
                <a:gd name="csY5" fmla="*/ 1021131 h 1723589"/>
                <a:gd name="csX6" fmla="*/ 861800 w 1723591"/>
                <a:gd name="csY6" fmla="*/ 1053302 h 1723589"/>
                <a:gd name="csX7" fmla="*/ 726398 w 1723591"/>
                <a:gd name="csY7" fmla="*/ 997191 h 1723589"/>
                <a:gd name="csX8" fmla="*/ 670288 w 1723591"/>
                <a:gd name="csY8" fmla="*/ 861799 h 1723589"/>
                <a:gd name="csX9" fmla="*/ 702458 w 1723591"/>
                <a:gd name="csY9" fmla="*/ 755312 h 1723589"/>
                <a:gd name="csX10" fmla="*/ 788451 w 1723591"/>
                <a:gd name="csY10" fmla="*/ 684839 h 1723589"/>
                <a:gd name="csX11" fmla="*/ 843007 w 1723591"/>
                <a:gd name="csY11" fmla="*/ 671194 h 1723589"/>
                <a:gd name="csX12" fmla="*/ 872947 w 1723591"/>
                <a:gd name="csY12" fmla="*/ 383151 h 1723589"/>
                <a:gd name="csX13" fmla="*/ 635811 w 1723591"/>
                <a:gd name="csY13" fmla="*/ 439704 h 1723589"/>
                <a:gd name="csX14" fmla="*/ 419219 w 1723591"/>
                <a:gd name="csY14" fmla="*/ 678707 h 1723589"/>
                <a:gd name="csX15" fmla="*/ 403509 w 1723591"/>
                <a:gd name="csY15" fmla="*/ 1000827 h 1723589"/>
                <a:gd name="csX16" fmla="*/ 595790 w 1723591"/>
                <a:gd name="csY16" fmla="*/ 1259945 h 1723589"/>
                <a:gd name="csX17" fmla="*/ 908713 w 1723591"/>
                <a:gd name="csY17" fmla="*/ 1338268 h 1723589"/>
                <a:gd name="csX18" fmla="*/ 1200390 w 1723591"/>
                <a:gd name="csY18" fmla="*/ 1200388 h 1723589"/>
                <a:gd name="csX19" fmla="*/ 1304182 w 1723591"/>
                <a:gd name="csY19" fmla="*/ 1045072 h 1723589"/>
                <a:gd name="csX20" fmla="*/ 1340386 w 1723591"/>
                <a:gd name="csY20" fmla="*/ 861799 h 1723589"/>
                <a:gd name="csX21" fmla="*/ 1231601 w 1723591"/>
                <a:gd name="csY21" fmla="*/ 558057 h 1723589"/>
                <a:gd name="csX22" fmla="*/ 954874 w 1723591"/>
                <a:gd name="csY22" fmla="*/ 392212 h 1723589"/>
                <a:gd name="csX23" fmla="*/ 872947 w 1723591"/>
                <a:gd name="csY23" fmla="*/ 383151 h 1723589"/>
                <a:gd name="csX24" fmla="*/ 861800 w 1723591"/>
                <a:gd name="csY24" fmla="*/ 0 h 1723589"/>
                <a:gd name="csX25" fmla="*/ 929596 w 1723591"/>
                <a:gd name="csY25" fmla="*/ 27955 h 1723589"/>
                <a:gd name="csX26" fmla="*/ 957551 w 1723591"/>
                <a:gd name="csY26" fmla="*/ 95751 h 1723589"/>
                <a:gd name="csX27" fmla="*/ 957551 w 1723591"/>
                <a:gd name="csY27" fmla="*/ 201279 h 1723589"/>
                <a:gd name="csX28" fmla="*/ 1333675 w 1723591"/>
                <a:gd name="csY28" fmla="*/ 389915 h 1723589"/>
                <a:gd name="csX29" fmla="*/ 1522320 w 1723591"/>
                <a:gd name="csY29" fmla="*/ 766038 h 1723589"/>
                <a:gd name="csX30" fmla="*/ 1627839 w 1723591"/>
                <a:gd name="csY30" fmla="*/ 766038 h 1723589"/>
                <a:gd name="csX31" fmla="*/ 1695635 w 1723591"/>
                <a:gd name="csY31" fmla="*/ 794003 h 1723589"/>
                <a:gd name="csX32" fmla="*/ 1723591 w 1723591"/>
                <a:gd name="csY32" fmla="*/ 861799 h 1723589"/>
                <a:gd name="csX33" fmla="*/ 1695635 w 1723591"/>
                <a:gd name="csY33" fmla="*/ 929586 h 1723589"/>
                <a:gd name="csX34" fmla="*/ 1627839 w 1723591"/>
                <a:gd name="csY34" fmla="*/ 957550 h 1723589"/>
                <a:gd name="csX35" fmla="*/ 1522320 w 1723591"/>
                <a:gd name="csY35" fmla="*/ 957550 h 1723589"/>
                <a:gd name="csX36" fmla="*/ 1333675 w 1723591"/>
                <a:gd name="csY36" fmla="*/ 1333674 h 1723589"/>
                <a:gd name="csX37" fmla="*/ 957551 w 1723591"/>
                <a:gd name="csY37" fmla="*/ 1522309 h 1723589"/>
                <a:gd name="csX38" fmla="*/ 957551 w 1723591"/>
                <a:gd name="csY38" fmla="*/ 1627838 h 1723589"/>
                <a:gd name="csX39" fmla="*/ 929596 w 1723591"/>
                <a:gd name="csY39" fmla="*/ 1695633 h 1723589"/>
                <a:gd name="csX40" fmla="*/ 861800 w 1723591"/>
                <a:gd name="csY40" fmla="*/ 1723589 h 1723589"/>
                <a:gd name="csX41" fmla="*/ 794004 w 1723591"/>
                <a:gd name="csY41" fmla="*/ 1695633 h 1723589"/>
                <a:gd name="csX42" fmla="*/ 766039 w 1723591"/>
                <a:gd name="csY42" fmla="*/ 1627838 h 1723589"/>
                <a:gd name="csX43" fmla="*/ 766039 w 1723591"/>
                <a:gd name="csY43" fmla="*/ 1522309 h 1723589"/>
                <a:gd name="csX44" fmla="*/ 389916 w 1723591"/>
                <a:gd name="csY44" fmla="*/ 1333674 h 1723589"/>
                <a:gd name="csX45" fmla="*/ 201280 w 1723591"/>
                <a:gd name="csY45" fmla="*/ 957550 h 1723589"/>
                <a:gd name="csX46" fmla="*/ 95752 w 1723591"/>
                <a:gd name="csY46" fmla="*/ 957550 h 1723589"/>
                <a:gd name="csX47" fmla="*/ 27965 w 1723591"/>
                <a:gd name="csY47" fmla="*/ 929586 h 1723589"/>
                <a:gd name="csX48" fmla="*/ 0 w 1723591"/>
                <a:gd name="csY48" fmla="*/ 861799 h 1723589"/>
                <a:gd name="csX49" fmla="*/ 27965 w 1723591"/>
                <a:gd name="csY49" fmla="*/ 794003 h 1723589"/>
                <a:gd name="csX50" fmla="*/ 95752 w 1723591"/>
                <a:gd name="csY50" fmla="*/ 766038 h 1723589"/>
                <a:gd name="csX51" fmla="*/ 201280 w 1723591"/>
                <a:gd name="csY51" fmla="*/ 766038 h 1723589"/>
                <a:gd name="csX52" fmla="*/ 389916 w 1723591"/>
                <a:gd name="csY52" fmla="*/ 389915 h 1723589"/>
                <a:gd name="csX53" fmla="*/ 766039 w 1723591"/>
                <a:gd name="csY53" fmla="*/ 201279 h 1723589"/>
                <a:gd name="csX54" fmla="*/ 766039 w 1723591"/>
                <a:gd name="csY54" fmla="*/ 95751 h 1723589"/>
                <a:gd name="csX55" fmla="*/ 794004 w 1723591"/>
                <a:gd name="csY55" fmla="*/ 27955 h 1723589"/>
                <a:gd name="csX56" fmla="*/ 861800 w 1723591"/>
                <a:gd name="csY56" fmla="*/ 0 h 17235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723591" h="1723589">
                  <a:moveTo>
                    <a:pt x="843007" y="671194"/>
                  </a:moveTo>
                  <a:cubicBezTo>
                    <a:pt x="861655" y="669373"/>
                    <a:pt x="880567" y="670282"/>
                    <a:pt x="899144" y="673923"/>
                  </a:cubicBezTo>
                  <a:cubicBezTo>
                    <a:pt x="936297" y="681203"/>
                    <a:pt x="970385" y="699581"/>
                    <a:pt x="997192" y="726397"/>
                  </a:cubicBezTo>
                  <a:cubicBezTo>
                    <a:pt x="1024009" y="753205"/>
                    <a:pt x="1042197" y="787301"/>
                    <a:pt x="1049667" y="824446"/>
                  </a:cubicBezTo>
                  <a:cubicBezTo>
                    <a:pt x="1057138" y="861600"/>
                    <a:pt x="1053303" y="900092"/>
                    <a:pt x="1038751" y="935148"/>
                  </a:cubicBezTo>
                  <a:cubicBezTo>
                    <a:pt x="1024199" y="970185"/>
                    <a:pt x="999689" y="1000067"/>
                    <a:pt x="968278" y="1021131"/>
                  </a:cubicBezTo>
                  <a:cubicBezTo>
                    <a:pt x="936677" y="1042196"/>
                    <a:pt x="899713" y="1053302"/>
                    <a:pt x="861800" y="1053302"/>
                  </a:cubicBezTo>
                  <a:cubicBezTo>
                    <a:pt x="811044" y="1053302"/>
                    <a:pt x="762214" y="1033196"/>
                    <a:pt x="726398" y="997191"/>
                  </a:cubicBezTo>
                  <a:cubicBezTo>
                    <a:pt x="690583" y="961186"/>
                    <a:pt x="670288" y="912546"/>
                    <a:pt x="670288" y="861799"/>
                  </a:cubicBezTo>
                  <a:cubicBezTo>
                    <a:pt x="670288" y="823876"/>
                    <a:pt x="681584" y="786913"/>
                    <a:pt x="702458" y="755312"/>
                  </a:cubicBezTo>
                  <a:cubicBezTo>
                    <a:pt x="723522" y="723910"/>
                    <a:pt x="753405" y="699201"/>
                    <a:pt x="788451" y="684839"/>
                  </a:cubicBezTo>
                  <a:cubicBezTo>
                    <a:pt x="805974" y="677563"/>
                    <a:pt x="824359" y="673014"/>
                    <a:pt x="843007" y="671194"/>
                  </a:cubicBezTo>
                  <a:close/>
                  <a:moveTo>
                    <a:pt x="872947" y="383151"/>
                  </a:moveTo>
                  <a:cubicBezTo>
                    <a:pt x="790834" y="381212"/>
                    <a:pt x="709070" y="400497"/>
                    <a:pt x="635811" y="439704"/>
                  </a:cubicBezTo>
                  <a:cubicBezTo>
                    <a:pt x="538142" y="491989"/>
                    <a:pt x="461537" y="576444"/>
                    <a:pt x="419219" y="678707"/>
                  </a:cubicBezTo>
                  <a:cubicBezTo>
                    <a:pt x="376892" y="780979"/>
                    <a:pt x="371339" y="894928"/>
                    <a:pt x="403509" y="1000827"/>
                  </a:cubicBezTo>
                  <a:cubicBezTo>
                    <a:pt x="435689" y="1106925"/>
                    <a:pt x="503675" y="1198471"/>
                    <a:pt x="595790" y="1259945"/>
                  </a:cubicBezTo>
                  <a:cubicBezTo>
                    <a:pt x="687906" y="1321419"/>
                    <a:pt x="798409" y="1349184"/>
                    <a:pt x="908713" y="1338268"/>
                  </a:cubicBezTo>
                  <a:cubicBezTo>
                    <a:pt x="1019025" y="1327361"/>
                    <a:pt x="1122057" y="1278712"/>
                    <a:pt x="1200390" y="1200388"/>
                  </a:cubicBezTo>
                  <a:cubicBezTo>
                    <a:pt x="1244815" y="1155954"/>
                    <a:pt x="1280051" y="1103099"/>
                    <a:pt x="1304182" y="1045072"/>
                  </a:cubicBezTo>
                  <a:cubicBezTo>
                    <a:pt x="1328122" y="987044"/>
                    <a:pt x="1340386" y="924801"/>
                    <a:pt x="1340386" y="861799"/>
                  </a:cubicBezTo>
                  <a:cubicBezTo>
                    <a:pt x="1340386" y="751097"/>
                    <a:pt x="1301884" y="643661"/>
                    <a:pt x="1231601" y="558057"/>
                  </a:cubicBezTo>
                  <a:cubicBezTo>
                    <a:pt x="1161318" y="472453"/>
                    <a:pt x="1063460" y="413855"/>
                    <a:pt x="954874" y="392212"/>
                  </a:cubicBezTo>
                  <a:cubicBezTo>
                    <a:pt x="927728" y="386802"/>
                    <a:pt x="900318" y="383797"/>
                    <a:pt x="872947" y="383151"/>
                  </a:cubicBezTo>
                  <a:close/>
                  <a:moveTo>
                    <a:pt x="861800" y="0"/>
                  </a:moveTo>
                  <a:cubicBezTo>
                    <a:pt x="887269" y="0"/>
                    <a:pt x="911589" y="10147"/>
                    <a:pt x="929596" y="27955"/>
                  </a:cubicBezTo>
                  <a:cubicBezTo>
                    <a:pt x="947594" y="45963"/>
                    <a:pt x="957551" y="70283"/>
                    <a:pt x="957551" y="95751"/>
                  </a:cubicBezTo>
                  <a:lnTo>
                    <a:pt x="957551" y="201279"/>
                  </a:lnTo>
                  <a:cubicBezTo>
                    <a:pt x="1100035" y="221955"/>
                    <a:pt x="1231990" y="288222"/>
                    <a:pt x="1333675" y="389915"/>
                  </a:cubicBezTo>
                  <a:cubicBezTo>
                    <a:pt x="1435369" y="491609"/>
                    <a:pt x="1501636" y="623555"/>
                    <a:pt x="1522320" y="766038"/>
                  </a:cubicBezTo>
                  <a:lnTo>
                    <a:pt x="1627839" y="766038"/>
                  </a:lnTo>
                  <a:cubicBezTo>
                    <a:pt x="1653308" y="766038"/>
                    <a:pt x="1677628" y="776186"/>
                    <a:pt x="1695635" y="794003"/>
                  </a:cubicBezTo>
                  <a:cubicBezTo>
                    <a:pt x="1713633" y="812001"/>
                    <a:pt x="1723591" y="836321"/>
                    <a:pt x="1723591" y="861799"/>
                  </a:cubicBezTo>
                  <a:cubicBezTo>
                    <a:pt x="1723591" y="887267"/>
                    <a:pt x="1713443" y="911587"/>
                    <a:pt x="1695635" y="929586"/>
                  </a:cubicBezTo>
                  <a:cubicBezTo>
                    <a:pt x="1677628" y="947593"/>
                    <a:pt x="1653308" y="957550"/>
                    <a:pt x="1627839" y="957550"/>
                  </a:cubicBezTo>
                  <a:lnTo>
                    <a:pt x="1522320" y="957550"/>
                  </a:lnTo>
                  <a:cubicBezTo>
                    <a:pt x="1501636" y="1100033"/>
                    <a:pt x="1435369" y="1231980"/>
                    <a:pt x="1333675" y="1333674"/>
                  </a:cubicBezTo>
                  <a:cubicBezTo>
                    <a:pt x="1231990" y="1435367"/>
                    <a:pt x="1100035" y="1501634"/>
                    <a:pt x="957551" y="1522309"/>
                  </a:cubicBezTo>
                  <a:lnTo>
                    <a:pt x="957551" y="1627838"/>
                  </a:lnTo>
                  <a:cubicBezTo>
                    <a:pt x="957551" y="1653306"/>
                    <a:pt x="947404" y="1677626"/>
                    <a:pt x="929596" y="1695633"/>
                  </a:cubicBezTo>
                  <a:cubicBezTo>
                    <a:pt x="911589" y="1713631"/>
                    <a:pt x="887269" y="1723589"/>
                    <a:pt x="861800" y="1723589"/>
                  </a:cubicBezTo>
                  <a:cubicBezTo>
                    <a:pt x="836322" y="1723589"/>
                    <a:pt x="812002" y="1713441"/>
                    <a:pt x="794004" y="1695633"/>
                  </a:cubicBezTo>
                  <a:cubicBezTo>
                    <a:pt x="775997" y="1677626"/>
                    <a:pt x="766039" y="1653306"/>
                    <a:pt x="766039" y="1627838"/>
                  </a:cubicBezTo>
                  <a:lnTo>
                    <a:pt x="766039" y="1522309"/>
                  </a:lnTo>
                  <a:cubicBezTo>
                    <a:pt x="623556" y="1501634"/>
                    <a:pt x="491610" y="1435367"/>
                    <a:pt x="389916" y="1333674"/>
                  </a:cubicBezTo>
                  <a:cubicBezTo>
                    <a:pt x="288222" y="1231980"/>
                    <a:pt x="221964" y="1100033"/>
                    <a:pt x="201280" y="957550"/>
                  </a:cubicBezTo>
                  <a:lnTo>
                    <a:pt x="95752" y="957550"/>
                  </a:lnTo>
                  <a:cubicBezTo>
                    <a:pt x="70283" y="957550"/>
                    <a:pt x="45963" y="947403"/>
                    <a:pt x="27965" y="929586"/>
                  </a:cubicBezTo>
                  <a:cubicBezTo>
                    <a:pt x="9958" y="911587"/>
                    <a:pt x="0" y="887267"/>
                    <a:pt x="0" y="861799"/>
                  </a:cubicBezTo>
                  <a:cubicBezTo>
                    <a:pt x="0" y="836321"/>
                    <a:pt x="10148" y="812001"/>
                    <a:pt x="27965" y="794003"/>
                  </a:cubicBezTo>
                  <a:cubicBezTo>
                    <a:pt x="45963" y="775996"/>
                    <a:pt x="70283" y="766038"/>
                    <a:pt x="95752" y="766038"/>
                  </a:cubicBezTo>
                  <a:lnTo>
                    <a:pt x="201280" y="766038"/>
                  </a:lnTo>
                  <a:cubicBezTo>
                    <a:pt x="221964" y="623555"/>
                    <a:pt x="288222" y="491609"/>
                    <a:pt x="389916" y="389915"/>
                  </a:cubicBezTo>
                  <a:cubicBezTo>
                    <a:pt x="491610" y="288222"/>
                    <a:pt x="623556" y="221955"/>
                    <a:pt x="766039" y="201279"/>
                  </a:cubicBezTo>
                  <a:lnTo>
                    <a:pt x="766039" y="95751"/>
                  </a:lnTo>
                  <a:cubicBezTo>
                    <a:pt x="766039" y="70283"/>
                    <a:pt x="776196" y="45963"/>
                    <a:pt x="794004" y="27955"/>
                  </a:cubicBezTo>
                  <a:cubicBezTo>
                    <a:pt x="812002" y="9957"/>
                    <a:pt x="836322" y="0"/>
                    <a:pt x="861800" y="0"/>
                  </a:cubicBezTo>
                  <a:close/>
                </a:path>
              </a:pathLst>
            </a:custGeom>
            <a:grpFill/>
            <a:ln w="15875" cap="rnd">
              <a:noFill/>
              <a:prstDash val="solid"/>
              <a:round/>
            </a:ln>
            <a:effectLst/>
          </p:spPr>
          <p:txBody>
            <a:bodyPr/>
            <a:lstStyle/>
            <a:p>
              <a:endParaRPr lang="en-US">
                <a:solidFill>
                  <a:schemeClr val="tx1"/>
                </a:solidFill>
              </a:endParaRPr>
            </a:p>
          </p:txBody>
        </p:sp>
      </p:grpSp>
      <p:sp>
        <p:nvSpPr>
          <p:cNvPr id="65" name="Title 14">
            <a:extLst>
              <a:ext uri="{FF2B5EF4-FFF2-40B4-BE49-F238E27FC236}">
                <a16:creationId xmlns:a16="http://schemas.microsoft.com/office/drawing/2014/main" id="{782FDA01-13A6-FA8A-121E-BBE861401EE1}"/>
              </a:ext>
            </a:extLst>
          </p:cNvPr>
          <p:cNvSpPr txBox="1">
            <a:spLocks/>
          </p:cNvSpPr>
          <p:nvPr/>
        </p:nvSpPr>
        <p:spPr>
          <a:xfrm>
            <a:off x="588962" y="2041964"/>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Fairness</a:t>
            </a:r>
          </a:p>
        </p:txBody>
      </p:sp>
      <p:sp>
        <p:nvSpPr>
          <p:cNvPr id="66" name="TextBox 65">
            <a:extLst>
              <a:ext uri="{FF2B5EF4-FFF2-40B4-BE49-F238E27FC236}">
                <a16:creationId xmlns:a16="http://schemas.microsoft.com/office/drawing/2014/main" id="{9CBF2F1F-8CCE-8EB0-22DA-CC617E131327}"/>
              </a:ext>
              <a:ext uri="{C183D7F6-B498-43B3-948B-1728B52AA6E4}">
                <adec:decorative xmlns:adec="http://schemas.microsoft.com/office/drawing/2017/decorative" val="0"/>
              </a:ext>
            </a:extLst>
          </p:cNvPr>
          <p:cNvSpPr txBox="1">
            <a:spLocks/>
          </p:cNvSpPr>
          <p:nvPr/>
        </p:nvSpPr>
        <p:spPr>
          <a:xfrm>
            <a:off x="694512" y="2622752"/>
            <a:ext cx="2446137" cy="64633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Assess fairness and mitigate fairness issues to build models for everyone.</a:t>
            </a:r>
          </a:p>
        </p:txBody>
      </p:sp>
      <p:sp>
        <p:nvSpPr>
          <p:cNvPr id="67" name="Title 14">
            <a:extLst>
              <a:ext uri="{FF2B5EF4-FFF2-40B4-BE49-F238E27FC236}">
                <a16:creationId xmlns:a16="http://schemas.microsoft.com/office/drawing/2014/main" id="{54E138B0-2E19-81BA-4550-1806CD1E724C}"/>
              </a:ext>
            </a:extLst>
          </p:cNvPr>
          <p:cNvSpPr txBox="1">
            <a:spLocks/>
          </p:cNvSpPr>
          <p:nvPr/>
        </p:nvSpPr>
        <p:spPr>
          <a:xfrm>
            <a:off x="3375633" y="2041964"/>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Explainability</a:t>
            </a:r>
          </a:p>
        </p:txBody>
      </p:sp>
      <p:sp>
        <p:nvSpPr>
          <p:cNvPr id="68" name="TextBox 67">
            <a:extLst>
              <a:ext uri="{FF2B5EF4-FFF2-40B4-BE49-F238E27FC236}">
                <a16:creationId xmlns:a16="http://schemas.microsoft.com/office/drawing/2014/main" id="{99A3BB92-FD95-15F2-02BF-0A39304E802F}"/>
              </a:ext>
              <a:ext uri="{C183D7F6-B498-43B3-948B-1728B52AA6E4}">
                <adec:decorative xmlns:adec="http://schemas.microsoft.com/office/drawing/2017/decorative" val="0"/>
              </a:ext>
            </a:extLst>
          </p:cNvPr>
          <p:cNvSpPr txBox="1">
            <a:spLocks/>
          </p:cNvSpPr>
          <p:nvPr/>
        </p:nvSpPr>
        <p:spPr>
          <a:xfrm>
            <a:off x="3481183" y="2622752"/>
            <a:ext cx="2446137" cy="86177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Understand model predictions </a:t>
            </a:r>
            <a:br>
              <a:rPr kumimoji="0" lang="en-US" sz="1400" b="0" i="0" u="none" strike="noStrike" kern="1200" cap="none" spc="0" normalizeH="0" baseline="0" noProof="0">
                <a:ln>
                  <a:noFill/>
                </a:ln>
                <a:effectLst/>
                <a:uLnTx/>
                <a:uFillTx/>
              </a:rPr>
            </a:br>
            <a:r>
              <a:rPr kumimoji="0" lang="en-US" sz="1400" b="0" i="0" u="none" strike="noStrike" kern="1200" cap="none" spc="0" normalizeH="0" baseline="0" noProof="0">
                <a:ln>
                  <a:noFill/>
                </a:ln>
                <a:effectLst/>
                <a:uLnTx/>
                <a:uFillTx/>
              </a:rPr>
              <a:t>by generating feature importance values for</a:t>
            </a:r>
            <a:br>
              <a:rPr kumimoji="0" lang="en-US" sz="1400" b="0" i="0" u="none" strike="noStrike" kern="1200" cap="none" spc="0" normalizeH="0" baseline="0" noProof="0">
                <a:ln>
                  <a:noFill/>
                </a:ln>
                <a:effectLst/>
                <a:uLnTx/>
                <a:uFillTx/>
              </a:rPr>
            </a:br>
            <a:r>
              <a:rPr kumimoji="0" lang="en-US" sz="1400" b="0" i="0" u="none" strike="noStrike" kern="1200" cap="none" spc="0" normalizeH="0" baseline="0" noProof="0">
                <a:ln>
                  <a:noFill/>
                </a:ln>
                <a:effectLst/>
                <a:uLnTx/>
                <a:uFillTx/>
              </a:rPr>
              <a:t>your model.</a:t>
            </a:r>
          </a:p>
        </p:txBody>
      </p:sp>
      <p:sp>
        <p:nvSpPr>
          <p:cNvPr id="69" name="Title 14">
            <a:extLst>
              <a:ext uri="{FF2B5EF4-FFF2-40B4-BE49-F238E27FC236}">
                <a16:creationId xmlns:a16="http://schemas.microsoft.com/office/drawing/2014/main" id="{740A6B63-4FDB-8901-A9DA-91AC40986335}"/>
              </a:ext>
            </a:extLst>
          </p:cNvPr>
          <p:cNvSpPr txBox="1">
            <a:spLocks/>
          </p:cNvSpPr>
          <p:nvPr/>
        </p:nvSpPr>
        <p:spPr>
          <a:xfrm>
            <a:off x="6162305" y="2041964"/>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Counterfactuals</a:t>
            </a:r>
          </a:p>
        </p:txBody>
      </p:sp>
      <p:sp>
        <p:nvSpPr>
          <p:cNvPr id="70" name="TextBox 69">
            <a:extLst>
              <a:ext uri="{FF2B5EF4-FFF2-40B4-BE49-F238E27FC236}">
                <a16:creationId xmlns:a16="http://schemas.microsoft.com/office/drawing/2014/main" id="{8665FF7B-680E-424D-6A93-C402AFD35A67}"/>
              </a:ext>
              <a:ext uri="{C183D7F6-B498-43B3-948B-1728B52AA6E4}">
                <adec:decorative xmlns:adec="http://schemas.microsoft.com/office/drawing/2017/decorative" val="0"/>
              </a:ext>
            </a:extLst>
          </p:cNvPr>
          <p:cNvSpPr txBox="1">
            <a:spLocks/>
          </p:cNvSpPr>
          <p:nvPr/>
        </p:nvSpPr>
        <p:spPr>
          <a:xfrm>
            <a:off x="6267855" y="2622752"/>
            <a:ext cx="2446137" cy="86177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Observe feature perturbations and find the closest datapoints with different model predictions.</a:t>
            </a:r>
          </a:p>
        </p:txBody>
      </p:sp>
      <p:sp>
        <p:nvSpPr>
          <p:cNvPr id="71" name="Title 14">
            <a:extLst>
              <a:ext uri="{FF2B5EF4-FFF2-40B4-BE49-F238E27FC236}">
                <a16:creationId xmlns:a16="http://schemas.microsoft.com/office/drawing/2014/main" id="{A13D176C-B6D7-861C-4446-421BDDEDD8A2}"/>
              </a:ext>
            </a:extLst>
          </p:cNvPr>
          <p:cNvSpPr txBox="1">
            <a:spLocks/>
          </p:cNvSpPr>
          <p:nvPr/>
        </p:nvSpPr>
        <p:spPr>
          <a:xfrm>
            <a:off x="8948976" y="2041964"/>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Prompt Flow</a:t>
            </a:r>
          </a:p>
        </p:txBody>
      </p:sp>
      <p:sp>
        <p:nvSpPr>
          <p:cNvPr id="72" name="TextBox 71">
            <a:extLst>
              <a:ext uri="{FF2B5EF4-FFF2-40B4-BE49-F238E27FC236}">
                <a16:creationId xmlns:a16="http://schemas.microsoft.com/office/drawing/2014/main" id="{2B06134D-CD12-F84E-AF31-9AC6FA353E9F}"/>
              </a:ext>
              <a:ext uri="{C183D7F6-B498-43B3-948B-1728B52AA6E4}">
                <adec:decorative xmlns:adec="http://schemas.microsoft.com/office/drawing/2017/decorative" val="0"/>
              </a:ext>
            </a:extLst>
          </p:cNvPr>
          <p:cNvSpPr txBox="1">
            <a:spLocks/>
          </p:cNvSpPr>
          <p:nvPr/>
        </p:nvSpPr>
        <p:spPr>
          <a:xfrm>
            <a:off x="9054526" y="2622752"/>
            <a:ext cx="2446137" cy="86177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Create workflows for large language-based applications to simplify prompt building, evaluation, and tuning. </a:t>
            </a:r>
          </a:p>
        </p:txBody>
      </p:sp>
      <p:sp>
        <p:nvSpPr>
          <p:cNvPr id="73" name="Title 14">
            <a:extLst>
              <a:ext uri="{FF2B5EF4-FFF2-40B4-BE49-F238E27FC236}">
                <a16:creationId xmlns:a16="http://schemas.microsoft.com/office/drawing/2014/main" id="{090EB2B0-115F-DA18-DAF0-261BCCFB54DD}"/>
              </a:ext>
            </a:extLst>
          </p:cNvPr>
          <p:cNvSpPr txBox="1">
            <a:spLocks/>
          </p:cNvSpPr>
          <p:nvPr/>
        </p:nvSpPr>
        <p:spPr>
          <a:xfrm>
            <a:off x="588962" y="4609198"/>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Causal analysis</a:t>
            </a:r>
          </a:p>
        </p:txBody>
      </p:sp>
      <p:sp>
        <p:nvSpPr>
          <p:cNvPr id="74" name="TextBox 73">
            <a:extLst>
              <a:ext uri="{FF2B5EF4-FFF2-40B4-BE49-F238E27FC236}">
                <a16:creationId xmlns:a16="http://schemas.microsoft.com/office/drawing/2014/main" id="{0058AC6B-47DA-E88D-1D2A-171AA83D3A6C}"/>
              </a:ext>
              <a:ext uri="{C183D7F6-B498-43B3-948B-1728B52AA6E4}">
                <adec:decorative xmlns:adec="http://schemas.microsoft.com/office/drawing/2017/decorative" val="0"/>
              </a:ext>
            </a:extLst>
          </p:cNvPr>
          <p:cNvSpPr txBox="1">
            <a:spLocks/>
          </p:cNvSpPr>
          <p:nvPr/>
        </p:nvSpPr>
        <p:spPr>
          <a:xfrm>
            <a:off x="694512" y="5183009"/>
            <a:ext cx="2446137"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Estimate the effect of a feature on real-world outcomes.</a:t>
            </a:r>
          </a:p>
        </p:txBody>
      </p:sp>
      <p:sp>
        <p:nvSpPr>
          <p:cNvPr id="75" name="Title 14">
            <a:extLst>
              <a:ext uri="{FF2B5EF4-FFF2-40B4-BE49-F238E27FC236}">
                <a16:creationId xmlns:a16="http://schemas.microsoft.com/office/drawing/2014/main" id="{7A6277FE-3645-7E2A-E1CF-A4E6B1804221}"/>
              </a:ext>
            </a:extLst>
          </p:cNvPr>
          <p:cNvSpPr txBox="1">
            <a:spLocks/>
          </p:cNvSpPr>
          <p:nvPr/>
        </p:nvSpPr>
        <p:spPr>
          <a:xfrm>
            <a:off x="3375633" y="4609198"/>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Error analysis</a:t>
            </a:r>
          </a:p>
        </p:txBody>
      </p:sp>
      <p:sp>
        <p:nvSpPr>
          <p:cNvPr id="76" name="TextBox 75">
            <a:extLst>
              <a:ext uri="{FF2B5EF4-FFF2-40B4-BE49-F238E27FC236}">
                <a16:creationId xmlns:a16="http://schemas.microsoft.com/office/drawing/2014/main" id="{8D1D5E39-3883-6F31-FD61-22072872284D}"/>
              </a:ext>
              <a:ext uri="{C183D7F6-B498-43B3-948B-1728B52AA6E4}">
                <adec:decorative xmlns:adec="http://schemas.microsoft.com/office/drawing/2017/decorative" val="0"/>
              </a:ext>
            </a:extLst>
          </p:cNvPr>
          <p:cNvSpPr txBox="1">
            <a:spLocks/>
          </p:cNvSpPr>
          <p:nvPr/>
        </p:nvSpPr>
        <p:spPr>
          <a:xfrm>
            <a:off x="3481183" y="5183009"/>
            <a:ext cx="2446137" cy="86177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Identify dataset cohorts</a:t>
            </a:r>
            <a:br>
              <a:rPr kumimoji="0" lang="en-US" sz="1400" b="0" i="0" u="none" strike="noStrike" kern="1200" cap="none" spc="0" normalizeH="0" baseline="0" noProof="0">
                <a:ln>
                  <a:noFill/>
                </a:ln>
                <a:effectLst/>
                <a:uLnTx/>
                <a:uFillTx/>
              </a:rPr>
            </a:br>
            <a:r>
              <a:rPr kumimoji="0" lang="en-US" sz="1400" b="0" i="0" u="none" strike="noStrike" kern="1200" cap="none" spc="0" normalizeH="0" baseline="0" noProof="0">
                <a:ln>
                  <a:noFill/>
                </a:ln>
                <a:effectLst/>
                <a:uLnTx/>
                <a:uFillTx/>
              </a:rPr>
              <a:t>with high error rates and visualize error distribution</a:t>
            </a:r>
            <a:br>
              <a:rPr kumimoji="0" lang="en-US" sz="1400" b="0" i="0" u="none" strike="noStrike" kern="1200" cap="none" spc="0" normalizeH="0" baseline="0" noProof="0">
                <a:ln>
                  <a:noFill/>
                </a:ln>
                <a:effectLst/>
                <a:uLnTx/>
                <a:uFillTx/>
              </a:rPr>
            </a:br>
            <a:r>
              <a:rPr kumimoji="0" lang="en-US" sz="1400" b="0" i="0" u="none" strike="noStrike" kern="1200" cap="none" spc="0" normalizeH="0" baseline="0" noProof="0">
                <a:ln>
                  <a:noFill/>
                </a:ln>
                <a:effectLst/>
                <a:uLnTx/>
                <a:uFillTx/>
              </a:rPr>
              <a:t>in your model.</a:t>
            </a:r>
          </a:p>
        </p:txBody>
      </p:sp>
      <p:sp>
        <p:nvSpPr>
          <p:cNvPr id="77" name="Title 14">
            <a:extLst>
              <a:ext uri="{FF2B5EF4-FFF2-40B4-BE49-F238E27FC236}">
                <a16:creationId xmlns:a16="http://schemas.microsoft.com/office/drawing/2014/main" id="{DBDB02A3-D732-9E1C-EB9A-FEC8AF3F4F08}"/>
              </a:ext>
            </a:extLst>
          </p:cNvPr>
          <p:cNvSpPr txBox="1">
            <a:spLocks/>
          </p:cNvSpPr>
          <p:nvPr/>
        </p:nvSpPr>
        <p:spPr>
          <a:xfrm>
            <a:off x="6162305" y="4609198"/>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Responsible AI scorecard</a:t>
            </a:r>
          </a:p>
        </p:txBody>
      </p:sp>
      <p:sp>
        <p:nvSpPr>
          <p:cNvPr id="78" name="TextBox 77">
            <a:extLst>
              <a:ext uri="{FF2B5EF4-FFF2-40B4-BE49-F238E27FC236}">
                <a16:creationId xmlns:a16="http://schemas.microsoft.com/office/drawing/2014/main" id="{B2F53E0B-0647-ACD8-B631-FCF6EC7D2F05}"/>
              </a:ext>
              <a:ext uri="{C183D7F6-B498-43B3-948B-1728B52AA6E4}">
                <adec:decorative xmlns:adec="http://schemas.microsoft.com/office/drawing/2017/decorative" val="0"/>
              </a:ext>
            </a:extLst>
          </p:cNvPr>
          <p:cNvSpPr txBox="1">
            <a:spLocks/>
          </p:cNvSpPr>
          <p:nvPr/>
        </p:nvSpPr>
        <p:spPr>
          <a:xfrm>
            <a:off x="6267855" y="5183009"/>
            <a:ext cx="2446137" cy="107721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Get a summary of your insights to share with your technical and non-technical stakeholders to aid in compliance reviews.</a:t>
            </a:r>
          </a:p>
        </p:txBody>
      </p:sp>
      <p:sp>
        <p:nvSpPr>
          <p:cNvPr id="79" name="Title 14">
            <a:extLst>
              <a:ext uri="{FF2B5EF4-FFF2-40B4-BE49-F238E27FC236}">
                <a16:creationId xmlns:a16="http://schemas.microsoft.com/office/drawing/2014/main" id="{51C3654C-5DB7-591C-1949-483CBF850A90}"/>
              </a:ext>
            </a:extLst>
          </p:cNvPr>
          <p:cNvSpPr txBox="1">
            <a:spLocks/>
          </p:cNvSpPr>
          <p:nvPr/>
        </p:nvSpPr>
        <p:spPr>
          <a:xfrm>
            <a:off x="8948976" y="4609198"/>
            <a:ext cx="2657236" cy="4662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BE"/>
            </a:defPPr>
            <a:lvl1pPr algn="ctr" defTabSz="932472" fontAlgn="base">
              <a:spcBef>
                <a:spcPct val="0"/>
              </a:spcBef>
              <a:spcAft>
                <a:spcPts val="400"/>
              </a:spcAft>
              <a:defRPr>
                <a:ln w="3175">
                  <a:noFill/>
                </a:ln>
                <a:latin typeface="+mj-lt"/>
                <a:cs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72" rtl="0" eaLnBrk="1" fontAlgn="base" latinLnBrk="0" hangingPunct="1">
              <a:lnSpc>
                <a:spcPct val="100000"/>
              </a:lnSpc>
              <a:spcBef>
                <a:spcPct val="0"/>
              </a:spcBef>
              <a:spcAft>
                <a:spcPts val="400"/>
              </a:spcAft>
              <a:buClrTx/>
              <a:buSzTx/>
              <a:buFontTx/>
              <a:buNone/>
              <a:tabLst/>
              <a:defRPr/>
            </a:pPr>
            <a:r>
              <a:rPr kumimoji="0" lang="en-CA" sz="1600" b="0" i="0" u="none" strike="noStrike" kern="1200" cap="none" spc="0" normalizeH="0" baseline="0" noProof="0">
                <a:ln w="3175">
                  <a:noFill/>
                </a:ln>
                <a:solidFill>
                  <a:schemeClr val="accent2"/>
                </a:solidFill>
                <a:effectLst/>
                <a:uLnTx/>
                <a:uFillTx/>
                <a:cs typeface="+mn-cs"/>
              </a:rPr>
              <a:t>Azure Content Safety</a:t>
            </a:r>
          </a:p>
        </p:txBody>
      </p:sp>
      <p:sp>
        <p:nvSpPr>
          <p:cNvPr id="80" name="TextBox 79">
            <a:extLst>
              <a:ext uri="{FF2B5EF4-FFF2-40B4-BE49-F238E27FC236}">
                <a16:creationId xmlns:a16="http://schemas.microsoft.com/office/drawing/2014/main" id="{A1479F77-A7E9-E9DB-1393-D1DB797D9F97}"/>
              </a:ext>
              <a:ext uri="{C183D7F6-B498-43B3-948B-1728B52AA6E4}">
                <adec:decorative xmlns:adec="http://schemas.microsoft.com/office/drawing/2017/decorative" val="0"/>
              </a:ext>
            </a:extLst>
          </p:cNvPr>
          <p:cNvSpPr txBox="1">
            <a:spLocks/>
          </p:cNvSpPr>
          <p:nvPr/>
        </p:nvSpPr>
        <p:spPr>
          <a:xfrm>
            <a:off x="9054526" y="5183009"/>
            <a:ext cx="2446137" cy="86177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effectLst/>
                <a:uLnTx/>
                <a:uFillTx/>
              </a:rPr>
              <a:t>Detect hate, violent, sexual,</a:t>
            </a:r>
            <a:br>
              <a:rPr kumimoji="0" lang="en-US" sz="1400" b="0" i="0" u="none" strike="noStrike" kern="1200" cap="none" spc="0" normalizeH="0" baseline="0" noProof="0">
                <a:ln>
                  <a:noFill/>
                </a:ln>
                <a:effectLst/>
                <a:uLnTx/>
                <a:uFillTx/>
              </a:rPr>
            </a:br>
            <a:r>
              <a:rPr kumimoji="0" lang="en-US" sz="1400" b="0" i="0" u="none" strike="noStrike" kern="1200" cap="none" spc="0" normalizeH="0" baseline="0" noProof="0">
                <a:ln>
                  <a:noFill/>
                </a:ln>
                <a:effectLst/>
                <a:uLnTx/>
                <a:uFillTx/>
              </a:rPr>
              <a:t>and self-harm content across languages in both images</a:t>
            </a:r>
            <a:br>
              <a:rPr kumimoji="0" lang="en-US" sz="1400" b="0" i="0" u="none" strike="noStrike" kern="1200" cap="none" spc="0" normalizeH="0" baseline="0" noProof="0">
                <a:ln>
                  <a:noFill/>
                </a:ln>
                <a:effectLst/>
                <a:uLnTx/>
                <a:uFillTx/>
              </a:rPr>
            </a:br>
            <a:r>
              <a:rPr kumimoji="0" lang="en-US" sz="1400" b="0" i="0" u="none" strike="noStrike" kern="1200" cap="none" spc="0" normalizeH="0" baseline="0" noProof="0">
                <a:ln>
                  <a:noFill/>
                </a:ln>
                <a:effectLst/>
                <a:uLnTx/>
                <a:uFillTx/>
              </a:rPr>
              <a:t>and text.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42" presetClass="path" presetSubtype="0" decel="100000" fill="hold" grpId="1" nodeType="withEffect">
                                  <p:stCondLst>
                                    <p:cond delay="250"/>
                                  </p:stCondLst>
                                  <p:childTnLst>
                                    <p:animMotion origin="layout" path="M 8.33333E-7 0.03101 L 8.33333E-7 4.44444E-6 " pathEditMode="relative" rAng="0" ptsTypes="AA">
                                      <p:cBhvr>
                                        <p:cTn id="9" dur="750" fill="hold"/>
                                        <p:tgtEl>
                                          <p:spTgt spid="43"/>
                                        </p:tgtEl>
                                        <p:attrNameLst>
                                          <p:attrName>ppt_x</p:attrName>
                                          <p:attrName>ppt_y</p:attrName>
                                        </p:attrNameLst>
                                      </p:cBhvr>
                                      <p:rCtr x="0" y="-1551"/>
                                    </p:animMotion>
                                  </p:childTnLst>
                                </p:cTn>
                              </p:par>
                              <p:par>
                                <p:cTn id="10" presetID="10" presetClass="entr" presetSubtype="0" fill="hold" grpId="0" nodeType="withEffect">
                                  <p:stCondLst>
                                    <p:cond delay="25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par>
                                <p:cTn id="13" presetID="42" presetClass="path" presetSubtype="0" decel="100000" fill="hold" grpId="1" nodeType="withEffect">
                                  <p:stCondLst>
                                    <p:cond delay="250"/>
                                  </p:stCondLst>
                                  <p:childTnLst>
                                    <p:animMotion origin="layout" path="M 8.33333E-7 0.03101 L 8.33333E-7 4.44444E-6 " pathEditMode="relative" rAng="0" ptsTypes="AA">
                                      <p:cBhvr>
                                        <p:cTn id="14" dur="750" fill="hold"/>
                                        <p:tgtEl>
                                          <p:spTgt spid="44"/>
                                        </p:tgtEl>
                                        <p:attrNameLst>
                                          <p:attrName>ppt_x</p:attrName>
                                          <p:attrName>ppt_y</p:attrName>
                                        </p:attrNameLst>
                                      </p:cBhvr>
                                      <p:rCtr x="0" y="-1551"/>
                                    </p:animMotion>
                                  </p:childTnLst>
                                </p:cTn>
                              </p:par>
                              <p:par>
                                <p:cTn id="15" presetID="10" presetClass="entr" presetSubtype="0" fill="hold" grpId="0" nodeType="withEffect">
                                  <p:stCondLst>
                                    <p:cond delay="250"/>
                                  </p:stCondLst>
                                  <p:childTnLst>
                                    <p:set>
                                      <p:cBhvr>
                                        <p:cTn id="16" dur="1" fill="hold">
                                          <p:stCondLst>
                                            <p:cond delay="0"/>
                                          </p:stCondLst>
                                        </p:cTn>
                                        <p:tgtEl>
                                          <p:spTgt spid="45"/>
                                        </p:tgtEl>
                                        <p:attrNameLst>
                                          <p:attrName>style.visibility</p:attrName>
                                        </p:attrNameLst>
                                      </p:cBhvr>
                                      <p:to>
                                        <p:strVal val="visible"/>
                                      </p:to>
                                    </p:set>
                                    <p:animEffect transition="in" filter="fade">
                                      <p:cBhvr>
                                        <p:cTn id="17" dur="500"/>
                                        <p:tgtEl>
                                          <p:spTgt spid="45"/>
                                        </p:tgtEl>
                                      </p:cBhvr>
                                    </p:animEffect>
                                  </p:childTnLst>
                                </p:cTn>
                              </p:par>
                              <p:par>
                                <p:cTn id="18" presetID="42" presetClass="path" presetSubtype="0" decel="100000" fill="hold" grpId="1" nodeType="withEffect">
                                  <p:stCondLst>
                                    <p:cond delay="250"/>
                                  </p:stCondLst>
                                  <p:childTnLst>
                                    <p:animMotion origin="layout" path="M 8.33333E-7 0.03101 L 8.33333E-7 4.44444E-6 " pathEditMode="relative" rAng="0" ptsTypes="AA">
                                      <p:cBhvr>
                                        <p:cTn id="19" dur="750" fill="hold"/>
                                        <p:tgtEl>
                                          <p:spTgt spid="45"/>
                                        </p:tgtEl>
                                        <p:attrNameLst>
                                          <p:attrName>ppt_x</p:attrName>
                                          <p:attrName>ppt_y</p:attrName>
                                        </p:attrNameLst>
                                      </p:cBhvr>
                                      <p:rCtr x="0" y="-1551"/>
                                    </p:animMotion>
                                  </p:childTnLst>
                                </p:cTn>
                              </p:par>
                              <p:par>
                                <p:cTn id="20" presetID="10" presetClass="entr" presetSubtype="0" fill="hold" grpId="0" nodeType="withEffect">
                                  <p:stCondLst>
                                    <p:cond delay="25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par>
                                <p:cTn id="23" presetID="42" presetClass="path" presetSubtype="0" decel="100000" fill="hold" grpId="1" nodeType="withEffect">
                                  <p:stCondLst>
                                    <p:cond delay="250"/>
                                  </p:stCondLst>
                                  <p:childTnLst>
                                    <p:animMotion origin="layout" path="M 8.33333E-7 0.03101 L 8.33333E-7 4.44444E-6 " pathEditMode="relative" rAng="0" ptsTypes="AA">
                                      <p:cBhvr>
                                        <p:cTn id="24" dur="750" fill="hold"/>
                                        <p:tgtEl>
                                          <p:spTgt spid="46"/>
                                        </p:tgtEl>
                                        <p:attrNameLst>
                                          <p:attrName>ppt_x</p:attrName>
                                          <p:attrName>ppt_y</p:attrName>
                                        </p:attrNameLst>
                                      </p:cBhvr>
                                      <p:rCtr x="0" y="-1551"/>
                                    </p:animMotion>
                                  </p:childTnLst>
                                </p:cTn>
                              </p:par>
                              <p:par>
                                <p:cTn id="25" presetID="10"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500"/>
                                        <p:tgtEl>
                                          <p:spTgt spid="47"/>
                                        </p:tgtEl>
                                      </p:cBhvr>
                                    </p:animEffect>
                                  </p:childTnLst>
                                </p:cTn>
                              </p:par>
                              <p:par>
                                <p:cTn id="28" presetID="42" presetClass="path" presetSubtype="0" decel="100000" fill="hold" nodeType="withEffect">
                                  <p:stCondLst>
                                    <p:cond delay="0"/>
                                  </p:stCondLst>
                                  <p:childTnLst>
                                    <p:animMotion origin="layout" path="M 8.33333E-7 0.03101 L 8.33333E-7 4.44444E-6 " pathEditMode="relative" rAng="0" ptsTypes="AA">
                                      <p:cBhvr>
                                        <p:cTn id="29" dur="750" fill="hold"/>
                                        <p:tgtEl>
                                          <p:spTgt spid="47"/>
                                        </p:tgtEl>
                                        <p:attrNameLst>
                                          <p:attrName>ppt_x</p:attrName>
                                          <p:attrName>ppt_y</p:attrName>
                                        </p:attrNameLst>
                                      </p:cBhvr>
                                      <p:rCtr x="0" y="-1551"/>
                                    </p:animMotion>
                                  </p:childTnLst>
                                </p:cTn>
                              </p:par>
                              <p:par>
                                <p:cTn id="30" presetID="10" presetClass="entr" presetSubtype="0" fill="hold" nodeType="withEffect">
                                  <p:stCondLst>
                                    <p:cond delay="25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500"/>
                                        <p:tgtEl>
                                          <p:spTgt spid="48"/>
                                        </p:tgtEl>
                                      </p:cBhvr>
                                    </p:animEffect>
                                  </p:childTnLst>
                                </p:cTn>
                              </p:par>
                              <p:par>
                                <p:cTn id="33" presetID="42" presetClass="path" presetSubtype="0" decel="100000" fill="hold" nodeType="withEffect">
                                  <p:stCondLst>
                                    <p:cond delay="250"/>
                                  </p:stCondLst>
                                  <p:childTnLst>
                                    <p:animMotion origin="layout" path="M 8.33333E-7 0.03101 L 8.33333E-7 4.44444E-6 " pathEditMode="relative" rAng="0" ptsTypes="AA">
                                      <p:cBhvr>
                                        <p:cTn id="34" dur="750" fill="hold"/>
                                        <p:tgtEl>
                                          <p:spTgt spid="48"/>
                                        </p:tgtEl>
                                        <p:attrNameLst>
                                          <p:attrName>ppt_x</p:attrName>
                                          <p:attrName>ppt_y</p:attrName>
                                        </p:attrNameLst>
                                      </p:cBhvr>
                                      <p:rCtr x="0" y="-1551"/>
                                    </p:animMotion>
                                  </p:childTnLst>
                                </p:cTn>
                              </p:par>
                              <p:par>
                                <p:cTn id="35" presetID="10" presetClass="entr" presetSubtype="0" fill="hold" nodeType="with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fade">
                                      <p:cBhvr>
                                        <p:cTn id="37" dur="500"/>
                                        <p:tgtEl>
                                          <p:spTgt spid="49"/>
                                        </p:tgtEl>
                                      </p:cBhvr>
                                    </p:animEffect>
                                  </p:childTnLst>
                                </p:cTn>
                              </p:par>
                              <p:par>
                                <p:cTn id="38" presetID="42" presetClass="path" presetSubtype="0" decel="100000" fill="hold" nodeType="withEffect">
                                  <p:stCondLst>
                                    <p:cond delay="0"/>
                                  </p:stCondLst>
                                  <p:childTnLst>
                                    <p:animMotion origin="layout" path="M 8.33333E-7 0.03101 L 8.33333E-7 4.44444E-6 " pathEditMode="relative" rAng="0" ptsTypes="AA">
                                      <p:cBhvr>
                                        <p:cTn id="39" dur="750" fill="hold"/>
                                        <p:tgtEl>
                                          <p:spTgt spid="49"/>
                                        </p:tgtEl>
                                        <p:attrNameLst>
                                          <p:attrName>ppt_x</p:attrName>
                                          <p:attrName>ppt_y</p:attrName>
                                        </p:attrNameLst>
                                      </p:cBhvr>
                                      <p:rCtr x="0" y="-1551"/>
                                    </p:animMotion>
                                  </p:childTnLst>
                                </p:cTn>
                              </p:par>
                              <p:par>
                                <p:cTn id="40" presetID="10" presetClass="entr" presetSubtype="0" fill="hold" nodeType="withEffect">
                                  <p:stCondLst>
                                    <p:cond delay="250"/>
                                  </p:stCondLst>
                                  <p:childTnLst>
                                    <p:set>
                                      <p:cBhvr>
                                        <p:cTn id="41" dur="1" fill="hold">
                                          <p:stCondLst>
                                            <p:cond delay="0"/>
                                          </p:stCondLst>
                                        </p:cTn>
                                        <p:tgtEl>
                                          <p:spTgt spid="50"/>
                                        </p:tgtEl>
                                        <p:attrNameLst>
                                          <p:attrName>style.visibility</p:attrName>
                                        </p:attrNameLst>
                                      </p:cBhvr>
                                      <p:to>
                                        <p:strVal val="visible"/>
                                      </p:to>
                                    </p:set>
                                    <p:animEffect transition="in" filter="fade">
                                      <p:cBhvr>
                                        <p:cTn id="42" dur="500"/>
                                        <p:tgtEl>
                                          <p:spTgt spid="50"/>
                                        </p:tgtEl>
                                      </p:cBhvr>
                                    </p:animEffect>
                                  </p:childTnLst>
                                </p:cTn>
                              </p:par>
                              <p:par>
                                <p:cTn id="43" presetID="42" presetClass="path" presetSubtype="0" decel="100000" fill="hold" nodeType="withEffect">
                                  <p:stCondLst>
                                    <p:cond delay="250"/>
                                  </p:stCondLst>
                                  <p:childTnLst>
                                    <p:animMotion origin="layout" path="M 8.33333E-7 0.03101 L 8.33333E-7 4.44444E-6 " pathEditMode="relative" rAng="0" ptsTypes="AA">
                                      <p:cBhvr>
                                        <p:cTn id="44" dur="750" fill="hold"/>
                                        <p:tgtEl>
                                          <p:spTgt spid="50"/>
                                        </p:tgtEl>
                                        <p:attrNameLst>
                                          <p:attrName>ppt_x</p:attrName>
                                          <p:attrName>ppt_y</p:attrName>
                                        </p:attrNameLst>
                                      </p:cBhvr>
                                      <p:rCtr x="0" y="-1551"/>
                                    </p:animMotion>
                                  </p:childTnLst>
                                </p:cTn>
                              </p:par>
                              <p:par>
                                <p:cTn id="45" presetID="10"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500"/>
                                        <p:tgtEl>
                                          <p:spTgt spid="51"/>
                                        </p:tgtEl>
                                      </p:cBhvr>
                                    </p:animEffect>
                                  </p:childTnLst>
                                </p:cTn>
                              </p:par>
                              <p:par>
                                <p:cTn id="48" presetID="42" presetClass="path" presetSubtype="0" decel="100000" fill="hold" nodeType="withEffect">
                                  <p:stCondLst>
                                    <p:cond delay="0"/>
                                  </p:stCondLst>
                                  <p:childTnLst>
                                    <p:animMotion origin="layout" path="M 8.33333E-7 0.03101 L 8.33333E-7 4.44444E-6 " pathEditMode="relative" rAng="0" ptsTypes="AA">
                                      <p:cBhvr>
                                        <p:cTn id="49" dur="750" fill="hold"/>
                                        <p:tgtEl>
                                          <p:spTgt spid="51"/>
                                        </p:tgtEl>
                                        <p:attrNameLst>
                                          <p:attrName>ppt_x</p:attrName>
                                          <p:attrName>ppt_y</p:attrName>
                                        </p:attrNameLst>
                                      </p:cBhvr>
                                      <p:rCtr x="0" y="-1551"/>
                                    </p:animMotion>
                                  </p:childTnLst>
                                </p:cTn>
                              </p:par>
                              <p:par>
                                <p:cTn id="50" presetID="10" presetClass="entr" presetSubtype="0" fill="hold" nodeType="withEffect">
                                  <p:stCondLst>
                                    <p:cond delay="25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500"/>
                                        <p:tgtEl>
                                          <p:spTgt spid="52"/>
                                        </p:tgtEl>
                                      </p:cBhvr>
                                    </p:animEffect>
                                  </p:childTnLst>
                                </p:cTn>
                              </p:par>
                              <p:par>
                                <p:cTn id="53" presetID="42" presetClass="path" presetSubtype="0" decel="100000" fill="hold" nodeType="withEffect">
                                  <p:stCondLst>
                                    <p:cond delay="250"/>
                                  </p:stCondLst>
                                  <p:childTnLst>
                                    <p:animMotion origin="layout" path="M 8.33333E-7 0.03101 L 8.33333E-7 4.44444E-6 " pathEditMode="relative" rAng="0" ptsTypes="AA">
                                      <p:cBhvr>
                                        <p:cTn id="54" dur="750" fill="hold"/>
                                        <p:tgtEl>
                                          <p:spTgt spid="52"/>
                                        </p:tgtEl>
                                        <p:attrNameLst>
                                          <p:attrName>ppt_x</p:attrName>
                                          <p:attrName>ppt_y</p:attrName>
                                        </p:attrNameLst>
                                      </p:cBhvr>
                                      <p:rCtr x="0" y="-1551"/>
                                    </p:animMotion>
                                  </p:childTnLst>
                                </p:cTn>
                              </p:par>
                              <p:par>
                                <p:cTn id="55" presetID="10" presetClass="entr" presetSubtype="0" fill="hold" nodeType="withEffect">
                                  <p:stCondLst>
                                    <p:cond delay="0"/>
                                  </p:stCondLst>
                                  <p:childTnLst>
                                    <p:set>
                                      <p:cBhvr>
                                        <p:cTn id="56" dur="1" fill="hold">
                                          <p:stCondLst>
                                            <p:cond delay="0"/>
                                          </p:stCondLst>
                                        </p:cTn>
                                        <p:tgtEl>
                                          <p:spTgt spid="53"/>
                                        </p:tgtEl>
                                        <p:attrNameLst>
                                          <p:attrName>style.visibility</p:attrName>
                                        </p:attrNameLst>
                                      </p:cBhvr>
                                      <p:to>
                                        <p:strVal val="visible"/>
                                      </p:to>
                                    </p:set>
                                    <p:animEffect transition="in" filter="fade">
                                      <p:cBhvr>
                                        <p:cTn id="57" dur="500"/>
                                        <p:tgtEl>
                                          <p:spTgt spid="53"/>
                                        </p:tgtEl>
                                      </p:cBhvr>
                                    </p:animEffect>
                                  </p:childTnLst>
                                </p:cTn>
                              </p:par>
                              <p:par>
                                <p:cTn id="58" presetID="42" presetClass="path" presetSubtype="0" decel="100000" fill="hold" nodeType="withEffect">
                                  <p:stCondLst>
                                    <p:cond delay="0"/>
                                  </p:stCondLst>
                                  <p:childTnLst>
                                    <p:animMotion origin="layout" path="M 8.33333E-7 0.03101 L 8.33333E-7 4.44444E-6 " pathEditMode="relative" rAng="0" ptsTypes="AA">
                                      <p:cBhvr>
                                        <p:cTn id="59" dur="750" fill="hold"/>
                                        <p:tgtEl>
                                          <p:spTgt spid="53"/>
                                        </p:tgtEl>
                                        <p:attrNameLst>
                                          <p:attrName>ppt_x</p:attrName>
                                          <p:attrName>ppt_y</p:attrName>
                                        </p:attrNameLst>
                                      </p:cBhvr>
                                      <p:rCtr x="0" y="-1551"/>
                                    </p:animMotion>
                                  </p:childTnLst>
                                </p:cTn>
                              </p:par>
                              <p:par>
                                <p:cTn id="60" presetID="10" presetClass="entr" presetSubtype="0" fill="hold" nodeType="withEffect">
                                  <p:stCondLst>
                                    <p:cond delay="250"/>
                                  </p:stCondLst>
                                  <p:childTnLst>
                                    <p:set>
                                      <p:cBhvr>
                                        <p:cTn id="61" dur="1" fill="hold">
                                          <p:stCondLst>
                                            <p:cond delay="0"/>
                                          </p:stCondLst>
                                        </p:cTn>
                                        <p:tgtEl>
                                          <p:spTgt spid="54"/>
                                        </p:tgtEl>
                                        <p:attrNameLst>
                                          <p:attrName>style.visibility</p:attrName>
                                        </p:attrNameLst>
                                      </p:cBhvr>
                                      <p:to>
                                        <p:strVal val="visible"/>
                                      </p:to>
                                    </p:set>
                                    <p:animEffect transition="in" filter="fade">
                                      <p:cBhvr>
                                        <p:cTn id="62" dur="500"/>
                                        <p:tgtEl>
                                          <p:spTgt spid="54"/>
                                        </p:tgtEl>
                                      </p:cBhvr>
                                    </p:animEffect>
                                  </p:childTnLst>
                                </p:cTn>
                              </p:par>
                              <p:par>
                                <p:cTn id="63" presetID="42" presetClass="path" presetSubtype="0" decel="100000" fill="hold" nodeType="withEffect">
                                  <p:stCondLst>
                                    <p:cond delay="250"/>
                                  </p:stCondLst>
                                  <p:childTnLst>
                                    <p:animMotion origin="layout" path="M 8.33333E-7 0.03101 L 8.33333E-7 4.44444E-6 " pathEditMode="relative" rAng="0" ptsTypes="AA">
                                      <p:cBhvr>
                                        <p:cTn id="64" dur="750" fill="hold"/>
                                        <p:tgtEl>
                                          <p:spTgt spid="54"/>
                                        </p:tgtEl>
                                        <p:attrNameLst>
                                          <p:attrName>ppt_x</p:attrName>
                                          <p:attrName>ppt_y</p:attrName>
                                        </p:attrNameLst>
                                      </p:cBhvr>
                                      <p:rCtr x="0" y="-1551"/>
                                    </p:animMotion>
                                  </p:childTnLst>
                                </p:cTn>
                              </p:par>
                              <p:par>
                                <p:cTn id="65" presetID="10" presetClass="entr" presetSubtype="0" fill="hold" grpId="0" nodeType="withEffect">
                                  <p:stCondLst>
                                    <p:cond delay="0"/>
                                  </p:stCondLst>
                                  <p:childTnLst>
                                    <p:set>
                                      <p:cBhvr>
                                        <p:cTn id="66" dur="1" fill="hold">
                                          <p:stCondLst>
                                            <p:cond delay="0"/>
                                          </p:stCondLst>
                                        </p:cTn>
                                        <p:tgtEl>
                                          <p:spTgt spid="55"/>
                                        </p:tgtEl>
                                        <p:attrNameLst>
                                          <p:attrName>style.visibility</p:attrName>
                                        </p:attrNameLst>
                                      </p:cBhvr>
                                      <p:to>
                                        <p:strVal val="visible"/>
                                      </p:to>
                                    </p:set>
                                    <p:animEffect transition="in" filter="fade">
                                      <p:cBhvr>
                                        <p:cTn id="67" dur="500"/>
                                        <p:tgtEl>
                                          <p:spTgt spid="55"/>
                                        </p:tgtEl>
                                      </p:cBhvr>
                                    </p:animEffect>
                                  </p:childTnLst>
                                </p:cTn>
                              </p:par>
                              <p:par>
                                <p:cTn id="68" presetID="42" presetClass="path" presetSubtype="0" decel="100000" fill="hold" grpId="1" nodeType="withEffect">
                                  <p:stCondLst>
                                    <p:cond delay="0"/>
                                  </p:stCondLst>
                                  <p:childTnLst>
                                    <p:animMotion origin="layout" path="M 8.33333E-7 0.03101 L 8.33333E-7 4.44444E-6 " pathEditMode="relative" rAng="0" ptsTypes="AA">
                                      <p:cBhvr>
                                        <p:cTn id="69" dur="750" fill="hold"/>
                                        <p:tgtEl>
                                          <p:spTgt spid="55"/>
                                        </p:tgtEl>
                                        <p:attrNameLst>
                                          <p:attrName>ppt_x</p:attrName>
                                          <p:attrName>ppt_y</p:attrName>
                                        </p:attrNameLst>
                                      </p:cBhvr>
                                      <p:rCtr x="0" y="-1551"/>
                                    </p:animMotion>
                                  </p:childTnLst>
                                </p:cTn>
                              </p:par>
                              <p:par>
                                <p:cTn id="70" presetID="10" presetClass="entr" presetSubtype="0" fill="hold" grpId="0" nodeType="withEffect">
                                  <p:stCondLst>
                                    <p:cond delay="0"/>
                                  </p:stCondLst>
                                  <p:childTnLst>
                                    <p:set>
                                      <p:cBhvr>
                                        <p:cTn id="71" dur="1" fill="hold">
                                          <p:stCondLst>
                                            <p:cond delay="0"/>
                                          </p:stCondLst>
                                        </p:cTn>
                                        <p:tgtEl>
                                          <p:spTgt spid="56"/>
                                        </p:tgtEl>
                                        <p:attrNameLst>
                                          <p:attrName>style.visibility</p:attrName>
                                        </p:attrNameLst>
                                      </p:cBhvr>
                                      <p:to>
                                        <p:strVal val="visible"/>
                                      </p:to>
                                    </p:set>
                                    <p:animEffect transition="in" filter="fade">
                                      <p:cBhvr>
                                        <p:cTn id="72" dur="500"/>
                                        <p:tgtEl>
                                          <p:spTgt spid="56"/>
                                        </p:tgtEl>
                                      </p:cBhvr>
                                    </p:animEffect>
                                  </p:childTnLst>
                                </p:cTn>
                              </p:par>
                              <p:par>
                                <p:cTn id="73" presetID="42" presetClass="path" presetSubtype="0" decel="100000" fill="hold" grpId="1" nodeType="withEffect">
                                  <p:stCondLst>
                                    <p:cond delay="0"/>
                                  </p:stCondLst>
                                  <p:childTnLst>
                                    <p:animMotion origin="layout" path="M 8.33333E-7 0.03101 L 8.33333E-7 4.44444E-6 " pathEditMode="relative" rAng="0" ptsTypes="AA">
                                      <p:cBhvr>
                                        <p:cTn id="74" dur="750" fill="hold"/>
                                        <p:tgtEl>
                                          <p:spTgt spid="56"/>
                                        </p:tgtEl>
                                        <p:attrNameLst>
                                          <p:attrName>ppt_x</p:attrName>
                                          <p:attrName>ppt_y</p:attrName>
                                        </p:attrNameLst>
                                      </p:cBhvr>
                                      <p:rCtr x="0" y="-1551"/>
                                    </p:animMotion>
                                  </p:childTnLst>
                                </p:cTn>
                              </p:par>
                              <p:par>
                                <p:cTn id="75" presetID="10" presetClass="entr" presetSubtype="0" fill="hold" grpId="0" nodeType="withEffect">
                                  <p:stCondLst>
                                    <p:cond delay="0"/>
                                  </p:stCondLst>
                                  <p:childTnLst>
                                    <p:set>
                                      <p:cBhvr>
                                        <p:cTn id="76" dur="1" fill="hold">
                                          <p:stCondLst>
                                            <p:cond delay="0"/>
                                          </p:stCondLst>
                                        </p:cTn>
                                        <p:tgtEl>
                                          <p:spTgt spid="57"/>
                                        </p:tgtEl>
                                        <p:attrNameLst>
                                          <p:attrName>style.visibility</p:attrName>
                                        </p:attrNameLst>
                                      </p:cBhvr>
                                      <p:to>
                                        <p:strVal val="visible"/>
                                      </p:to>
                                    </p:set>
                                    <p:animEffect transition="in" filter="fade">
                                      <p:cBhvr>
                                        <p:cTn id="77" dur="500"/>
                                        <p:tgtEl>
                                          <p:spTgt spid="57"/>
                                        </p:tgtEl>
                                      </p:cBhvr>
                                    </p:animEffect>
                                  </p:childTnLst>
                                </p:cTn>
                              </p:par>
                              <p:par>
                                <p:cTn id="78" presetID="42" presetClass="path" presetSubtype="0" decel="100000" fill="hold" grpId="1" nodeType="withEffect">
                                  <p:stCondLst>
                                    <p:cond delay="0"/>
                                  </p:stCondLst>
                                  <p:childTnLst>
                                    <p:animMotion origin="layout" path="M 8.33333E-7 0.03101 L 8.33333E-7 4.44444E-6 " pathEditMode="relative" rAng="0" ptsTypes="AA">
                                      <p:cBhvr>
                                        <p:cTn id="79" dur="750" fill="hold"/>
                                        <p:tgtEl>
                                          <p:spTgt spid="57"/>
                                        </p:tgtEl>
                                        <p:attrNameLst>
                                          <p:attrName>ppt_x</p:attrName>
                                          <p:attrName>ppt_y</p:attrName>
                                        </p:attrNameLst>
                                      </p:cBhvr>
                                      <p:rCtr x="0" y="-1551"/>
                                    </p:animMotion>
                                  </p:childTnLst>
                                </p:cTn>
                              </p:par>
                              <p:par>
                                <p:cTn id="80" presetID="10" presetClass="entr" presetSubtype="0" fill="hold" grpId="0" nodeType="withEffect">
                                  <p:stCondLst>
                                    <p:cond delay="0"/>
                                  </p:stCondLst>
                                  <p:childTnLst>
                                    <p:set>
                                      <p:cBhvr>
                                        <p:cTn id="81" dur="1" fill="hold">
                                          <p:stCondLst>
                                            <p:cond delay="0"/>
                                          </p:stCondLst>
                                        </p:cTn>
                                        <p:tgtEl>
                                          <p:spTgt spid="58"/>
                                        </p:tgtEl>
                                        <p:attrNameLst>
                                          <p:attrName>style.visibility</p:attrName>
                                        </p:attrNameLst>
                                      </p:cBhvr>
                                      <p:to>
                                        <p:strVal val="visible"/>
                                      </p:to>
                                    </p:set>
                                    <p:animEffect transition="in" filter="fade">
                                      <p:cBhvr>
                                        <p:cTn id="82" dur="500"/>
                                        <p:tgtEl>
                                          <p:spTgt spid="58"/>
                                        </p:tgtEl>
                                      </p:cBhvr>
                                    </p:animEffect>
                                  </p:childTnLst>
                                </p:cTn>
                              </p:par>
                              <p:par>
                                <p:cTn id="83" presetID="42" presetClass="path" presetSubtype="0" decel="100000" fill="hold" grpId="1" nodeType="withEffect">
                                  <p:stCondLst>
                                    <p:cond delay="0"/>
                                  </p:stCondLst>
                                  <p:childTnLst>
                                    <p:animMotion origin="layout" path="M 8.33333E-7 0.03101 L 8.33333E-7 4.44444E-6 " pathEditMode="relative" rAng="0" ptsTypes="AA">
                                      <p:cBhvr>
                                        <p:cTn id="84" dur="750" fill="hold"/>
                                        <p:tgtEl>
                                          <p:spTgt spid="58"/>
                                        </p:tgtEl>
                                        <p:attrNameLst>
                                          <p:attrName>ppt_x</p:attrName>
                                          <p:attrName>ppt_y</p:attrName>
                                        </p:attrNameLst>
                                      </p:cBhvr>
                                      <p:rCtr x="0" y="-1551"/>
                                    </p:animMotion>
                                  </p:childTnLst>
                                </p:cTn>
                              </p:par>
                              <p:par>
                                <p:cTn id="85" presetID="10" presetClass="entr" presetSubtype="0" fill="hold" grpId="0" nodeType="withEffect">
                                  <p:stCondLst>
                                    <p:cond delay="250"/>
                                  </p:stCondLst>
                                  <p:childTnLst>
                                    <p:set>
                                      <p:cBhvr>
                                        <p:cTn id="86" dur="1" fill="hold">
                                          <p:stCondLst>
                                            <p:cond delay="0"/>
                                          </p:stCondLst>
                                        </p:cTn>
                                        <p:tgtEl>
                                          <p:spTgt spid="59"/>
                                        </p:tgtEl>
                                        <p:attrNameLst>
                                          <p:attrName>style.visibility</p:attrName>
                                        </p:attrNameLst>
                                      </p:cBhvr>
                                      <p:to>
                                        <p:strVal val="visible"/>
                                      </p:to>
                                    </p:set>
                                    <p:animEffect transition="in" filter="fade">
                                      <p:cBhvr>
                                        <p:cTn id="87" dur="500"/>
                                        <p:tgtEl>
                                          <p:spTgt spid="59"/>
                                        </p:tgtEl>
                                      </p:cBhvr>
                                    </p:animEffect>
                                  </p:childTnLst>
                                </p:cTn>
                              </p:par>
                              <p:par>
                                <p:cTn id="88" presetID="42" presetClass="path" presetSubtype="0" decel="100000" fill="hold" grpId="1" nodeType="withEffect">
                                  <p:stCondLst>
                                    <p:cond delay="250"/>
                                  </p:stCondLst>
                                  <p:childTnLst>
                                    <p:animMotion origin="layout" path="M 8.33333E-7 0.03101 L 8.33333E-7 4.44444E-6 " pathEditMode="relative" rAng="0" ptsTypes="AA">
                                      <p:cBhvr>
                                        <p:cTn id="89" dur="750" fill="hold"/>
                                        <p:tgtEl>
                                          <p:spTgt spid="59"/>
                                        </p:tgtEl>
                                        <p:attrNameLst>
                                          <p:attrName>ppt_x</p:attrName>
                                          <p:attrName>ppt_y</p:attrName>
                                        </p:attrNameLst>
                                      </p:cBhvr>
                                      <p:rCtr x="0" y="-1551"/>
                                    </p:animMotion>
                                  </p:childTnLst>
                                </p:cTn>
                              </p:par>
                              <p:par>
                                <p:cTn id="90" presetID="10" presetClass="entr" presetSubtype="0" fill="hold" grpId="0" nodeType="withEffect">
                                  <p:stCondLst>
                                    <p:cond delay="250"/>
                                  </p:stCondLst>
                                  <p:childTnLst>
                                    <p:set>
                                      <p:cBhvr>
                                        <p:cTn id="91" dur="1" fill="hold">
                                          <p:stCondLst>
                                            <p:cond delay="0"/>
                                          </p:stCondLst>
                                        </p:cTn>
                                        <p:tgtEl>
                                          <p:spTgt spid="60"/>
                                        </p:tgtEl>
                                        <p:attrNameLst>
                                          <p:attrName>style.visibility</p:attrName>
                                        </p:attrNameLst>
                                      </p:cBhvr>
                                      <p:to>
                                        <p:strVal val="visible"/>
                                      </p:to>
                                    </p:set>
                                    <p:animEffect transition="in" filter="fade">
                                      <p:cBhvr>
                                        <p:cTn id="92" dur="500"/>
                                        <p:tgtEl>
                                          <p:spTgt spid="60"/>
                                        </p:tgtEl>
                                      </p:cBhvr>
                                    </p:animEffect>
                                  </p:childTnLst>
                                </p:cTn>
                              </p:par>
                              <p:par>
                                <p:cTn id="93" presetID="42" presetClass="path" presetSubtype="0" decel="100000" fill="hold" grpId="1" nodeType="withEffect">
                                  <p:stCondLst>
                                    <p:cond delay="250"/>
                                  </p:stCondLst>
                                  <p:childTnLst>
                                    <p:animMotion origin="layout" path="M 8.33333E-7 0.03101 L 8.33333E-7 4.44444E-6 " pathEditMode="relative" rAng="0" ptsTypes="AA">
                                      <p:cBhvr>
                                        <p:cTn id="94" dur="750" fill="hold"/>
                                        <p:tgtEl>
                                          <p:spTgt spid="60"/>
                                        </p:tgtEl>
                                        <p:attrNameLst>
                                          <p:attrName>ppt_x</p:attrName>
                                          <p:attrName>ppt_y</p:attrName>
                                        </p:attrNameLst>
                                      </p:cBhvr>
                                      <p:rCtr x="0" y="-1551"/>
                                    </p:animMotion>
                                  </p:childTnLst>
                                </p:cTn>
                              </p:par>
                              <p:par>
                                <p:cTn id="95" presetID="10" presetClass="entr" presetSubtype="0" fill="hold" grpId="0" nodeType="withEffect">
                                  <p:stCondLst>
                                    <p:cond delay="250"/>
                                  </p:stCondLst>
                                  <p:childTnLst>
                                    <p:set>
                                      <p:cBhvr>
                                        <p:cTn id="96" dur="1" fill="hold">
                                          <p:stCondLst>
                                            <p:cond delay="0"/>
                                          </p:stCondLst>
                                        </p:cTn>
                                        <p:tgtEl>
                                          <p:spTgt spid="61"/>
                                        </p:tgtEl>
                                        <p:attrNameLst>
                                          <p:attrName>style.visibility</p:attrName>
                                        </p:attrNameLst>
                                      </p:cBhvr>
                                      <p:to>
                                        <p:strVal val="visible"/>
                                      </p:to>
                                    </p:set>
                                    <p:animEffect transition="in" filter="fade">
                                      <p:cBhvr>
                                        <p:cTn id="97" dur="500"/>
                                        <p:tgtEl>
                                          <p:spTgt spid="61"/>
                                        </p:tgtEl>
                                      </p:cBhvr>
                                    </p:animEffect>
                                  </p:childTnLst>
                                </p:cTn>
                              </p:par>
                              <p:par>
                                <p:cTn id="98" presetID="42" presetClass="path" presetSubtype="0" decel="100000" fill="hold" grpId="1" nodeType="withEffect">
                                  <p:stCondLst>
                                    <p:cond delay="250"/>
                                  </p:stCondLst>
                                  <p:childTnLst>
                                    <p:animMotion origin="layout" path="M 8.33333E-7 0.03101 L 8.33333E-7 4.44444E-6 " pathEditMode="relative" rAng="0" ptsTypes="AA">
                                      <p:cBhvr>
                                        <p:cTn id="99" dur="750" fill="hold"/>
                                        <p:tgtEl>
                                          <p:spTgt spid="61"/>
                                        </p:tgtEl>
                                        <p:attrNameLst>
                                          <p:attrName>ppt_x</p:attrName>
                                          <p:attrName>ppt_y</p:attrName>
                                        </p:attrNameLst>
                                      </p:cBhvr>
                                      <p:rCtr x="0" y="-1551"/>
                                    </p:animMotion>
                                  </p:childTnLst>
                                </p:cTn>
                              </p:par>
                              <p:par>
                                <p:cTn id="100" presetID="10" presetClass="entr" presetSubtype="0" fill="hold" nodeType="withEffect">
                                  <p:stCondLst>
                                    <p:cond delay="250"/>
                                  </p:stCondLst>
                                  <p:childTnLst>
                                    <p:set>
                                      <p:cBhvr>
                                        <p:cTn id="101" dur="1" fill="hold">
                                          <p:stCondLst>
                                            <p:cond delay="0"/>
                                          </p:stCondLst>
                                        </p:cTn>
                                        <p:tgtEl>
                                          <p:spTgt spid="62"/>
                                        </p:tgtEl>
                                        <p:attrNameLst>
                                          <p:attrName>style.visibility</p:attrName>
                                        </p:attrNameLst>
                                      </p:cBhvr>
                                      <p:to>
                                        <p:strVal val="visible"/>
                                      </p:to>
                                    </p:set>
                                    <p:animEffect transition="in" filter="fade">
                                      <p:cBhvr>
                                        <p:cTn id="102" dur="500"/>
                                        <p:tgtEl>
                                          <p:spTgt spid="62"/>
                                        </p:tgtEl>
                                      </p:cBhvr>
                                    </p:animEffect>
                                  </p:childTnLst>
                                </p:cTn>
                              </p:par>
                              <p:par>
                                <p:cTn id="103" presetID="42" presetClass="path" presetSubtype="0" decel="100000" fill="hold" nodeType="withEffect">
                                  <p:stCondLst>
                                    <p:cond delay="250"/>
                                  </p:stCondLst>
                                  <p:childTnLst>
                                    <p:animMotion origin="layout" path="M 8.33333E-7 0.03101 L 8.33333E-7 4.44444E-6 " pathEditMode="relative" rAng="0" ptsTypes="AA">
                                      <p:cBhvr>
                                        <p:cTn id="104" dur="750" fill="hold"/>
                                        <p:tgtEl>
                                          <p:spTgt spid="62"/>
                                        </p:tgtEl>
                                        <p:attrNameLst>
                                          <p:attrName>ppt_x</p:attrName>
                                          <p:attrName>ppt_y</p:attrName>
                                        </p:attrNameLst>
                                      </p:cBhvr>
                                      <p:rCtr x="0" y="-1551"/>
                                    </p:animMotion>
                                  </p:childTnLst>
                                </p:cTn>
                              </p:par>
                              <p:par>
                                <p:cTn id="105" presetID="10" presetClass="entr" presetSubtype="0" fill="hold" grpId="0" nodeType="withEffect">
                                  <p:stCondLst>
                                    <p:cond delay="0"/>
                                  </p:stCondLst>
                                  <p:childTnLst>
                                    <p:set>
                                      <p:cBhvr>
                                        <p:cTn id="106" dur="1" fill="hold">
                                          <p:stCondLst>
                                            <p:cond delay="0"/>
                                          </p:stCondLst>
                                        </p:cTn>
                                        <p:tgtEl>
                                          <p:spTgt spid="65"/>
                                        </p:tgtEl>
                                        <p:attrNameLst>
                                          <p:attrName>style.visibility</p:attrName>
                                        </p:attrNameLst>
                                      </p:cBhvr>
                                      <p:to>
                                        <p:strVal val="visible"/>
                                      </p:to>
                                    </p:set>
                                    <p:animEffect transition="in" filter="fade">
                                      <p:cBhvr>
                                        <p:cTn id="107" dur="500"/>
                                        <p:tgtEl>
                                          <p:spTgt spid="65"/>
                                        </p:tgtEl>
                                      </p:cBhvr>
                                    </p:animEffect>
                                  </p:childTnLst>
                                </p:cTn>
                              </p:par>
                              <p:par>
                                <p:cTn id="108" presetID="42" presetClass="path" presetSubtype="0" decel="100000" fill="hold" grpId="1" nodeType="withEffect">
                                  <p:stCondLst>
                                    <p:cond delay="0"/>
                                  </p:stCondLst>
                                  <p:childTnLst>
                                    <p:animMotion origin="layout" path="M 8.33333E-7 0.03101 L 8.33333E-7 4.44444E-6 " pathEditMode="relative" rAng="0" ptsTypes="AA">
                                      <p:cBhvr>
                                        <p:cTn id="109" dur="750" fill="hold"/>
                                        <p:tgtEl>
                                          <p:spTgt spid="65"/>
                                        </p:tgtEl>
                                        <p:attrNameLst>
                                          <p:attrName>ppt_x</p:attrName>
                                          <p:attrName>ppt_y</p:attrName>
                                        </p:attrNameLst>
                                      </p:cBhvr>
                                      <p:rCtr x="0" y="-1551"/>
                                    </p:animMotion>
                                  </p:childTnLst>
                                </p:cTn>
                              </p:par>
                              <p:par>
                                <p:cTn id="110" presetID="10" presetClass="entr" presetSubtype="0" fill="hold" grpId="0" nodeType="withEffect">
                                  <p:stCondLst>
                                    <p:cond delay="0"/>
                                  </p:stCondLst>
                                  <p:childTnLst>
                                    <p:set>
                                      <p:cBhvr>
                                        <p:cTn id="111" dur="1" fill="hold">
                                          <p:stCondLst>
                                            <p:cond delay="0"/>
                                          </p:stCondLst>
                                        </p:cTn>
                                        <p:tgtEl>
                                          <p:spTgt spid="66"/>
                                        </p:tgtEl>
                                        <p:attrNameLst>
                                          <p:attrName>style.visibility</p:attrName>
                                        </p:attrNameLst>
                                      </p:cBhvr>
                                      <p:to>
                                        <p:strVal val="visible"/>
                                      </p:to>
                                    </p:set>
                                    <p:animEffect transition="in" filter="fade">
                                      <p:cBhvr>
                                        <p:cTn id="112" dur="500"/>
                                        <p:tgtEl>
                                          <p:spTgt spid="66"/>
                                        </p:tgtEl>
                                      </p:cBhvr>
                                    </p:animEffect>
                                  </p:childTnLst>
                                </p:cTn>
                              </p:par>
                              <p:par>
                                <p:cTn id="113" presetID="42" presetClass="path" presetSubtype="0" decel="100000" fill="hold" grpId="1" nodeType="withEffect">
                                  <p:stCondLst>
                                    <p:cond delay="0"/>
                                  </p:stCondLst>
                                  <p:childTnLst>
                                    <p:animMotion origin="layout" path="M 8.33333E-7 0.03101 L 8.33333E-7 4.44444E-6 " pathEditMode="relative" rAng="0" ptsTypes="AA">
                                      <p:cBhvr>
                                        <p:cTn id="114" dur="750" fill="hold"/>
                                        <p:tgtEl>
                                          <p:spTgt spid="66"/>
                                        </p:tgtEl>
                                        <p:attrNameLst>
                                          <p:attrName>ppt_x</p:attrName>
                                          <p:attrName>ppt_y</p:attrName>
                                        </p:attrNameLst>
                                      </p:cBhvr>
                                      <p:rCtr x="0" y="-1551"/>
                                    </p:animMotion>
                                  </p:childTnLst>
                                </p:cTn>
                              </p:par>
                              <p:par>
                                <p:cTn id="115" presetID="10" presetClass="entr" presetSubtype="0" fill="hold" grpId="0" nodeType="withEffect">
                                  <p:stCondLst>
                                    <p:cond delay="0"/>
                                  </p:stCondLst>
                                  <p:childTnLst>
                                    <p:set>
                                      <p:cBhvr>
                                        <p:cTn id="116" dur="1" fill="hold">
                                          <p:stCondLst>
                                            <p:cond delay="0"/>
                                          </p:stCondLst>
                                        </p:cTn>
                                        <p:tgtEl>
                                          <p:spTgt spid="67"/>
                                        </p:tgtEl>
                                        <p:attrNameLst>
                                          <p:attrName>style.visibility</p:attrName>
                                        </p:attrNameLst>
                                      </p:cBhvr>
                                      <p:to>
                                        <p:strVal val="visible"/>
                                      </p:to>
                                    </p:set>
                                    <p:animEffect transition="in" filter="fade">
                                      <p:cBhvr>
                                        <p:cTn id="117" dur="500"/>
                                        <p:tgtEl>
                                          <p:spTgt spid="67"/>
                                        </p:tgtEl>
                                      </p:cBhvr>
                                    </p:animEffect>
                                  </p:childTnLst>
                                </p:cTn>
                              </p:par>
                              <p:par>
                                <p:cTn id="118" presetID="42" presetClass="path" presetSubtype="0" decel="100000" fill="hold" grpId="1" nodeType="withEffect">
                                  <p:stCondLst>
                                    <p:cond delay="0"/>
                                  </p:stCondLst>
                                  <p:childTnLst>
                                    <p:animMotion origin="layout" path="M 8.33333E-7 0.03101 L 8.33333E-7 4.44444E-6 " pathEditMode="relative" rAng="0" ptsTypes="AA">
                                      <p:cBhvr>
                                        <p:cTn id="119" dur="750" fill="hold"/>
                                        <p:tgtEl>
                                          <p:spTgt spid="67"/>
                                        </p:tgtEl>
                                        <p:attrNameLst>
                                          <p:attrName>ppt_x</p:attrName>
                                          <p:attrName>ppt_y</p:attrName>
                                        </p:attrNameLst>
                                      </p:cBhvr>
                                      <p:rCtr x="0" y="-1551"/>
                                    </p:animMotion>
                                  </p:childTnLst>
                                </p:cTn>
                              </p:par>
                              <p:par>
                                <p:cTn id="120" presetID="10" presetClass="entr" presetSubtype="0" fill="hold" grpId="0" nodeType="withEffect">
                                  <p:stCondLst>
                                    <p:cond delay="0"/>
                                  </p:stCondLst>
                                  <p:childTnLst>
                                    <p:set>
                                      <p:cBhvr>
                                        <p:cTn id="121" dur="1" fill="hold">
                                          <p:stCondLst>
                                            <p:cond delay="0"/>
                                          </p:stCondLst>
                                        </p:cTn>
                                        <p:tgtEl>
                                          <p:spTgt spid="68"/>
                                        </p:tgtEl>
                                        <p:attrNameLst>
                                          <p:attrName>style.visibility</p:attrName>
                                        </p:attrNameLst>
                                      </p:cBhvr>
                                      <p:to>
                                        <p:strVal val="visible"/>
                                      </p:to>
                                    </p:set>
                                    <p:animEffect transition="in" filter="fade">
                                      <p:cBhvr>
                                        <p:cTn id="122" dur="500"/>
                                        <p:tgtEl>
                                          <p:spTgt spid="68"/>
                                        </p:tgtEl>
                                      </p:cBhvr>
                                    </p:animEffect>
                                  </p:childTnLst>
                                </p:cTn>
                              </p:par>
                              <p:par>
                                <p:cTn id="123" presetID="42" presetClass="path" presetSubtype="0" decel="100000" fill="hold" grpId="1" nodeType="withEffect">
                                  <p:stCondLst>
                                    <p:cond delay="0"/>
                                  </p:stCondLst>
                                  <p:childTnLst>
                                    <p:animMotion origin="layout" path="M 8.33333E-7 0.03101 L 8.33333E-7 4.44444E-6 " pathEditMode="relative" rAng="0" ptsTypes="AA">
                                      <p:cBhvr>
                                        <p:cTn id="124" dur="750" fill="hold"/>
                                        <p:tgtEl>
                                          <p:spTgt spid="68"/>
                                        </p:tgtEl>
                                        <p:attrNameLst>
                                          <p:attrName>ppt_x</p:attrName>
                                          <p:attrName>ppt_y</p:attrName>
                                        </p:attrNameLst>
                                      </p:cBhvr>
                                      <p:rCtr x="0" y="-1551"/>
                                    </p:animMotion>
                                  </p:childTnLst>
                                </p:cTn>
                              </p:par>
                              <p:par>
                                <p:cTn id="125" presetID="10" presetClass="entr" presetSubtype="0" fill="hold" grpId="0" nodeType="withEffect">
                                  <p:stCondLst>
                                    <p:cond delay="0"/>
                                  </p:stCondLst>
                                  <p:childTnLst>
                                    <p:set>
                                      <p:cBhvr>
                                        <p:cTn id="126" dur="1" fill="hold">
                                          <p:stCondLst>
                                            <p:cond delay="0"/>
                                          </p:stCondLst>
                                        </p:cTn>
                                        <p:tgtEl>
                                          <p:spTgt spid="69"/>
                                        </p:tgtEl>
                                        <p:attrNameLst>
                                          <p:attrName>style.visibility</p:attrName>
                                        </p:attrNameLst>
                                      </p:cBhvr>
                                      <p:to>
                                        <p:strVal val="visible"/>
                                      </p:to>
                                    </p:set>
                                    <p:animEffect transition="in" filter="fade">
                                      <p:cBhvr>
                                        <p:cTn id="127" dur="500"/>
                                        <p:tgtEl>
                                          <p:spTgt spid="69"/>
                                        </p:tgtEl>
                                      </p:cBhvr>
                                    </p:animEffect>
                                  </p:childTnLst>
                                </p:cTn>
                              </p:par>
                              <p:par>
                                <p:cTn id="128" presetID="42" presetClass="path" presetSubtype="0" decel="100000" fill="hold" grpId="1" nodeType="withEffect">
                                  <p:stCondLst>
                                    <p:cond delay="0"/>
                                  </p:stCondLst>
                                  <p:childTnLst>
                                    <p:animMotion origin="layout" path="M 8.33333E-7 0.03101 L 8.33333E-7 4.44444E-6 " pathEditMode="relative" rAng="0" ptsTypes="AA">
                                      <p:cBhvr>
                                        <p:cTn id="129" dur="750" fill="hold"/>
                                        <p:tgtEl>
                                          <p:spTgt spid="69"/>
                                        </p:tgtEl>
                                        <p:attrNameLst>
                                          <p:attrName>ppt_x</p:attrName>
                                          <p:attrName>ppt_y</p:attrName>
                                        </p:attrNameLst>
                                      </p:cBhvr>
                                      <p:rCtr x="0" y="-1551"/>
                                    </p:animMotion>
                                  </p:childTnLst>
                                </p:cTn>
                              </p:par>
                              <p:par>
                                <p:cTn id="130" presetID="10" presetClass="entr" presetSubtype="0" fill="hold" grpId="0" nodeType="withEffect">
                                  <p:stCondLst>
                                    <p:cond delay="0"/>
                                  </p:stCondLst>
                                  <p:childTnLst>
                                    <p:set>
                                      <p:cBhvr>
                                        <p:cTn id="131" dur="1" fill="hold">
                                          <p:stCondLst>
                                            <p:cond delay="0"/>
                                          </p:stCondLst>
                                        </p:cTn>
                                        <p:tgtEl>
                                          <p:spTgt spid="70"/>
                                        </p:tgtEl>
                                        <p:attrNameLst>
                                          <p:attrName>style.visibility</p:attrName>
                                        </p:attrNameLst>
                                      </p:cBhvr>
                                      <p:to>
                                        <p:strVal val="visible"/>
                                      </p:to>
                                    </p:set>
                                    <p:animEffect transition="in" filter="fade">
                                      <p:cBhvr>
                                        <p:cTn id="132" dur="500"/>
                                        <p:tgtEl>
                                          <p:spTgt spid="70"/>
                                        </p:tgtEl>
                                      </p:cBhvr>
                                    </p:animEffect>
                                  </p:childTnLst>
                                </p:cTn>
                              </p:par>
                              <p:par>
                                <p:cTn id="133" presetID="42" presetClass="path" presetSubtype="0" decel="100000" fill="hold" grpId="1" nodeType="withEffect">
                                  <p:stCondLst>
                                    <p:cond delay="0"/>
                                  </p:stCondLst>
                                  <p:childTnLst>
                                    <p:animMotion origin="layout" path="M 8.33333E-7 0.03101 L 8.33333E-7 4.44444E-6 " pathEditMode="relative" rAng="0" ptsTypes="AA">
                                      <p:cBhvr>
                                        <p:cTn id="134" dur="750" fill="hold"/>
                                        <p:tgtEl>
                                          <p:spTgt spid="70"/>
                                        </p:tgtEl>
                                        <p:attrNameLst>
                                          <p:attrName>ppt_x</p:attrName>
                                          <p:attrName>ppt_y</p:attrName>
                                        </p:attrNameLst>
                                      </p:cBhvr>
                                      <p:rCtr x="0" y="-1551"/>
                                    </p:animMotion>
                                  </p:childTnLst>
                                </p:cTn>
                              </p:par>
                              <p:par>
                                <p:cTn id="135" presetID="10" presetClass="entr" presetSubtype="0" fill="hold" grpId="0" nodeType="withEffect">
                                  <p:stCondLst>
                                    <p:cond delay="0"/>
                                  </p:stCondLst>
                                  <p:childTnLst>
                                    <p:set>
                                      <p:cBhvr>
                                        <p:cTn id="136" dur="1" fill="hold">
                                          <p:stCondLst>
                                            <p:cond delay="0"/>
                                          </p:stCondLst>
                                        </p:cTn>
                                        <p:tgtEl>
                                          <p:spTgt spid="71"/>
                                        </p:tgtEl>
                                        <p:attrNameLst>
                                          <p:attrName>style.visibility</p:attrName>
                                        </p:attrNameLst>
                                      </p:cBhvr>
                                      <p:to>
                                        <p:strVal val="visible"/>
                                      </p:to>
                                    </p:set>
                                    <p:animEffect transition="in" filter="fade">
                                      <p:cBhvr>
                                        <p:cTn id="137" dur="500"/>
                                        <p:tgtEl>
                                          <p:spTgt spid="71"/>
                                        </p:tgtEl>
                                      </p:cBhvr>
                                    </p:animEffect>
                                  </p:childTnLst>
                                </p:cTn>
                              </p:par>
                              <p:par>
                                <p:cTn id="138" presetID="42" presetClass="path" presetSubtype="0" decel="100000" fill="hold" grpId="1" nodeType="withEffect">
                                  <p:stCondLst>
                                    <p:cond delay="0"/>
                                  </p:stCondLst>
                                  <p:childTnLst>
                                    <p:animMotion origin="layout" path="M 8.33333E-7 0.03101 L 8.33333E-7 4.44444E-6 " pathEditMode="relative" rAng="0" ptsTypes="AA">
                                      <p:cBhvr>
                                        <p:cTn id="139" dur="750" fill="hold"/>
                                        <p:tgtEl>
                                          <p:spTgt spid="71"/>
                                        </p:tgtEl>
                                        <p:attrNameLst>
                                          <p:attrName>ppt_x</p:attrName>
                                          <p:attrName>ppt_y</p:attrName>
                                        </p:attrNameLst>
                                      </p:cBhvr>
                                      <p:rCtr x="0" y="-1551"/>
                                    </p:animMotion>
                                  </p:childTnLst>
                                </p:cTn>
                              </p:par>
                              <p:par>
                                <p:cTn id="140" presetID="10" presetClass="entr" presetSubtype="0" fill="hold" grpId="0" nodeType="withEffect">
                                  <p:stCondLst>
                                    <p:cond delay="0"/>
                                  </p:stCondLst>
                                  <p:childTnLst>
                                    <p:set>
                                      <p:cBhvr>
                                        <p:cTn id="141" dur="1" fill="hold">
                                          <p:stCondLst>
                                            <p:cond delay="0"/>
                                          </p:stCondLst>
                                        </p:cTn>
                                        <p:tgtEl>
                                          <p:spTgt spid="72"/>
                                        </p:tgtEl>
                                        <p:attrNameLst>
                                          <p:attrName>style.visibility</p:attrName>
                                        </p:attrNameLst>
                                      </p:cBhvr>
                                      <p:to>
                                        <p:strVal val="visible"/>
                                      </p:to>
                                    </p:set>
                                    <p:animEffect transition="in" filter="fade">
                                      <p:cBhvr>
                                        <p:cTn id="142" dur="500"/>
                                        <p:tgtEl>
                                          <p:spTgt spid="72"/>
                                        </p:tgtEl>
                                      </p:cBhvr>
                                    </p:animEffect>
                                  </p:childTnLst>
                                </p:cTn>
                              </p:par>
                              <p:par>
                                <p:cTn id="143" presetID="42" presetClass="path" presetSubtype="0" decel="100000" fill="hold" grpId="1" nodeType="withEffect">
                                  <p:stCondLst>
                                    <p:cond delay="0"/>
                                  </p:stCondLst>
                                  <p:childTnLst>
                                    <p:animMotion origin="layout" path="M 8.33333E-7 0.03101 L 8.33333E-7 4.44444E-6 " pathEditMode="relative" rAng="0" ptsTypes="AA">
                                      <p:cBhvr>
                                        <p:cTn id="144" dur="750" fill="hold"/>
                                        <p:tgtEl>
                                          <p:spTgt spid="72"/>
                                        </p:tgtEl>
                                        <p:attrNameLst>
                                          <p:attrName>ppt_x</p:attrName>
                                          <p:attrName>ppt_y</p:attrName>
                                        </p:attrNameLst>
                                      </p:cBhvr>
                                      <p:rCtr x="0" y="-1551"/>
                                    </p:animMotion>
                                  </p:childTnLst>
                                </p:cTn>
                              </p:par>
                              <p:par>
                                <p:cTn id="145" presetID="10" presetClass="entr" presetSubtype="0" fill="hold" grpId="0" nodeType="withEffect">
                                  <p:stCondLst>
                                    <p:cond delay="250"/>
                                  </p:stCondLst>
                                  <p:childTnLst>
                                    <p:set>
                                      <p:cBhvr>
                                        <p:cTn id="146" dur="1" fill="hold">
                                          <p:stCondLst>
                                            <p:cond delay="0"/>
                                          </p:stCondLst>
                                        </p:cTn>
                                        <p:tgtEl>
                                          <p:spTgt spid="73"/>
                                        </p:tgtEl>
                                        <p:attrNameLst>
                                          <p:attrName>style.visibility</p:attrName>
                                        </p:attrNameLst>
                                      </p:cBhvr>
                                      <p:to>
                                        <p:strVal val="visible"/>
                                      </p:to>
                                    </p:set>
                                    <p:animEffect transition="in" filter="fade">
                                      <p:cBhvr>
                                        <p:cTn id="147" dur="500"/>
                                        <p:tgtEl>
                                          <p:spTgt spid="73"/>
                                        </p:tgtEl>
                                      </p:cBhvr>
                                    </p:animEffect>
                                  </p:childTnLst>
                                </p:cTn>
                              </p:par>
                              <p:par>
                                <p:cTn id="148" presetID="42" presetClass="path" presetSubtype="0" decel="100000" fill="hold" grpId="1" nodeType="withEffect">
                                  <p:stCondLst>
                                    <p:cond delay="250"/>
                                  </p:stCondLst>
                                  <p:childTnLst>
                                    <p:animMotion origin="layout" path="M 8.33333E-7 0.03101 L 8.33333E-7 4.44444E-6 " pathEditMode="relative" rAng="0" ptsTypes="AA">
                                      <p:cBhvr>
                                        <p:cTn id="149" dur="750" fill="hold"/>
                                        <p:tgtEl>
                                          <p:spTgt spid="73"/>
                                        </p:tgtEl>
                                        <p:attrNameLst>
                                          <p:attrName>ppt_x</p:attrName>
                                          <p:attrName>ppt_y</p:attrName>
                                        </p:attrNameLst>
                                      </p:cBhvr>
                                      <p:rCtr x="0" y="-1551"/>
                                    </p:animMotion>
                                  </p:childTnLst>
                                </p:cTn>
                              </p:par>
                              <p:par>
                                <p:cTn id="150" presetID="10" presetClass="entr" presetSubtype="0" fill="hold" grpId="0" nodeType="withEffect">
                                  <p:stCondLst>
                                    <p:cond delay="250"/>
                                  </p:stCondLst>
                                  <p:childTnLst>
                                    <p:set>
                                      <p:cBhvr>
                                        <p:cTn id="151" dur="1" fill="hold">
                                          <p:stCondLst>
                                            <p:cond delay="0"/>
                                          </p:stCondLst>
                                        </p:cTn>
                                        <p:tgtEl>
                                          <p:spTgt spid="74"/>
                                        </p:tgtEl>
                                        <p:attrNameLst>
                                          <p:attrName>style.visibility</p:attrName>
                                        </p:attrNameLst>
                                      </p:cBhvr>
                                      <p:to>
                                        <p:strVal val="visible"/>
                                      </p:to>
                                    </p:set>
                                    <p:animEffect transition="in" filter="fade">
                                      <p:cBhvr>
                                        <p:cTn id="152" dur="500"/>
                                        <p:tgtEl>
                                          <p:spTgt spid="74"/>
                                        </p:tgtEl>
                                      </p:cBhvr>
                                    </p:animEffect>
                                  </p:childTnLst>
                                </p:cTn>
                              </p:par>
                              <p:par>
                                <p:cTn id="153" presetID="42" presetClass="path" presetSubtype="0" decel="100000" fill="hold" grpId="1" nodeType="withEffect">
                                  <p:stCondLst>
                                    <p:cond delay="250"/>
                                  </p:stCondLst>
                                  <p:childTnLst>
                                    <p:animMotion origin="layout" path="M 8.33333E-7 0.03101 L 8.33333E-7 4.44444E-6 " pathEditMode="relative" rAng="0" ptsTypes="AA">
                                      <p:cBhvr>
                                        <p:cTn id="154" dur="750" fill="hold"/>
                                        <p:tgtEl>
                                          <p:spTgt spid="74"/>
                                        </p:tgtEl>
                                        <p:attrNameLst>
                                          <p:attrName>ppt_x</p:attrName>
                                          <p:attrName>ppt_y</p:attrName>
                                        </p:attrNameLst>
                                      </p:cBhvr>
                                      <p:rCtr x="0" y="-1551"/>
                                    </p:animMotion>
                                  </p:childTnLst>
                                </p:cTn>
                              </p:par>
                              <p:par>
                                <p:cTn id="155" presetID="10" presetClass="entr" presetSubtype="0" fill="hold" grpId="0" nodeType="withEffect">
                                  <p:stCondLst>
                                    <p:cond delay="250"/>
                                  </p:stCondLst>
                                  <p:childTnLst>
                                    <p:set>
                                      <p:cBhvr>
                                        <p:cTn id="156" dur="1" fill="hold">
                                          <p:stCondLst>
                                            <p:cond delay="0"/>
                                          </p:stCondLst>
                                        </p:cTn>
                                        <p:tgtEl>
                                          <p:spTgt spid="75"/>
                                        </p:tgtEl>
                                        <p:attrNameLst>
                                          <p:attrName>style.visibility</p:attrName>
                                        </p:attrNameLst>
                                      </p:cBhvr>
                                      <p:to>
                                        <p:strVal val="visible"/>
                                      </p:to>
                                    </p:set>
                                    <p:animEffect transition="in" filter="fade">
                                      <p:cBhvr>
                                        <p:cTn id="157" dur="500"/>
                                        <p:tgtEl>
                                          <p:spTgt spid="75"/>
                                        </p:tgtEl>
                                      </p:cBhvr>
                                    </p:animEffect>
                                  </p:childTnLst>
                                </p:cTn>
                              </p:par>
                              <p:par>
                                <p:cTn id="158" presetID="42" presetClass="path" presetSubtype="0" decel="100000" fill="hold" grpId="1" nodeType="withEffect">
                                  <p:stCondLst>
                                    <p:cond delay="250"/>
                                  </p:stCondLst>
                                  <p:childTnLst>
                                    <p:animMotion origin="layout" path="M 8.33333E-7 0.03101 L 8.33333E-7 4.44444E-6 " pathEditMode="relative" rAng="0" ptsTypes="AA">
                                      <p:cBhvr>
                                        <p:cTn id="159" dur="750" fill="hold"/>
                                        <p:tgtEl>
                                          <p:spTgt spid="75"/>
                                        </p:tgtEl>
                                        <p:attrNameLst>
                                          <p:attrName>ppt_x</p:attrName>
                                          <p:attrName>ppt_y</p:attrName>
                                        </p:attrNameLst>
                                      </p:cBhvr>
                                      <p:rCtr x="0" y="-1551"/>
                                    </p:animMotion>
                                  </p:childTnLst>
                                </p:cTn>
                              </p:par>
                              <p:par>
                                <p:cTn id="160" presetID="10" presetClass="entr" presetSubtype="0" fill="hold" grpId="0" nodeType="withEffect">
                                  <p:stCondLst>
                                    <p:cond delay="250"/>
                                  </p:stCondLst>
                                  <p:childTnLst>
                                    <p:set>
                                      <p:cBhvr>
                                        <p:cTn id="161" dur="1" fill="hold">
                                          <p:stCondLst>
                                            <p:cond delay="0"/>
                                          </p:stCondLst>
                                        </p:cTn>
                                        <p:tgtEl>
                                          <p:spTgt spid="76"/>
                                        </p:tgtEl>
                                        <p:attrNameLst>
                                          <p:attrName>style.visibility</p:attrName>
                                        </p:attrNameLst>
                                      </p:cBhvr>
                                      <p:to>
                                        <p:strVal val="visible"/>
                                      </p:to>
                                    </p:set>
                                    <p:animEffect transition="in" filter="fade">
                                      <p:cBhvr>
                                        <p:cTn id="162" dur="500"/>
                                        <p:tgtEl>
                                          <p:spTgt spid="76"/>
                                        </p:tgtEl>
                                      </p:cBhvr>
                                    </p:animEffect>
                                  </p:childTnLst>
                                </p:cTn>
                              </p:par>
                              <p:par>
                                <p:cTn id="163" presetID="42" presetClass="path" presetSubtype="0" decel="100000" fill="hold" grpId="1" nodeType="withEffect">
                                  <p:stCondLst>
                                    <p:cond delay="250"/>
                                  </p:stCondLst>
                                  <p:childTnLst>
                                    <p:animMotion origin="layout" path="M 8.33333E-7 0.03101 L 8.33333E-7 4.44444E-6 " pathEditMode="relative" rAng="0" ptsTypes="AA">
                                      <p:cBhvr>
                                        <p:cTn id="164" dur="750" fill="hold"/>
                                        <p:tgtEl>
                                          <p:spTgt spid="76"/>
                                        </p:tgtEl>
                                        <p:attrNameLst>
                                          <p:attrName>ppt_x</p:attrName>
                                          <p:attrName>ppt_y</p:attrName>
                                        </p:attrNameLst>
                                      </p:cBhvr>
                                      <p:rCtr x="0" y="-1551"/>
                                    </p:animMotion>
                                  </p:childTnLst>
                                </p:cTn>
                              </p:par>
                              <p:par>
                                <p:cTn id="165" presetID="10" presetClass="entr" presetSubtype="0" fill="hold" grpId="0" nodeType="withEffect">
                                  <p:stCondLst>
                                    <p:cond delay="250"/>
                                  </p:stCondLst>
                                  <p:childTnLst>
                                    <p:set>
                                      <p:cBhvr>
                                        <p:cTn id="166" dur="1" fill="hold">
                                          <p:stCondLst>
                                            <p:cond delay="0"/>
                                          </p:stCondLst>
                                        </p:cTn>
                                        <p:tgtEl>
                                          <p:spTgt spid="77"/>
                                        </p:tgtEl>
                                        <p:attrNameLst>
                                          <p:attrName>style.visibility</p:attrName>
                                        </p:attrNameLst>
                                      </p:cBhvr>
                                      <p:to>
                                        <p:strVal val="visible"/>
                                      </p:to>
                                    </p:set>
                                    <p:animEffect transition="in" filter="fade">
                                      <p:cBhvr>
                                        <p:cTn id="167" dur="500"/>
                                        <p:tgtEl>
                                          <p:spTgt spid="77"/>
                                        </p:tgtEl>
                                      </p:cBhvr>
                                    </p:animEffect>
                                  </p:childTnLst>
                                </p:cTn>
                              </p:par>
                              <p:par>
                                <p:cTn id="168" presetID="42" presetClass="path" presetSubtype="0" decel="100000" fill="hold" grpId="1" nodeType="withEffect">
                                  <p:stCondLst>
                                    <p:cond delay="250"/>
                                  </p:stCondLst>
                                  <p:childTnLst>
                                    <p:animMotion origin="layout" path="M 8.33333E-7 0.03101 L 8.33333E-7 4.44444E-6 " pathEditMode="relative" rAng="0" ptsTypes="AA">
                                      <p:cBhvr>
                                        <p:cTn id="169" dur="750" fill="hold"/>
                                        <p:tgtEl>
                                          <p:spTgt spid="77"/>
                                        </p:tgtEl>
                                        <p:attrNameLst>
                                          <p:attrName>ppt_x</p:attrName>
                                          <p:attrName>ppt_y</p:attrName>
                                        </p:attrNameLst>
                                      </p:cBhvr>
                                      <p:rCtr x="0" y="-1551"/>
                                    </p:animMotion>
                                  </p:childTnLst>
                                </p:cTn>
                              </p:par>
                              <p:par>
                                <p:cTn id="170" presetID="10" presetClass="entr" presetSubtype="0" fill="hold" grpId="0" nodeType="withEffect">
                                  <p:stCondLst>
                                    <p:cond delay="250"/>
                                  </p:stCondLst>
                                  <p:childTnLst>
                                    <p:set>
                                      <p:cBhvr>
                                        <p:cTn id="171" dur="1" fill="hold">
                                          <p:stCondLst>
                                            <p:cond delay="0"/>
                                          </p:stCondLst>
                                        </p:cTn>
                                        <p:tgtEl>
                                          <p:spTgt spid="78"/>
                                        </p:tgtEl>
                                        <p:attrNameLst>
                                          <p:attrName>style.visibility</p:attrName>
                                        </p:attrNameLst>
                                      </p:cBhvr>
                                      <p:to>
                                        <p:strVal val="visible"/>
                                      </p:to>
                                    </p:set>
                                    <p:animEffect transition="in" filter="fade">
                                      <p:cBhvr>
                                        <p:cTn id="172" dur="500"/>
                                        <p:tgtEl>
                                          <p:spTgt spid="78"/>
                                        </p:tgtEl>
                                      </p:cBhvr>
                                    </p:animEffect>
                                  </p:childTnLst>
                                </p:cTn>
                              </p:par>
                              <p:par>
                                <p:cTn id="173" presetID="42" presetClass="path" presetSubtype="0" decel="100000" fill="hold" grpId="1" nodeType="withEffect">
                                  <p:stCondLst>
                                    <p:cond delay="250"/>
                                  </p:stCondLst>
                                  <p:childTnLst>
                                    <p:animMotion origin="layout" path="M 8.33333E-7 0.03101 L 8.33333E-7 4.44444E-6 " pathEditMode="relative" rAng="0" ptsTypes="AA">
                                      <p:cBhvr>
                                        <p:cTn id="174" dur="750" fill="hold"/>
                                        <p:tgtEl>
                                          <p:spTgt spid="78"/>
                                        </p:tgtEl>
                                        <p:attrNameLst>
                                          <p:attrName>ppt_x</p:attrName>
                                          <p:attrName>ppt_y</p:attrName>
                                        </p:attrNameLst>
                                      </p:cBhvr>
                                      <p:rCtr x="0" y="-1551"/>
                                    </p:animMotion>
                                  </p:childTnLst>
                                </p:cTn>
                              </p:par>
                              <p:par>
                                <p:cTn id="175" presetID="10" presetClass="entr" presetSubtype="0" fill="hold" grpId="0" nodeType="withEffect">
                                  <p:stCondLst>
                                    <p:cond delay="250"/>
                                  </p:stCondLst>
                                  <p:childTnLst>
                                    <p:set>
                                      <p:cBhvr>
                                        <p:cTn id="176" dur="1" fill="hold">
                                          <p:stCondLst>
                                            <p:cond delay="0"/>
                                          </p:stCondLst>
                                        </p:cTn>
                                        <p:tgtEl>
                                          <p:spTgt spid="79"/>
                                        </p:tgtEl>
                                        <p:attrNameLst>
                                          <p:attrName>style.visibility</p:attrName>
                                        </p:attrNameLst>
                                      </p:cBhvr>
                                      <p:to>
                                        <p:strVal val="visible"/>
                                      </p:to>
                                    </p:set>
                                    <p:animEffect transition="in" filter="fade">
                                      <p:cBhvr>
                                        <p:cTn id="177" dur="500"/>
                                        <p:tgtEl>
                                          <p:spTgt spid="79"/>
                                        </p:tgtEl>
                                      </p:cBhvr>
                                    </p:animEffect>
                                  </p:childTnLst>
                                </p:cTn>
                              </p:par>
                              <p:par>
                                <p:cTn id="178" presetID="42" presetClass="path" presetSubtype="0" decel="100000" fill="hold" grpId="1" nodeType="withEffect">
                                  <p:stCondLst>
                                    <p:cond delay="250"/>
                                  </p:stCondLst>
                                  <p:childTnLst>
                                    <p:animMotion origin="layout" path="M 8.33333E-7 0.03101 L 8.33333E-7 4.44444E-6 " pathEditMode="relative" rAng="0" ptsTypes="AA">
                                      <p:cBhvr>
                                        <p:cTn id="179" dur="750" fill="hold"/>
                                        <p:tgtEl>
                                          <p:spTgt spid="79"/>
                                        </p:tgtEl>
                                        <p:attrNameLst>
                                          <p:attrName>ppt_x</p:attrName>
                                          <p:attrName>ppt_y</p:attrName>
                                        </p:attrNameLst>
                                      </p:cBhvr>
                                      <p:rCtr x="0" y="-1551"/>
                                    </p:animMotion>
                                  </p:childTnLst>
                                </p:cTn>
                              </p:par>
                              <p:par>
                                <p:cTn id="180" presetID="10" presetClass="entr" presetSubtype="0" fill="hold" grpId="0" nodeType="withEffect">
                                  <p:stCondLst>
                                    <p:cond delay="250"/>
                                  </p:stCondLst>
                                  <p:childTnLst>
                                    <p:set>
                                      <p:cBhvr>
                                        <p:cTn id="181" dur="1" fill="hold">
                                          <p:stCondLst>
                                            <p:cond delay="0"/>
                                          </p:stCondLst>
                                        </p:cTn>
                                        <p:tgtEl>
                                          <p:spTgt spid="80"/>
                                        </p:tgtEl>
                                        <p:attrNameLst>
                                          <p:attrName>style.visibility</p:attrName>
                                        </p:attrNameLst>
                                      </p:cBhvr>
                                      <p:to>
                                        <p:strVal val="visible"/>
                                      </p:to>
                                    </p:set>
                                    <p:animEffect transition="in" filter="fade">
                                      <p:cBhvr>
                                        <p:cTn id="182" dur="500"/>
                                        <p:tgtEl>
                                          <p:spTgt spid="80"/>
                                        </p:tgtEl>
                                      </p:cBhvr>
                                    </p:animEffect>
                                  </p:childTnLst>
                                </p:cTn>
                              </p:par>
                              <p:par>
                                <p:cTn id="183" presetID="42" presetClass="path" presetSubtype="0" decel="100000" fill="hold" grpId="1" nodeType="withEffect">
                                  <p:stCondLst>
                                    <p:cond delay="250"/>
                                  </p:stCondLst>
                                  <p:childTnLst>
                                    <p:animMotion origin="layout" path="M 8.33333E-7 0.03101 L 8.33333E-7 4.44444E-6 " pathEditMode="relative" rAng="0" ptsTypes="AA">
                                      <p:cBhvr>
                                        <p:cTn id="184" dur="750" fill="hold"/>
                                        <p:tgtEl>
                                          <p:spTgt spid="80"/>
                                        </p:tgtEl>
                                        <p:attrNameLst>
                                          <p:attrName>ppt_x</p:attrName>
                                          <p:attrName>ppt_y</p:attrName>
                                        </p:attrNameLst>
                                      </p:cBhvr>
                                      <p:rCtr x="0" y="-155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3" grpId="1" animBg="1"/>
      <p:bldP spid="44" grpId="0" animBg="1"/>
      <p:bldP spid="44" grpId="1" animBg="1"/>
      <p:bldP spid="45" grpId="0" animBg="1"/>
      <p:bldP spid="45" grpId="1" animBg="1"/>
      <p:bldP spid="46" grpId="0" animBg="1"/>
      <p:bldP spid="46"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5" grpId="0"/>
      <p:bldP spid="65" grpId="1"/>
      <p:bldP spid="66" grpId="0"/>
      <p:bldP spid="66" grpId="1"/>
      <p:bldP spid="67" grpId="0"/>
      <p:bldP spid="67" grpId="1"/>
      <p:bldP spid="68" grpId="0"/>
      <p:bldP spid="68" grpId="1"/>
      <p:bldP spid="69" grpId="0"/>
      <p:bldP spid="69" grpId="1"/>
      <p:bldP spid="70" grpId="0"/>
      <p:bldP spid="70" grpId="1"/>
      <p:bldP spid="71" grpId="0"/>
      <p:bldP spid="71" grpId="1"/>
      <p:bldP spid="72" grpId="0"/>
      <p:bldP spid="72" grpId="1"/>
      <p:bldP spid="73" grpId="0"/>
      <p:bldP spid="73" grpId="1"/>
      <p:bldP spid="74" grpId="0"/>
      <p:bldP spid="74" grpId="1"/>
      <p:bldP spid="75" grpId="0"/>
      <p:bldP spid="75" grpId="1"/>
      <p:bldP spid="76" grpId="0"/>
      <p:bldP spid="76" grpId="1"/>
      <p:bldP spid="77" grpId="0"/>
      <p:bldP spid="77" grpId="1"/>
      <p:bldP spid="78" grpId="0"/>
      <p:bldP spid="78" grpId="1"/>
      <p:bldP spid="79" grpId="0"/>
      <p:bldP spid="79" grpId="1"/>
      <p:bldP spid="80" grpId="0"/>
      <p:bldP spid="80"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Get started with tools and best practices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551223" y="1454936"/>
            <a:ext cx="10949987" cy="386963"/>
          </a:xfrm>
          <a:prstGeom prst="rect">
            <a:avLst/>
          </a:prstGeom>
          <a:noFill/>
        </p:spPr>
        <p:txBody>
          <a:bodyPr wrap="square"/>
          <a:lstStyle/>
          <a:p>
            <a:pPr marL="0" marR="0" lvl="0" indent="0" algn="l" defTabSz="457200" rtl="0" eaLnBrk="1" fontAlgn="auto" latinLnBrk="0" hangingPunct="1">
              <a:lnSpc>
                <a:spcPct val="100000"/>
              </a:lnSpc>
              <a:spcBef>
                <a:spcPts val="200"/>
              </a:spcBef>
              <a:spcAft>
                <a:spcPts val="600"/>
              </a:spcAft>
              <a:buClrTx/>
              <a:buSzTx/>
              <a:buFontTx/>
              <a:buNone/>
              <a:tabLst/>
              <a:defRPr sz="1400">
                <a:solidFill>
                  <a:srgbClr val="000000"/>
                </a:solidFill>
                <a:latin typeface="Segoe UI"/>
              </a:defRPr>
            </a:pPr>
            <a:r>
              <a:rPr kumimoji="0" sz="1400" b="0" i="0" u="none" strike="noStrike" kern="1200" cap="none" spc="0" normalizeH="0" baseline="0" noProof="0" dirty="0">
                <a:ln>
                  <a:noFill/>
                </a:ln>
                <a:solidFill>
                  <a:srgbClr val="000000"/>
                </a:solidFill>
                <a:effectLst/>
                <a:uLnTx/>
                <a:uFillTx/>
                <a:latin typeface="Segoe UI"/>
                <a:ea typeface="+mn-ea"/>
                <a:cs typeface="+mn-cs"/>
              </a:rPr>
              <a:t>Find top resources at aka.ms/operationalize-rai</a:t>
            </a: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D70BA64B-5BBF-475C-53D7-638035660067}"/>
              </a:ext>
              <a:ext uri="{C183D7F6-B498-43B3-948B-1728B52AA6E4}">
                <adec:decorative xmlns:adec="http://schemas.microsoft.com/office/drawing/2017/decorative" val="1"/>
              </a:ext>
            </a:extLst>
          </p:cNvPr>
          <p:cNvSpPr/>
          <p:nvPr/>
        </p:nvSpPr>
        <p:spPr bwMode="auto">
          <a:xfrm>
            <a:off x="601932" y="1905907"/>
            <a:ext cx="11007456" cy="4343399"/>
          </a:xfrm>
          <a:prstGeom prst="roundRect">
            <a:avLst>
              <a:gd name="adj" fmla="val 4830"/>
            </a:avLst>
          </a:prstGeom>
          <a:solidFill>
            <a:srgbClr val="FFFFFF"/>
          </a:solidFill>
          <a:ln w="15875" cap="flat" cmpd="sng" algn="ctr">
            <a:noFill/>
            <a:prstDash val="solid"/>
            <a:headEnd type="none" w="med" len="med"/>
            <a:tailEnd type="none" w="med" len="med"/>
          </a:ln>
          <a:effectLst>
            <a:outerShdw blurRad="279400" algn="ctr" rotWithShape="0">
              <a:prstClr val="black">
                <a:alpha val="9000"/>
              </a:prstClr>
            </a:outerShdw>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algn="ctr">
              <a:spcAft>
                <a:spcPts val="400"/>
              </a:spcAft>
            </a:pPr>
            <a:endParaRPr lang="en-US" err="1">
              <a:solidFill>
                <a:srgbClr val="091F2C"/>
              </a:solidFill>
              <a:latin typeface="Segoe Sans Display"/>
            </a:endParaRPr>
          </a:p>
        </p:txBody>
      </p:sp>
      <p:cxnSp>
        <p:nvCxnSpPr>
          <p:cNvPr id="8" name="Straight Connector 7">
            <a:extLst>
              <a:ext uri="{FF2B5EF4-FFF2-40B4-BE49-F238E27FC236}">
                <a16:creationId xmlns:a16="http://schemas.microsoft.com/office/drawing/2014/main" id="{631D4C08-B61D-7F92-4D94-0D3145FA642F}"/>
              </a:ext>
              <a:ext uri="{C183D7F6-B498-43B3-948B-1728B52AA6E4}">
                <adec:decorative xmlns:adec="http://schemas.microsoft.com/office/drawing/2017/decorative" val="1"/>
              </a:ext>
            </a:extLst>
          </p:cNvPr>
          <p:cNvCxnSpPr/>
          <p:nvPr/>
        </p:nvCxnSpPr>
        <p:spPr>
          <a:xfrm>
            <a:off x="3359654" y="2458356"/>
            <a:ext cx="0" cy="3815444"/>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162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D102CD7-BA40-1F64-926E-3F5B1C9E4685}"/>
              </a:ext>
              <a:ext uri="{C183D7F6-B498-43B3-948B-1728B52AA6E4}">
                <adec:decorative xmlns:adec="http://schemas.microsoft.com/office/drawing/2017/decorative" val="1"/>
              </a:ext>
            </a:extLst>
          </p:cNvPr>
          <p:cNvCxnSpPr/>
          <p:nvPr/>
        </p:nvCxnSpPr>
        <p:spPr>
          <a:xfrm>
            <a:off x="6223373" y="2458356"/>
            <a:ext cx="0" cy="3815444"/>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1620000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Graphic 15">
            <a:extLst>
              <a:ext uri="{FF2B5EF4-FFF2-40B4-BE49-F238E27FC236}">
                <a16:creationId xmlns:a16="http://schemas.microsoft.com/office/drawing/2014/main" id="{B626196A-D9E0-D7C2-3740-D2F570A86458}"/>
              </a:ext>
              <a:ext uri="{C183D7F6-B498-43B3-948B-1728B52AA6E4}">
                <adec:decorative xmlns:adec="http://schemas.microsoft.com/office/drawing/2017/decorative" val="1"/>
              </a:ext>
            </a:extLst>
          </p:cNvPr>
          <p:cNvSpPr>
            <a:spLocks noChangeAspect="1"/>
          </p:cNvSpPr>
          <p:nvPr/>
        </p:nvSpPr>
        <p:spPr>
          <a:xfrm>
            <a:off x="1722144" y="3656239"/>
            <a:ext cx="461704" cy="415532"/>
          </a:xfrm>
          <a:custGeom>
            <a:avLst/>
            <a:gdLst>
              <a:gd name="connsiteX0" fmla="*/ 456195 w 715375"/>
              <a:gd name="connsiteY0" fmla="*/ 250381 h 643837"/>
              <a:gd name="connsiteX1" fmla="*/ 518790 w 715375"/>
              <a:gd name="connsiteY1" fmla="*/ 312977 h 643837"/>
              <a:gd name="connsiteX2" fmla="*/ 518790 w 715375"/>
              <a:gd name="connsiteY2" fmla="*/ 482842 h 643837"/>
              <a:gd name="connsiteX3" fmla="*/ 357795 w 715375"/>
              <a:gd name="connsiteY3" fmla="*/ 643838 h 643837"/>
              <a:gd name="connsiteX4" fmla="*/ 196797 w 715375"/>
              <a:gd name="connsiteY4" fmla="*/ 482842 h 643837"/>
              <a:gd name="connsiteX5" fmla="*/ 196797 w 715375"/>
              <a:gd name="connsiteY5" fmla="*/ 312977 h 643837"/>
              <a:gd name="connsiteX6" fmla="*/ 259392 w 715375"/>
              <a:gd name="connsiteY6" fmla="*/ 250381 h 643837"/>
              <a:gd name="connsiteX7" fmla="*/ 456195 w 715375"/>
              <a:gd name="connsiteY7" fmla="*/ 250381 h 643837"/>
              <a:gd name="connsiteX8" fmla="*/ 456195 w 715375"/>
              <a:gd name="connsiteY8" fmla="*/ 304034 h 643837"/>
              <a:gd name="connsiteX9" fmla="*/ 259392 w 715375"/>
              <a:gd name="connsiteY9" fmla="*/ 304034 h 643837"/>
              <a:gd name="connsiteX10" fmla="*/ 250450 w 715375"/>
              <a:gd name="connsiteY10" fmla="*/ 312977 h 643837"/>
              <a:gd name="connsiteX11" fmla="*/ 250450 w 715375"/>
              <a:gd name="connsiteY11" fmla="*/ 482842 h 643837"/>
              <a:gd name="connsiteX12" fmla="*/ 357795 w 715375"/>
              <a:gd name="connsiteY12" fmla="*/ 590184 h 643837"/>
              <a:gd name="connsiteX13" fmla="*/ 465137 w 715375"/>
              <a:gd name="connsiteY13" fmla="*/ 482842 h 643837"/>
              <a:gd name="connsiteX14" fmla="*/ 465137 w 715375"/>
              <a:gd name="connsiteY14" fmla="*/ 312977 h 643837"/>
              <a:gd name="connsiteX15" fmla="*/ 456195 w 715375"/>
              <a:gd name="connsiteY15" fmla="*/ 304034 h 643837"/>
              <a:gd name="connsiteX16" fmla="*/ 62595 w 715375"/>
              <a:gd name="connsiteY16" fmla="*/ 250381 h 643837"/>
              <a:gd name="connsiteX17" fmla="*/ 183539 w 715375"/>
              <a:gd name="connsiteY17" fmla="*/ 250348 h 643837"/>
              <a:gd name="connsiteX18" fmla="*/ 161429 w 715375"/>
              <a:gd name="connsiteY18" fmla="*/ 304042 h 643837"/>
              <a:gd name="connsiteX19" fmla="*/ 62595 w 715375"/>
              <a:gd name="connsiteY19" fmla="*/ 304034 h 643837"/>
              <a:gd name="connsiteX20" fmla="*/ 53653 w 715375"/>
              <a:gd name="connsiteY20" fmla="*/ 312977 h 643837"/>
              <a:gd name="connsiteX21" fmla="*/ 53653 w 715375"/>
              <a:gd name="connsiteY21" fmla="*/ 429182 h 643837"/>
              <a:gd name="connsiteX22" fmla="*/ 143119 w 715375"/>
              <a:gd name="connsiteY22" fmla="*/ 518647 h 643837"/>
              <a:gd name="connsiteX23" fmla="*/ 163898 w 715375"/>
              <a:gd name="connsiteY23" fmla="*/ 516222 h 643837"/>
              <a:gd name="connsiteX24" fmla="*/ 180091 w 715375"/>
              <a:gd name="connsiteY24" fmla="*/ 567435 h 643837"/>
              <a:gd name="connsiteX25" fmla="*/ 143119 w 715375"/>
              <a:gd name="connsiteY25" fmla="*/ 572300 h 643837"/>
              <a:gd name="connsiteX26" fmla="*/ 0 w 715375"/>
              <a:gd name="connsiteY26" fmla="*/ 429182 h 643837"/>
              <a:gd name="connsiteX27" fmla="*/ 0 w 715375"/>
              <a:gd name="connsiteY27" fmla="*/ 312977 h 643837"/>
              <a:gd name="connsiteX28" fmla="*/ 62595 w 715375"/>
              <a:gd name="connsiteY28" fmla="*/ 250381 h 643837"/>
              <a:gd name="connsiteX29" fmla="*/ 532049 w 715375"/>
              <a:gd name="connsiteY29" fmla="*/ 250348 h 643837"/>
              <a:gd name="connsiteX30" fmla="*/ 652780 w 715375"/>
              <a:gd name="connsiteY30" fmla="*/ 250381 h 643837"/>
              <a:gd name="connsiteX31" fmla="*/ 715375 w 715375"/>
              <a:gd name="connsiteY31" fmla="*/ 312977 h 643837"/>
              <a:gd name="connsiteX32" fmla="*/ 715375 w 715375"/>
              <a:gd name="connsiteY32" fmla="*/ 429225 h 643837"/>
              <a:gd name="connsiteX33" fmla="*/ 572300 w 715375"/>
              <a:gd name="connsiteY33" fmla="*/ 572300 h 643837"/>
              <a:gd name="connsiteX34" fmla="*/ 535426 w 715375"/>
              <a:gd name="connsiteY34" fmla="*/ 567503 h 643837"/>
              <a:gd name="connsiteX35" fmla="*/ 551733 w 715375"/>
              <a:gd name="connsiteY35" fmla="*/ 516254 h 643837"/>
              <a:gd name="connsiteX36" fmla="*/ 572300 w 715375"/>
              <a:gd name="connsiteY36" fmla="*/ 518647 h 643837"/>
              <a:gd name="connsiteX37" fmla="*/ 661722 w 715375"/>
              <a:gd name="connsiteY37" fmla="*/ 429225 h 643837"/>
              <a:gd name="connsiteX38" fmla="*/ 661722 w 715375"/>
              <a:gd name="connsiteY38" fmla="*/ 312977 h 643837"/>
              <a:gd name="connsiteX39" fmla="*/ 652780 w 715375"/>
              <a:gd name="connsiteY39" fmla="*/ 304034 h 643837"/>
              <a:gd name="connsiteX40" fmla="*/ 554158 w 715375"/>
              <a:gd name="connsiteY40" fmla="*/ 304042 h 643837"/>
              <a:gd name="connsiteX41" fmla="*/ 532049 w 715375"/>
              <a:gd name="connsiteY41" fmla="*/ 250348 h 643837"/>
              <a:gd name="connsiteX42" fmla="*/ 357688 w 715375"/>
              <a:gd name="connsiteY42" fmla="*/ 0 h 643837"/>
              <a:gd name="connsiteX43" fmla="*/ 464994 w 715375"/>
              <a:gd name="connsiteY43" fmla="*/ 107306 h 643837"/>
              <a:gd name="connsiteX44" fmla="*/ 357688 w 715375"/>
              <a:gd name="connsiteY44" fmla="*/ 214613 h 643837"/>
              <a:gd name="connsiteX45" fmla="*/ 250381 w 715375"/>
              <a:gd name="connsiteY45" fmla="*/ 107306 h 643837"/>
              <a:gd name="connsiteX46" fmla="*/ 357688 w 715375"/>
              <a:gd name="connsiteY46" fmla="*/ 0 h 643837"/>
              <a:gd name="connsiteX47" fmla="*/ 590184 w 715375"/>
              <a:gd name="connsiteY47" fmla="*/ 35769 h 643837"/>
              <a:gd name="connsiteX48" fmla="*/ 679606 w 715375"/>
              <a:gd name="connsiteY48" fmla="*/ 125191 h 643837"/>
              <a:gd name="connsiteX49" fmla="*/ 590184 w 715375"/>
              <a:gd name="connsiteY49" fmla="*/ 214613 h 643837"/>
              <a:gd name="connsiteX50" fmla="*/ 500763 w 715375"/>
              <a:gd name="connsiteY50" fmla="*/ 125191 h 643837"/>
              <a:gd name="connsiteX51" fmla="*/ 590184 w 715375"/>
              <a:gd name="connsiteY51" fmla="*/ 35769 h 643837"/>
              <a:gd name="connsiteX52" fmla="*/ 125191 w 715375"/>
              <a:gd name="connsiteY52" fmla="*/ 35769 h 643837"/>
              <a:gd name="connsiteX53" fmla="*/ 214613 w 715375"/>
              <a:gd name="connsiteY53" fmla="*/ 125191 h 643837"/>
              <a:gd name="connsiteX54" fmla="*/ 125191 w 715375"/>
              <a:gd name="connsiteY54" fmla="*/ 214613 h 643837"/>
              <a:gd name="connsiteX55" fmla="*/ 35769 w 715375"/>
              <a:gd name="connsiteY55" fmla="*/ 125191 h 643837"/>
              <a:gd name="connsiteX56" fmla="*/ 125191 w 715375"/>
              <a:gd name="connsiteY56" fmla="*/ 35769 h 643837"/>
              <a:gd name="connsiteX57" fmla="*/ 357688 w 715375"/>
              <a:gd name="connsiteY57" fmla="*/ 53653 h 643837"/>
              <a:gd name="connsiteX58" fmla="*/ 304034 w 715375"/>
              <a:gd name="connsiteY58" fmla="*/ 107306 h 643837"/>
              <a:gd name="connsiteX59" fmla="*/ 357688 w 715375"/>
              <a:gd name="connsiteY59" fmla="*/ 160959 h 643837"/>
              <a:gd name="connsiteX60" fmla="*/ 411341 w 715375"/>
              <a:gd name="connsiteY60" fmla="*/ 107306 h 643837"/>
              <a:gd name="connsiteX61" fmla="*/ 357688 w 715375"/>
              <a:gd name="connsiteY61" fmla="*/ 53653 h 643837"/>
              <a:gd name="connsiteX62" fmla="*/ 590184 w 715375"/>
              <a:gd name="connsiteY62" fmla="*/ 89422 h 643837"/>
              <a:gd name="connsiteX63" fmla="*/ 554416 w 715375"/>
              <a:gd name="connsiteY63" fmla="*/ 125191 h 643837"/>
              <a:gd name="connsiteX64" fmla="*/ 590184 w 715375"/>
              <a:gd name="connsiteY64" fmla="*/ 160959 h 643837"/>
              <a:gd name="connsiteX65" fmla="*/ 625953 w 715375"/>
              <a:gd name="connsiteY65" fmla="*/ 125191 h 643837"/>
              <a:gd name="connsiteX66" fmla="*/ 590184 w 715375"/>
              <a:gd name="connsiteY66" fmla="*/ 89422 h 643837"/>
              <a:gd name="connsiteX67" fmla="*/ 125191 w 715375"/>
              <a:gd name="connsiteY67" fmla="*/ 89422 h 643837"/>
              <a:gd name="connsiteX68" fmla="*/ 89422 w 715375"/>
              <a:gd name="connsiteY68" fmla="*/ 125191 h 643837"/>
              <a:gd name="connsiteX69" fmla="*/ 125191 w 715375"/>
              <a:gd name="connsiteY69" fmla="*/ 160959 h 643837"/>
              <a:gd name="connsiteX70" fmla="*/ 160959 w 715375"/>
              <a:gd name="connsiteY70" fmla="*/ 125191 h 643837"/>
              <a:gd name="connsiteX71" fmla="*/ 125191 w 715375"/>
              <a:gd name="connsiteY71" fmla="*/ 89422 h 643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715375" h="643837">
                <a:moveTo>
                  <a:pt x="456195" y="250381"/>
                </a:moveTo>
                <a:cubicBezTo>
                  <a:pt x="490765" y="250381"/>
                  <a:pt x="518790" y="278406"/>
                  <a:pt x="518790" y="312977"/>
                </a:cubicBezTo>
                <a:lnTo>
                  <a:pt x="518790" y="482842"/>
                </a:lnTo>
                <a:cubicBezTo>
                  <a:pt x="518790" y="571756"/>
                  <a:pt x="446709" y="643838"/>
                  <a:pt x="357795" y="643838"/>
                </a:cubicBezTo>
                <a:cubicBezTo>
                  <a:pt x="268878" y="643838"/>
                  <a:pt x="196797" y="571756"/>
                  <a:pt x="196797" y="482842"/>
                </a:cubicBezTo>
                <a:lnTo>
                  <a:pt x="196797" y="312977"/>
                </a:lnTo>
                <a:cubicBezTo>
                  <a:pt x="196797" y="278406"/>
                  <a:pt x="224822" y="250381"/>
                  <a:pt x="259392" y="250381"/>
                </a:cubicBezTo>
                <a:lnTo>
                  <a:pt x="456195" y="250381"/>
                </a:lnTo>
                <a:close/>
                <a:moveTo>
                  <a:pt x="456195" y="304034"/>
                </a:moveTo>
                <a:lnTo>
                  <a:pt x="259392" y="304034"/>
                </a:lnTo>
                <a:cubicBezTo>
                  <a:pt x="254454" y="304034"/>
                  <a:pt x="250450" y="308037"/>
                  <a:pt x="250450" y="312977"/>
                </a:cubicBezTo>
                <a:lnTo>
                  <a:pt x="250450" y="482842"/>
                </a:lnTo>
                <a:cubicBezTo>
                  <a:pt x="250450" y="542126"/>
                  <a:pt x="298508" y="590184"/>
                  <a:pt x="357795" y="590184"/>
                </a:cubicBezTo>
                <a:cubicBezTo>
                  <a:pt x="417078" y="590184"/>
                  <a:pt x="465137" y="542126"/>
                  <a:pt x="465137" y="482842"/>
                </a:cubicBezTo>
                <a:lnTo>
                  <a:pt x="465137" y="312977"/>
                </a:lnTo>
                <a:cubicBezTo>
                  <a:pt x="465137" y="308037"/>
                  <a:pt x="461134" y="304034"/>
                  <a:pt x="456195" y="304034"/>
                </a:cubicBezTo>
                <a:close/>
                <a:moveTo>
                  <a:pt x="62595" y="250381"/>
                </a:moveTo>
                <a:lnTo>
                  <a:pt x="183539" y="250348"/>
                </a:lnTo>
                <a:cubicBezTo>
                  <a:pt x="171258" y="265207"/>
                  <a:pt x="163257" y="283736"/>
                  <a:pt x="161429" y="304042"/>
                </a:cubicBezTo>
                <a:lnTo>
                  <a:pt x="62595" y="304034"/>
                </a:lnTo>
                <a:cubicBezTo>
                  <a:pt x="57657" y="304034"/>
                  <a:pt x="53653" y="308037"/>
                  <a:pt x="53653" y="312977"/>
                </a:cubicBezTo>
                <a:lnTo>
                  <a:pt x="53653" y="429182"/>
                </a:lnTo>
                <a:cubicBezTo>
                  <a:pt x="53653" y="478593"/>
                  <a:pt x="93708" y="518647"/>
                  <a:pt x="143119" y="518647"/>
                </a:cubicBezTo>
                <a:cubicBezTo>
                  <a:pt x="150273" y="518647"/>
                  <a:pt x="157230" y="517806"/>
                  <a:pt x="163898" y="516222"/>
                </a:cubicBezTo>
                <a:cubicBezTo>
                  <a:pt x="166928" y="534246"/>
                  <a:pt x="172461" y="551436"/>
                  <a:pt x="180091" y="567435"/>
                </a:cubicBezTo>
                <a:cubicBezTo>
                  <a:pt x="168320" y="570619"/>
                  <a:pt x="155916" y="572300"/>
                  <a:pt x="143119" y="572300"/>
                </a:cubicBezTo>
                <a:cubicBezTo>
                  <a:pt x="64077" y="572300"/>
                  <a:pt x="0" y="508224"/>
                  <a:pt x="0" y="429182"/>
                </a:cubicBezTo>
                <a:lnTo>
                  <a:pt x="0" y="312977"/>
                </a:lnTo>
                <a:cubicBezTo>
                  <a:pt x="0" y="278406"/>
                  <a:pt x="28025" y="250381"/>
                  <a:pt x="62595" y="250381"/>
                </a:cubicBezTo>
                <a:close/>
                <a:moveTo>
                  <a:pt x="532049" y="250348"/>
                </a:moveTo>
                <a:lnTo>
                  <a:pt x="652780" y="250381"/>
                </a:lnTo>
                <a:cubicBezTo>
                  <a:pt x="687350" y="250381"/>
                  <a:pt x="715375" y="278406"/>
                  <a:pt x="715375" y="312977"/>
                </a:cubicBezTo>
                <a:lnTo>
                  <a:pt x="715375" y="429225"/>
                </a:lnTo>
                <a:cubicBezTo>
                  <a:pt x="715375" y="508242"/>
                  <a:pt x="651317" y="572300"/>
                  <a:pt x="572300" y="572300"/>
                </a:cubicBezTo>
                <a:cubicBezTo>
                  <a:pt x="559552" y="572300"/>
                  <a:pt x="547190" y="570633"/>
                  <a:pt x="535426" y="567503"/>
                </a:cubicBezTo>
                <a:cubicBezTo>
                  <a:pt x="543113" y="551472"/>
                  <a:pt x="548650" y="534281"/>
                  <a:pt x="551733" y="516254"/>
                </a:cubicBezTo>
                <a:cubicBezTo>
                  <a:pt x="558322" y="517824"/>
                  <a:pt x="565214" y="518647"/>
                  <a:pt x="572300" y="518647"/>
                </a:cubicBezTo>
                <a:cubicBezTo>
                  <a:pt x="621686" y="518647"/>
                  <a:pt x="661722" y="478611"/>
                  <a:pt x="661722" y="429225"/>
                </a:cubicBezTo>
                <a:lnTo>
                  <a:pt x="661722" y="312977"/>
                </a:lnTo>
                <a:cubicBezTo>
                  <a:pt x="661722" y="308037"/>
                  <a:pt x="657719" y="304034"/>
                  <a:pt x="652780" y="304034"/>
                </a:cubicBezTo>
                <a:lnTo>
                  <a:pt x="554158" y="304042"/>
                </a:lnTo>
                <a:cubicBezTo>
                  <a:pt x="552330" y="283736"/>
                  <a:pt x="544329" y="265207"/>
                  <a:pt x="532049" y="250348"/>
                </a:cubicBezTo>
                <a:close/>
                <a:moveTo>
                  <a:pt x="357688" y="0"/>
                </a:moveTo>
                <a:cubicBezTo>
                  <a:pt x="416953" y="0"/>
                  <a:pt x="464994" y="48043"/>
                  <a:pt x="464994" y="107306"/>
                </a:cubicBezTo>
                <a:cubicBezTo>
                  <a:pt x="464994" y="166570"/>
                  <a:pt x="416953" y="214613"/>
                  <a:pt x="357688" y="214613"/>
                </a:cubicBezTo>
                <a:cubicBezTo>
                  <a:pt x="298422" y="214613"/>
                  <a:pt x="250381" y="166570"/>
                  <a:pt x="250381" y="107306"/>
                </a:cubicBezTo>
                <a:cubicBezTo>
                  <a:pt x="250381" y="48043"/>
                  <a:pt x="298422" y="0"/>
                  <a:pt x="357688" y="0"/>
                </a:cubicBezTo>
                <a:close/>
                <a:moveTo>
                  <a:pt x="590184" y="35769"/>
                </a:moveTo>
                <a:cubicBezTo>
                  <a:pt x="639570" y="35769"/>
                  <a:pt x="679606" y="75804"/>
                  <a:pt x="679606" y="125191"/>
                </a:cubicBezTo>
                <a:cubicBezTo>
                  <a:pt x="679606" y="174577"/>
                  <a:pt x="639570" y="214613"/>
                  <a:pt x="590184" y="214613"/>
                </a:cubicBezTo>
                <a:cubicBezTo>
                  <a:pt x="540799" y="214613"/>
                  <a:pt x="500763" y="174577"/>
                  <a:pt x="500763" y="125191"/>
                </a:cubicBezTo>
                <a:cubicBezTo>
                  <a:pt x="500763" y="75804"/>
                  <a:pt x="540799" y="35769"/>
                  <a:pt x="590184" y="35769"/>
                </a:cubicBezTo>
                <a:close/>
                <a:moveTo>
                  <a:pt x="125191" y="35769"/>
                </a:moveTo>
                <a:cubicBezTo>
                  <a:pt x="174577" y="35769"/>
                  <a:pt x="214613" y="75804"/>
                  <a:pt x="214613" y="125191"/>
                </a:cubicBezTo>
                <a:cubicBezTo>
                  <a:pt x="214613" y="174577"/>
                  <a:pt x="174577" y="214613"/>
                  <a:pt x="125191" y="214613"/>
                </a:cubicBezTo>
                <a:cubicBezTo>
                  <a:pt x="75804" y="214613"/>
                  <a:pt x="35769" y="174577"/>
                  <a:pt x="35769" y="125191"/>
                </a:cubicBezTo>
                <a:cubicBezTo>
                  <a:pt x="35769" y="75804"/>
                  <a:pt x="75804" y="35769"/>
                  <a:pt x="125191" y="35769"/>
                </a:cubicBezTo>
                <a:close/>
                <a:moveTo>
                  <a:pt x="357688" y="53653"/>
                </a:moveTo>
                <a:cubicBezTo>
                  <a:pt x="328057" y="53653"/>
                  <a:pt x="304034" y="77674"/>
                  <a:pt x="304034" y="107306"/>
                </a:cubicBezTo>
                <a:cubicBezTo>
                  <a:pt x="304034" y="136938"/>
                  <a:pt x="328057" y="160959"/>
                  <a:pt x="357688" y="160959"/>
                </a:cubicBezTo>
                <a:cubicBezTo>
                  <a:pt x="387318" y="160959"/>
                  <a:pt x="411341" y="136938"/>
                  <a:pt x="411341" y="107306"/>
                </a:cubicBezTo>
                <a:cubicBezTo>
                  <a:pt x="411341" y="77674"/>
                  <a:pt x="387318" y="53653"/>
                  <a:pt x="357688" y="53653"/>
                </a:cubicBezTo>
                <a:close/>
                <a:moveTo>
                  <a:pt x="590184" y="89422"/>
                </a:moveTo>
                <a:cubicBezTo>
                  <a:pt x="570429" y="89422"/>
                  <a:pt x="554416" y="105436"/>
                  <a:pt x="554416" y="125191"/>
                </a:cubicBezTo>
                <a:cubicBezTo>
                  <a:pt x="554416" y="144945"/>
                  <a:pt x="570429" y="160959"/>
                  <a:pt x="590184" y="160959"/>
                </a:cubicBezTo>
                <a:cubicBezTo>
                  <a:pt x="609939" y="160959"/>
                  <a:pt x="625953" y="144945"/>
                  <a:pt x="625953" y="125191"/>
                </a:cubicBezTo>
                <a:cubicBezTo>
                  <a:pt x="625953" y="105436"/>
                  <a:pt x="609939" y="89422"/>
                  <a:pt x="590184" y="89422"/>
                </a:cubicBezTo>
                <a:close/>
                <a:moveTo>
                  <a:pt x="125191" y="89422"/>
                </a:moveTo>
                <a:cubicBezTo>
                  <a:pt x="105436" y="89422"/>
                  <a:pt x="89422" y="105436"/>
                  <a:pt x="89422" y="125191"/>
                </a:cubicBezTo>
                <a:cubicBezTo>
                  <a:pt x="89422" y="144945"/>
                  <a:pt x="105436" y="160959"/>
                  <a:pt x="125191" y="160959"/>
                </a:cubicBezTo>
                <a:cubicBezTo>
                  <a:pt x="144945" y="160959"/>
                  <a:pt x="160959" y="144945"/>
                  <a:pt x="160959" y="125191"/>
                </a:cubicBezTo>
                <a:cubicBezTo>
                  <a:pt x="160959" y="105436"/>
                  <a:pt x="144945" y="89422"/>
                  <a:pt x="125191" y="89422"/>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1" name="Graphic 27">
            <a:extLst>
              <a:ext uri="{FF2B5EF4-FFF2-40B4-BE49-F238E27FC236}">
                <a16:creationId xmlns:a16="http://schemas.microsoft.com/office/drawing/2014/main" id="{27A3CED1-4417-2466-B5A5-B48CF9F565F4}"/>
              </a:ext>
              <a:ext uri="{C183D7F6-B498-43B3-948B-1728B52AA6E4}">
                <adec:decorative xmlns:adec="http://schemas.microsoft.com/office/drawing/2017/decorative" val="1"/>
              </a:ext>
            </a:extLst>
          </p:cNvPr>
          <p:cNvSpPr>
            <a:spLocks noChangeAspect="1"/>
          </p:cNvSpPr>
          <p:nvPr/>
        </p:nvSpPr>
        <p:spPr>
          <a:xfrm>
            <a:off x="4521211" y="3689601"/>
            <a:ext cx="387574" cy="348808"/>
          </a:xfrm>
          <a:custGeom>
            <a:avLst/>
            <a:gdLst>
              <a:gd name="connsiteX0" fmla="*/ 43274 w 190505"/>
              <a:gd name="connsiteY0" fmla="*/ 33171 h 171450"/>
              <a:gd name="connsiteX1" fmla="*/ 88106 w 190505"/>
              <a:gd name="connsiteY1" fmla="*/ 14598 h 171450"/>
              <a:gd name="connsiteX2" fmla="*/ 88106 w 190505"/>
              <a:gd name="connsiteY2" fmla="*/ 30956 h 171450"/>
              <a:gd name="connsiteX3" fmla="*/ 95250 w 190505"/>
              <a:gd name="connsiteY3" fmla="*/ 38100 h 171450"/>
              <a:gd name="connsiteX4" fmla="*/ 102394 w 190505"/>
              <a:gd name="connsiteY4" fmla="*/ 30956 h 171450"/>
              <a:gd name="connsiteX5" fmla="*/ 102394 w 190505"/>
              <a:gd name="connsiteY5" fmla="*/ 14598 h 171450"/>
              <a:gd name="connsiteX6" fmla="*/ 176074 w 190505"/>
              <a:gd name="connsiteY6" fmla="*/ 90488 h 171450"/>
              <a:gd name="connsiteX7" fmla="*/ 159544 w 190505"/>
              <a:gd name="connsiteY7" fmla="*/ 90488 h 171450"/>
              <a:gd name="connsiteX8" fmla="*/ 152400 w 190505"/>
              <a:gd name="connsiteY8" fmla="*/ 97631 h 171450"/>
              <a:gd name="connsiteX9" fmla="*/ 159544 w 190505"/>
              <a:gd name="connsiteY9" fmla="*/ 104775 h 171450"/>
              <a:gd name="connsiteX10" fmla="*/ 175683 w 190505"/>
              <a:gd name="connsiteY10" fmla="*/ 104775 h 171450"/>
              <a:gd name="connsiteX11" fmla="*/ 145509 w 190505"/>
              <a:gd name="connsiteY11" fmla="*/ 158766 h 171450"/>
              <a:gd name="connsiteX12" fmla="*/ 144478 w 190505"/>
              <a:gd name="connsiteY12" fmla="*/ 168816 h 171450"/>
              <a:gd name="connsiteX13" fmla="*/ 154529 w 190505"/>
              <a:gd name="connsiteY13" fmla="*/ 169847 h 171450"/>
              <a:gd name="connsiteX14" fmla="*/ 190447 w 190505"/>
              <a:gd name="connsiteY14" fmla="*/ 98558 h 171450"/>
              <a:gd name="connsiteX15" fmla="*/ 190506 w 190505"/>
              <a:gd name="connsiteY15" fmla="*/ 97631 h 171450"/>
              <a:gd name="connsiteX16" fmla="*/ 190484 w 190505"/>
              <a:gd name="connsiteY16" fmla="*/ 97066 h 171450"/>
              <a:gd name="connsiteX17" fmla="*/ 190500 w 190505"/>
              <a:gd name="connsiteY17" fmla="*/ 95250 h 171450"/>
              <a:gd name="connsiteX18" fmla="*/ 95250 w 190505"/>
              <a:gd name="connsiteY18" fmla="*/ 0 h 171450"/>
              <a:gd name="connsiteX19" fmla="*/ 0 w 190505"/>
              <a:gd name="connsiteY19" fmla="*/ 95250 h 171450"/>
              <a:gd name="connsiteX20" fmla="*/ 35908 w 190505"/>
              <a:gd name="connsiteY20" fmla="*/ 169795 h 171450"/>
              <a:gd name="connsiteX21" fmla="*/ 45969 w 190505"/>
              <a:gd name="connsiteY21" fmla="*/ 168879 h 171450"/>
              <a:gd name="connsiteX22" fmla="*/ 45055 w 190505"/>
              <a:gd name="connsiteY22" fmla="*/ 158818 h 171450"/>
              <a:gd name="connsiteX23" fmla="*/ 14837 w 190505"/>
              <a:gd name="connsiteY23" fmla="*/ 104775 h 171450"/>
              <a:gd name="connsiteX24" fmla="*/ 30953 w 190505"/>
              <a:gd name="connsiteY24" fmla="*/ 104775 h 171450"/>
              <a:gd name="connsiteX25" fmla="*/ 38096 w 190505"/>
              <a:gd name="connsiteY25" fmla="*/ 97631 h 171450"/>
              <a:gd name="connsiteX26" fmla="*/ 30953 w 190505"/>
              <a:gd name="connsiteY26" fmla="*/ 90488 h 171450"/>
              <a:gd name="connsiteX27" fmla="*/ 14425 w 190505"/>
              <a:gd name="connsiteY27" fmla="*/ 90488 h 171450"/>
              <a:gd name="connsiteX28" fmla="*/ 33171 w 190505"/>
              <a:gd name="connsiteY28" fmla="*/ 43274 h 171450"/>
              <a:gd name="connsiteX29" fmla="*/ 44955 w 190505"/>
              <a:gd name="connsiteY29" fmla="*/ 55058 h 171450"/>
              <a:gd name="connsiteX30" fmla="*/ 55058 w 190505"/>
              <a:gd name="connsiteY30" fmla="*/ 55058 h 171450"/>
              <a:gd name="connsiteX31" fmla="*/ 55058 w 190505"/>
              <a:gd name="connsiteY31" fmla="*/ 44955 h 171450"/>
              <a:gd name="connsiteX32" fmla="*/ 43274 w 190505"/>
              <a:gd name="connsiteY32" fmla="*/ 33171 h 171450"/>
              <a:gd name="connsiteX33" fmla="*/ 140579 w 190505"/>
              <a:gd name="connsiteY33" fmla="*/ 44140 h 171450"/>
              <a:gd name="connsiteX34" fmla="*/ 132889 w 190505"/>
              <a:gd name="connsiteY34" fmla="*/ 44285 h 171450"/>
              <a:gd name="connsiteX35" fmla="*/ 130820 w 190505"/>
              <a:gd name="connsiteY35" fmla="*/ 46022 h 171450"/>
              <a:gd name="connsiteX36" fmla="*/ 125338 w 190505"/>
              <a:gd name="connsiteY36" fmla="*/ 50636 h 171450"/>
              <a:gd name="connsiteX37" fmla="*/ 108419 w 190505"/>
              <a:gd name="connsiteY37" fmla="*/ 64988 h 171450"/>
              <a:gd name="connsiteX38" fmla="*/ 90675 w 190505"/>
              <a:gd name="connsiteY38" fmla="*/ 80342 h 171450"/>
              <a:gd name="connsiteX39" fmla="*/ 84115 w 190505"/>
              <a:gd name="connsiteY39" fmla="*/ 86255 h 171450"/>
              <a:gd name="connsiteX40" fmla="*/ 80117 w 190505"/>
              <a:gd name="connsiteY40" fmla="*/ 90285 h 171450"/>
              <a:gd name="connsiteX41" fmla="*/ 83090 w 190505"/>
              <a:gd name="connsiteY41" fmla="*/ 115231 h 171450"/>
              <a:gd name="connsiteX42" fmla="*/ 108587 w 190505"/>
              <a:gd name="connsiteY42" fmla="*/ 112322 h 171450"/>
              <a:gd name="connsiteX43" fmla="*/ 111676 w 190505"/>
              <a:gd name="connsiteY43" fmla="*/ 107588 h 171450"/>
              <a:gd name="connsiteX44" fmla="*/ 116048 w 190505"/>
              <a:gd name="connsiteY44" fmla="*/ 99981 h 171450"/>
              <a:gd name="connsiteX45" fmla="*/ 127240 w 190505"/>
              <a:gd name="connsiteY45" fmla="*/ 79555 h 171450"/>
              <a:gd name="connsiteX46" fmla="*/ 137623 w 190505"/>
              <a:gd name="connsiteY46" fmla="*/ 60144 h 171450"/>
              <a:gd name="connsiteX47" fmla="*/ 140951 w 190505"/>
              <a:gd name="connsiteY47" fmla="*/ 53863 h 171450"/>
              <a:gd name="connsiteX48" fmla="*/ 142203 w 190505"/>
              <a:gd name="connsiteY48" fmla="*/ 51494 h 171450"/>
              <a:gd name="connsiteX49" fmla="*/ 140579 w 190505"/>
              <a:gd name="connsiteY49" fmla="*/ 4414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90505" h="171450">
                <a:moveTo>
                  <a:pt x="43274" y="33171"/>
                </a:moveTo>
                <a:cubicBezTo>
                  <a:pt x="55626" y="22818"/>
                  <a:pt x="71114" y="16084"/>
                  <a:pt x="88106" y="14598"/>
                </a:cubicBezTo>
                <a:lnTo>
                  <a:pt x="88106" y="30956"/>
                </a:lnTo>
                <a:cubicBezTo>
                  <a:pt x="88106" y="34902"/>
                  <a:pt x="91305" y="38100"/>
                  <a:pt x="95250" y="38100"/>
                </a:cubicBezTo>
                <a:cubicBezTo>
                  <a:pt x="99195" y="38100"/>
                  <a:pt x="102394" y="34902"/>
                  <a:pt x="102394" y="30956"/>
                </a:cubicBezTo>
                <a:lnTo>
                  <a:pt x="102394" y="14598"/>
                </a:lnTo>
                <a:cubicBezTo>
                  <a:pt x="142199" y="18078"/>
                  <a:pt x="173747" y="50363"/>
                  <a:pt x="176074" y="90488"/>
                </a:cubicBezTo>
                <a:lnTo>
                  <a:pt x="159544" y="90488"/>
                </a:lnTo>
                <a:cubicBezTo>
                  <a:pt x="155599" y="90488"/>
                  <a:pt x="152400" y="93686"/>
                  <a:pt x="152400" y="97631"/>
                </a:cubicBezTo>
                <a:cubicBezTo>
                  <a:pt x="152400" y="101577"/>
                  <a:pt x="155599" y="104775"/>
                  <a:pt x="159544" y="104775"/>
                </a:cubicBezTo>
                <a:lnTo>
                  <a:pt x="175683" y="104775"/>
                </a:lnTo>
                <a:cubicBezTo>
                  <a:pt x="173200" y="126793"/>
                  <a:pt x="162126" y="145240"/>
                  <a:pt x="145509" y="158766"/>
                </a:cubicBezTo>
                <a:cubicBezTo>
                  <a:pt x="142449" y="161256"/>
                  <a:pt x="141987" y="165756"/>
                  <a:pt x="144478" y="168816"/>
                </a:cubicBezTo>
                <a:cubicBezTo>
                  <a:pt x="146969" y="171876"/>
                  <a:pt x="151468" y="172338"/>
                  <a:pt x="154529" y="169847"/>
                </a:cubicBezTo>
                <a:cubicBezTo>
                  <a:pt x="175736" y="152585"/>
                  <a:pt x="189487" y="127999"/>
                  <a:pt x="190447" y="98558"/>
                </a:cubicBezTo>
                <a:cubicBezTo>
                  <a:pt x="190486" y="98254"/>
                  <a:pt x="190506" y="97946"/>
                  <a:pt x="190506" y="97631"/>
                </a:cubicBezTo>
                <a:cubicBezTo>
                  <a:pt x="190506" y="97442"/>
                  <a:pt x="190498" y="97253"/>
                  <a:pt x="190484" y="97066"/>
                </a:cubicBezTo>
                <a:cubicBezTo>
                  <a:pt x="190494" y="96463"/>
                  <a:pt x="190500" y="95858"/>
                  <a:pt x="190500" y="95250"/>
                </a:cubicBezTo>
                <a:cubicBezTo>
                  <a:pt x="190500" y="42645"/>
                  <a:pt x="147855" y="0"/>
                  <a:pt x="95250" y="0"/>
                </a:cubicBezTo>
                <a:cubicBezTo>
                  <a:pt x="42645" y="0"/>
                  <a:pt x="0" y="42645"/>
                  <a:pt x="0" y="95250"/>
                </a:cubicBezTo>
                <a:cubicBezTo>
                  <a:pt x="0" y="126227"/>
                  <a:pt x="14507" y="151960"/>
                  <a:pt x="35908" y="169795"/>
                </a:cubicBezTo>
                <a:cubicBezTo>
                  <a:pt x="38939" y="172320"/>
                  <a:pt x="43443" y="171910"/>
                  <a:pt x="45969" y="168879"/>
                </a:cubicBezTo>
                <a:cubicBezTo>
                  <a:pt x="48495" y="165848"/>
                  <a:pt x="48086" y="161344"/>
                  <a:pt x="45055" y="158818"/>
                </a:cubicBezTo>
                <a:cubicBezTo>
                  <a:pt x="28755" y="145235"/>
                  <a:pt x="17400" y="126748"/>
                  <a:pt x="14837" y="104775"/>
                </a:cubicBezTo>
                <a:lnTo>
                  <a:pt x="30953" y="104775"/>
                </a:lnTo>
                <a:cubicBezTo>
                  <a:pt x="34898" y="104775"/>
                  <a:pt x="38096" y="101577"/>
                  <a:pt x="38096" y="97631"/>
                </a:cubicBezTo>
                <a:cubicBezTo>
                  <a:pt x="38096" y="93686"/>
                  <a:pt x="34898" y="90488"/>
                  <a:pt x="30953" y="90488"/>
                </a:cubicBezTo>
                <a:lnTo>
                  <a:pt x="14425" y="90488"/>
                </a:lnTo>
                <a:cubicBezTo>
                  <a:pt x="15465" y="72562"/>
                  <a:pt x="22337" y="56201"/>
                  <a:pt x="33171" y="43274"/>
                </a:cubicBezTo>
                <a:lnTo>
                  <a:pt x="44955" y="55058"/>
                </a:lnTo>
                <a:cubicBezTo>
                  <a:pt x="47745" y="57847"/>
                  <a:pt x="52268" y="57847"/>
                  <a:pt x="55058" y="55058"/>
                </a:cubicBezTo>
                <a:cubicBezTo>
                  <a:pt x="57847" y="52268"/>
                  <a:pt x="57847" y="47745"/>
                  <a:pt x="55058" y="44955"/>
                </a:cubicBezTo>
                <a:lnTo>
                  <a:pt x="43274" y="33171"/>
                </a:lnTo>
                <a:close/>
                <a:moveTo>
                  <a:pt x="140579" y="44140"/>
                </a:moveTo>
                <a:cubicBezTo>
                  <a:pt x="138310" y="42383"/>
                  <a:pt x="135087" y="42444"/>
                  <a:pt x="132889" y="44285"/>
                </a:cubicBezTo>
                <a:lnTo>
                  <a:pt x="130820" y="46022"/>
                </a:lnTo>
                <a:cubicBezTo>
                  <a:pt x="129502" y="47129"/>
                  <a:pt x="127615" y="48716"/>
                  <a:pt x="125338" y="50636"/>
                </a:cubicBezTo>
                <a:cubicBezTo>
                  <a:pt x="120785" y="54475"/>
                  <a:pt x="114668" y="59650"/>
                  <a:pt x="108419" y="64988"/>
                </a:cubicBezTo>
                <a:cubicBezTo>
                  <a:pt x="102175" y="70321"/>
                  <a:pt x="95779" y="75834"/>
                  <a:pt x="90675" y="80342"/>
                </a:cubicBezTo>
                <a:cubicBezTo>
                  <a:pt x="88126" y="82594"/>
                  <a:pt x="85875" y="84618"/>
                  <a:pt x="84115" y="86255"/>
                </a:cubicBezTo>
                <a:cubicBezTo>
                  <a:pt x="82480" y="87777"/>
                  <a:pt x="80949" y="89256"/>
                  <a:pt x="80117" y="90285"/>
                </a:cubicBezTo>
                <a:cubicBezTo>
                  <a:pt x="73897" y="97977"/>
                  <a:pt x="75228" y="109145"/>
                  <a:pt x="83090" y="115231"/>
                </a:cubicBezTo>
                <a:cubicBezTo>
                  <a:pt x="90952" y="121315"/>
                  <a:pt x="102367" y="120013"/>
                  <a:pt x="108587" y="112322"/>
                </a:cubicBezTo>
                <a:cubicBezTo>
                  <a:pt x="109419" y="111292"/>
                  <a:pt x="110539" y="109495"/>
                  <a:pt x="111676" y="107588"/>
                </a:cubicBezTo>
                <a:cubicBezTo>
                  <a:pt x="112899" y="105536"/>
                  <a:pt x="114394" y="102926"/>
                  <a:pt x="116048" y="99981"/>
                </a:cubicBezTo>
                <a:cubicBezTo>
                  <a:pt x="119359" y="94085"/>
                  <a:pt x="123371" y="86728"/>
                  <a:pt x="127240" y="79555"/>
                </a:cubicBezTo>
                <a:cubicBezTo>
                  <a:pt x="131111" y="72378"/>
                  <a:pt x="134851" y="65363"/>
                  <a:pt x="137623" y="60144"/>
                </a:cubicBezTo>
                <a:cubicBezTo>
                  <a:pt x="139009" y="57535"/>
                  <a:pt x="140153" y="55373"/>
                  <a:pt x="140951" y="53863"/>
                </a:cubicBezTo>
                <a:lnTo>
                  <a:pt x="142203" y="51494"/>
                </a:lnTo>
                <a:cubicBezTo>
                  <a:pt x="143527" y="48978"/>
                  <a:pt x="142847" y="45896"/>
                  <a:pt x="140579" y="44140"/>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2" name="Graphic 35">
            <a:extLst>
              <a:ext uri="{FF2B5EF4-FFF2-40B4-BE49-F238E27FC236}">
                <a16:creationId xmlns:a16="http://schemas.microsoft.com/office/drawing/2014/main" id="{F7CFAAB1-11A7-802E-DE55-0802A7C3BFD8}"/>
              </a:ext>
              <a:ext uri="{C183D7F6-B498-43B3-948B-1728B52AA6E4}">
                <adec:decorative xmlns:adec="http://schemas.microsoft.com/office/drawing/2017/decorative" val="1"/>
              </a:ext>
            </a:extLst>
          </p:cNvPr>
          <p:cNvSpPr/>
          <p:nvPr/>
        </p:nvSpPr>
        <p:spPr>
          <a:xfrm>
            <a:off x="9989385" y="3651665"/>
            <a:ext cx="407798" cy="424680"/>
          </a:xfrm>
          <a:custGeom>
            <a:avLst/>
            <a:gdLst>
              <a:gd name="connsiteX0" fmla="*/ 89274 w 178348"/>
              <a:gd name="connsiteY0" fmla="*/ 0 h 185732"/>
              <a:gd name="connsiteX1" fmla="*/ 110058 w 178348"/>
              <a:gd name="connsiteY1" fmla="*/ 2410 h 185732"/>
              <a:gd name="connsiteX2" fmla="*/ 115601 w 178348"/>
              <a:gd name="connsiteY2" fmla="*/ 8592 h 185732"/>
              <a:gd name="connsiteX3" fmla="*/ 117220 w 178348"/>
              <a:gd name="connsiteY3" fmla="*/ 23136 h 185732"/>
              <a:gd name="connsiteX4" fmla="*/ 131782 w 178348"/>
              <a:gd name="connsiteY4" fmla="*/ 34777 h 185732"/>
              <a:gd name="connsiteX5" fmla="*/ 135575 w 178348"/>
              <a:gd name="connsiteY5" fmla="*/ 33766 h 185732"/>
              <a:gd name="connsiteX6" fmla="*/ 148920 w 178348"/>
              <a:gd name="connsiteY6" fmla="*/ 27908 h 185732"/>
              <a:gd name="connsiteX7" fmla="*/ 157016 w 178348"/>
              <a:gd name="connsiteY7" fmla="*/ 29566 h 185732"/>
              <a:gd name="connsiteX8" fmla="*/ 178009 w 178348"/>
              <a:gd name="connsiteY8" fmla="*/ 65684 h 185732"/>
              <a:gd name="connsiteX9" fmla="*/ 175428 w 178348"/>
              <a:gd name="connsiteY9" fmla="*/ 73543 h 185732"/>
              <a:gd name="connsiteX10" fmla="*/ 163598 w 178348"/>
              <a:gd name="connsiteY10" fmla="*/ 82267 h 185732"/>
              <a:gd name="connsiteX11" fmla="*/ 160784 w 178348"/>
              <a:gd name="connsiteY11" fmla="*/ 100656 h 185732"/>
              <a:gd name="connsiteX12" fmla="*/ 163598 w 178348"/>
              <a:gd name="connsiteY12" fmla="*/ 103470 h 185732"/>
              <a:gd name="connsiteX13" fmla="*/ 175437 w 178348"/>
              <a:gd name="connsiteY13" fmla="*/ 112185 h 185732"/>
              <a:gd name="connsiteX14" fmla="*/ 178028 w 178348"/>
              <a:gd name="connsiteY14" fmla="*/ 120053 h 185732"/>
              <a:gd name="connsiteX15" fmla="*/ 157035 w 178348"/>
              <a:gd name="connsiteY15" fmla="*/ 156172 h 185732"/>
              <a:gd name="connsiteX16" fmla="*/ 148958 w 178348"/>
              <a:gd name="connsiteY16" fmla="*/ 157839 h 185732"/>
              <a:gd name="connsiteX17" fmla="*/ 135556 w 178348"/>
              <a:gd name="connsiteY17" fmla="*/ 151962 h 185732"/>
              <a:gd name="connsiteX18" fmla="*/ 118240 w 178348"/>
              <a:gd name="connsiteY18" fmla="*/ 158722 h 185732"/>
              <a:gd name="connsiteX19" fmla="*/ 117211 w 178348"/>
              <a:gd name="connsiteY19" fmla="*/ 162573 h 185732"/>
              <a:gd name="connsiteX20" fmla="*/ 115601 w 178348"/>
              <a:gd name="connsiteY20" fmla="*/ 177108 h 185732"/>
              <a:gd name="connsiteX21" fmla="*/ 110153 w 178348"/>
              <a:gd name="connsiteY21" fmla="*/ 183271 h 185732"/>
              <a:gd name="connsiteX22" fmla="*/ 68186 w 178348"/>
              <a:gd name="connsiteY22" fmla="*/ 183271 h 185732"/>
              <a:gd name="connsiteX23" fmla="*/ 62737 w 178348"/>
              <a:gd name="connsiteY23" fmla="*/ 177108 h 185732"/>
              <a:gd name="connsiteX24" fmla="*/ 61137 w 178348"/>
              <a:gd name="connsiteY24" fmla="*/ 162592 h 185732"/>
              <a:gd name="connsiteX25" fmla="*/ 46567 w 178348"/>
              <a:gd name="connsiteY25" fmla="*/ 151005 h 185732"/>
              <a:gd name="connsiteX26" fmla="*/ 42792 w 178348"/>
              <a:gd name="connsiteY26" fmla="*/ 152019 h 185732"/>
              <a:gd name="connsiteX27" fmla="*/ 29400 w 178348"/>
              <a:gd name="connsiteY27" fmla="*/ 157886 h 185732"/>
              <a:gd name="connsiteX28" fmla="*/ 21313 w 178348"/>
              <a:gd name="connsiteY28" fmla="*/ 156220 h 185732"/>
              <a:gd name="connsiteX29" fmla="*/ 320 w 178348"/>
              <a:gd name="connsiteY29" fmla="*/ 120063 h 185732"/>
              <a:gd name="connsiteX30" fmla="*/ 2911 w 178348"/>
              <a:gd name="connsiteY30" fmla="*/ 112195 h 185732"/>
              <a:gd name="connsiteX31" fmla="*/ 14751 w 178348"/>
              <a:gd name="connsiteY31" fmla="*/ 103470 h 185732"/>
              <a:gd name="connsiteX32" fmla="*/ 17581 w 178348"/>
              <a:gd name="connsiteY32" fmla="*/ 85097 h 185732"/>
              <a:gd name="connsiteX33" fmla="*/ 14751 w 178348"/>
              <a:gd name="connsiteY33" fmla="*/ 82267 h 185732"/>
              <a:gd name="connsiteX34" fmla="*/ 2911 w 178348"/>
              <a:gd name="connsiteY34" fmla="*/ 73562 h 185732"/>
              <a:gd name="connsiteX35" fmla="*/ 330 w 178348"/>
              <a:gd name="connsiteY35" fmla="*/ 65694 h 185732"/>
              <a:gd name="connsiteX36" fmla="*/ 21323 w 178348"/>
              <a:gd name="connsiteY36" fmla="*/ 29575 h 185732"/>
              <a:gd name="connsiteX37" fmla="*/ 29419 w 178348"/>
              <a:gd name="connsiteY37" fmla="*/ 27918 h 185732"/>
              <a:gd name="connsiteX38" fmla="*/ 42754 w 178348"/>
              <a:gd name="connsiteY38" fmla="*/ 33776 h 185732"/>
              <a:gd name="connsiteX39" fmla="*/ 60130 w 178348"/>
              <a:gd name="connsiteY39" fmla="*/ 26909 h 185732"/>
              <a:gd name="connsiteX40" fmla="*/ 61137 w 178348"/>
              <a:gd name="connsiteY40" fmla="*/ 23127 h 185732"/>
              <a:gd name="connsiteX41" fmla="*/ 62757 w 178348"/>
              <a:gd name="connsiteY41" fmla="*/ 8592 h 185732"/>
              <a:gd name="connsiteX42" fmla="*/ 68310 w 178348"/>
              <a:gd name="connsiteY42" fmla="*/ 2400 h 185732"/>
              <a:gd name="connsiteX43" fmla="*/ 89274 w 178348"/>
              <a:gd name="connsiteY43" fmla="*/ 0 h 185732"/>
              <a:gd name="connsiteX44" fmla="*/ 89274 w 178348"/>
              <a:gd name="connsiteY44" fmla="*/ 14288 h 185732"/>
              <a:gd name="connsiteX45" fmla="*/ 76377 w 178348"/>
              <a:gd name="connsiteY45" fmla="*/ 15402 h 185732"/>
              <a:gd name="connsiteX46" fmla="*/ 75339 w 178348"/>
              <a:gd name="connsiteY46" fmla="*/ 24708 h 185732"/>
              <a:gd name="connsiteX47" fmla="*/ 44984 w 178348"/>
              <a:gd name="connsiteY47" fmla="*/ 48995 h 185732"/>
              <a:gd name="connsiteX48" fmla="*/ 37010 w 178348"/>
              <a:gd name="connsiteY48" fmla="*/ 46863 h 185732"/>
              <a:gd name="connsiteX49" fmla="*/ 28457 w 178348"/>
              <a:gd name="connsiteY49" fmla="*/ 43110 h 185732"/>
              <a:gd name="connsiteX50" fmla="*/ 15617 w 178348"/>
              <a:gd name="connsiteY50" fmla="*/ 65180 h 185732"/>
              <a:gd name="connsiteX51" fmla="*/ 23218 w 178348"/>
              <a:gd name="connsiteY51" fmla="*/ 70771 h 185732"/>
              <a:gd name="connsiteX52" fmla="*/ 29080 w 178348"/>
              <a:gd name="connsiteY52" fmla="*/ 109134 h 185732"/>
              <a:gd name="connsiteX53" fmla="*/ 23218 w 178348"/>
              <a:gd name="connsiteY53" fmla="*/ 114995 h 185732"/>
              <a:gd name="connsiteX54" fmla="*/ 15608 w 178348"/>
              <a:gd name="connsiteY54" fmla="*/ 120596 h 185732"/>
              <a:gd name="connsiteX55" fmla="*/ 28447 w 178348"/>
              <a:gd name="connsiteY55" fmla="*/ 142713 h 185732"/>
              <a:gd name="connsiteX56" fmla="*/ 37068 w 178348"/>
              <a:gd name="connsiteY56" fmla="*/ 138932 h 185732"/>
              <a:gd name="connsiteX57" fmla="*/ 73209 w 178348"/>
              <a:gd name="connsiteY57" fmla="*/ 153105 h 185732"/>
              <a:gd name="connsiteX58" fmla="*/ 75330 w 178348"/>
              <a:gd name="connsiteY58" fmla="*/ 161011 h 185732"/>
              <a:gd name="connsiteX59" fmla="*/ 76377 w 178348"/>
              <a:gd name="connsiteY59" fmla="*/ 170383 h 185732"/>
              <a:gd name="connsiteX60" fmla="*/ 101971 w 178348"/>
              <a:gd name="connsiteY60" fmla="*/ 170383 h 185732"/>
              <a:gd name="connsiteX61" fmla="*/ 103019 w 178348"/>
              <a:gd name="connsiteY61" fmla="*/ 161011 h 185732"/>
              <a:gd name="connsiteX62" fmla="*/ 133318 w 178348"/>
              <a:gd name="connsiteY62" fmla="*/ 136761 h 185732"/>
              <a:gd name="connsiteX63" fmla="*/ 141290 w 178348"/>
              <a:gd name="connsiteY63" fmla="*/ 138894 h 185732"/>
              <a:gd name="connsiteX64" fmla="*/ 149910 w 178348"/>
              <a:gd name="connsiteY64" fmla="*/ 142665 h 185732"/>
              <a:gd name="connsiteX65" fmla="*/ 162740 w 178348"/>
              <a:gd name="connsiteY65" fmla="*/ 120587 h 185732"/>
              <a:gd name="connsiteX66" fmla="*/ 155140 w 178348"/>
              <a:gd name="connsiteY66" fmla="*/ 114986 h 185732"/>
              <a:gd name="connsiteX67" fmla="*/ 149278 w 178348"/>
              <a:gd name="connsiteY67" fmla="*/ 76623 h 185732"/>
              <a:gd name="connsiteX68" fmla="*/ 155140 w 178348"/>
              <a:gd name="connsiteY68" fmla="*/ 70761 h 185732"/>
              <a:gd name="connsiteX69" fmla="*/ 162721 w 178348"/>
              <a:gd name="connsiteY69" fmla="*/ 65170 h 185732"/>
              <a:gd name="connsiteX70" fmla="*/ 149882 w 178348"/>
              <a:gd name="connsiteY70" fmla="*/ 43101 h 185732"/>
              <a:gd name="connsiteX71" fmla="*/ 141347 w 178348"/>
              <a:gd name="connsiteY71" fmla="*/ 46844 h 185732"/>
              <a:gd name="connsiteX72" fmla="*/ 105167 w 178348"/>
              <a:gd name="connsiteY72" fmla="*/ 32696 h 185732"/>
              <a:gd name="connsiteX73" fmla="*/ 103028 w 178348"/>
              <a:gd name="connsiteY73" fmla="*/ 24708 h 185732"/>
              <a:gd name="connsiteX74" fmla="*/ 101980 w 178348"/>
              <a:gd name="connsiteY74" fmla="*/ 15411 h 185732"/>
              <a:gd name="connsiteX75" fmla="*/ 89284 w 178348"/>
              <a:gd name="connsiteY75" fmla="*/ 14297 h 185732"/>
              <a:gd name="connsiteX76" fmla="*/ 89160 w 178348"/>
              <a:gd name="connsiteY76" fmla="*/ 57150 h 185732"/>
              <a:gd name="connsiteX77" fmla="*/ 124879 w 178348"/>
              <a:gd name="connsiteY77" fmla="*/ 92869 h 185732"/>
              <a:gd name="connsiteX78" fmla="*/ 89160 w 178348"/>
              <a:gd name="connsiteY78" fmla="*/ 128588 h 185732"/>
              <a:gd name="connsiteX79" fmla="*/ 53441 w 178348"/>
              <a:gd name="connsiteY79" fmla="*/ 92869 h 185732"/>
              <a:gd name="connsiteX80" fmla="*/ 89160 w 178348"/>
              <a:gd name="connsiteY80" fmla="*/ 57150 h 185732"/>
              <a:gd name="connsiteX81" fmla="*/ 89160 w 178348"/>
              <a:gd name="connsiteY81" fmla="*/ 71438 h 185732"/>
              <a:gd name="connsiteX82" fmla="*/ 67729 w 178348"/>
              <a:gd name="connsiteY82" fmla="*/ 92869 h 185732"/>
              <a:gd name="connsiteX83" fmla="*/ 89160 w 178348"/>
              <a:gd name="connsiteY83" fmla="*/ 114300 h 185732"/>
              <a:gd name="connsiteX84" fmla="*/ 110591 w 178348"/>
              <a:gd name="connsiteY84" fmla="*/ 92869 h 185732"/>
              <a:gd name="connsiteX85" fmla="*/ 89160 w 178348"/>
              <a:gd name="connsiteY85" fmla="*/ 71438 h 185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78348" h="185732">
                <a:moveTo>
                  <a:pt x="89274" y="0"/>
                </a:moveTo>
                <a:cubicBezTo>
                  <a:pt x="96265" y="76"/>
                  <a:pt x="103228" y="886"/>
                  <a:pt x="110058" y="2410"/>
                </a:cubicBezTo>
                <a:cubicBezTo>
                  <a:pt x="113036" y="3075"/>
                  <a:pt x="115263" y="5558"/>
                  <a:pt x="115601" y="8592"/>
                </a:cubicBezTo>
                <a:lnTo>
                  <a:pt x="117220" y="23136"/>
                </a:lnTo>
                <a:cubicBezTo>
                  <a:pt x="118027" y="30372"/>
                  <a:pt x="124547" y="35584"/>
                  <a:pt x="131782" y="34777"/>
                </a:cubicBezTo>
                <a:cubicBezTo>
                  <a:pt x="133090" y="34631"/>
                  <a:pt x="134368" y="34290"/>
                  <a:pt x="135575" y="33766"/>
                </a:cubicBezTo>
                <a:lnTo>
                  <a:pt x="148920" y="27908"/>
                </a:lnTo>
                <a:cubicBezTo>
                  <a:pt x="151696" y="26685"/>
                  <a:pt x="154943" y="27350"/>
                  <a:pt x="157016" y="29566"/>
                </a:cubicBezTo>
                <a:cubicBezTo>
                  <a:pt x="166654" y="39863"/>
                  <a:pt x="173832" y="52212"/>
                  <a:pt x="178009" y="65684"/>
                </a:cubicBezTo>
                <a:cubicBezTo>
                  <a:pt x="178906" y="68586"/>
                  <a:pt x="177871" y="71738"/>
                  <a:pt x="175428" y="73543"/>
                </a:cubicBezTo>
                <a:lnTo>
                  <a:pt x="163598" y="82267"/>
                </a:lnTo>
                <a:cubicBezTo>
                  <a:pt x="157743" y="86568"/>
                  <a:pt x="156483" y="94801"/>
                  <a:pt x="160784" y="100656"/>
                </a:cubicBezTo>
                <a:cubicBezTo>
                  <a:pt x="161574" y="101731"/>
                  <a:pt x="162522" y="102680"/>
                  <a:pt x="163598" y="103470"/>
                </a:cubicBezTo>
                <a:lnTo>
                  <a:pt x="175437" y="112185"/>
                </a:lnTo>
                <a:cubicBezTo>
                  <a:pt x="177888" y="113989"/>
                  <a:pt x="178928" y="117146"/>
                  <a:pt x="178028" y="120053"/>
                </a:cubicBezTo>
                <a:cubicBezTo>
                  <a:pt x="173849" y="133524"/>
                  <a:pt x="166672" y="145873"/>
                  <a:pt x="157035" y="156172"/>
                </a:cubicBezTo>
                <a:cubicBezTo>
                  <a:pt x="154967" y="158383"/>
                  <a:pt x="151731" y="159050"/>
                  <a:pt x="148958" y="157839"/>
                </a:cubicBezTo>
                <a:lnTo>
                  <a:pt x="135556" y="151962"/>
                </a:lnTo>
                <a:cubicBezTo>
                  <a:pt x="128908" y="149046"/>
                  <a:pt x="121154" y="152073"/>
                  <a:pt x="118240" y="158722"/>
                </a:cubicBezTo>
                <a:cubicBezTo>
                  <a:pt x="117703" y="159946"/>
                  <a:pt x="117356" y="161244"/>
                  <a:pt x="117211" y="162573"/>
                </a:cubicBezTo>
                <a:lnTo>
                  <a:pt x="115601" y="177108"/>
                </a:lnTo>
                <a:cubicBezTo>
                  <a:pt x="115269" y="180106"/>
                  <a:pt x="113089" y="182573"/>
                  <a:pt x="110153" y="183271"/>
                </a:cubicBezTo>
                <a:cubicBezTo>
                  <a:pt x="96356" y="186553"/>
                  <a:pt x="81983" y="186553"/>
                  <a:pt x="68186" y="183271"/>
                </a:cubicBezTo>
                <a:cubicBezTo>
                  <a:pt x="65251" y="182573"/>
                  <a:pt x="63070" y="180106"/>
                  <a:pt x="62737" y="177108"/>
                </a:cubicBezTo>
                <a:lnTo>
                  <a:pt x="61137" y="162592"/>
                </a:lnTo>
                <a:cubicBezTo>
                  <a:pt x="60314" y="155369"/>
                  <a:pt x="53790" y="150181"/>
                  <a:pt x="46567" y="151005"/>
                </a:cubicBezTo>
                <a:cubicBezTo>
                  <a:pt x="45265" y="151153"/>
                  <a:pt x="43993" y="151495"/>
                  <a:pt x="42792" y="152019"/>
                </a:cubicBezTo>
                <a:lnTo>
                  <a:pt x="29400" y="157886"/>
                </a:lnTo>
                <a:cubicBezTo>
                  <a:pt x="26624" y="159103"/>
                  <a:pt x="23382" y="158434"/>
                  <a:pt x="21313" y="156220"/>
                </a:cubicBezTo>
                <a:cubicBezTo>
                  <a:pt x="11671" y="145910"/>
                  <a:pt x="4493" y="133547"/>
                  <a:pt x="320" y="120063"/>
                </a:cubicBezTo>
                <a:cubicBezTo>
                  <a:pt x="-580" y="117156"/>
                  <a:pt x="460" y="113998"/>
                  <a:pt x="2911" y="112195"/>
                </a:cubicBezTo>
                <a:lnTo>
                  <a:pt x="14751" y="103470"/>
                </a:lnTo>
                <a:cubicBezTo>
                  <a:pt x="20605" y="99178"/>
                  <a:pt x="21873" y="90952"/>
                  <a:pt x="17581" y="85097"/>
                </a:cubicBezTo>
                <a:cubicBezTo>
                  <a:pt x="16787" y="84015"/>
                  <a:pt x="15833" y="83061"/>
                  <a:pt x="14751" y="82267"/>
                </a:cubicBezTo>
                <a:lnTo>
                  <a:pt x="2911" y="73562"/>
                </a:lnTo>
                <a:cubicBezTo>
                  <a:pt x="463" y="71756"/>
                  <a:pt x="-573" y="68599"/>
                  <a:pt x="330" y="65694"/>
                </a:cubicBezTo>
                <a:cubicBezTo>
                  <a:pt x="4507" y="52222"/>
                  <a:pt x="11684" y="39873"/>
                  <a:pt x="21323" y="29575"/>
                </a:cubicBezTo>
                <a:cubicBezTo>
                  <a:pt x="23396" y="27359"/>
                  <a:pt x="26642" y="26695"/>
                  <a:pt x="29419" y="27918"/>
                </a:cubicBezTo>
                <a:lnTo>
                  <a:pt x="42754" y="33776"/>
                </a:lnTo>
                <a:cubicBezTo>
                  <a:pt x="49448" y="36678"/>
                  <a:pt x="57228" y="33603"/>
                  <a:pt x="60130" y="26909"/>
                </a:cubicBezTo>
                <a:cubicBezTo>
                  <a:pt x="60652" y="25705"/>
                  <a:pt x="60991" y="24430"/>
                  <a:pt x="61137" y="23127"/>
                </a:cubicBezTo>
                <a:lnTo>
                  <a:pt x="62757" y="8592"/>
                </a:lnTo>
                <a:cubicBezTo>
                  <a:pt x="63092" y="5552"/>
                  <a:pt x="65324" y="3063"/>
                  <a:pt x="68310" y="2400"/>
                </a:cubicBezTo>
                <a:cubicBezTo>
                  <a:pt x="75139" y="886"/>
                  <a:pt x="82121" y="86"/>
                  <a:pt x="89274" y="0"/>
                </a:cubicBezTo>
                <a:close/>
                <a:moveTo>
                  <a:pt x="89274" y="14288"/>
                </a:moveTo>
                <a:cubicBezTo>
                  <a:pt x="84954" y="14338"/>
                  <a:pt x="80643" y="14711"/>
                  <a:pt x="76377" y="15402"/>
                </a:cubicBezTo>
                <a:lnTo>
                  <a:pt x="75339" y="24708"/>
                </a:lnTo>
                <a:cubicBezTo>
                  <a:pt x="73664" y="39797"/>
                  <a:pt x="60073" y="50671"/>
                  <a:pt x="44984" y="48995"/>
                </a:cubicBezTo>
                <a:cubicBezTo>
                  <a:pt x="42234" y="48690"/>
                  <a:pt x="39546" y="47971"/>
                  <a:pt x="37010" y="46863"/>
                </a:cubicBezTo>
                <a:lnTo>
                  <a:pt x="28457" y="43110"/>
                </a:lnTo>
                <a:cubicBezTo>
                  <a:pt x="23009" y="49722"/>
                  <a:pt x="18672" y="57176"/>
                  <a:pt x="15617" y="65180"/>
                </a:cubicBezTo>
                <a:lnTo>
                  <a:pt x="23218" y="70771"/>
                </a:lnTo>
                <a:cubicBezTo>
                  <a:pt x="35431" y="79746"/>
                  <a:pt x="38055" y="96922"/>
                  <a:pt x="29080" y="109134"/>
                </a:cubicBezTo>
                <a:cubicBezTo>
                  <a:pt x="27434" y="111373"/>
                  <a:pt x="25458" y="113349"/>
                  <a:pt x="23218" y="114995"/>
                </a:cubicBezTo>
                <a:lnTo>
                  <a:pt x="15608" y="120596"/>
                </a:lnTo>
                <a:cubicBezTo>
                  <a:pt x="18656" y="128616"/>
                  <a:pt x="22999" y="136084"/>
                  <a:pt x="28447" y="142713"/>
                </a:cubicBezTo>
                <a:lnTo>
                  <a:pt x="37068" y="138932"/>
                </a:lnTo>
                <a:cubicBezTo>
                  <a:pt x="50962" y="132865"/>
                  <a:pt x="67143" y="139211"/>
                  <a:pt x="73209" y="153105"/>
                </a:cubicBezTo>
                <a:cubicBezTo>
                  <a:pt x="74308" y="155619"/>
                  <a:pt x="75022" y="158285"/>
                  <a:pt x="75330" y="161011"/>
                </a:cubicBezTo>
                <a:lnTo>
                  <a:pt x="76377" y="170383"/>
                </a:lnTo>
                <a:cubicBezTo>
                  <a:pt x="84845" y="171812"/>
                  <a:pt x="93503" y="171812"/>
                  <a:pt x="101971" y="170383"/>
                </a:cubicBezTo>
                <a:lnTo>
                  <a:pt x="103019" y="161011"/>
                </a:lnTo>
                <a:cubicBezTo>
                  <a:pt x="104689" y="145948"/>
                  <a:pt x="118254" y="135090"/>
                  <a:pt x="133318" y="136761"/>
                </a:cubicBezTo>
                <a:cubicBezTo>
                  <a:pt x="136068" y="137066"/>
                  <a:pt x="138756" y="137785"/>
                  <a:pt x="141290" y="138894"/>
                </a:cubicBezTo>
                <a:lnTo>
                  <a:pt x="149910" y="142665"/>
                </a:lnTo>
                <a:cubicBezTo>
                  <a:pt x="155356" y="136050"/>
                  <a:pt x="159689" y="128593"/>
                  <a:pt x="162740" y="120587"/>
                </a:cubicBezTo>
                <a:lnTo>
                  <a:pt x="155140" y="114986"/>
                </a:lnTo>
                <a:cubicBezTo>
                  <a:pt x="142928" y="106010"/>
                  <a:pt x="140303" y="88835"/>
                  <a:pt x="149278" y="76623"/>
                </a:cubicBezTo>
                <a:cubicBezTo>
                  <a:pt x="150924" y="74384"/>
                  <a:pt x="152900" y="72407"/>
                  <a:pt x="155140" y="70761"/>
                </a:cubicBezTo>
                <a:lnTo>
                  <a:pt x="162721" y="65170"/>
                </a:lnTo>
                <a:cubicBezTo>
                  <a:pt x="159667" y="57166"/>
                  <a:pt x="155330" y="49712"/>
                  <a:pt x="149882" y="43101"/>
                </a:cubicBezTo>
                <a:lnTo>
                  <a:pt x="141347" y="46844"/>
                </a:lnTo>
                <a:cubicBezTo>
                  <a:pt x="127449" y="52928"/>
                  <a:pt x="111251" y="46594"/>
                  <a:pt x="105167" y="32696"/>
                </a:cubicBezTo>
                <a:cubicBezTo>
                  <a:pt x="104055" y="30156"/>
                  <a:pt x="103334" y="27463"/>
                  <a:pt x="103028" y="24708"/>
                </a:cubicBezTo>
                <a:lnTo>
                  <a:pt x="101980" y="15411"/>
                </a:lnTo>
                <a:cubicBezTo>
                  <a:pt x="97782" y="14725"/>
                  <a:pt x="93538" y="14352"/>
                  <a:pt x="89284" y="14297"/>
                </a:cubicBezTo>
                <a:close/>
                <a:moveTo>
                  <a:pt x="89160" y="57150"/>
                </a:moveTo>
                <a:cubicBezTo>
                  <a:pt x="108887" y="57150"/>
                  <a:pt x="124879" y="73142"/>
                  <a:pt x="124879" y="92869"/>
                </a:cubicBezTo>
                <a:cubicBezTo>
                  <a:pt x="124879" y="112596"/>
                  <a:pt x="108887" y="128588"/>
                  <a:pt x="89160" y="128588"/>
                </a:cubicBezTo>
                <a:cubicBezTo>
                  <a:pt x="69433" y="128588"/>
                  <a:pt x="53441" y="112596"/>
                  <a:pt x="53441" y="92869"/>
                </a:cubicBezTo>
                <a:cubicBezTo>
                  <a:pt x="53441" y="73142"/>
                  <a:pt x="69433" y="57150"/>
                  <a:pt x="89160" y="57150"/>
                </a:cubicBezTo>
                <a:close/>
                <a:moveTo>
                  <a:pt x="89160" y="71438"/>
                </a:moveTo>
                <a:cubicBezTo>
                  <a:pt x="77324" y="71438"/>
                  <a:pt x="67729" y="81033"/>
                  <a:pt x="67729" y="92869"/>
                </a:cubicBezTo>
                <a:cubicBezTo>
                  <a:pt x="67729" y="104705"/>
                  <a:pt x="77324" y="114300"/>
                  <a:pt x="89160" y="114300"/>
                </a:cubicBezTo>
                <a:cubicBezTo>
                  <a:pt x="100996" y="114300"/>
                  <a:pt x="110591" y="104705"/>
                  <a:pt x="110591" y="92869"/>
                </a:cubicBezTo>
                <a:cubicBezTo>
                  <a:pt x="110591" y="81033"/>
                  <a:pt x="100996" y="71438"/>
                  <a:pt x="89160" y="71438"/>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13" name="TextBox 12">
            <a:extLst>
              <a:ext uri="{FF2B5EF4-FFF2-40B4-BE49-F238E27FC236}">
                <a16:creationId xmlns:a16="http://schemas.microsoft.com/office/drawing/2014/main" id="{71839C3B-AAE3-4777-F208-1DAA7DFE3ADD}"/>
              </a:ext>
            </a:extLst>
          </p:cNvPr>
          <p:cNvSpPr txBox="1"/>
          <p:nvPr/>
        </p:nvSpPr>
        <p:spPr>
          <a:xfrm>
            <a:off x="838200" y="1905907"/>
            <a:ext cx="10534920" cy="637720"/>
          </a:xfrm>
          <a:prstGeom prst="round2SameRect">
            <a:avLst>
              <a:gd name="adj1" fmla="val 0"/>
              <a:gd name="adj2" fmla="val 48708"/>
            </a:avLst>
          </a:prstGeom>
          <a:solidFill>
            <a:schemeClr val="accent2">
              <a:lumMod val="20000"/>
              <a:lumOff val="80000"/>
            </a:schemeClr>
          </a:solid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45720" rIns="0" bIns="0" numCol="1" spcCol="0" rtlCol="0" fromWordArt="0" anchor="ctr" anchorCtr="0" forceAA="0" compatLnSpc="1">
            <a:prstTxWarp prst="textNoShape">
              <a:avLst/>
            </a:prstTxWarp>
            <a:no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2800" b="0" i="0" u="none" strike="noStrike" kern="1200" cap="none" spc="-50" normalizeH="0" baseline="0" noProof="0">
                <a:ln w="3175">
                  <a:noFill/>
                </a:ln>
                <a:solidFill>
                  <a:schemeClr val="tx1"/>
                </a:solidFill>
                <a:effectLst/>
                <a:uLnTx/>
                <a:uFillTx/>
              </a:rPr>
              <a:t>Govern</a:t>
            </a:r>
          </a:p>
        </p:txBody>
      </p:sp>
      <p:sp>
        <p:nvSpPr>
          <p:cNvPr id="14" name="Rectangle 13">
            <a:extLst>
              <a:ext uri="{FF2B5EF4-FFF2-40B4-BE49-F238E27FC236}">
                <a16:creationId xmlns:a16="http://schemas.microsoft.com/office/drawing/2014/main" id="{F6E8DF5C-1DE6-04F1-2897-EF4B3DBA8E43}"/>
              </a:ext>
            </a:extLst>
          </p:cNvPr>
          <p:cNvSpPr>
            <a:spLocks/>
          </p:cNvSpPr>
          <p:nvPr/>
        </p:nvSpPr>
        <p:spPr bwMode="auto">
          <a:xfrm>
            <a:off x="641777" y="2668343"/>
            <a:ext cx="2622438" cy="455857"/>
          </a:xfrm>
          <a:prstGeom prst="rect">
            <a:avLst/>
          </a:prstGeom>
          <a:gradFill flip="none" rotWithShape="1">
            <a:gsLst>
              <a:gs pos="50000">
                <a:srgbClr val="F2F2F2"/>
              </a:gs>
              <a:gs pos="100000">
                <a:schemeClr val="bg1">
                  <a:lumMod val="95000"/>
                  <a:alpha val="0"/>
                </a:schemeClr>
              </a:gs>
              <a:gs pos="0">
                <a:schemeClr val="bg1">
                  <a:lumMod val="9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449">
              <a:spcBef>
                <a:spcPts val="200"/>
              </a:spcBef>
              <a:defRPr/>
            </a:pPr>
            <a:r>
              <a:rPr lang="en-US" sz="2000" spc="-50">
                <a:ln w="3175">
                  <a:noFill/>
                </a:ln>
                <a:solidFill>
                  <a:schemeClr val="tx1"/>
                </a:solidFill>
                <a:latin typeface="+mj-lt"/>
              </a:rPr>
              <a:t>Map</a:t>
            </a:r>
          </a:p>
        </p:txBody>
      </p:sp>
      <p:sp>
        <p:nvSpPr>
          <p:cNvPr id="15" name="TextBox 14">
            <a:extLst>
              <a:ext uri="{FF2B5EF4-FFF2-40B4-BE49-F238E27FC236}">
                <a16:creationId xmlns:a16="http://schemas.microsoft.com/office/drawing/2014/main" id="{9574C904-E5B1-4C65-0F7E-8A52325B98CA}"/>
              </a:ext>
            </a:extLst>
          </p:cNvPr>
          <p:cNvSpPr txBox="1"/>
          <p:nvPr/>
        </p:nvSpPr>
        <p:spPr>
          <a:xfrm>
            <a:off x="731768" y="4255167"/>
            <a:ext cx="2442458" cy="851515"/>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3">
                  <a:extLst>
                    <a:ext uri="{A12FA001-AC4F-418D-AE19-62706E023703}">
                      <ahyp:hlinkClr xmlns:ahyp="http://schemas.microsoft.com/office/drawing/2018/hyperlinkcolor" val="tx"/>
                    </a:ext>
                  </a:extLst>
                </a:hlinkClick>
              </a:rPr>
              <a:t>Risk Assessment Template</a:t>
            </a:r>
            <a:endParaRPr kumimoji="0" lang="en-US" sz="1400" b="0" i="0" u="none"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4">
                  <a:extLst>
                    <a:ext uri="{A12FA001-AC4F-418D-AE19-62706E023703}">
                      <ahyp:hlinkClr xmlns:ahyp="http://schemas.microsoft.com/office/drawing/2018/hyperlinkcolor" val="tx"/>
                    </a:ext>
                  </a:extLst>
                </a:hlinkClick>
              </a:rPr>
              <a:t>Red teaming</a:t>
            </a:r>
            <a:endParaRPr kumimoji="0" lang="en-US" sz="1400" b="0" i="0" u="none"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err="1">
                <a:ln>
                  <a:noFill/>
                </a:ln>
                <a:solidFill>
                  <a:srgbClr val="0078D4"/>
                </a:solidFill>
                <a:effectLst/>
                <a:uLnTx/>
                <a:uFillTx/>
                <a:latin typeface="+mn-lt"/>
                <a:hlinkClick r:id="rId5">
                  <a:extLst>
                    <a:ext uri="{A12FA001-AC4F-418D-AE19-62706E023703}">
                      <ahyp:hlinkClr xmlns:ahyp="http://schemas.microsoft.com/office/drawing/2018/hyperlinkcolor" val="tx"/>
                    </a:ext>
                  </a:extLst>
                </a:hlinkClick>
              </a:rPr>
              <a:t>PyRIT</a:t>
            </a:r>
            <a:endParaRPr kumimoji="0" lang="en-US" sz="1400" b="0" i="0" u="none" strike="noStrike" kern="1200" cap="none" spc="0" normalizeH="0" baseline="0" noProof="0">
              <a:ln>
                <a:noFill/>
              </a:ln>
              <a:solidFill>
                <a:srgbClr val="0078D4"/>
              </a:solidFill>
              <a:effectLst/>
              <a:uLnTx/>
              <a:uFillTx/>
              <a:latin typeface="+mn-lt"/>
            </a:endParaRPr>
          </a:p>
        </p:txBody>
      </p:sp>
      <p:sp>
        <p:nvSpPr>
          <p:cNvPr id="16" name="Rectangle 15">
            <a:extLst>
              <a:ext uri="{FF2B5EF4-FFF2-40B4-BE49-F238E27FC236}">
                <a16:creationId xmlns:a16="http://schemas.microsoft.com/office/drawing/2014/main" id="{63DDD946-FB98-A54B-C734-5DE2B5F3997E}"/>
              </a:ext>
            </a:extLst>
          </p:cNvPr>
          <p:cNvSpPr>
            <a:spLocks/>
          </p:cNvSpPr>
          <p:nvPr/>
        </p:nvSpPr>
        <p:spPr bwMode="auto">
          <a:xfrm>
            <a:off x="3403779" y="2668343"/>
            <a:ext cx="2622438" cy="455857"/>
          </a:xfrm>
          <a:prstGeom prst="rect">
            <a:avLst/>
          </a:prstGeom>
          <a:gradFill flip="none" rotWithShape="1">
            <a:gsLst>
              <a:gs pos="50000">
                <a:srgbClr val="F2F2F2"/>
              </a:gs>
              <a:gs pos="100000">
                <a:schemeClr val="bg1">
                  <a:lumMod val="95000"/>
                  <a:alpha val="0"/>
                </a:schemeClr>
              </a:gs>
              <a:gs pos="0">
                <a:schemeClr val="bg1">
                  <a:lumMod val="9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449">
              <a:spcBef>
                <a:spcPts val="200"/>
              </a:spcBef>
              <a:defRPr/>
            </a:pPr>
            <a:r>
              <a:rPr lang="en-US" sz="2000" spc="-50">
                <a:ln w="3175">
                  <a:noFill/>
                </a:ln>
                <a:solidFill>
                  <a:schemeClr val="tx1"/>
                </a:solidFill>
                <a:latin typeface="+mj-lt"/>
              </a:rPr>
              <a:t>Measure</a:t>
            </a:r>
          </a:p>
        </p:txBody>
      </p:sp>
      <p:sp>
        <p:nvSpPr>
          <p:cNvPr id="17" name="TextBox 16">
            <a:extLst>
              <a:ext uri="{FF2B5EF4-FFF2-40B4-BE49-F238E27FC236}">
                <a16:creationId xmlns:a16="http://schemas.microsoft.com/office/drawing/2014/main" id="{0EE2F75B-6234-BD10-01BC-AD07E5A55D2C}"/>
              </a:ext>
            </a:extLst>
          </p:cNvPr>
          <p:cNvSpPr txBox="1"/>
          <p:nvPr/>
        </p:nvSpPr>
        <p:spPr>
          <a:xfrm>
            <a:off x="3493770" y="4255167"/>
            <a:ext cx="2442458" cy="646331"/>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6">
                  <a:extLst>
                    <a:ext uri="{A12FA001-AC4F-418D-AE19-62706E023703}">
                      <ahyp:hlinkClr xmlns:ahyp="http://schemas.microsoft.com/office/drawing/2018/hyperlinkcolor" val="tx"/>
                    </a:ext>
                  </a:extLst>
                </a:hlinkClick>
              </a:rPr>
              <a:t>Evaluate generative AI applications with Azure AI Foundry</a:t>
            </a:r>
            <a:endParaRPr kumimoji="0" lang="en-US" sz="1400" b="0" i="0" u="none" strike="noStrike" kern="1200" cap="none" spc="0" normalizeH="0" baseline="0" noProof="0">
              <a:ln>
                <a:noFill/>
              </a:ln>
              <a:solidFill>
                <a:srgbClr val="0078D4"/>
              </a:solidFill>
              <a:effectLst/>
              <a:uLnTx/>
              <a:uFillTx/>
              <a:latin typeface="+mn-lt"/>
            </a:endParaRPr>
          </a:p>
        </p:txBody>
      </p:sp>
      <p:sp>
        <p:nvSpPr>
          <p:cNvPr id="18" name="Rectangle 17">
            <a:extLst>
              <a:ext uri="{FF2B5EF4-FFF2-40B4-BE49-F238E27FC236}">
                <a16:creationId xmlns:a16="http://schemas.microsoft.com/office/drawing/2014/main" id="{1B36363D-0695-6505-574E-945A94272CC3}"/>
              </a:ext>
            </a:extLst>
          </p:cNvPr>
          <p:cNvSpPr>
            <a:spLocks/>
          </p:cNvSpPr>
          <p:nvPr/>
        </p:nvSpPr>
        <p:spPr bwMode="auto">
          <a:xfrm>
            <a:off x="6261707" y="2668343"/>
            <a:ext cx="5244874" cy="455857"/>
          </a:xfrm>
          <a:prstGeom prst="rect">
            <a:avLst/>
          </a:prstGeom>
          <a:gradFill flip="none" rotWithShape="1">
            <a:gsLst>
              <a:gs pos="50000">
                <a:srgbClr val="F2F2F2"/>
              </a:gs>
              <a:gs pos="100000">
                <a:schemeClr val="bg1">
                  <a:lumMod val="95000"/>
                  <a:alpha val="0"/>
                </a:schemeClr>
              </a:gs>
              <a:gs pos="0">
                <a:schemeClr val="bg1">
                  <a:lumMod val="95000"/>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32449">
              <a:spcBef>
                <a:spcPts val="200"/>
              </a:spcBef>
              <a:defRPr/>
            </a:pPr>
            <a:r>
              <a:rPr lang="en-US" sz="2000" spc="-50">
                <a:ln w="3175">
                  <a:noFill/>
                </a:ln>
                <a:solidFill>
                  <a:schemeClr val="tx1"/>
                </a:solidFill>
                <a:latin typeface="+mj-lt"/>
              </a:rPr>
              <a:t>Manage</a:t>
            </a:r>
          </a:p>
        </p:txBody>
      </p:sp>
      <p:sp>
        <p:nvSpPr>
          <p:cNvPr id="19" name="TextBox 18">
            <a:extLst>
              <a:ext uri="{FF2B5EF4-FFF2-40B4-BE49-F238E27FC236}">
                <a16:creationId xmlns:a16="http://schemas.microsoft.com/office/drawing/2014/main" id="{2F329BEE-B610-AFE1-7CC2-1DF769A62D22}"/>
              </a:ext>
            </a:extLst>
          </p:cNvPr>
          <p:cNvSpPr txBox="1"/>
          <p:nvPr/>
        </p:nvSpPr>
        <p:spPr>
          <a:xfrm>
            <a:off x="6721318" y="3243452"/>
            <a:ext cx="1739969" cy="246221"/>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50" normalizeH="0" baseline="0" noProof="0">
                <a:ln w="3175">
                  <a:noFill/>
                </a:ln>
                <a:solidFill>
                  <a:schemeClr val="tx1"/>
                </a:solidFill>
                <a:effectLst/>
                <a:uLnTx/>
                <a:uFillTx/>
                <a:latin typeface="+mn-lt"/>
              </a:rPr>
              <a:t>Mitigate</a:t>
            </a:r>
          </a:p>
        </p:txBody>
      </p:sp>
      <p:sp>
        <p:nvSpPr>
          <p:cNvPr id="20" name="TextBox 19">
            <a:extLst>
              <a:ext uri="{FF2B5EF4-FFF2-40B4-BE49-F238E27FC236}">
                <a16:creationId xmlns:a16="http://schemas.microsoft.com/office/drawing/2014/main" id="{E7AFF1F2-4F14-E653-0E28-9F7F7DD54600}"/>
              </a:ext>
            </a:extLst>
          </p:cNvPr>
          <p:cNvSpPr txBox="1"/>
          <p:nvPr/>
        </p:nvSpPr>
        <p:spPr>
          <a:xfrm>
            <a:off x="6370074" y="4255167"/>
            <a:ext cx="2442458" cy="1703030"/>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 action="ppaction://noaction">
                  <a:extLst>
                    <a:ext uri="{A12FA001-AC4F-418D-AE19-62706E023703}">
                      <ahyp:hlinkClr xmlns:ahyp="http://schemas.microsoft.com/office/drawing/2018/hyperlinkcolor" val="tx"/>
                    </a:ext>
                  </a:extLst>
                </a:hlinkClick>
              </a:rPr>
              <a:t>Azure AI model catalog</a:t>
            </a: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 action="ppaction://noaction">
                  <a:extLst>
                    <a:ext uri="{A12FA001-AC4F-418D-AE19-62706E023703}">
                      <ahyp:hlinkClr xmlns:ahyp="http://schemas.microsoft.com/office/drawing/2018/hyperlinkcolor" val="tx"/>
                    </a:ext>
                  </a:extLst>
                </a:hlinkClick>
              </a:rPr>
              <a:t>Azure AI Content Safety </a:t>
            </a:r>
            <a:endParaRPr kumimoji="0" lang="en-US" sz="1400" b="0" i="0" u="none"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7">
                  <a:extLst>
                    <a:ext uri="{A12FA001-AC4F-418D-AE19-62706E023703}">
                      <ahyp:hlinkClr xmlns:ahyp="http://schemas.microsoft.com/office/drawing/2018/hyperlinkcolor" val="tx"/>
                    </a:ext>
                  </a:extLst>
                </a:hlinkClick>
              </a:rPr>
              <a:t>Retrieval augmented generation</a:t>
            </a:r>
            <a:endParaRPr kumimoji="0" lang="en-US" sz="1400" b="0" i="0" u="none"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8">
                  <a:extLst>
                    <a:ext uri="{A12FA001-AC4F-418D-AE19-62706E023703}">
                      <ahyp:hlinkClr xmlns:ahyp="http://schemas.microsoft.com/office/drawing/2018/hyperlinkcolor" val="tx"/>
                    </a:ext>
                  </a:extLst>
                </a:hlinkClick>
              </a:rPr>
              <a:t>Safety system messages</a:t>
            </a:r>
            <a:endParaRPr kumimoji="0" lang="en-US" sz="1400" b="0" i="0" u="sng"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9">
                  <a:extLst>
                    <a:ext uri="{A12FA001-AC4F-418D-AE19-62706E023703}">
                      <ahyp:hlinkClr xmlns:ahyp="http://schemas.microsoft.com/office/drawing/2018/hyperlinkcolor" val="tx"/>
                    </a:ext>
                  </a:extLst>
                </a:hlinkClick>
              </a:rPr>
              <a:t>HAX Toolkit</a:t>
            </a:r>
            <a:endParaRPr kumimoji="0" lang="en-US" sz="1400" b="0" i="0" u="none" strike="noStrike" kern="1200" cap="none" spc="0" normalizeH="0" baseline="0" noProof="0">
              <a:ln>
                <a:noFill/>
              </a:ln>
              <a:solidFill>
                <a:srgbClr val="0078D4"/>
              </a:solidFill>
              <a:effectLst/>
              <a:uLnTx/>
              <a:uFillTx/>
              <a:latin typeface="+mn-lt"/>
            </a:endParaRPr>
          </a:p>
        </p:txBody>
      </p:sp>
      <p:sp>
        <p:nvSpPr>
          <p:cNvPr id="21" name="TextBox 20">
            <a:extLst>
              <a:ext uri="{FF2B5EF4-FFF2-40B4-BE49-F238E27FC236}">
                <a16:creationId xmlns:a16="http://schemas.microsoft.com/office/drawing/2014/main" id="{40D94D49-1190-6A8E-7C6C-502387677C67}"/>
              </a:ext>
            </a:extLst>
          </p:cNvPr>
          <p:cNvSpPr txBox="1"/>
          <p:nvPr/>
        </p:nvSpPr>
        <p:spPr>
          <a:xfrm>
            <a:off x="9323299" y="3222977"/>
            <a:ext cx="1739969" cy="246221"/>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200"/>
              </a:spcBef>
              <a:spcAft>
                <a:spcPts val="0"/>
              </a:spcAft>
              <a:buClrTx/>
              <a:buSzTx/>
              <a:buFontTx/>
              <a:buNone/>
              <a:tabLst/>
              <a:defRPr/>
            </a:pPr>
            <a:r>
              <a:rPr kumimoji="0" lang="en-US" sz="1600" b="0" i="0" u="none" strike="noStrike" kern="1200" cap="none" spc="-50" normalizeH="0" baseline="0" noProof="0">
                <a:ln w="3175">
                  <a:noFill/>
                </a:ln>
                <a:solidFill>
                  <a:schemeClr val="tx1"/>
                </a:solidFill>
                <a:effectLst/>
                <a:uLnTx/>
                <a:uFillTx/>
                <a:latin typeface="+mn-lt"/>
              </a:rPr>
              <a:t>Operate</a:t>
            </a:r>
          </a:p>
        </p:txBody>
      </p:sp>
      <p:sp>
        <p:nvSpPr>
          <p:cNvPr id="22" name="TextBox 21">
            <a:extLst>
              <a:ext uri="{FF2B5EF4-FFF2-40B4-BE49-F238E27FC236}">
                <a16:creationId xmlns:a16="http://schemas.microsoft.com/office/drawing/2014/main" id="{0E61D64A-22E8-E3DC-848D-B448C5CD4EEC}"/>
              </a:ext>
            </a:extLst>
          </p:cNvPr>
          <p:cNvSpPr txBox="1"/>
          <p:nvPr/>
        </p:nvSpPr>
        <p:spPr>
          <a:xfrm>
            <a:off x="8972055" y="4251816"/>
            <a:ext cx="2442458" cy="1384995"/>
          </a:xfrm>
          <a:prstGeom prst="rect">
            <a:avLst/>
          </a:prstGeom>
          <a:noFill/>
          <a:ln w="19050" cap="rnd">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algn="ctr" defTabSz="932449">
              <a:spcBef>
                <a:spcPts val="200"/>
              </a:spcBef>
              <a:defRPr sz="2400">
                <a:gradFill>
                  <a:gsLst>
                    <a:gs pos="20280">
                      <a:srgbClr val="000000"/>
                    </a:gs>
                    <a:gs pos="41958">
                      <a:srgbClr val="000000"/>
                    </a:gs>
                  </a:gsLst>
                  <a:lin ang="0" scaled="0"/>
                </a:gra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10">
                  <a:extLst>
                    <a:ext uri="{A12FA001-AC4F-418D-AE19-62706E023703}">
                      <ahyp:hlinkClr xmlns:ahyp="http://schemas.microsoft.com/office/drawing/2018/hyperlinkcolor" val="tx"/>
                    </a:ext>
                  </a:extLst>
                </a:hlinkClick>
              </a:rPr>
              <a:t>Continuous monitoring </a:t>
            </a:r>
            <a:endParaRPr kumimoji="0" lang="en-US" sz="1400" b="0" i="0" u="none"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11">
                  <a:extLst>
                    <a:ext uri="{A12FA001-AC4F-418D-AE19-62706E023703}">
                      <ahyp:hlinkClr xmlns:ahyp="http://schemas.microsoft.com/office/drawing/2018/hyperlinkcolor" val="tx"/>
                    </a:ext>
                  </a:extLst>
                </a:hlinkClick>
              </a:rPr>
              <a:t>Risk &amp; Safety monitoring</a:t>
            </a:r>
            <a:endParaRPr kumimoji="0" lang="en-US" sz="1400" b="0" i="0" u="none"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12">
                  <a:extLst>
                    <a:ext uri="{A12FA001-AC4F-418D-AE19-62706E023703}">
                      <ahyp:hlinkClr xmlns:ahyp="http://schemas.microsoft.com/office/drawing/2018/hyperlinkcolor" val="tx"/>
                    </a:ext>
                  </a:extLst>
                </a:hlinkClick>
              </a:rPr>
              <a:t>AI Security Posture Management</a:t>
            </a:r>
            <a:endParaRPr kumimoji="0" lang="en-US" sz="1400" b="0" i="0" u="none" strike="noStrike" kern="1200" cap="none" spc="0" normalizeH="0" baseline="0" noProof="0">
              <a:ln>
                <a:noFill/>
              </a:ln>
              <a:solidFill>
                <a:srgbClr val="0078D4"/>
              </a:solidFill>
              <a:effectLst/>
              <a:uLnTx/>
              <a:uFillTx/>
              <a:latin typeface="+mn-lt"/>
            </a:endParaRPr>
          </a:p>
          <a:p>
            <a:pPr marL="0" marR="0" lvl="0" indent="0" algn="ctr" defTabSz="932449" rtl="0" eaLnBrk="1" fontAlgn="auto" latinLnBrk="0" hangingPunct="1">
              <a:lnSpc>
                <a:spcPct val="100000"/>
              </a:lnSpc>
              <a:spcBef>
                <a:spcPts val="0"/>
              </a:spcBef>
              <a:spcAft>
                <a:spcPts val="800"/>
              </a:spcAft>
              <a:buClrTx/>
              <a:buSzTx/>
              <a:buFontTx/>
              <a:buNone/>
              <a:tabLst/>
              <a:defRPr/>
            </a:pPr>
            <a:r>
              <a:rPr kumimoji="0" lang="en-US" sz="1400" b="0" i="0" u="none" strike="noStrike" kern="1200" cap="none" spc="0" normalizeH="0" baseline="0" noProof="0">
                <a:ln>
                  <a:noFill/>
                </a:ln>
                <a:solidFill>
                  <a:srgbClr val="0078D4"/>
                </a:solidFill>
                <a:effectLst/>
                <a:uLnTx/>
                <a:uFillTx/>
                <a:latin typeface="+mn-lt"/>
                <a:hlinkClick r:id="rId13">
                  <a:extLst>
                    <a:ext uri="{A12FA001-AC4F-418D-AE19-62706E023703}">
                      <ahyp:hlinkClr xmlns:ahyp="http://schemas.microsoft.com/office/drawing/2018/hyperlinkcolor" val="tx"/>
                    </a:ext>
                  </a:extLst>
                </a:hlinkClick>
              </a:rPr>
              <a:t>AI threat protection</a:t>
            </a:r>
            <a:endParaRPr kumimoji="0" lang="en-US" sz="1400" b="0" i="0" u="none" strike="noStrike" kern="1200" cap="none" spc="0" normalizeH="0" baseline="0" noProof="0">
              <a:ln>
                <a:noFill/>
              </a:ln>
              <a:solidFill>
                <a:srgbClr val="0078D4"/>
              </a:solidFill>
              <a:effectLst/>
              <a:uLnTx/>
              <a:uFillTx/>
              <a:latin typeface="+mn-lt"/>
            </a:endParaRPr>
          </a:p>
        </p:txBody>
      </p:sp>
      <p:sp>
        <p:nvSpPr>
          <p:cNvPr id="23" name="Graphic 61">
            <a:extLst>
              <a:ext uri="{FF2B5EF4-FFF2-40B4-BE49-F238E27FC236}">
                <a16:creationId xmlns:a16="http://schemas.microsoft.com/office/drawing/2014/main" id="{7391D2E0-5795-F36F-F44C-7C1158C50362}"/>
              </a:ext>
              <a:ext uri="{C183D7F6-B498-43B3-948B-1728B52AA6E4}">
                <adec:decorative xmlns:adec="http://schemas.microsoft.com/office/drawing/2017/decorative" val="1"/>
              </a:ext>
            </a:extLst>
          </p:cNvPr>
          <p:cNvSpPr/>
          <p:nvPr/>
        </p:nvSpPr>
        <p:spPr>
          <a:xfrm>
            <a:off x="7378456" y="3651158"/>
            <a:ext cx="425694" cy="425694"/>
          </a:xfrm>
          <a:custGeom>
            <a:avLst/>
            <a:gdLst>
              <a:gd name="csX0" fmla="*/ 64296 w 190500"/>
              <a:gd name="csY0" fmla="*/ 0 h 190500"/>
              <a:gd name="csX1" fmla="*/ 47627 w 190500"/>
              <a:gd name="csY1" fmla="*/ 16669 h 190500"/>
              <a:gd name="csX2" fmla="*/ 47627 w 190500"/>
              <a:gd name="csY2" fmla="*/ 45244 h 190500"/>
              <a:gd name="csX3" fmla="*/ 45246 w 190500"/>
              <a:gd name="csY3" fmla="*/ 47625 h 190500"/>
              <a:gd name="csX4" fmla="*/ 16669 w 190500"/>
              <a:gd name="csY4" fmla="*/ 47625 h 190500"/>
              <a:gd name="csX5" fmla="*/ 0 w 190500"/>
              <a:gd name="csY5" fmla="*/ 64294 h 190500"/>
              <a:gd name="csX6" fmla="*/ 0 w 190500"/>
              <a:gd name="csY6" fmla="*/ 92869 h 190500"/>
              <a:gd name="csX7" fmla="*/ 16669 w 190500"/>
              <a:gd name="csY7" fmla="*/ 109538 h 190500"/>
              <a:gd name="csX8" fmla="*/ 92870 w 190500"/>
              <a:gd name="csY8" fmla="*/ 109538 h 190500"/>
              <a:gd name="csX9" fmla="*/ 109538 w 190500"/>
              <a:gd name="csY9" fmla="*/ 92869 h 190500"/>
              <a:gd name="csX10" fmla="*/ 109538 w 190500"/>
              <a:gd name="csY10" fmla="*/ 64294 h 190500"/>
              <a:gd name="csX11" fmla="*/ 111920 w 190500"/>
              <a:gd name="csY11" fmla="*/ 61913 h 190500"/>
              <a:gd name="csX12" fmla="*/ 135734 w 190500"/>
              <a:gd name="csY12" fmla="*/ 61913 h 190500"/>
              <a:gd name="csX13" fmla="*/ 152403 w 190500"/>
              <a:gd name="csY13" fmla="*/ 45244 h 190500"/>
              <a:gd name="csX14" fmla="*/ 152403 w 190500"/>
              <a:gd name="csY14" fmla="*/ 16669 h 190500"/>
              <a:gd name="csX15" fmla="*/ 135734 w 190500"/>
              <a:gd name="csY15" fmla="*/ 0 h 190500"/>
              <a:gd name="csX16" fmla="*/ 64296 w 190500"/>
              <a:gd name="csY16" fmla="*/ 0 h 190500"/>
              <a:gd name="csX17" fmla="*/ 135734 w 190500"/>
              <a:gd name="csY17" fmla="*/ 47625 h 190500"/>
              <a:gd name="csX18" fmla="*/ 109538 w 190500"/>
              <a:gd name="csY18" fmla="*/ 47625 h 190500"/>
              <a:gd name="csX19" fmla="*/ 109538 w 190500"/>
              <a:gd name="csY19" fmla="*/ 14288 h 190500"/>
              <a:gd name="csX20" fmla="*/ 135734 w 190500"/>
              <a:gd name="csY20" fmla="*/ 14288 h 190500"/>
              <a:gd name="csX21" fmla="*/ 138115 w 190500"/>
              <a:gd name="csY21" fmla="*/ 16669 h 190500"/>
              <a:gd name="csX22" fmla="*/ 138115 w 190500"/>
              <a:gd name="csY22" fmla="*/ 45244 h 190500"/>
              <a:gd name="csX23" fmla="*/ 135734 w 190500"/>
              <a:gd name="csY23" fmla="*/ 47625 h 190500"/>
              <a:gd name="csX24" fmla="*/ 95251 w 190500"/>
              <a:gd name="csY24" fmla="*/ 47625 h 190500"/>
              <a:gd name="csX25" fmla="*/ 61746 w 190500"/>
              <a:gd name="csY25" fmla="*/ 47625 h 190500"/>
              <a:gd name="csX26" fmla="*/ 61915 w 190500"/>
              <a:gd name="csY26" fmla="*/ 45244 h 190500"/>
              <a:gd name="csX27" fmla="*/ 61915 w 190500"/>
              <a:gd name="csY27" fmla="*/ 16669 h 190500"/>
              <a:gd name="csX28" fmla="*/ 64296 w 190500"/>
              <a:gd name="csY28" fmla="*/ 14288 h 190500"/>
              <a:gd name="csX29" fmla="*/ 95251 w 190500"/>
              <a:gd name="csY29" fmla="*/ 14288 h 190500"/>
              <a:gd name="csX30" fmla="*/ 95251 w 190500"/>
              <a:gd name="csY30" fmla="*/ 47625 h 190500"/>
              <a:gd name="csX31" fmla="*/ 47625 w 190500"/>
              <a:gd name="csY31" fmla="*/ 61913 h 190500"/>
              <a:gd name="csX32" fmla="*/ 47625 w 190500"/>
              <a:gd name="csY32" fmla="*/ 95250 h 190500"/>
              <a:gd name="csX33" fmla="*/ 16669 w 190500"/>
              <a:gd name="csY33" fmla="*/ 95250 h 190500"/>
              <a:gd name="csX34" fmla="*/ 14288 w 190500"/>
              <a:gd name="csY34" fmla="*/ 92869 h 190500"/>
              <a:gd name="csX35" fmla="*/ 14288 w 190500"/>
              <a:gd name="csY35" fmla="*/ 64294 h 190500"/>
              <a:gd name="csX36" fmla="*/ 16669 w 190500"/>
              <a:gd name="csY36" fmla="*/ 61912 h 190500"/>
              <a:gd name="csX37" fmla="*/ 47625 w 190500"/>
              <a:gd name="csY37" fmla="*/ 61913 h 190500"/>
              <a:gd name="csX38" fmla="*/ 61913 w 190500"/>
              <a:gd name="csY38" fmla="*/ 61913 h 190500"/>
              <a:gd name="csX39" fmla="*/ 95420 w 190500"/>
              <a:gd name="csY39" fmla="*/ 61913 h 190500"/>
              <a:gd name="csX40" fmla="*/ 95251 w 190500"/>
              <a:gd name="csY40" fmla="*/ 64294 h 190500"/>
              <a:gd name="csX41" fmla="*/ 95251 w 190500"/>
              <a:gd name="csY41" fmla="*/ 92869 h 190500"/>
              <a:gd name="csX42" fmla="*/ 92870 w 190500"/>
              <a:gd name="csY42" fmla="*/ 95250 h 190500"/>
              <a:gd name="csX43" fmla="*/ 61913 w 190500"/>
              <a:gd name="csY43" fmla="*/ 95250 h 190500"/>
              <a:gd name="csX44" fmla="*/ 61913 w 190500"/>
              <a:gd name="csY44" fmla="*/ 61913 h 190500"/>
              <a:gd name="csX45" fmla="*/ 145253 w 190500"/>
              <a:gd name="csY45" fmla="*/ 80963 h 190500"/>
              <a:gd name="csX46" fmla="*/ 128585 w 190500"/>
              <a:gd name="csY46" fmla="*/ 97631 h 190500"/>
              <a:gd name="csX47" fmla="*/ 128585 w 190500"/>
              <a:gd name="csY47" fmla="*/ 126206 h 190500"/>
              <a:gd name="csX48" fmla="*/ 126203 w 190500"/>
              <a:gd name="csY48" fmla="*/ 128588 h 190500"/>
              <a:gd name="csX49" fmla="*/ 45242 w 190500"/>
              <a:gd name="csY49" fmla="*/ 128588 h 190500"/>
              <a:gd name="csX50" fmla="*/ 28573 w 190500"/>
              <a:gd name="csY50" fmla="*/ 145256 h 190500"/>
              <a:gd name="csX51" fmla="*/ 28573 w 190500"/>
              <a:gd name="csY51" fmla="*/ 173831 h 190500"/>
              <a:gd name="csX52" fmla="*/ 45242 w 190500"/>
              <a:gd name="csY52" fmla="*/ 190500 h 190500"/>
              <a:gd name="csX53" fmla="*/ 173831 w 190500"/>
              <a:gd name="csY53" fmla="*/ 190500 h 190500"/>
              <a:gd name="csX54" fmla="*/ 190500 w 190500"/>
              <a:gd name="csY54" fmla="*/ 173831 h 190500"/>
              <a:gd name="csX55" fmla="*/ 190500 w 190500"/>
              <a:gd name="csY55" fmla="*/ 97631 h 190500"/>
              <a:gd name="csX56" fmla="*/ 173831 w 190500"/>
              <a:gd name="csY56" fmla="*/ 80963 h 190500"/>
              <a:gd name="csX57" fmla="*/ 145253 w 190500"/>
              <a:gd name="csY57" fmla="*/ 80963 h 190500"/>
              <a:gd name="csX58" fmla="*/ 142872 w 190500"/>
              <a:gd name="csY58" fmla="*/ 97631 h 190500"/>
              <a:gd name="csX59" fmla="*/ 145253 w 190500"/>
              <a:gd name="csY59" fmla="*/ 95250 h 190500"/>
              <a:gd name="csX60" fmla="*/ 173831 w 190500"/>
              <a:gd name="csY60" fmla="*/ 95250 h 190500"/>
              <a:gd name="csX61" fmla="*/ 176213 w 190500"/>
              <a:gd name="csY61" fmla="*/ 97631 h 190500"/>
              <a:gd name="csX62" fmla="*/ 176213 w 190500"/>
              <a:gd name="csY62" fmla="*/ 128588 h 190500"/>
              <a:gd name="csX63" fmla="*/ 142704 w 190500"/>
              <a:gd name="csY63" fmla="*/ 128588 h 190500"/>
              <a:gd name="csX64" fmla="*/ 142872 w 190500"/>
              <a:gd name="csY64" fmla="*/ 126206 h 190500"/>
              <a:gd name="csX65" fmla="*/ 142872 w 190500"/>
              <a:gd name="csY65" fmla="*/ 97631 h 190500"/>
              <a:gd name="csX66" fmla="*/ 142876 w 190500"/>
              <a:gd name="csY66" fmla="*/ 142875 h 190500"/>
              <a:gd name="csX67" fmla="*/ 176213 w 190500"/>
              <a:gd name="csY67" fmla="*/ 142875 h 190500"/>
              <a:gd name="csX68" fmla="*/ 176213 w 190500"/>
              <a:gd name="csY68" fmla="*/ 173831 h 190500"/>
              <a:gd name="csX69" fmla="*/ 173831 w 190500"/>
              <a:gd name="csY69" fmla="*/ 176213 h 190500"/>
              <a:gd name="csX70" fmla="*/ 142876 w 190500"/>
              <a:gd name="csY70" fmla="*/ 176213 h 190500"/>
              <a:gd name="csX71" fmla="*/ 142876 w 190500"/>
              <a:gd name="csY71" fmla="*/ 142875 h 190500"/>
              <a:gd name="csX72" fmla="*/ 128588 w 190500"/>
              <a:gd name="csY72" fmla="*/ 142705 h 190500"/>
              <a:gd name="csX73" fmla="*/ 128588 w 190500"/>
              <a:gd name="csY73" fmla="*/ 176213 h 190500"/>
              <a:gd name="csX74" fmla="*/ 90488 w 190500"/>
              <a:gd name="csY74" fmla="*/ 176213 h 190500"/>
              <a:gd name="csX75" fmla="*/ 90488 w 190500"/>
              <a:gd name="csY75" fmla="*/ 142875 h 190500"/>
              <a:gd name="csX76" fmla="*/ 126203 w 190500"/>
              <a:gd name="csY76" fmla="*/ 142875 h 190500"/>
              <a:gd name="csX77" fmla="*/ 128588 w 190500"/>
              <a:gd name="csY77" fmla="*/ 142705 h 190500"/>
              <a:gd name="csX78" fmla="*/ 76200 w 190500"/>
              <a:gd name="csY78" fmla="*/ 142875 h 190500"/>
              <a:gd name="csX79" fmla="*/ 76200 w 190500"/>
              <a:gd name="csY79" fmla="*/ 176213 h 190500"/>
              <a:gd name="csX80" fmla="*/ 45242 w 190500"/>
              <a:gd name="csY80" fmla="*/ 176213 h 190500"/>
              <a:gd name="csX81" fmla="*/ 42860 w 190500"/>
              <a:gd name="csY81" fmla="*/ 173831 h 190500"/>
              <a:gd name="csX82" fmla="*/ 42860 w 190500"/>
              <a:gd name="csY82" fmla="*/ 145256 h 190500"/>
              <a:gd name="csX83" fmla="*/ 45242 w 190500"/>
              <a:gd name="csY83" fmla="*/ 142875 h 190500"/>
              <a:gd name="csX84" fmla="*/ 76200 w 190500"/>
              <a:gd name="csY84" fmla="*/ 142875 h 1905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Lst>
            <a:rect l="l" t="t" r="r" b="b"/>
            <a:pathLst>
              <a:path w="190500" h="190500">
                <a:moveTo>
                  <a:pt x="64296" y="0"/>
                </a:moveTo>
                <a:cubicBezTo>
                  <a:pt x="55090" y="0"/>
                  <a:pt x="47627" y="7463"/>
                  <a:pt x="47627" y="16669"/>
                </a:cubicBezTo>
                <a:lnTo>
                  <a:pt x="47627" y="45244"/>
                </a:lnTo>
                <a:cubicBezTo>
                  <a:pt x="47627" y="46559"/>
                  <a:pt x="46561" y="47625"/>
                  <a:pt x="45246" y="47625"/>
                </a:cubicBezTo>
                <a:lnTo>
                  <a:pt x="16669" y="47625"/>
                </a:lnTo>
                <a:cubicBezTo>
                  <a:pt x="7463" y="47625"/>
                  <a:pt x="0" y="55088"/>
                  <a:pt x="0" y="64294"/>
                </a:cubicBezTo>
                <a:lnTo>
                  <a:pt x="0" y="92869"/>
                </a:lnTo>
                <a:cubicBezTo>
                  <a:pt x="0" y="102075"/>
                  <a:pt x="7463" y="109538"/>
                  <a:pt x="16669" y="109538"/>
                </a:cubicBezTo>
                <a:lnTo>
                  <a:pt x="92870" y="109538"/>
                </a:lnTo>
                <a:cubicBezTo>
                  <a:pt x="102076" y="109538"/>
                  <a:pt x="109538" y="102075"/>
                  <a:pt x="109538" y="92869"/>
                </a:cubicBezTo>
                <a:lnTo>
                  <a:pt x="109538" y="64294"/>
                </a:lnTo>
                <a:cubicBezTo>
                  <a:pt x="109538" y="62979"/>
                  <a:pt x="110604" y="61913"/>
                  <a:pt x="111920" y="61913"/>
                </a:cubicBezTo>
                <a:lnTo>
                  <a:pt x="135734" y="61913"/>
                </a:lnTo>
                <a:cubicBezTo>
                  <a:pt x="144940" y="61913"/>
                  <a:pt x="152403" y="54450"/>
                  <a:pt x="152403" y="45244"/>
                </a:cubicBezTo>
                <a:lnTo>
                  <a:pt x="152403" y="16669"/>
                </a:lnTo>
                <a:cubicBezTo>
                  <a:pt x="152403" y="7463"/>
                  <a:pt x="144940" y="0"/>
                  <a:pt x="135734" y="0"/>
                </a:cubicBezTo>
                <a:lnTo>
                  <a:pt x="64296" y="0"/>
                </a:lnTo>
                <a:close/>
                <a:moveTo>
                  <a:pt x="135734" y="47625"/>
                </a:moveTo>
                <a:lnTo>
                  <a:pt x="109538" y="47625"/>
                </a:lnTo>
                <a:lnTo>
                  <a:pt x="109538" y="14288"/>
                </a:lnTo>
                <a:lnTo>
                  <a:pt x="135734" y="14288"/>
                </a:lnTo>
                <a:cubicBezTo>
                  <a:pt x="137050" y="14288"/>
                  <a:pt x="138115" y="15354"/>
                  <a:pt x="138115" y="16669"/>
                </a:cubicBezTo>
                <a:lnTo>
                  <a:pt x="138115" y="45244"/>
                </a:lnTo>
                <a:cubicBezTo>
                  <a:pt x="138115" y="46559"/>
                  <a:pt x="137050" y="47625"/>
                  <a:pt x="135734" y="47625"/>
                </a:cubicBezTo>
                <a:close/>
                <a:moveTo>
                  <a:pt x="95251" y="47625"/>
                </a:moveTo>
                <a:lnTo>
                  <a:pt x="61746" y="47625"/>
                </a:lnTo>
                <a:cubicBezTo>
                  <a:pt x="61857" y="46847"/>
                  <a:pt x="61915" y="46052"/>
                  <a:pt x="61915" y="45244"/>
                </a:cubicBezTo>
                <a:lnTo>
                  <a:pt x="61915" y="16669"/>
                </a:lnTo>
                <a:cubicBezTo>
                  <a:pt x="61915" y="15354"/>
                  <a:pt x="62981" y="14288"/>
                  <a:pt x="64296" y="14288"/>
                </a:cubicBezTo>
                <a:lnTo>
                  <a:pt x="95251" y="14288"/>
                </a:lnTo>
                <a:lnTo>
                  <a:pt x="95251" y="47625"/>
                </a:lnTo>
                <a:close/>
                <a:moveTo>
                  <a:pt x="47625" y="61913"/>
                </a:moveTo>
                <a:lnTo>
                  <a:pt x="47625" y="95250"/>
                </a:lnTo>
                <a:lnTo>
                  <a:pt x="16669" y="95250"/>
                </a:lnTo>
                <a:cubicBezTo>
                  <a:pt x="15354" y="95250"/>
                  <a:pt x="14288" y="94184"/>
                  <a:pt x="14288" y="92869"/>
                </a:cubicBezTo>
                <a:lnTo>
                  <a:pt x="14288" y="64294"/>
                </a:lnTo>
                <a:cubicBezTo>
                  <a:pt x="14288" y="62978"/>
                  <a:pt x="15354" y="61912"/>
                  <a:pt x="16669" y="61912"/>
                </a:cubicBezTo>
                <a:lnTo>
                  <a:pt x="47625" y="61913"/>
                </a:lnTo>
                <a:close/>
                <a:moveTo>
                  <a:pt x="61913" y="61913"/>
                </a:moveTo>
                <a:lnTo>
                  <a:pt x="95420" y="61913"/>
                </a:lnTo>
                <a:cubicBezTo>
                  <a:pt x="95308" y="62690"/>
                  <a:pt x="95251" y="63485"/>
                  <a:pt x="95251" y="64294"/>
                </a:cubicBezTo>
                <a:lnTo>
                  <a:pt x="95251" y="92869"/>
                </a:lnTo>
                <a:cubicBezTo>
                  <a:pt x="95251" y="94184"/>
                  <a:pt x="94184" y="95250"/>
                  <a:pt x="92870" y="95250"/>
                </a:cubicBezTo>
                <a:lnTo>
                  <a:pt x="61913" y="95250"/>
                </a:lnTo>
                <a:lnTo>
                  <a:pt x="61913" y="61913"/>
                </a:lnTo>
                <a:close/>
                <a:moveTo>
                  <a:pt x="145253" y="80963"/>
                </a:moveTo>
                <a:cubicBezTo>
                  <a:pt x="136047" y="80963"/>
                  <a:pt x="128585" y="88425"/>
                  <a:pt x="128585" y="97631"/>
                </a:cubicBezTo>
                <a:lnTo>
                  <a:pt x="128585" y="126206"/>
                </a:lnTo>
                <a:cubicBezTo>
                  <a:pt x="128585" y="127522"/>
                  <a:pt x="127519" y="128588"/>
                  <a:pt x="126203" y="128588"/>
                </a:cubicBezTo>
                <a:lnTo>
                  <a:pt x="45242" y="128588"/>
                </a:lnTo>
                <a:cubicBezTo>
                  <a:pt x="36036" y="128588"/>
                  <a:pt x="28573" y="136050"/>
                  <a:pt x="28573" y="145256"/>
                </a:cubicBezTo>
                <a:lnTo>
                  <a:pt x="28573" y="173831"/>
                </a:lnTo>
                <a:cubicBezTo>
                  <a:pt x="28573" y="183037"/>
                  <a:pt x="36036" y="190500"/>
                  <a:pt x="45242" y="190500"/>
                </a:cubicBezTo>
                <a:lnTo>
                  <a:pt x="173831" y="190500"/>
                </a:lnTo>
                <a:cubicBezTo>
                  <a:pt x="183037" y="190500"/>
                  <a:pt x="190500" y="183037"/>
                  <a:pt x="190500" y="173831"/>
                </a:cubicBezTo>
                <a:lnTo>
                  <a:pt x="190500" y="97631"/>
                </a:lnTo>
                <a:cubicBezTo>
                  <a:pt x="190500" y="88425"/>
                  <a:pt x="183037" y="80963"/>
                  <a:pt x="173831" y="80963"/>
                </a:cubicBezTo>
                <a:lnTo>
                  <a:pt x="145253" y="80963"/>
                </a:lnTo>
                <a:close/>
                <a:moveTo>
                  <a:pt x="142872" y="97631"/>
                </a:moveTo>
                <a:cubicBezTo>
                  <a:pt x="142872" y="96317"/>
                  <a:pt x="143939" y="95250"/>
                  <a:pt x="145253" y="95250"/>
                </a:cubicBezTo>
                <a:lnTo>
                  <a:pt x="173831" y="95250"/>
                </a:lnTo>
                <a:cubicBezTo>
                  <a:pt x="175147" y="95250"/>
                  <a:pt x="176213" y="96317"/>
                  <a:pt x="176213" y="97631"/>
                </a:cubicBezTo>
                <a:lnTo>
                  <a:pt x="176213" y="128588"/>
                </a:lnTo>
                <a:lnTo>
                  <a:pt x="142704" y="128588"/>
                </a:lnTo>
                <a:cubicBezTo>
                  <a:pt x="142815" y="127810"/>
                  <a:pt x="142872" y="127015"/>
                  <a:pt x="142872" y="126206"/>
                </a:cubicBezTo>
                <a:lnTo>
                  <a:pt x="142872" y="97631"/>
                </a:lnTo>
                <a:close/>
                <a:moveTo>
                  <a:pt x="142876" y="142875"/>
                </a:moveTo>
                <a:lnTo>
                  <a:pt x="176213" y="142875"/>
                </a:lnTo>
                <a:lnTo>
                  <a:pt x="176213" y="173831"/>
                </a:lnTo>
                <a:cubicBezTo>
                  <a:pt x="176213" y="175147"/>
                  <a:pt x="175147" y="176213"/>
                  <a:pt x="173831" y="176213"/>
                </a:cubicBezTo>
                <a:lnTo>
                  <a:pt x="142876" y="176213"/>
                </a:lnTo>
                <a:lnTo>
                  <a:pt x="142876" y="142875"/>
                </a:lnTo>
                <a:close/>
                <a:moveTo>
                  <a:pt x="128588" y="142705"/>
                </a:moveTo>
                <a:lnTo>
                  <a:pt x="128588" y="176213"/>
                </a:lnTo>
                <a:lnTo>
                  <a:pt x="90488" y="176213"/>
                </a:lnTo>
                <a:lnTo>
                  <a:pt x="90488" y="142875"/>
                </a:lnTo>
                <a:lnTo>
                  <a:pt x="126203" y="142875"/>
                </a:lnTo>
                <a:cubicBezTo>
                  <a:pt x="127013" y="142875"/>
                  <a:pt x="127809" y="142818"/>
                  <a:pt x="128588" y="142705"/>
                </a:cubicBezTo>
                <a:close/>
                <a:moveTo>
                  <a:pt x="76200" y="142875"/>
                </a:moveTo>
                <a:lnTo>
                  <a:pt x="76200" y="176213"/>
                </a:lnTo>
                <a:lnTo>
                  <a:pt x="45242" y="176213"/>
                </a:lnTo>
                <a:cubicBezTo>
                  <a:pt x="43927" y="176213"/>
                  <a:pt x="42860" y="175147"/>
                  <a:pt x="42860" y="173831"/>
                </a:cubicBezTo>
                <a:lnTo>
                  <a:pt x="42860" y="145256"/>
                </a:lnTo>
                <a:cubicBezTo>
                  <a:pt x="42860" y="143941"/>
                  <a:pt x="43927" y="142875"/>
                  <a:pt x="45242" y="142875"/>
                </a:cubicBezTo>
                <a:lnTo>
                  <a:pt x="76200" y="142875"/>
                </a:ln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200" b="1">
                <a:solidFill>
                  <a:srgbClr val="FFFFFF"/>
                </a:solidFill>
                <a:latin typeface="Segoe UI Semibold"/>
              </a:defRPr>
            </a:pPr>
            <a:r>
              <a:rPr kumimoji="0" sz="2200" b="1" i="0" u="none" strike="noStrike" kern="1200" cap="none" spc="0" normalizeH="0" baseline="0" noProof="0">
                <a:ln>
                  <a:noFill/>
                </a:ln>
                <a:solidFill>
                  <a:srgbClr val="FFFFFF"/>
                </a:solidFill>
                <a:effectLst/>
                <a:uLnTx/>
                <a:uFillTx/>
                <a:latin typeface="Segoe UI Semibold"/>
                <a:ea typeface="+mn-ea"/>
                <a:cs typeface="+mn-cs"/>
              </a:rPr>
              <a:t>Microsoft Agent Readiness Survey – Governance</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73152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73152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Responsible AI</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Framework</a:t>
            </a:r>
          </a:p>
        </p:txBody>
      </p:sp>
      <p:sp>
        <p:nvSpPr>
          <p:cNvPr id="7" name="Rectangle 6"/>
          <p:cNvSpPr/>
          <p:nvPr/>
        </p:nvSpPr>
        <p:spPr>
          <a:xfrm>
            <a:off x="3429000" y="1417320"/>
            <a:ext cx="25603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342900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Governance</a:t>
            </a:r>
          </a:p>
        </p:txBody>
      </p:sp>
      <p:sp>
        <p:nvSpPr>
          <p:cNvPr id="9" name="Rectangle 8"/>
          <p:cNvSpPr/>
          <p:nvPr/>
        </p:nvSpPr>
        <p:spPr>
          <a:xfrm>
            <a:off x="612648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612648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AI Security &amp;</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Risk Mitigation</a:t>
            </a:r>
          </a:p>
        </p:txBody>
      </p:sp>
      <p:sp>
        <p:nvSpPr>
          <p:cNvPr id="11" name="Rectangle 10"/>
          <p:cNvSpPr/>
          <p:nvPr/>
        </p:nvSpPr>
        <p:spPr>
          <a:xfrm>
            <a:off x="882396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882396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Data Privacy</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&amp; Compliance</a:t>
            </a:r>
          </a:p>
        </p:txBody>
      </p:sp>
      <p:sp>
        <p:nvSpPr>
          <p:cNvPr id="13" name="TextBox 12"/>
          <p:cNvSpPr txBox="1"/>
          <p:nvPr/>
        </p:nvSpPr>
        <p:spPr>
          <a:xfrm>
            <a:off x="731520" y="224028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01</a:t>
            </a:r>
          </a:p>
        </p:txBody>
      </p:sp>
      <p:sp>
        <p:nvSpPr>
          <p:cNvPr id="14" name="TextBox 13"/>
          <p:cNvSpPr txBox="1"/>
          <p:nvPr/>
        </p:nvSpPr>
        <p:spPr>
          <a:xfrm>
            <a:off x="1371600" y="219456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Have you established a cross-functional AI Governance Committee to evaluate, monitor, and approve AI initiatives?</a:t>
            </a:r>
          </a:p>
        </p:txBody>
      </p:sp>
      <p:sp>
        <p:nvSpPr>
          <p:cNvPr id="15" name="TextBox 14"/>
          <p:cNvSpPr txBox="1"/>
          <p:nvPr/>
        </p:nvSpPr>
        <p:spPr>
          <a:xfrm>
            <a:off x="1371600" y="260604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AI governance spans ethics, risk, privacy, security, and technical feasibility. A cross-functional committee creates shared accountability and prevents high-risk projects from slipping through gaps.</a:t>
            </a:r>
          </a:p>
        </p:txBody>
      </p:sp>
      <p:sp>
        <p:nvSpPr>
          <p:cNvPr id="16" name="Rectangle 15"/>
          <p:cNvSpPr/>
          <p:nvPr/>
        </p:nvSpPr>
        <p:spPr>
          <a:xfrm>
            <a:off x="731520" y="317296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731520" y="329184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02</a:t>
            </a:r>
          </a:p>
        </p:txBody>
      </p:sp>
      <p:sp>
        <p:nvSpPr>
          <p:cNvPr id="18" name="TextBox 17"/>
          <p:cNvSpPr txBox="1"/>
          <p:nvPr/>
        </p:nvSpPr>
        <p:spPr>
          <a:xfrm>
            <a:off x="1371600" y="324612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Do you enforce consistent governance, security controls, and observability across environments, models, and agent touchpoints?</a:t>
            </a:r>
          </a:p>
        </p:txBody>
      </p:sp>
      <p:sp>
        <p:nvSpPr>
          <p:cNvPr id="19" name="TextBox 18"/>
          <p:cNvSpPr txBox="1"/>
          <p:nvPr/>
        </p:nvSpPr>
        <p:spPr>
          <a:xfrm>
            <a:off x="1371600" y="365760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AI systems are multi-layered: models, prompts, grounding data, APIs, agent actions, integrations. If controls are not applied uniformly, organizations end up with shadow models and untraceable agent actions.</a:t>
            </a:r>
          </a:p>
        </p:txBody>
      </p:sp>
      <p:sp>
        <p:nvSpPr>
          <p:cNvPr id="20" name="Rectangle 19"/>
          <p:cNvSpPr/>
          <p:nvPr/>
        </p:nvSpPr>
        <p:spPr>
          <a:xfrm>
            <a:off x="731520" y="422452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731520" y="434340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03</a:t>
            </a:r>
          </a:p>
        </p:txBody>
      </p:sp>
      <p:sp>
        <p:nvSpPr>
          <p:cNvPr id="22" name="TextBox 21"/>
          <p:cNvSpPr txBox="1"/>
          <p:nvPr/>
        </p:nvSpPr>
        <p:spPr>
          <a:xfrm>
            <a:off x="1371600" y="429768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Have you implemented automated security, compliance, and safety scanning across all AI systems, prompts, and agents?</a:t>
            </a:r>
          </a:p>
        </p:txBody>
      </p:sp>
      <p:sp>
        <p:nvSpPr>
          <p:cNvPr id="23" name="TextBox 22"/>
          <p:cNvSpPr txBox="1"/>
          <p:nvPr/>
        </p:nvSpPr>
        <p:spPr>
          <a:xfrm>
            <a:off x="1371600" y="470916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Manual audits cannot keep up with the speed of AI development. Automated scanning identifies issues — unsafe outputs, bias, data leakage, insecure configurations — before they reach users.</a:t>
            </a:r>
          </a:p>
        </p:txBody>
      </p:sp>
      <p:sp>
        <p:nvSpPr>
          <p:cNvPr id="24" name="Rectangle 23"/>
          <p:cNvSpPr/>
          <p:nvPr/>
        </p:nvSpPr>
        <p:spPr>
          <a:xfrm>
            <a:off x="731520" y="527608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31520" y="539496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04</a:t>
            </a:r>
          </a:p>
        </p:txBody>
      </p:sp>
      <p:sp>
        <p:nvSpPr>
          <p:cNvPr id="26" name="TextBox 25"/>
          <p:cNvSpPr txBox="1"/>
          <p:nvPr/>
        </p:nvSpPr>
        <p:spPr>
          <a:xfrm>
            <a:off x="1371600" y="534924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Do you operate a unified lifecycle governance process for AI agents (approval, registration, retirement)?</a:t>
            </a:r>
          </a:p>
        </p:txBody>
      </p:sp>
      <p:sp>
        <p:nvSpPr>
          <p:cNvPr id="27" name="TextBox 26"/>
          <p:cNvSpPr txBox="1"/>
          <p:nvPr/>
        </p:nvSpPr>
        <p:spPr>
          <a:xfrm>
            <a:off x="1371600" y="576072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Agentic AI introduces persistent, autonomous, action-taking systems. Without lifecycle governance, organizations accumulate unmonitored agents and abandoned prototypes with undefined risk thresholds.</a:t>
            </a:r>
          </a:p>
        </p:txBody>
      </p:sp>
      <p:sp>
        <p:nvSpPr>
          <p:cNvPr id="28" name="TextBox 27"/>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Learning 4</a:t>
            </a:r>
          </a:p>
        </p:txBody>
      </p:sp>
      <p:sp>
        <p:nvSpPr>
          <p:cNvPr id="3" name="TextBox 2"/>
          <p:cNvSpPr txBox="1"/>
          <p:nvPr/>
        </p:nvSpPr>
        <p:spPr>
          <a:xfrm>
            <a:off x="731520" y="4480560"/>
            <a:ext cx="9144000" cy="6400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800" b="0">
                <a:solidFill>
                  <a:srgbClr val="FFFFFF"/>
                </a:solidFill>
                <a:latin typeface="Segoe UI"/>
              </a:defRPr>
            </a:pPr>
            <a:r>
              <a:rPr kumimoji="0" sz="1800" b="0" i="0" u="none" strike="noStrike" kern="1200" cap="none" spc="0" normalizeH="0" baseline="0" noProof="0">
                <a:ln>
                  <a:noFill/>
                </a:ln>
                <a:solidFill>
                  <a:srgbClr val="FFFFFF"/>
                </a:solidFill>
                <a:effectLst/>
                <a:uLnTx/>
                <a:uFillTx/>
                <a:latin typeface="Segoe UI"/>
                <a:ea typeface="+mn-ea"/>
                <a:cs typeface="+mn-cs"/>
              </a:rPr>
              <a:t>AI Risk Surface: Autonomy, Amplification, Scale</a:t>
            </a: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200" b="1">
                <a:solidFill>
                  <a:srgbClr val="FFFFFF"/>
                </a:solidFill>
                <a:latin typeface="Segoe UI Semibold"/>
              </a:defRPr>
            </a:pPr>
            <a:r>
              <a:rPr kumimoji="0" sz="2200" b="1" i="0" u="none" strike="noStrike" kern="1200" cap="none" spc="0" normalizeH="0" baseline="0" noProof="0">
                <a:ln>
                  <a:noFill/>
                </a:ln>
                <a:solidFill>
                  <a:srgbClr val="FFFFFF"/>
                </a:solidFill>
                <a:effectLst/>
                <a:uLnTx/>
                <a:uFillTx/>
                <a:latin typeface="Segoe UI Semibold"/>
                <a:ea typeface="+mn-ea"/>
                <a:cs typeface="+mn-cs"/>
              </a:rPr>
              <a:t>Microsoft Agent Readiness Survey – AI Security &amp; Risk Mitigation</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73152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73152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Responsible AI</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Framework</a:t>
            </a:r>
          </a:p>
        </p:txBody>
      </p:sp>
      <p:sp>
        <p:nvSpPr>
          <p:cNvPr id="7" name="Rectangle 6"/>
          <p:cNvSpPr/>
          <p:nvPr/>
        </p:nvSpPr>
        <p:spPr>
          <a:xfrm>
            <a:off x="342900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342900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Governance</a:t>
            </a:r>
          </a:p>
        </p:txBody>
      </p:sp>
      <p:sp>
        <p:nvSpPr>
          <p:cNvPr id="9" name="Rectangle 8"/>
          <p:cNvSpPr/>
          <p:nvPr/>
        </p:nvSpPr>
        <p:spPr>
          <a:xfrm>
            <a:off x="6126480" y="1417320"/>
            <a:ext cx="25603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612648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AI Security &amp;</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Risk Mitigation</a:t>
            </a:r>
          </a:p>
        </p:txBody>
      </p:sp>
      <p:sp>
        <p:nvSpPr>
          <p:cNvPr id="11" name="Rectangle 10"/>
          <p:cNvSpPr/>
          <p:nvPr/>
        </p:nvSpPr>
        <p:spPr>
          <a:xfrm>
            <a:off x="882396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882396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Data Privacy</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&amp; Compliance</a:t>
            </a:r>
          </a:p>
        </p:txBody>
      </p:sp>
      <p:sp>
        <p:nvSpPr>
          <p:cNvPr id="13" name="TextBox 12"/>
          <p:cNvSpPr txBox="1"/>
          <p:nvPr/>
        </p:nvSpPr>
        <p:spPr>
          <a:xfrm>
            <a:off x="731520" y="224028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01</a:t>
            </a:r>
          </a:p>
        </p:txBody>
      </p:sp>
      <p:sp>
        <p:nvSpPr>
          <p:cNvPr id="14" name="TextBox 13"/>
          <p:cNvSpPr txBox="1"/>
          <p:nvPr/>
        </p:nvSpPr>
        <p:spPr>
          <a:xfrm>
            <a:off x="1371600" y="219456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Do you operate a control plane with full visibility, identity management, access governance, and policy enforcement for all AI apps and agents?</a:t>
            </a:r>
          </a:p>
        </p:txBody>
      </p:sp>
      <p:sp>
        <p:nvSpPr>
          <p:cNvPr id="15" name="TextBox 14"/>
          <p:cNvSpPr txBox="1"/>
          <p:nvPr/>
        </p:nvSpPr>
        <p:spPr>
          <a:xfrm>
            <a:off x="1371600" y="260604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AI introduces new identity types, action-taking systems, and cross-system integrations. A centralized control plane prevents shadow AI and supports least-privilege access at scale.</a:t>
            </a:r>
          </a:p>
        </p:txBody>
      </p:sp>
      <p:sp>
        <p:nvSpPr>
          <p:cNvPr id="16" name="Rectangle 15"/>
          <p:cNvSpPr/>
          <p:nvPr/>
        </p:nvSpPr>
        <p:spPr>
          <a:xfrm>
            <a:off x="731520" y="317296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731520" y="329184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02</a:t>
            </a:r>
          </a:p>
        </p:txBody>
      </p:sp>
      <p:sp>
        <p:nvSpPr>
          <p:cNvPr id="18" name="TextBox 17"/>
          <p:cNvSpPr txBox="1"/>
          <p:nvPr/>
        </p:nvSpPr>
        <p:spPr>
          <a:xfrm>
            <a:off x="1371600" y="324612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How are you enforcing agent-specific security controls such as permission boundaries, sandboxing, and action-level auditing?</a:t>
            </a:r>
          </a:p>
        </p:txBody>
      </p:sp>
      <p:sp>
        <p:nvSpPr>
          <p:cNvPr id="19" name="TextBox 18"/>
          <p:cNvSpPr txBox="1"/>
          <p:nvPr/>
        </p:nvSpPr>
        <p:spPr>
          <a:xfrm>
            <a:off x="1371600" y="365760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Agents can autonomously access data, trigger workflows, or interact with external systems. Without guardrails, they may overshare sensitive information, misuse tools, or stray from intended tasks.</a:t>
            </a:r>
          </a:p>
        </p:txBody>
      </p:sp>
      <p:sp>
        <p:nvSpPr>
          <p:cNvPr id="20" name="Rectangle 19"/>
          <p:cNvSpPr/>
          <p:nvPr/>
        </p:nvSpPr>
        <p:spPr>
          <a:xfrm>
            <a:off x="731520" y="422452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731520" y="434340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03</a:t>
            </a:r>
          </a:p>
        </p:txBody>
      </p:sp>
      <p:sp>
        <p:nvSpPr>
          <p:cNvPr id="22" name="TextBox 21"/>
          <p:cNvSpPr txBox="1"/>
          <p:nvPr/>
        </p:nvSpPr>
        <p:spPr>
          <a:xfrm>
            <a:off x="1371600" y="429768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Do you have continuous monitoring and real-time observability for agent actions?</a:t>
            </a:r>
          </a:p>
        </p:txBody>
      </p:sp>
      <p:sp>
        <p:nvSpPr>
          <p:cNvPr id="23" name="TextBox 22"/>
          <p:cNvSpPr txBox="1"/>
          <p:nvPr/>
        </p:nvSpPr>
        <p:spPr>
          <a:xfrm>
            <a:off x="1371600" y="470916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Agentic AI creates new operational risks: unexpected action sequences, unsafe tool calls, or escalation paths that bypass normal controls. Continuous monitoring catches deviations early.</a:t>
            </a:r>
          </a:p>
        </p:txBody>
      </p:sp>
      <p:sp>
        <p:nvSpPr>
          <p:cNvPr id="24" name="Rectangle 23"/>
          <p:cNvSpPr/>
          <p:nvPr/>
        </p:nvSpPr>
        <p:spPr>
          <a:xfrm>
            <a:off x="731520" y="527608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31520" y="539496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04</a:t>
            </a:r>
          </a:p>
        </p:txBody>
      </p:sp>
      <p:sp>
        <p:nvSpPr>
          <p:cNvPr id="26" name="TextBox 25"/>
          <p:cNvSpPr txBox="1"/>
          <p:nvPr/>
        </p:nvSpPr>
        <p:spPr>
          <a:xfrm>
            <a:off x="1371600" y="534924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Do you conduct pre-deployment safety evaluations for every AI agent?</a:t>
            </a:r>
          </a:p>
        </p:txBody>
      </p:sp>
      <p:sp>
        <p:nvSpPr>
          <p:cNvPr id="27" name="TextBox 26"/>
          <p:cNvSpPr txBox="1"/>
          <p:nvPr/>
        </p:nvSpPr>
        <p:spPr>
          <a:xfrm>
            <a:off x="1371600" y="576072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Agents behave differently depending on prompts, instructions, tool integrations, and memory. Pre-deployment testing prevents high-risk behavior from reaching production.</a:t>
            </a:r>
          </a:p>
        </p:txBody>
      </p:sp>
      <p:sp>
        <p:nvSpPr>
          <p:cNvPr id="28" name="TextBox 27"/>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Freeform: Shape 41">
            <a:extLst>
              <a:ext uri="{FF2B5EF4-FFF2-40B4-BE49-F238E27FC236}">
                <a16:creationId xmlns:a16="http://schemas.microsoft.com/office/drawing/2014/main" id="{75D96220-13FA-AA88-8145-03BC1D992864}"/>
              </a:ext>
              <a:ext uri="{C183D7F6-B498-43B3-948B-1728B52AA6E4}">
                <adec:decorative xmlns:adec="http://schemas.microsoft.com/office/drawing/2017/decorative" val="1"/>
              </a:ext>
            </a:extLst>
          </p:cNvPr>
          <p:cNvSpPr/>
          <p:nvPr/>
        </p:nvSpPr>
        <p:spPr bwMode="auto">
          <a:xfrm>
            <a:off x="0" y="1574799"/>
            <a:ext cx="3375660" cy="5283201"/>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Day in the life | Identity and access teams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24" name="Rectangle: Rounded Corners 23">
            <a:extLst>
              <a:ext uri="{FF2B5EF4-FFF2-40B4-BE49-F238E27FC236}">
                <a16:creationId xmlns:a16="http://schemas.microsoft.com/office/drawing/2014/main" id="{FE600C08-2E60-65F8-FBBF-7D4DBDCC5E9B}"/>
              </a:ext>
              <a:ext uri="{C183D7F6-B498-43B3-948B-1728B52AA6E4}">
                <adec:decorative xmlns:adec="http://schemas.microsoft.com/office/drawing/2017/decorative" val="1"/>
              </a:ext>
            </a:extLst>
          </p:cNvPr>
          <p:cNvSpPr>
            <a:spLocks/>
          </p:cNvSpPr>
          <p:nvPr/>
        </p:nvSpPr>
        <p:spPr bwMode="auto">
          <a:xfrm>
            <a:off x="3556002" y="1574800"/>
            <a:ext cx="8050211" cy="4478020"/>
          </a:xfrm>
          <a:prstGeom prst="roundRect">
            <a:avLst>
              <a:gd name="adj" fmla="val 3861"/>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rgbClr val="FFFFFF"/>
              </a:solidFill>
              <a:latin typeface="Segoe UI"/>
              <a:cs typeface="Segoe UI" pitchFamily="34" charset="0"/>
            </a:endParaRPr>
          </a:p>
        </p:txBody>
      </p:sp>
      <p:cxnSp>
        <p:nvCxnSpPr>
          <p:cNvPr id="25" name="Straight Connector 24">
            <a:extLst>
              <a:ext uri="{FF2B5EF4-FFF2-40B4-BE49-F238E27FC236}">
                <a16:creationId xmlns:a16="http://schemas.microsoft.com/office/drawing/2014/main" id="{AE6E1BE0-C198-13CB-165D-93B1CBA98D49}"/>
              </a:ext>
              <a:ext uri="{C183D7F6-B498-43B3-948B-1728B52AA6E4}">
                <adec:decorative xmlns:adec="http://schemas.microsoft.com/office/drawing/2017/decorative" val="1"/>
              </a:ext>
            </a:extLst>
          </p:cNvPr>
          <p:cNvCxnSpPr>
            <a:cxnSpLocks/>
          </p:cNvCxnSpPr>
          <p:nvPr/>
        </p:nvCxnSpPr>
        <p:spPr>
          <a:xfrm flipH="1">
            <a:off x="3556002" y="2508504"/>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3FF94B3-04F8-D1DF-2D3D-7661DAD174E7}"/>
              </a:ext>
              <a:ext uri="{C183D7F6-B498-43B3-948B-1728B52AA6E4}">
                <adec:decorative xmlns:adec="http://schemas.microsoft.com/office/drawing/2017/decorative" val="1"/>
              </a:ext>
            </a:extLst>
          </p:cNvPr>
          <p:cNvCxnSpPr>
            <a:cxnSpLocks/>
          </p:cNvCxnSpPr>
          <p:nvPr/>
        </p:nvCxnSpPr>
        <p:spPr>
          <a:xfrm flipH="1">
            <a:off x="3556002" y="3378708"/>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6CEF4BC-A1CE-7F20-957F-0F8B55FC58C3}"/>
              </a:ext>
              <a:ext uri="{C183D7F6-B498-43B3-948B-1728B52AA6E4}">
                <adec:decorative xmlns:adec="http://schemas.microsoft.com/office/drawing/2017/decorative" val="1"/>
              </a:ext>
            </a:extLst>
          </p:cNvPr>
          <p:cNvCxnSpPr>
            <a:cxnSpLocks/>
          </p:cNvCxnSpPr>
          <p:nvPr/>
        </p:nvCxnSpPr>
        <p:spPr>
          <a:xfrm flipH="1">
            <a:off x="3556002" y="4248912"/>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DFC5856-B75E-7139-1DF9-F550FFAA9EB3}"/>
              </a:ext>
              <a:ext uri="{C183D7F6-B498-43B3-948B-1728B52AA6E4}">
                <adec:decorative xmlns:adec="http://schemas.microsoft.com/office/drawing/2017/decorative" val="1"/>
              </a:ext>
            </a:extLst>
          </p:cNvPr>
          <p:cNvCxnSpPr>
            <a:cxnSpLocks/>
          </p:cNvCxnSpPr>
          <p:nvPr/>
        </p:nvCxnSpPr>
        <p:spPr>
          <a:xfrm flipH="1">
            <a:off x="3556002" y="5119116"/>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Graphic 2">
            <a:extLst>
              <a:ext uri="{FF2B5EF4-FFF2-40B4-BE49-F238E27FC236}">
                <a16:creationId xmlns:a16="http://schemas.microsoft.com/office/drawing/2014/main" id="{AF36E7E3-3A0A-0A92-B5AB-60ADE0DD6F9D}"/>
              </a:ext>
              <a:ext uri="{C183D7F6-B498-43B3-948B-1728B52AA6E4}">
                <adec:decorative xmlns:adec="http://schemas.microsoft.com/office/drawing/2017/decorative" val="1"/>
              </a:ext>
            </a:extLst>
          </p:cNvPr>
          <p:cNvSpPr/>
          <p:nvPr/>
        </p:nvSpPr>
        <p:spPr>
          <a:xfrm>
            <a:off x="588963" y="2409996"/>
            <a:ext cx="743676" cy="744684"/>
          </a:xfrm>
          <a:custGeom>
            <a:avLst/>
            <a:gdLst>
              <a:gd name="connsiteX0" fmla="*/ 73252 w 650294"/>
              <a:gd name="connsiteY0" fmla="*/ 0 h 651176"/>
              <a:gd name="connsiteX1" fmla="*/ 0 w 650294"/>
              <a:gd name="connsiteY1" fmla="*/ 73252 h 651176"/>
              <a:gd name="connsiteX2" fmla="*/ 0 w 650294"/>
              <a:gd name="connsiteY2" fmla="*/ 512732 h 651176"/>
              <a:gd name="connsiteX3" fmla="*/ 73252 w 650294"/>
              <a:gd name="connsiteY3" fmla="*/ 585984 h 651176"/>
              <a:gd name="connsiteX4" fmla="*/ 265791 w 650294"/>
              <a:gd name="connsiteY4" fmla="*/ 585984 h 651176"/>
              <a:gd name="connsiteX5" fmla="*/ 277381 w 650294"/>
              <a:gd name="connsiteY5" fmla="*/ 539624 h 651176"/>
              <a:gd name="connsiteX6" fmla="*/ 278033 w 650294"/>
              <a:gd name="connsiteY6" fmla="*/ 537150 h 651176"/>
              <a:gd name="connsiteX7" fmla="*/ 73252 w 650294"/>
              <a:gd name="connsiteY7" fmla="*/ 537150 h 651176"/>
              <a:gd name="connsiteX8" fmla="*/ 48835 w 650294"/>
              <a:gd name="connsiteY8" fmla="*/ 512732 h 651176"/>
              <a:gd name="connsiteX9" fmla="*/ 48835 w 650294"/>
              <a:gd name="connsiteY9" fmla="*/ 73220 h 651176"/>
              <a:gd name="connsiteX10" fmla="*/ 73252 w 650294"/>
              <a:gd name="connsiteY10" fmla="*/ 48802 h 651176"/>
              <a:gd name="connsiteX11" fmla="*/ 512732 w 650294"/>
              <a:gd name="connsiteY11" fmla="*/ 48802 h 651176"/>
              <a:gd name="connsiteX12" fmla="*/ 537150 w 650294"/>
              <a:gd name="connsiteY12" fmla="*/ 73220 h 651176"/>
              <a:gd name="connsiteX13" fmla="*/ 537150 w 650294"/>
              <a:gd name="connsiteY13" fmla="*/ 268005 h 651176"/>
              <a:gd name="connsiteX14" fmla="*/ 585984 w 650294"/>
              <a:gd name="connsiteY14" fmla="*/ 260843 h 651176"/>
              <a:gd name="connsiteX15" fmla="*/ 585984 w 650294"/>
              <a:gd name="connsiteY15" fmla="*/ 73252 h 651176"/>
              <a:gd name="connsiteX16" fmla="*/ 512732 w 650294"/>
              <a:gd name="connsiteY16" fmla="*/ 0 h 651176"/>
              <a:gd name="connsiteX17" fmla="*/ 512700 w 650294"/>
              <a:gd name="connsiteY17" fmla="*/ 0 h 651176"/>
              <a:gd name="connsiteX18" fmla="*/ 73187 w 650294"/>
              <a:gd name="connsiteY18" fmla="*/ 0 h 651176"/>
              <a:gd name="connsiteX19" fmla="*/ 402203 w 650294"/>
              <a:gd name="connsiteY19" fmla="*/ 390645 h 651176"/>
              <a:gd name="connsiteX20" fmla="*/ 268559 w 650294"/>
              <a:gd name="connsiteY20" fmla="*/ 390645 h 651176"/>
              <a:gd name="connsiteX21" fmla="*/ 244141 w 650294"/>
              <a:gd name="connsiteY21" fmla="*/ 415063 h 651176"/>
              <a:gd name="connsiteX22" fmla="*/ 268559 w 650294"/>
              <a:gd name="connsiteY22" fmla="*/ 439480 h 651176"/>
              <a:gd name="connsiteX23" fmla="*/ 353368 w 650294"/>
              <a:gd name="connsiteY23" fmla="*/ 439480 h 651176"/>
              <a:gd name="connsiteX24" fmla="*/ 402203 w 650294"/>
              <a:gd name="connsiteY24" fmla="*/ 390645 h 651176"/>
              <a:gd name="connsiteX25" fmla="*/ 187167 w 650294"/>
              <a:gd name="connsiteY25" fmla="*/ 170889 h 651176"/>
              <a:gd name="connsiteX26" fmla="*/ 154611 w 650294"/>
              <a:gd name="connsiteY26" fmla="*/ 203446 h 651176"/>
              <a:gd name="connsiteX27" fmla="*/ 122054 w 650294"/>
              <a:gd name="connsiteY27" fmla="*/ 170889 h 651176"/>
              <a:gd name="connsiteX28" fmla="*/ 154611 w 650294"/>
              <a:gd name="connsiteY28" fmla="*/ 138333 h 651176"/>
              <a:gd name="connsiteX29" fmla="*/ 187167 w 650294"/>
              <a:gd name="connsiteY29" fmla="*/ 170889 h 651176"/>
              <a:gd name="connsiteX30" fmla="*/ 268559 w 650294"/>
              <a:gd name="connsiteY30" fmla="*/ 146472 h 651176"/>
              <a:gd name="connsiteX31" fmla="*/ 244141 w 650294"/>
              <a:gd name="connsiteY31" fmla="*/ 170889 h 651176"/>
              <a:gd name="connsiteX32" fmla="*/ 268559 w 650294"/>
              <a:gd name="connsiteY32" fmla="*/ 195306 h 651176"/>
              <a:gd name="connsiteX33" fmla="*/ 447619 w 650294"/>
              <a:gd name="connsiteY33" fmla="*/ 195306 h 651176"/>
              <a:gd name="connsiteX34" fmla="*/ 472037 w 650294"/>
              <a:gd name="connsiteY34" fmla="*/ 170889 h 651176"/>
              <a:gd name="connsiteX35" fmla="*/ 447619 w 650294"/>
              <a:gd name="connsiteY35" fmla="*/ 146472 h 651176"/>
              <a:gd name="connsiteX36" fmla="*/ 268559 w 650294"/>
              <a:gd name="connsiteY36" fmla="*/ 146472 h 651176"/>
              <a:gd name="connsiteX37" fmla="*/ 268559 w 650294"/>
              <a:gd name="connsiteY37" fmla="*/ 268559 h 651176"/>
              <a:gd name="connsiteX38" fmla="*/ 244141 w 650294"/>
              <a:gd name="connsiteY38" fmla="*/ 292976 h 651176"/>
              <a:gd name="connsiteX39" fmla="*/ 268559 w 650294"/>
              <a:gd name="connsiteY39" fmla="*/ 317393 h 651176"/>
              <a:gd name="connsiteX40" fmla="*/ 447619 w 650294"/>
              <a:gd name="connsiteY40" fmla="*/ 317393 h 651176"/>
              <a:gd name="connsiteX41" fmla="*/ 472037 w 650294"/>
              <a:gd name="connsiteY41" fmla="*/ 292976 h 651176"/>
              <a:gd name="connsiteX42" fmla="*/ 447619 w 650294"/>
              <a:gd name="connsiteY42" fmla="*/ 268559 h 651176"/>
              <a:gd name="connsiteX43" fmla="*/ 268559 w 650294"/>
              <a:gd name="connsiteY43" fmla="*/ 268559 h 651176"/>
              <a:gd name="connsiteX44" fmla="*/ 154643 w 650294"/>
              <a:gd name="connsiteY44" fmla="*/ 325565 h 651176"/>
              <a:gd name="connsiteX45" fmla="*/ 187200 w 650294"/>
              <a:gd name="connsiteY45" fmla="*/ 293009 h 651176"/>
              <a:gd name="connsiteX46" fmla="*/ 154643 w 650294"/>
              <a:gd name="connsiteY46" fmla="*/ 260452 h 651176"/>
              <a:gd name="connsiteX47" fmla="*/ 122087 w 650294"/>
              <a:gd name="connsiteY47" fmla="*/ 293009 h 651176"/>
              <a:gd name="connsiteX48" fmla="*/ 154643 w 650294"/>
              <a:gd name="connsiteY48" fmla="*/ 325565 h 651176"/>
              <a:gd name="connsiteX49" fmla="*/ 187200 w 650294"/>
              <a:gd name="connsiteY49" fmla="*/ 415095 h 651176"/>
              <a:gd name="connsiteX50" fmla="*/ 154643 w 650294"/>
              <a:gd name="connsiteY50" fmla="*/ 447652 h 651176"/>
              <a:gd name="connsiteX51" fmla="*/ 122087 w 650294"/>
              <a:gd name="connsiteY51" fmla="*/ 415095 h 651176"/>
              <a:gd name="connsiteX52" fmla="*/ 154643 w 650294"/>
              <a:gd name="connsiteY52" fmla="*/ 382539 h 651176"/>
              <a:gd name="connsiteX53" fmla="*/ 187200 w 650294"/>
              <a:gd name="connsiteY53" fmla="*/ 415095 h 651176"/>
              <a:gd name="connsiteX54" fmla="*/ 524160 w 650294"/>
              <a:gd name="connsiteY54" fmla="*/ 314821 h 651176"/>
              <a:gd name="connsiteX55" fmla="*/ 332011 w 650294"/>
              <a:gd name="connsiteY55" fmla="*/ 506937 h 651176"/>
              <a:gd name="connsiteX56" fmla="*/ 308994 w 650294"/>
              <a:gd name="connsiteY56" fmla="*/ 547568 h 651176"/>
              <a:gd name="connsiteX57" fmla="*/ 294115 w 650294"/>
              <a:gd name="connsiteY57" fmla="*/ 607146 h 651176"/>
              <a:gd name="connsiteX58" fmla="*/ 337025 w 650294"/>
              <a:gd name="connsiteY58" fmla="*/ 650088 h 651176"/>
              <a:gd name="connsiteX59" fmla="*/ 396603 w 650294"/>
              <a:gd name="connsiteY59" fmla="*/ 635177 h 651176"/>
              <a:gd name="connsiteX60" fmla="*/ 437234 w 650294"/>
              <a:gd name="connsiteY60" fmla="*/ 612192 h 651176"/>
              <a:gd name="connsiteX61" fmla="*/ 629317 w 650294"/>
              <a:gd name="connsiteY61" fmla="*/ 419979 h 651176"/>
              <a:gd name="connsiteX62" fmla="*/ 627660 w 650294"/>
              <a:gd name="connsiteY62" fmla="*/ 314740 h 651176"/>
              <a:gd name="connsiteX63" fmla="*/ 524062 w 650294"/>
              <a:gd name="connsiteY63" fmla="*/ 314756 h 6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50294" h="651176">
                <a:moveTo>
                  <a:pt x="73252" y="0"/>
                </a:moveTo>
                <a:cubicBezTo>
                  <a:pt x="32796" y="0"/>
                  <a:pt x="0" y="32796"/>
                  <a:pt x="0" y="73252"/>
                </a:cubicBezTo>
                <a:lnTo>
                  <a:pt x="0" y="512732"/>
                </a:lnTo>
                <a:cubicBezTo>
                  <a:pt x="0" y="553187"/>
                  <a:pt x="32796" y="585984"/>
                  <a:pt x="73252" y="585984"/>
                </a:cubicBezTo>
                <a:lnTo>
                  <a:pt x="265791" y="585984"/>
                </a:lnTo>
                <a:lnTo>
                  <a:pt x="277381" y="539624"/>
                </a:lnTo>
                <a:lnTo>
                  <a:pt x="278033" y="537150"/>
                </a:lnTo>
                <a:lnTo>
                  <a:pt x="73252" y="537150"/>
                </a:lnTo>
                <a:cubicBezTo>
                  <a:pt x="59767" y="537150"/>
                  <a:pt x="48835" y="526217"/>
                  <a:pt x="48835" y="512732"/>
                </a:cubicBezTo>
                <a:lnTo>
                  <a:pt x="48835" y="73220"/>
                </a:lnTo>
                <a:cubicBezTo>
                  <a:pt x="48835" y="59734"/>
                  <a:pt x="59767" y="48802"/>
                  <a:pt x="73252" y="48802"/>
                </a:cubicBezTo>
                <a:lnTo>
                  <a:pt x="512732" y="48802"/>
                </a:lnTo>
                <a:cubicBezTo>
                  <a:pt x="526217" y="48802"/>
                  <a:pt x="537150" y="59734"/>
                  <a:pt x="537150" y="73220"/>
                </a:cubicBezTo>
                <a:lnTo>
                  <a:pt x="537150" y="268005"/>
                </a:lnTo>
                <a:cubicBezTo>
                  <a:pt x="552712" y="261819"/>
                  <a:pt x="569478" y="259410"/>
                  <a:pt x="585984" y="260843"/>
                </a:cubicBezTo>
                <a:lnTo>
                  <a:pt x="585984" y="73252"/>
                </a:lnTo>
                <a:cubicBezTo>
                  <a:pt x="585984" y="32796"/>
                  <a:pt x="553187" y="0"/>
                  <a:pt x="512732" y="0"/>
                </a:cubicBezTo>
                <a:cubicBezTo>
                  <a:pt x="512723" y="0"/>
                  <a:pt x="512710" y="0"/>
                  <a:pt x="512700" y="0"/>
                </a:cubicBezTo>
                <a:lnTo>
                  <a:pt x="73187" y="0"/>
                </a:lnTo>
                <a:close/>
                <a:moveTo>
                  <a:pt x="402203" y="390645"/>
                </a:moveTo>
                <a:lnTo>
                  <a:pt x="268559" y="390645"/>
                </a:lnTo>
                <a:cubicBezTo>
                  <a:pt x="255074" y="390645"/>
                  <a:pt x="244141" y="401578"/>
                  <a:pt x="244141" y="415063"/>
                </a:cubicBezTo>
                <a:cubicBezTo>
                  <a:pt x="244141" y="428548"/>
                  <a:pt x="255074" y="439480"/>
                  <a:pt x="268559" y="439480"/>
                </a:cubicBezTo>
                <a:lnTo>
                  <a:pt x="353368" y="439480"/>
                </a:lnTo>
                <a:lnTo>
                  <a:pt x="402203" y="390645"/>
                </a:lnTo>
                <a:close/>
                <a:moveTo>
                  <a:pt x="187167" y="170889"/>
                </a:moveTo>
                <a:cubicBezTo>
                  <a:pt x="187167" y="188869"/>
                  <a:pt x="172591" y="203446"/>
                  <a:pt x="154611" y="203446"/>
                </a:cubicBezTo>
                <a:cubicBezTo>
                  <a:pt x="136630" y="203446"/>
                  <a:pt x="122054" y="188869"/>
                  <a:pt x="122054" y="170889"/>
                </a:cubicBezTo>
                <a:cubicBezTo>
                  <a:pt x="122054" y="152908"/>
                  <a:pt x="136630" y="138333"/>
                  <a:pt x="154611" y="138333"/>
                </a:cubicBezTo>
                <a:cubicBezTo>
                  <a:pt x="172591" y="138333"/>
                  <a:pt x="187167" y="152908"/>
                  <a:pt x="187167" y="170889"/>
                </a:cubicBezTo>
                <a:close/>
                <a:moveTo>
                  <a:pt x="268559" y="146472"/>
                </a:moveTo>
                <a:cubicBezTo>
                  <a:pt x="255074" y="146472"/>
                  <a:pt x="244141" y="157404"/>
                  <a:pt x="244141" y="170889"/>
                </a:cubicBezTo>
                <a:cubicBezTo>
                  <a:pt x="244141" y="184374"/>
                  <a:pt x="255074" y="195306"/>
                  <a:pt x="268559" y="195306"/>
                </a:cubicBezTo>
                <a:lnTo>
                  <a:pt x="447619" y="195306"/>
                </a:lnTo>
                <a:cubicBezTo>
                  <a:pt x="461104" y="195306"/>
                  <a:pt x="472037" y="184374"/>
                  <a:pt x="472037" y="170889"/>
                </a:cubicBezTo>
                <a:cubicBezTo>
                  <a:pt x="472037" y="157404"/>
                  <a:pt x="461104" y="146472"/>
                  <a:pt x="447619" y="146472"/>
                </a:cubicBezTo>
                <a:lnTo>
                  <a:pt x="268559" y="146472"/>
                </a:lnTo>
                <a:close/>
                <a:moveTo>
                  <a:pt x="268559" y="268559"/>
                </a:moveTo>
                <a:cubicBezTo>
                  <a:pt x="255074" y="268559"/>
                  <a:pt x="244141" y="279491"/>
                  <a:pt x="244141" y="292976"/>
                </a:cubicBezTo>
                <a:cubicBezTo>
                  <a:pt x="244141" y="306461"/>
                  <a:pt x="255074" y="317393"/>
                  <a:pt x="268559" y="317393"/>
                </a:cubicBezTo>
                <a:lnTo>
                  <a:pt x="447619" y="317393"/>
                </a:lnTo>
                <a:cubicBezTo>
                  <a:pt x="461104" y="317393"/>
                  <a:pt x="472037" y="306461"/>
                  <a:pt x="472037" y="292976"/>
                </a:cubicBezTo>
                <a:cubicBezTo>
                  <a:pt x="472037" y="279491"/>
                  <a:pt x="461104" y="268559"/>
                  <a:pt x="447619" y="268559"/>
                </a:cubicBezTo>
                <a:lnTo>
                  <a:pt x="268559" y="268559"/>
                </a:lnTo>
                <a:close/>
                <a:moveTo>
                  <a:pt x="154643" y="325565"/>
                </a:moveTo>
                <a:cubicBezTo>
                  <a:pt x="172624" y="325565"/>
                  <a:pt x="187200" y="310989"/>
                  <a:pt x="187200" y="293009"/>
                </a:cubicBezTo>
                <a:cubicBezTo>
                  <a:pt x="187200" y="275028"/>
                  <a:pt x="172624" y="260452"/>
                  <a:pt x="154643" y="260452"/>
                </a:cubicBezTo>
                <a:cubicBezTo>
                  <a:pt x="136663" y="260452"/>
                  <a:pt x="122087" y="275028"/>
                  <a:pt x="122087" y="293009"/>
                </a:cubicBezTo>
                <a:cubicBezTo>
                  <a:pt x="122087" y="310989"/>
                  <a:pt x="136663" y="325565"/>
                  <a:pt x="154643" y="325565"/>
                </a:cubicBezTo>
                <a:close/>
                <a:moveTo>
                  <a:pt x="187200" y="415095"/>
                </a:moveTo>
                <a:cubicBezTo>
                  <a:pt x="187200" y="433076"/>
                  <a:pt x="172624" y="447652"/>
                  <a:pt x="154643" y="447652"/>
                </a:cubicBezTo>
                <a:cubicBezTo>
                  <a:pt x="136663" y="447652"/>
                  <a:pt x="122087" y="433076"/>
                  <a:pt x="122087" y="415095"/>
                </a:cubicBezTo>
                <a:cubicBezTo>
                  <a:pt x="122087" y="397114"/>
                  <a:pt x="136663" y="382539"/>
                  <a:pt x="154643" y="382539"/>
                </a:cubicBezTo>
                <a:cubicBezTo>
                  <a:pt x="172624" y="382539"/>
                  <a:pt x="187200" y="397114"/>
                  <a:pt x="187200" y="415095"/>
                </a:cubicBezTo>
                <a:close/>
                <a:moveTo>
                  <a:pt x="524160" y="314821"/>
                </a:moveTo>
                <a:lnTo>
                  <a:pt x="332011" y="506937"/>
                </a:lnTo>
                <a:cubicBezTo>
                  <a:pt x="320796" y="518143"/>
                  <a:pt x="312839" y="532188"/>
                  <a:pt x="308994" y="547568"/>
                </a:cubicBezTo>
                <a:lnTo>
                  <a:pt x="294115" y="607146"/>
                </a:lnTo>
                <a:cubicBezTo>
                  <a:pt x="287604" y="633094"/>
                  <a:pt x="311110" y="656567"/>
                  <a:pt x="337025" y="650088"/>
                </a:cubicBezTo>
                <a:lnTo>
                  <a:pt x="396603" y="635177"/>
                </a:lnTo>
                <a:cubicBezTo>
                  <a:pt x="411980" y="631339"/>
                  <a:pt x="426025" y="623395"/>
                  <a:pt x="437234" y="612192"/>
                </a:cubicBezTo>
                <a:lnTo>
                  <a:pt x="629317" y="419979"/>
                </a:lnTo>
                <a:cubicBezTo>
                  <a:pt x="657921" y="390460"/>
                  <a:pt x="657179" y="343344"/>
                  <a:pt x="627660" y="314740"/>
                </a:cubicBezTo>
                <a:cubicBezTo>
                  <a:pt x="598792" y="286764"/>
                  <a:pt x="552923" y="286771"/>
                  <a:pt x="524062" y="314756"/>
                </a:cubicBezTo>
                <a:close/>
              </a:path>
            </a:pathLst>
          </a:custGeom>
          <a:solidFill>
            <a:schemeClr val="bg1"/>
          </a:solidFill>
        </p:spPr>
        <p:txBody>
          <a:bodyPr wrap="square" lIns="91440" tIns="0" rIns="91440" bIns="0" rtlCol="0" anchor="ctr" anchorCtr="0">
            <a:noAutofit/>
          </a:bodyPr>
          <a:lstStyle/>
          <a:p>
            <a:pPr marL="0" marR="0" lvl="0" indent="0" defTabSz="914437" rtl="0" eaLnBrk="1" fontAlgn="base" latinLnBrk="0" hangingPunct="1">
              <a:lnSpc>
                <a:spcPct val="100000"/>
              </a:lnSpc>
              <a:spcBef>
                <a:spcPct val="0"/>
              </a:spcBef>
              <a:spcAft>
                <a:spcPct val="0"/>
              </a:spcAft>
              <a:buClrTx/>
              <a:buSzTx/>
              <a:buFontTx/>
              <a:buNone/>
              <a:tabLst>
                <a:tab pos="1487158" algn="l"/>
              </a:tabLst>
              <a:defRPr/>
            </a:pPr>
            <a:endParaRPr kumimoji="0" lang="en-US" sz="2200" b="1" i="0" u="none" strike="noStrike" kern="1200" cap="none" spc="0" normalizeH="0" baseline="0" noProof="0">
              <a:ln w="3175">
                <a:noFill/>
              </a:ln>
              <a:solidFill>
                <a:srgbClr val="FFFFFF"/>
              </a:solidFill>
              <a:effectLst/>
              <a:uLnTx/>
              <a:uFillTx/>
              <a:latin typeface="Segoe UI Semibold"/>
              <a:ea typeface="+mn-ea"/>
              <a:cs typeface="Segoe Sans Display Semibold" pitchFamily="2" charset="0"/>
            </a:endParaRPr>
          </a:p>
        </p:txBody>
      </p:sp>
      <p:sp>
        <p:nvSpPr>
          <p:cNvPr id="30" name="TextBox 29">
            <a:extLst>
              <a:ext uri="{FF2B5EF4-FFF2-40B4-BE49-F238E27FC236}">
                <a16:creationId xmlns:a16="http://schemas.microsoft.com/office/drawing/2014/main" id="{DEFEF942-78F6-DE10-5957-7918FED11EF1}"/>
              </a:ext>
            </a:extLst>
          </p:cNvPr>
          <p:cNvSpPr txBox="1"/>
          <p:nvPr/>
        </p:nvSpPr>
        <p:spPr>
          <a:xfrm>
            <a:off x="588962" y="3448903"/>
            <a:ext cx="2489517" cy="984885"/>
          </a:xfrm>
          <a:prstGeom prst="rect">
            <a:avLst/>
          </a:prstGeom>
          <a:noFill/>
        </p:spPr>
        <p:txBody>
          <a:bodyPr wrap="square" lIns="0" tIns="0" rIns="0" bIns="0">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3200" i="0" u="none" strike="noStrike" kern="1200" cap="none" spc="0" normalizeH="0" baseline="0" noProof="0">
                <a:ln>
                  <a:noFill/>
                </a:ln>
                <a:solidFill>
                  <a:srgbClr val="FFFFFF"/>
                </a:solidFill>
                <a:effectLst/>
                <a:uLnTx/>
                <a:uFillTx/>
                <a:latin typeface="+mj-lt"/>
                <a:ea typeface="+mj-ea"/>
                <a:cs typeface="+mj-cs"/>
              </a:rPr>
              <a:t>Identity and access teams</a:t>
            </a:r>
          </a:p>
        </p:txBody>
      </p:sp>
      <p:sp>
        <p:nvSpPr>
          <p:cNvPr id="31" name="Oval 30">
            <a:extLst>
              <a:ext uri="{FF2B5EF4-FFF2-40B4-BE49-F238E27FC236}">
                <a16:creationId xmlns:a16="http://schemas.microsoft.com/office/drawing/2014/main" id="{CD2CBA1F-B663-3D69-5A98-5A3227948FE7}"/>
              </a:ext>
            </a:extLst>
          </p:cNvPr>
          <p:cNvSpPr/>
          <p:nvPr/>
        </p:nvSpPr>
        <p:spPr bwMode="auto">
          <a:xfrm>
            <a:off x="3783495" y="1799717"/>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dirty="0">
                <a:ln w="3175">
                  <a:noFill/>
                </a:ln>
                <a:solidFill>
                  <a:schemeClr val="bg1"/>
                </a:solidFill>
                <a:latin typeface="+mj-lt"/>
                <a:cs typeface="Segoe Sans Display Semibold" pitchFamily="2" charset="0"/>
              </a:rPr>
              <a:t>1</a:t>
            </a:r>
          </a:p>
        </p:txBody>
      </p:sp>
      <p:sp>
        <p:nvSpPr>
          <p:cNvPr id="32" name="TextBox 31">
            <a:extLst>
              <a:ext uri="{FF2B5EF4-FFF2-40B4-BE49-F238E27FC236}">
                <a16:creationId xmlns:a16="http://schemas.microsoft.com/office/drawing/2014/main" id="{7DB88BF6-B7FE-D617-4282-2904DD2DD880}"/>
              </a:ext>
            </a:extLst>
          </p:cNvPr>
          <p:cNvSpPr txBox="1"/>
          <p:nvPr/>
        </p:nvSpPr>
        <p:spPr>
          <a:xfrm>
            <a:off x="4527550" y="1919513"/>
            <a:ext cx="7078662"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Manage users and groups</a:t>
            </a:r>
          </a:p>
        </p:txBody>
      </p:sp>
      <p:sp>
        <p:nvSpPr>
          <p:cNvPr id="33" name="Oval 32">
            <a:extLst>
              <a:ext uri="{FF2B5EF4-FFF2-40B4-BE49-F238E27FC236}">
                <a16:creationId xmlns:a16="http://schemas.microsoft.com/office/drawing/2014/main" id="{38AC3858-D695-1597-367B-63A60E9AFE77}"/>
              </a:ext>
            </a:extLst>
          </p:cNvPr>
          <p:cNvSpPr/>
          <p:nvPr/>
        </p:nvSpPr>
        <p:spPr bwMode="auto">
          <a:xfrm>
            <a:off x="3783495" y="2669921"/>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a:ln w="3175">
                  <a:noFill/>
                </a:ln>
                <a:solidFill>
                  <a:schemeClr val="bg1"/>
                </a:solidFill>
                <a:latin typeface="+mj-lt"/>
                <a:cs typeface="Segoe Sans Display Semibold" pitchFamily="2" charset="0"/>
              </a:rPr>
              <a:t>2</a:t>
            </a:r>
          </a:p>
        </p:txBody>
      </p:sp>
      <p:sp>
        <p:nvSpPr>
          <p:cNvPr id="34" name="TextBox 33">
            <a:extLst>
              <a:ext uri="{FF2B5EF4-FFF2-40B4-BE49-F238E27FC236}">
                <a16:creationId xmlns:a16="http://schemas.microsoft.com/office/drawing/2014/main" id="{0F9C3DD7-9D79-147C-5F97-0DF53ABF221F}"/>
              </a:ext>
            </a:extLst>
          </p:cNvPr>
          <p:cNvSpPr txBox="1"/>
          <p:nvPr/>
        </p:nvSpPr>
        <p:spPr>
          <a:xfrm>
            <a:off x="4527550" y="2789717"/>
            <a:ext cx="7078662"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Govern access rights and lifecycle</a:t>
            </a:r>
          </a:p>
        </p:txBody>
      </p:sp>
      <p:sp>
        <p:nvSpPr>
          <p:cNvPr id="35" name="Oval 34">
            <a:extLst>
              <a:ext uri="{FF2B5EF4-FFF2-40B4-BE49-F238E27FC236}">
                <a16:creationId xmlns:a16="http://schemas.microsoft.com/office/drawing/2014/main" id="{AF5ACD59-95A3-8413-09CE-EC2B0E2359FE}"/>
              </a:ext>
            </a:extLst>
          </p:cNvPr>
          <p:cNvSpPr/>
          <p:nvPr/>
        </p:nvSpPr>
        <p:spPr bwMode="auto">
          <a:xfrm>
            <a:off x="3783495" y="3540125"/>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a:ln w="3175">
                  <a:noFill/>
                </a:ln>
                <a:solidFill>
                  <a:schemeClr val="bg1"/>
                </a:solidFill>
                <a:latin typeface="+mj-lt"/>
                <a:cs typeface="Segoe Sans Display Semibold" pitchFamily="2" charset="0"/>
              </a:rPr>
              <a:t>3</a:t>
            </a:r>
          </a:p>
        </p:txBody>
      </p:sp>
      <p:sp>
        <p:nvSpPr>
          <p:cNvPr id="36" name="TextBox 35">
            <a:extLst>
              <a:ext uri="{FF2B5EF4-FFF2-40B4-BE49-F238E27FC236}">
                <a16:creationId xmlns:a16="http://schemas.microsoft.com/office/drawing/2014/main" id="{5F85D3FA-A2A6-C095-F058-4EEEB4A8AFF9}"/>
              </a:ext>
            </a:extLst>
          </p:cNvPr>
          <p:cNvSpPr txBox="1"/>
          <p:nvPr/>
        </p:nvSpPr>
        <p:spPr>
          <a:xfrm>
            <a:off x="4527550" y="3659921"/>
            <a:ext cx="7078662"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Enforce Conditional Access policies</a:t>
            </a:r>
          </a:p>
        </p:txBody>
      </p:sp>
      <p:sp>
        <p:nvSpPr>
          <p:cNvPr id="37" name="Oval 36">
            <a:extLst>
              <a:ext uri="{FF2B5EF4-FFF2-40B4-BE49-F238E27FC236}">
                <a16:creationId xmlns:a16="http://schemas.microsoft.com/office/drawing/2014/main" id="{D908683C-AA03-E8D1-6048-C114486BBF9B}"/>
              </a:ext>
            </a:extLst>
          </p:cNvPr>
          <p:cNvSpPr/>
          <p:nvPr/>
        </p:nvSpPr>
        <p:spPr bwMode="auto">
          <a:xfrm>
            <a:off x="3783495" y="4410329"/>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a:ln w="3175">
                  <a:noFill/>
                </a:ln>
                <a:solidFill>
                  <a:schemeClr val="bg1"/>
                </a:solidFill>
                <a:latin typeface="+mj-lt"/>
                <a:cs typeface="Segoe Sans Display Semibold" pitchFamily="2" charset="0"/>
              </a:rPr>
              <a:t>4</a:t>
            </a:r>
          </a:p>
        </p:txBody>
      </p:sp>
      <p:sp>
        <p:nvSpPr>
          <p:cNvPr id="38" name="TextBox 37">
            <a:extLst>
              <a:ext uri="{FF2B5EF4-FFF2-40B4-BE49-F238E27FC236}">
                <a16:creationId xmlns:a16="http://schemas.microsoft.com/office/drawing/2014/main" id="{3BD26646-C858-084B-0E5E-062EB4B68979}"/>
              </a:ext>
            </a:extLst>
          </p:cNvPr>
          <p:cNvSpPr txBox="1"/>
          <p:nvPr/>
        </p:nvSpPr>
        <p:spPr>
          <a:xfrm>
            <a:off x="4527550" y="4530125"/>
            <a:ext cx="7078662"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Prevent risky access to resources</a:t>
            </a:r>
          </a:p>
        </p:txBody>
      </p:sp>
      <p:sp>
        <p:nvSpPr>
          <p:cNvPr id="39" name="Oval 38">
            <a:extLst>
              <a:ext uri="{FF2B5EF4-FFF2-40B4-BE49-F238E27FC236}">
                <a16:creationId xmlns:a16="http://schemas.microsoft.com/office/drawing/2014/main" id="{B8864B1D-F4A7-44B1-CF6B-26C5F14A139A}"/>
              </a:ext>
            </a:extLst>
          </p:cNvPr>
          <p:cNvSpPr/>
          <p:nvPr/>
        </p:nvSpPr>
        <p:spPr bwMode="auto">
          <a:xfrm>
            <a:off x="3783495" y="5280533"/>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dirty="0">
                <a:ln w="3175">
                  <a:noFill/>
                </a:ln>
                <a:solidFill>
                  <a:schemeClr val="bg1"/>
                </a:solidFill>
                <a:latin typeface="+mj-lt"/>
                <a:cs typeface="Segoe Sans Display Semibold" pitchFamily="2" charset="0"/>
              </a:rPr>
              <a:t>5</a:t>
            </a:r>
          </a:p>
        </p:txBody>
      </p:sp>
      <p:sp>
        <p:nvSpPr>
          <p:cNvPr id="40" name="TextBox 39">
            <a:extLst>
              <a:ext uri="{FF2B5EF4-FFF2-40B4-BE49-F238E27FC236}">
                <a16:creationId xmlns:a16="http://schemas.microsoft.com/office/drawing/2014/main" id="{2B585659-4330-F737-D9E9-98F0B209002A}"/>
              </a:ext>
            </a:extLst>
          </p:cNvPr>
          <p:cNvSpPr txBox="1"/>
          <p:nvPr/>
        </p:nvSpPr>
        <p:spPr>
          <a:xfrm>
            <a:off x="4527550" y="5400329"/>
            <a:ext cx="7078662" cy="307777"/>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Prevent malicious or non-compliant traffic </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Extending and adapting identity protections to agents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9" name="Rectangle: Rounded Corners 8">
            <a:extLst>
              <a:ext uri="{FF2B5EF4-FFF2-40B4-BE49-F238E27FC236}">
                <a16:creationId xmlns:a16="http://schemas.microsoft.com/office/drawing/2014/main" id="{DED5FAE0-35ED-CC1A-F1C0-05ABA7A6273B}"/>
              </a:ext>
              <a:ext uri="{C183D7F6-B498-43B3-948B-1728B52AA6E4}">
                <adec:decorative xmlns:adec="http://schemas.microsoft.com/office/drawing/2017/decorative" val="1"/>
              </a:ext>
            </a:extLst>
          </p:cNvPr>
          <p:cNvSpPr>
            <a:spLocks/>
          </p:cNvSpPr>
          <p:nvPr/>
        </p:nvSpPr>
        <p:spPr bwMode="auto">
          <a:xfrm>
            <a:off x="588263" y="1328601"/>
            <a:ext cx="11018520" cy="4951998"/>
          </a:xfrm>
          <a:prstGeom prst="roundRect">
            <a:avLst>
              <a:gd name="adj" fmla="val 2657"/>
            </a:avLst>
          </a:prstGeom>
          <a:noFill/>
          <a:ln w="6350">
            <a:gradFill>
              <a:gsLst>
                <a:gs pos="0">
                  <a:srgbClr val="0A6BBA">
                    <a:alpha val="70000"/>
                  </a:srgbClr>
                </a:gs>
                <a:gs pos="80000">
                  <a:srgbClr val="AC36AF">
                    <a:alpha val="7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10" name="CS box - replacement">
            <a:extLst>
              <a:ext uri="{FF2B5EF4-FFF2-40B4-BE49-F238E27FC236}">
                <a16:creationId xmlns:a16="http://schemas.microsoft.com/office/drawing/2014/main" id="{B0AF8882-30CA-6F67-76DE-1941FCB4C1D0}"/>
              </a:ext>
              <a:ext uri="{C183D7F6-B498-43B3-948B-1728B52AA6E4}">
                <adec:decorative xmlns:adec="http://schemas.microsoft.com/office/drawing/2017/decorative" val="1"/>
              </a:ext>
            </a:extLst>
          </p:cNvPr>
          <p:cNvSpPr>
            <a:spLocks/>
          </p:cNvSpPr>
          <p:nvPr/>
        </p:nvSpPr>
        <p:spPr bwMode="auto">
          <a:xfrm>
            <a:off x="720725" y="1465944"/>
            <a:ext cx="6392066" cy="4654192"/>
          </a:xfrm>
          <a:prstGeom prst="roundRect">
            <a:avLst>
              <a:gd name="adj" fmla="val 1889"/>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mj-lt"/>
              <a:cs typeface="Segoe UI" pitchFamily="34" charset="0"/>
            </a:endParaRPr>
          </a:p>
        </p:txBody>
      </p:sp>
      <p:sp>
        <p:nvSpPr>
          <p:cNvPr id="11" name="Rectangle: Rounded Corners 10">
            <a:extLst>
              <a:ext uri="{FF2B5EF4-FFF2-40B4-BE49-F238E27FC236}">
                <a16:creationId xmlns:a16="http://schemas.microsoft.com/office/drawing/2014/main" id="{6027A4D5-37DA-3C11-EE02-9F6CBBF13B5E}"/>
              </a:ext>
              <a:ext uri="{C183D7F6-B498-43B3-948B-1728B52AA6E4}">
                <adec:decorative xmlns:adec="http://schemas.microsoft.com/office/drawing/2017/decorative" val="1"/>
              </a:ext>
            </a:extLst>
          </p:cNvPr>
          <p:cNvSpPr/>
          <p:nvPr/>
        </p:nvSpPr>
        <p:spPr bwMode="auto">
          <a:xfrm>
            <a:off x="6153149" y="2756160"/>
            <a:ext cx="860709" cy="804752"/>
          </a:xfrm>
          <a:prstGeom prst="roundRect">
            <a:avLst>
              <a:gd name="adj" fmla="val 8201"/>
            </a:avLst>
          </a:prstGeom>
          <a:solidFill>
            <a:schemeClr val="accent2">
              <a:lumMod val="20000"/>
              <a:lumOff val="80000"/>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j-lt"/>
              </a:rPr>
              <a:t>Data Sources</a:t>
            </a:r>
          </a:p>
        </p:txBody>
      </p:sp>
      <p:grpSp>
        <p:nvGrpSpPr>
          <p:cNvPr id="12" name="Group 11">
            <a:extLst>
              <a:ext uri="{FF2B5EF4-FFF2-40B4-BE49-F238E27FC236}">
                <a16:creationId xmlns:a16="http://schemas.microsoft.com/office/drawing/2014/main" id="{3BBBB4C8-45B0-6D84-C772-0E7F8501381A}"/>
              </a:ext>
              <a:ext uri="{C183D7F6-B498-43B3-948B-1728B52AA6E4}">
                <adec:decorative xmlns:adec="http://schemas.microsoft.com/office/drawing/2017/decorative" val="1"/>
              </a:ext>
            </a:extLst>
          </p:cNvPr>
          <p:cNvGrpSpPr/>
          <p:nvPr/>
        </p:nvGrpSpPr>
        <p:grpSpPr>
          <a:xfrm>
            <a:off x="3322398" y="2713967"/>
            <a:ext cx="1188720" cy="1185254"/>
            <a:chOff x="5180818" y="2119552"/>
            <a:chExt cx="1764792" cy="1768644"/>
          </a:xfrm>
        </p:grpSpPr>
        <p:sp>
          <p:nvSpPr>
            <p:cNvPr id="13" name="Oval 12">
              <a:extLst>
                <a:ext uri="{FF2B5EF4-FFF2-40B4-BE49-F238E27FC236}">
                  <a16:creationId xmlns:a16="http://schemas.microsoft.com/office/drawing/2014/main" id="{25CEAF08-7692-A191-1F3E-EB575189DB80}"/>
                </a:ext>
              </a:extLst>
            </p:cNvPr>
            <p:cNvSpPr/>
            <p:nvPr/>
          </p:nvSpPr>
          <p:spPr bwMode="auto">
            <a:xfrm>
              <a:off x="5180818" y="2119552"/>
              <a:ext cx="1764792" cy="1768644"/>
            </a:xfrm>
            <a:prstGeom prst="ellips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chemeClr val="tx1"/>
                </a:solidFill>
                <a:effectLst/>
                <a:uLnTx/>
                <a:uFillTx/>
                <a:latin typeface="+mj-lt"/>
                <a:ea typeface="+mn-ea"/>
                <a:cs typeface="+mn-cs"/>
              </a:endParaRPr>
            </a:p>
          </p:txBody>
        </p:sp>
        <p:grpSp>
          <p:nvGrpSpPr>
            <p:cNvPr id="14" name="Group 13">
              <a:extLst>
                <a:ext uri="{FF2B5EF4-FFF2-40B4-BE49-F238E27FC236}">
                  <a16:creationId xmlns:a16="http://schemas.microsoft.com/office/drawing/2014/main" id="{3511001B-C532-FEB7-A150-872BDA8D4136}"/>
                </a:ext>
              </a:extLst>
            </p:cNvPr>
            <p:cNvGrpSpPr/>
            <p:nvPr/>
          </p:nvGrpSpPr>
          <p:grpSpPr>
            <a:xfrm>
              <a:off x="5255366" y="2194263"/>
              <a:ext cx="1615696" cy="1619222"/>
              <a:chOff x="5353050" y="3169243"/>
              <a:chExt cx="1485900" cy="1480196"/>
            </a:xfrm>
          </p:grpSpPr>
          <p:sp>
            <p:nvSpPr>
              <p:cNvPr id="15" name="Box">
                <a:extLst>
                  <a:ext uri="{FF2B5EF4-FFF2-40B4-BE49-F238E27FC236}">
                    <a16:creationId xmlns:a16="http://schemas.microsoft.com/office/drawing/2014/main" id="{6EC41CE5-8D58-BCE8-3BD5-F861E315FD70}"/>
                  </a:ext>
                </a:extLst>
              </p:cNvPr>
              <p:cNvSpPr>
                <a:spLocks noChangeAspect="1"/>
              </p:cNvSpPr>
              <p:nvPr/>
            </p:nvSpPr>
            <p:spPr bwMode="auto">
              <a:xfrm>
                <a:off x="5353050" y="3169243"/>
                <a:ext cx="1485900" cy="1480196"/>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dirty="0">
                  <a:ln w="3175">
                    <a:noFill/>
                  </a:ln>
                  <a:latin typeface="+mj-lt"/>
                  <a:cs typeface="Segoe Sans Display Semibold" pitchFamily="2" charset="0"/>
                </a:endParaRPr>
              </a:p>
            </p:txBody>
          </p:sp>
          <p:pic>
            <p:nvPicPr>
              <p:cNvPr id="16" name="Graphic 15">
                <a:extLst>
                  <a:ext uri="{FF2B5EF4-FFF2-40B4-BE49-F238E27FC236}">
                    <a16:creationId xmlns:a16="http://schemas.microsoft.com/office/drawing/2014/main" id="{D6E36E41-EDAB-D6AD-4518-2BE1BEEC559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16602" y="3336194"/>
                <a:ext cx="558798" cy="559826"/>
              </a:xfrm>
              <a:prstGeom prst="rect">
                <a:avLst/>
              </a:prstGeom>
            </p:spPr>
          </p:pic>
          <p:sp>
            <p:nvSpPr>
              <p:cNvPr id="17" name="Rectangle 16">
                <a:extLst>
                  <a:ext uri="{FF2B5EF4-FFF2-40B4-BE49-F238E27FC236}">
                    <a16:creationId xmlns:a16="http://schemas.microsoft.com/office/drawing/2014/main" id="{85E48EA0-37F9-8039-89AA-CB789D646155}"/>
                  </a:ext>
                </a:extLst>
              </p:cNvPr>
              <p:cNvSpPr/>
              <p:nvPr/>
            </p:nvSpPr>
            <p:spPr bwMode="auto">
              <a:xfrm>
                <a:off x="5577296" y="3904364"/>
                <a:ext cx="1037406" cy="419834"/>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a:ln>
                      <a:noFill/>
                    </a:ln>
                    <a:solidFill>
                      <a:schemeClr val="bg1"/>
                    </a:solidFill>
                    <a:effectLst/>
                    <a:uLnTx/>
                    <a:uFillTx/>
                    <a:latin typeface="+mj-lt"/>
                    <a:ea typeface="+mj-ea"/>
                    <a:cs typeface="+mj-cs"/>
                  </a:rPr>
                  <a:t>Agent</a:t>
                </a:r>
              </a:p>
            </p:txBody>
          </p:sp>
        </p:grpSp>
      </p:grpSp>
      <p:grpSp>
        <p:nvGrpSpPr>
          <p:cNvPr id="18" name="Group 17">
            <a:extLst>
              <a:ext uri="{FF2B5EF4-FFF2-40B4-BE49-F238E27FC236}">
                <a16:creationId xmlns:a16="http://schemas.microsoft.com/office/drawing/2014/main" id="{18A8A73B-E8EE-4A3D-E9EE-99DD4E015437}"/>
              </a:ext>
              <a:ext uri="{C183D7F6-B498-43B3-948B-1728B52AA6E4}">
                <adec:decorative xmlns:adec="http://schemas.microsoft.com/office/drawing/2017/decorative" val="1"/>
              </a:ext>
            </a:extLst>
          </p:cNvPr>
          <p:cNvGrpSpPr/>
          <p:nvPr/>
        </p:nvGrpSpPr>
        <p:grpSpPr>
          <a:xfrm>
            <a:off x="1540408" y="2061927"/>
            <a:ext cx="604274" cy="604274"/>
            <a:chOff x="597817" y="1973747"/>
            <a:chExt cx="1042622" cy="1042622"/>
          </a:xfrm>
          <a:solidFill>
            <a:schemeClr val="tx2"/>
          </a:solidFill>
        </p:grpSpPr>
        <p:sp>
          <p:nvSpPr>
            <p:cNvPr id="19" name="Oval 18">
              <a:extLst>
                <a:ext uri="{FF2B5EF4-FFF2-40B4-BE49-F238E27FC236}">
                  <a16:creationId xmlns:a16="http://schemas.microsoft.com/office/drawing/2014/main" id="{299CCA5F-17BB-5B21-7662-EFB7061A65AE}"/>
                </a:ext>
              </a:extLst>
            </p:cNvPr>
            <p:cNvSpPr/>
            <p:nvPr/>
          </p:nvSpPr>
          <p:spPr bwMode="auto">
            <a:xfrm>
              <a:off x="597817" y="1973747"/>
              <a:ext cx="1042622" cy="1042622"/>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mj-lt"/>
                <a:ea typeface="Segoe UI" pitchFamily="34" charset="0"/>
                <a:cs typeface="Segoe UI" pitchFamily="34" charset="0"/>
              </a:endParaRPr>
            </a:p>
          </p:txBody>
        </p:sp>
        <p:pic>
          <p:nvPicPr>
            <p:cNvPr id="20" name="Picture 19">
              <a:extLst>
                <a:ext uri="{FF2B5EF4-FFF2-40B4-BE49-F238E27FC236}">
                  <a16:creationId xmlns:a16="http://schemas.microsoft.com/office/drawing/2014/main" id="{7F3A2F59-1FB6-44D5-B2AE-4AD016A9EBD0}"/>
                </a:ext>
              </a:extLst>
            </p:cNvPr>
            <p:cNvPicPr>
              <a:picLocks/>
            </p:cNvPicPr>
            <p:nvPr/>
          </p:nvPicPr>
          <p:blipFill rotWithShape="1">
            <a:blip r:embed="rId4"/>
            <a:srcRect l="20075" t="16967" r="37190" b="54544"/>
            <a:stretch>
              <a:fillRect/>
            </a:stretch>
          </p:blipFill>
          <p:spPr>
            <a:xfrm>
              <a:off x="712792" y="2088722"/>
              <a:ext cx="812672" cy="812672"/>
            </a:xfrm>
            <a:prstGeom prst="ellipse">
              <a:avLst/>
            </a:prstGeom>
            <a:grp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pic>
      </p:grpSp>
      <p:grpSp>
        <p:nvGrpSpPr>
          <p:cNvPr id="21" name="Group 20">
            <a:extLst>
              <a:ext uri="{FF2B5EF4-FFF2-40B4-BE49-F238E27FC236}">
                <a16:creationId xmlns:a16="http://schemas.microsoft.com/office/drawing/2014/main" id="{F9E85CB9-74DD-CAC5-2AA5-982E008DAA05}"/>
              </a:ext>
              <a:ext uri="{C183D7F6-B498-43B3-948B-1728B52AA6E4}">
                <adec:decorative xmlns:adec="http://schemas.microsoft.com/office/drawing/2017/decorative" val="1"/>
              </a:ext>
            </a:extLst>
          </p:cNvPr>
          <p:cNvGrpSpPr/>
          <p:nvPr/>
        </p:nvGrpSpPr>
        <p:grpSpPr>
          <a:xfrm>
            <a:off x="1251377" y="3938687"/>
            <a:ext cx="455330" cy="453582"/>
            <a:chOff x="7988304" y="2844986"/>
            <a:chExt cx="679446" cy="676838"/>
          </a:xfrm>
        </p:grpSpPr>
        <p:sp>
          <p:nvSpPr>
            <p:cNvPr id="22" name="Box">
              <a:extLst>
                <a:ext uri="{FF2B5EF4-FFF2-40B4-BE49-F238E27FC236}">
                  <a16:creationId xmlns:a16="http://schemas.microsoft.com/office/drawing/2014/main" id="{F29A231D-9FCE-AA2F-2409-05AD0F8F8B51}"/>
                </a:ext>
              </a:extLst>
            </p:cNvPr>
            <p:cNvSpPr>
              <a:spLocks noChangeAspect="1"/>
            </p:cNvSpPr>
            <p:nvPr/>
          </p:nvSpPr>
          <p:spPr bwMode="auto">
            <a:xfrm>
              <a:off x="7988304" y="2844986"/>
              <a:ext cx="679446" cy="67683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dirty="0">
                <a:ln w="3175">
                  <a:noFill/>
                </a:ln>
                <a:latin typeface="+mj-lt"/>
                <a:cs typeface="Segoe Sans Display Semibold" pitchFamily="2" charset="0"/>
              </a:endParaRPr>
            </a:p>
          </p:txBody>
        </p:sp>
        <p:pic>
          <p:nvPicPr>
            <p:cNvPr id="23" name="Graphic 22">
              <a:extLst>
                <a:ext uri="{FF2B5EF4-FFF2-40B4-BE49-F238E27FC236}">
                  <a16:creationId xmlns:a16="http://schemas.microsoft.com/office/drawing/2014/main" id="{78412C6B-651F-9DAF-1BD9-185EB4A80E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3551" y="2938483"/>
              <a:ext cx="488948" cy="489848"/>
            </a:xfrm>
            <a:prstGeom prst="rect">
              <a:avLst/>
            </a:prstGeom>
          </p:spPr>
        </p:pic>
      </p:grpSp>
      <p:cxnSp>
        <p:nvCxnSpPr>
          <p:cNvPr id="24" name="Connector: Elbow 23">
            <a:extLst>
              <a:ext uri="{FF2B5EF4-FFF2-40B4-BE49-F238E27FC236}">
                <a16:creationId xmlns:a16="http://schemas.microsoft.com/office/drawing/2014/main" id="{FEB31C56-C2AC-4928-A830-193ABBBE8944}"/>
              </a:ext>
              <a:ext uri="{C183D7F6-B498-43B3-948B-1728B52AA6E4}">
                <adec:decorative xmlns:adec="http://schemas.microsoft.com/office/drawing/2017/decorative" val="1"/>
              </a:ext>
            </a:extLst>
          </p:cNvPr>
          <p:cNvCxnSpPr>
            <a:cxnSpLocks/>
          </p:cNvCxnSpPr>
          <p:nvPr/>
        </p:nvCxnSpPr>
        <p:spPr>
          <a:xfrm rot="10800000" flipV="1">
            <a:off x="1771051" y="3447735"/>
            <a:ext cx="1461890" cy="717739"/>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67AA17D4-F24B-7426-057F-462930A12C6A}"/>
              </a:ext>
              <a:ext uri="{C183D7F6-B498-43B3-948B-1728B52AA6E4}">
                <adec:decorative xmlns:adec="http://schemas.microsoft.com/office/drawing/2017/decorative" val="1"/>
              </a:ext>
            </a:extLst>
          </p:cNvPr>
          <p:cNvCxnSpPr>
            <a:cxnSpLocks/>
          </p:cNvCxnSpPr>
          <p:nvPr/>
        </p:nvCxnSpPr>
        <p:spPr>
          <a:xfrm flipV="1">
            <a:off x="4402671" y="2204662"/>
            <a:ext cx="1205205" cy="580412"/>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4F9A731B-DCC2-E531-09F9-4F1E4FCD0ACE}"/>
              </a:ext>
              <a:ext uri="{C183D7F6-B498-43B3-948B-1728B52AA6E4}">
                <adec:decorative xmlns:adec="http://schemas.microsoft.com/office/drawing/2017/decorative" val="1"/>
              </a:ext>
            </a:extLst>
          </p:cNvPr>
          <p:cNvGrpSpPr/>
          <p:nvPr/>
        </p:nvGrpSpPr>
        <p:grpSpPr>
          <a:xfrm>
            <a:off x="6442304" y="3791797"/>
            <a:ext cx="491896" cy="747268"/>
            <a:chOff x="9970448" y="4029922"/>
            <a:chExt cx="734011" cy="1115077"/>
          </a:xfrm>
        </p:grpSpPr>
        <p:sp>
          <p:nvSpPr>
            <p:cNvPr id="27" name="TextBox 26">
              <a:extLst>
                <a:ext uri="{FF2B5EF4-FFF2-40B4-BE49-F238E27FC236}">
                  <a16:creationId xmlns:a16="http://schemas.microsoft.com/office/drawing/2014/main" id="{01D24579-C636-7BB3-C6C1-78E05C3693DD}"/>
                </a:ext>
                <a:ext uri="{C183D7F6-B498-43B3-948B-1728B52AA6E4}">
                  <adec:decorative xmlns:adec="http://schemas.microsoft.com/office/drawing/2017/decorative" val="1"/>
                </a:ext>
              </a:extLst>
            </p:cNvPr>
            <p:cNvSpPr txBox="1"/>
            <p:nvPr/>
          </p:nvSpPr>
          <p:spPr>
            <a:xfrm>
              <a:off x="9996175" y="4800550"/>
              <a:ext cx="442523" cy="344449"/>
            </a:xfrm>
            <a:prstGeom prst="rect">
              <a:avLst/>
            </a:prstGeom>
            <a:noFill/>
            <a:ln>
              <a:solidFill>
                <a:schemeClr val="tx2"/>
              </a:solidFill>
            </a:ln>
          </p:spPr>
          <p:txBody>
            <a:bodyPr wrap="non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latin typeface="+mj-lt"/>
                </a:rPr>
                <a:t> Apps</a:t>
              </a:r>
            </a:p>
          </p:txBody>
        </p:sp>
        <p:sp>
          <p:nvSpPr>
            <p:cNvPr id="28" name="Oval 27">
              <a:extLst>
                <a:ext uri="{FF2B5EF4-FFF2-40B4-BE49-F238E27FC236}">
                  <a16:creationId xmlns:a16="http://schemas.microsoft.com/office/drawing/2014/main" id="{B895474A-7EA3-52AA-E20B-FC731D1708DD}"/>
                </a:ext>
              </a:extLst>
            </p:cNvPr>
            <p:cNvSpPr/>
            <p:nvPr/>
          </p:nvSpPr>
          <p:spPr bwMode="auto">
            <a:xfrm>
              <a:off x="9970448" y="4286851"/>
              <a:ext cx="500900" cy="500898"/>
            </a:xfrm>
            <a:prstGeom prst="ellipse">
              <a:avLst/>
            </a:prstGeom>
            <a:solidFill>
              <a:schemeClr val="tx2"/>
            </a:solidFill>
            <a:ln w="15875" cap="rnd">
              <a:solidFill>
                <a:schemeClr val="tx2"/>
              </a:solid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err="1">
                <a:ln w="3175">
                  <a:noFill/>
                </a:ln>
                <a:latin typeface="+mj-lt"/>
                <a:cs typeface="Segoe Sans Display Semibold" pitchFamily="2" charset="0"/>
              </a:endParaRPr>
            </a:p>
          </p:txBody>
        </p:sp>
        <p:pic>
          <p:nvPicPr>
            <p:cNvPr id="29" name="Graphic 28">
              <a:extLst>
                <a:ext uri="{FF2B5EF4-FFF2-40B4-BE49-F238E27FC236}">
                  <a16:creationId xmlns:a16="http://schemas.microsoft.com/office/drawing/2014/main" id="{D9385987-F181-AEE9-45B4-4F186389BC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0887" y="4367289"/>
              <a:ext cx="340022" cy="340022"/>
            </a:xfrm>
            <a:prstGeom prst="rect">
              <a:avLst/>
            </a:prstGeom>
          </p:spPr>
        </p:pic>
        <p:pic>
          <p:nvPicPr>
            <p:cNvPr id="30" name="Picture 29">
              <a:extLst>
                <a:ext uri="{FF2B5EF4-FFF2-40B4-BE49-F238E27FC236}">
                  <a16:creationId xmlns:a16="http://schemas.microsoft.com/office/drawing/2014/main" id="{6BD6E6AF-9D6F-996B-3AB0-B21A963012DC}"/>
                </a:ext>
              </a:extLst>
            </p:cNvPr>
            <p:cNvPicPr>
              <a:picLocks/>
            </p:cNvPicPr>
            <p:nvPr/>
          </p:nvPicPr>
          <p:blipFill rotWithShape="1">
            <a:blip r:embed="rId4"/>
            <a:srcRect b="30299"/>
            <a:stretch>
              <a:fillRect/>
            </a:stretch>
          </p:blipFill>
          <p:spPr>
            <a:xfrm>
              <a:off x="10322140" y="4029922"/>
              <a:ext cx="382319" cy="400110"/>
            </a:xfrm>
            <a:prstGeom prst="ellipse">
              <a:avLst/>
            </a:prstGeom>
            <a:solidFill>
              <a:schemeClr val="bg1"/>
            </a:solidFill>
            <a:ln w="12700" cap="flat" cmpd="sng" algn="ctr">
              <a:solidFill>
                <a:schemeClr val="tx2"/>
              </a:solidFill>
              <a:prstDash val="solid"/>
              <a:headEnd type="none" w="med" len="med"/>
              <a:tailEnd type="none" w="med" len="med"/>
            </a:ln>
            <a:effectLst/>
          </p:spPr>
        </p:pic>
      </p:grpSp>
      <p:grpSp>
        <p:nvGrpSpPr>
          <p:cNvPr id="31" name="Group 30">
            <a:extLst>
              <a:ext uri="{FF2B5EF4-FFF2-40B4-BE49-F238E27FC236}">
                <a16:creationId xmlns:a16="http://schemas.microsoft.com/office/drawing/2014/main" id="{E0F23FA5-A886-ADDF-D29F-AD2A09080089}"/>
              </a:ext>
              <a:ext uri="{C183D7F6-B498-43B3-948B-1728B52AA6E4}">
                <adec:decorative xmlns:adec="http://schemas.microsoft.com/office/drawing/2017/decorative" val="1"/>
              </a:ext>
            </a:extLst>
          </p:cNvPr>
          <p:cNvGrpSpPr>
            <a:grpSpLocks noChangeAspect="1"/>
          </p:cNvGrpSpPr>
          <p:nvPr/>
        </p:nvGrpSpPr>
        <p:grpSpPr>
          <a:xfrm>
            <a:off x="2373312" y="3677920"/>
            <a:ext cx="257369" cy="257369"/>
            <a:chOff x="11452159" y="2847975"/>
            <a:chExt cx="423861" cy="423862"/>
          </a:xfrm>
          <a:solidFill>
            <a:schemeClr val="bg1"/>
          </a:solidFill>
        </p:grpSpPr>
        <p:sp>
          <p:nvSpPr>
            <p:cNvPr id="32" name="Oval 31">
              <a:extLst>
                <a:ext uri="{FF2B5EF4-FFF2-40B4-BE49-F238E27FC236}">
                  <a16:creationId xmlns:a16="http://schemas.microsoft.com/office/drawing/2014/main" id="{317E7A4E-06E1-DAEB-AFBD-4788918B1507}"/>
                </a:ext>
              </a:extLst>
            </p:cNvPr>
            <p:cNvSpPr/>
            <p:nvPr/>
          </p:nvSpPr>
          <p:spPr bwMode="auto">
            <a:xfrm>
              <a:off x="11452159" y="2847975"/>
              <a:ext cx="423861"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a:latin typeface="+mj-lt"/>
                <a:cs typeface="Segoe UI" pitchFamily="34" charset="0"/>
              </a:endParaRPr>
            </a:p>
          </p:txBody>
        </p:sp>
        <p:pic>
          <p:nvPicPr>
            <p:cNvPr id="33" name="Graphic 32">
              <a:extLst>
                <a:ext uri="{FF2B5EF4-FFF2-40B4-BE49-F238E27FC236}">
                  <a16:creationId xmlns:a16="http://schemas.microsoft.com/office/drawing/2014/main" id="{28F6A039-CB5F-F7D4-C6CE-08D19CD0E8A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26453" y="2922270"/>
              <a:ext cx="275273" cy="275273"/>
            </a:xfrm>
            <a:prstGeom prst="rect">
              <a:avLst/>
            </a:prstGeom>
          </p:spPr>
        </p:pic>
      </p:grpSp>
      <p:grpSp>
        <p:nvGrpSpPr>
          <p:cNvPr id="34" name="Group 33">
            <a:extLst>
              <a:ext uri="{FF2B5EF4-FFF2-40B4-BE49-F238E27FC236}">
                <a16:creationId xmlns:a16="http://schemas.microsoft.com/office/drawing/2014/main" id="{A1B888E3-77A9-3789-FE67-77904EE33DE2}"/>
              </a:ext>
              <a:ext uri="{C183D7F6-B498-43B3-948B-1728B52AA6E4}">
                <adec:decorative xmlns:adec="http://schemas.microsoft.com/office/drawing/2017/decorative" val="1"/>
              </a:ext>
            </a:extLst>
          </p:cNvPr>
          <p:cNvGrpSpPr>
            <a:grpSpLocks noChangeAspect="1"/>
          </p:cNvGrpSpPr>
          <p:nvPr/>
        </p:nvGrpSpPr>
        <p:grpSpPr>
          <a:xfrm>
            <a:off x="4878267" y="2369150"/>
            <a:ext cx="257369" cy="257369"/>
            <a:chOff x="11520488" y="2847975"/>
            <a:chExt cx="423862" cy="423862"/>
          </a:xfrm>
          <a:solidFill>
            <a:schemeClr val="bg1"/>
          </a:solidFill>
        </p:grpSpPr>
        <p:sp>
          <p:nvSpPr>
            <p:cNvPr id="35" name="Oval 34">
              <a:extLst>
                <a:ext uri="{FF2B5EF4-FFF2-40B4-BE49-F238E27FC236}">
                  <a16:creationId xmlns:a16="http://schemas.microsoft.com/office/drawing/2014/main" id="{C635D49C-4101-C7BF-6759-20CFA72D1ABD}"/>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err="1">
                <a:latin typeface="+mj-lt"/>
                <a:cs typeface="Segoe UI" pitchFamily="34" charset="0"/>
              </a:endParaRPr>
            </a:p>
          </p:txBody>
        </p:sp>
        <p:pic>
          <p:nvPicPr>
            <p:cNvPr id="36" name="Graphic 35">
              <a:extLst>
                <a:ext uri="{FF2B5EF4-FFF2-40B4-BE49-F238E27FC236}">
                  <a16:creationId xmlns:a16="http://schemas.microsoft.com/office/drawing/2014/main" id="{61D0D88E-FE6E-BD11-7440-0C7953EBDC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sp>
        <p:nvSpPr>
          <p:cNvPr id="37" name="TextBox 36">
            <a:extLst>
              <a:ext uri="{FF2B5EF4-FFF2-40B4-BE49-F238E27FC236}">
                <a16:creationId xmlns:a16="http://schemas.microsoft.com/office/drawing/2014/main" id="{32561E48-101E-65A4-1C69-39DCA252A462}"/>
              </a:ext>
              <a:ext uri="{C183D7F6-B498-43B3-948B-1728B52AA6E4}">
                <adec:decorative xmlns:adec="http://schemas.microsoft.com/office/drawing/2017/decorative" val="1"/>
              </a:ext>
            </a:extLst>
          </p:cNvPr>
          <p:cNvSpPr txBox="1"/>
          <p:nvPr/>
        </p:nvSpPr>
        <p:spPr>
          <a:xfrm>
            <a:off x="2523919" y="2987084"/>
            <a:ext cx="811120"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mj-lt"/>
              </a:rPr>
              <a:t>H2A - Prompt</a:t>
            </a:r>
          </a:p>
        </p:txBody>
      </p:sp>
      <p:cxnSp>
        <p:nvCxnSpPr>
          <p:cNvPr id="38" name="Connector: Elbow 37">
            <a:extLst>
              <a:ext uri="{FF2B5EF4-FFF2-40B4-BE49-F238E27FC236}">
                <a16:creationId xmlns:a16="http://schemas.microsoft.com/office/drawing/2014/main" id="{87784447-6F3B-6F29-D539-122F7492E357}"/>
              </a:ext>
              <a:ext uri="{C183D7F6-B498-43B3-948B-1728B52AA6E4}">
                <adec:decorative xmlns:adec="http://schemas.microsoft.com/office/drawing/2017/decorative" val="1"/>
              </a:ext>
            </a:extLst>
          </p:cNvPr>
          <p:cNvCxnSpPr>
            <a:cxnSpLocks/>
          </p:cNvCxnSpPr>
          <p:nvPr/>
        </p:nvCxnSpPr>
        <p:spPr>
          <a:xfrm rot="10800000">
            <a:off x="2182376" y="2328650"/>
            <a:ext cx="1184311" cy="458698"/>
          </a:xfrm>
          <a:prstGeom prst="bentConnector3">
            <a:avLst>
              <a:gd name="adj1" fmla="val 50000"/>
            </a:avLst>
          </a:prstGeom>
          <a:ln w="12700">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68AD6437-4CAB-832B-54A9-5929CEB56D06}"/>
              </a:ext>
              <a:ext uri="{C183D7F6-B498-43B3-948B-1728B52AA6E4}">
                <adec:decorative xmlns:adec="http://schemas.microsoft.com/office/drawing/2017/decorative" val="1"/>
              </a:ext>
            </a:extLst>
          </p:cNvPr>
          <p:cNvCxnSpPr>
            <a:cxnSpLocks/>
          </p:cNvCxnSpPr>
          <p:nvPr/>
        </p:nvCxnSpPr>
        <p:spPr>
          <a:xfrm>
            <a:off x="2216201" y="2422963"/>
            <a:ext cx="1106815" cy="458316"/>
          </a:xfrm>
          <a:prstGeom prst="bentConnector3">
            <a:avLst>
              <a:gd name="adj1" fmla="val 42359"/>
            </a:avLst>
          </a:prstGeom>
          <a:ln w="12700">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6C5C2D5-96C3-7A83-919D-60FE8D362E48}"/>
              </a:ext>
              <a:ext uri="{C183D7F6-B498-43B3-948B-1728B52AA6E4}">
                <adec:decorative xmlns:adec="http://schemas.microsoft.com/office/drawing/2017/decorative" val="1"/>
              </a:ext>
            </a:extLst>
          </p:cNvPr>
          <p:cNvSpPr txBox="1"/>
          <p:nvPr/>
        </p:nvSpPr>
        <p:spPr>
          <a:xfrm>
            <a:off x="2171940" y="2058442"/>
            <a:ext cx="942566"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A2H – Response</a:t>
            </a:r>
          </a:p>
        </p:txBody>
      </p:sp>
      <p:grpSp>
        <p:nvGrpSpPr>
          <p:cNvPr id="41" name="Group 40">
            <a:extLst>
              <a:ext uri="{FF2B5EF4-FFF2-40B4-BE49-F238E27FC236}">
                <a16:creationId xmlns:a16="http://schemas.microsoft.com/office/drawing/2014/main" id="{8CD1CE94-A855-B8EC-7D52-F4973FEFCFC2}"/>
              </a:ext>
              <a:ext uri="{C183D7F6-B498-43B3-948B-1728B52AA6E4}">
                <adec:decorative xmlns:adec="http://schemas.microsoft.com/office/drawing/2017/decorative" val="1"/>
              </a:ext>
            </a:extLst>
          </p:cNvPr>
          <p:cNvGrpSpPr/>
          <p:nvPr/>
        </p:nvGrpSpPr>
        <p:grpSpPr>
          <a:xfrm>
            <a:off x="3788073" y="4001459"/>
            <a:ext cx="257369" cy="548640"/>
            <a:chOff x="3608439" y="3840648"/>
            <a:chExt cx="257369" cy="548640"/>
          </a:xfrm>
        </p:grpSpPr>
        <p:cxnSp>
          <p:nvCxnSpPr>
            <p:cNvPr id="42" name="Straight Connector 41">
              <a:extLst>
                <a:ext uri="{FF2B5EF4-FFF2-40B4-BE49-F238E27FC236}">
                  <a16:creationId xmlns:a16="http://schemas.microsoft.com/office/drawing/2014/main" id="{30B812E4-BCFF-17BF-A208-68EC6CA46F0F}"/>
                </a:ext>
              </a:extLst>
            </p:cNvPr>
            <p:cNvCxnSpPr>
              <a:cxnSpLocks/>
            </p:cNvCxnSpPr>
            <p:nvPr/>
          </p:nvCxnSpPr>
          <p:spPr>
            <a:xfrm>
              <a:off x="3737123" y="3840648"/>
              <a:ext cx="0" cy="548640"/>
            </a:xfrm>
            <a:prstGeom prst="line">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60814633-76F4-7B94-D529-A3495E62A51D}"/>
                </a:ext>
                <a:ext uri="{C183D7F6-B498-43B3-948B-1728B52AA6E4}">
                  <adec:decorative xmlns:adec="http://schemas.microsoft.com/office/drawing/2017/decorative" val="1"/>
                </a:ext>
              </a:extLst>
            </p:cNvPr>
            <p:cNvGrpSpPr>
              <a:grpSpLocks noChangeAspect="1"/>
            </p:cNvGrpSpPr>
            <p:nvPr/>
          </p:nvGrpSpPr>
          <p:grpSpPr>
            <a:xfrm>
              <a:off x="3608439" y="3986281"/>
              <a:ext cx="257369" cy="257369"/>
              <a:chOff x="11520488" y="2684668"/>
              <a:chExt cx="423862" cy="423863"/>
            </a:xfrm>
            <a:solidFill>
              <a:schemeClr val="bg1"/>
            </a:solidFill>
          </p:grpSpPr>
          <p:sp>
            <p:nvSpPr>
              <p:cNvPr id="44" name="Oval 43">
                <a:extLst>
                  <a:ext uri="{FF2B5EF4-FFF2-40B4-BE49-F238E27FC236}">
                    <a16:creationId xmlns:a16="http://schemas.microsoft.com/office/drawing/2014/main" id="{F5E884B2-3524-7D4A-EE9C-807D9EA189A6}"/>
                  </a:ext>
                </a:extLst>
              </p:cNvPr>
              <p:cNvSpPr/>
              <p:nvPr/>
            </p:nvSpPr>
            <p:spPr bwMode="auto">
              <a:xfrm>
                <a:off x="11520488" y="2684668"/>
                <a:ext cx="423862" cy="423863"/>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45" name="Graphic 44">
                <a:extLst>
                  <a:ext uri="{FF2B5EF4-FFF2-40B4-BE49-F238E27FC236}">
                    <a16:creationId xmlns:a16="http://schemas.microsoft.com/office/drawing/2014/main" id="{53DA66EE-3A36-02AB-AE83-46DAACD6F3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758960"/>
                <a:ext cx="275273" cy="275274"/>
              </a:xfrm>
              <a:prstGeom prst="rect">
                <a:avLst/>
              </a:prstGeom>
            </p:spPr>
          </p:pic>
        </p:grpSp>
      </p:grpSp>
      <p:sp>
        <p:nvSpPr>
          <p:cNvPr id="46" name="TextBox 45">
            <a:extLst>
              <a:ext uri="{FF2B5EF4-FFF2-40B4-BE49-F238E27FC236}">
                <a16:creationId xmlns:a16="http://schemas.microsoft.com/office/drawing/2014/main" id="{DE6E3756-9A37-6A25-F00A-2CBB47C96895}"/>
              </a:ext>
              <a:ext uri="{C183D7F6-B498-43B3-948B-1728B52AA6E4}">
                <adec:decorative xmlns:adec="http://schemas.microsoft.com/office/drawing/2017/decorative" val="1"/>
              </a:ext>
            </a:extLst>
          </p:cNvPr>
          <p:cNvSpPr txBox="1"/>
          <p:nvPr/>
        </p:nvSpPr>
        <p:spPr>
          <a:xfrm>
            <a:off x="1791413" y="4271283"/>
            <a:ext cx="993862"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A2A – Invocation</a:t>
            </a:r>
          </a:p>
        </p:txBody>
      </p:sp>
      <p:sp>
        <p:nvSpPr>
          <p:cNvPr id="47" name="TextBox 46">
            <a:extLst>
              <a:ext uri="{FF2B5EF4-FFF2-40B4-BE49-F238E27FC236}">
                <a16:creationId xmlns:a16="http://schemas.microsoft.com/office/drawing/2014/main" id="{82591277-359F-0A44-E087-444CDD339D75}"/>
              </a:ext>
              <a:ext uri="{C183D7F6-B498-43B3-948B-1728B52AA6E4}">
                <adec:decorative xmlns:adec="http://schemas.microsoft.com/office/drawing/2017/decorative" val="1"/>
              </a:ext>
            </a:extLst>
          </p:cNvPr>
          <p:cNvSpPr txBox="1"/>
          <p:nvPr/>
        </p:nvSpPr>
        <p:spPr>
          <a:xfrm>
            <a:off x="4541879" y="1929458"/>
            <a:ext cx="1083630"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A2LLM – Inference</a:t>
            </a:r>
          </a:p>
        </p:txBody>
      </p:sp>
      <p:grpSp>
        <p:nvGrpSpPr>
          <p:cNvPr id="48" name="Group 47">
            <a:extLst>
              <a:ext uri="{FF2B5EF4-FFF2-40B4-BE49-F238E27FC236}">
                <a16:creationId xmlns:a16="http://schemas.microsoft.com/office/drawing/2014/main" id="{2A8380F7-3955-1348-F2E8-9833267AD66C}"/>
              </a:ext>
              <a:ext uri="{C183D7F6-B498-43B3-948B-1728B52AA6E4}">
                <adec:decorative xmlns:adec="http://schemas.microsoft.com/office/drawing/2017/decorative" val="1"/>
              </a:ext>
            </a:extLst>
          </p:cNvPr>
          <p:cNvGrpSpPr>
            <a:grpSpLocks noChangeAspect="1"/>
          </p:cNvGrpSpPr>
          <p:nvPr/>
        </p:nvGrpSpPr>
        <p:grpSpPr>
          <a:xfrm>
            <a:off x="2632517" y="2530246"/>
            <a:ext cx="257369" cy="257369"/>
            <a:chOff x="11520488" y="2847975"/>
            <a:chExt cx="423862" cy="423862"/>
          </a:xfrm>
        </p:grpSpPr>
        <p:sp>
          <p:nvSpPr>
            <p:cNvPr id="49" name="Oval 48">
              <a:extLst>
                <a:ext uri="{FF2B5EF4-FFF2-40B4-BE49-F238E27FC236}">
                  <a16:creationId xmlns:a16="http://schemas.microsoft.com/office/drawing/2014/main" id="{23F16623-B584-0784-3845-99A9D1993F9F}"/>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err="1">
                <a:ln>
                  <a:noFill/>
                </a:ln>
                <a:effectLst/>
                <a:uLnTx/>
                <a:uFillTx/>
                <a:latin typeface="+mj-lt"/>
                <a:ea typeface="+mn-ea"/>
                <a:cs typeface="Segoe UI" pitchFamily="34" charset="0"/>
              </a:endParaRPr>
            </a:p>
          </p:txBody>
        </p:sp>
        <p:pic>
          <p:nvPicPr>
            <p:cNvPr id="50" name="Graphic 49">
              <a:extLst>
                <a:ext uri="{FF2B5EF4-FFF2-40B4-BE49-F238E27FC236}">
                  <a16:creationId xmlns:a16="http://schemas.microsoft.com/office/drawing/2014/main" id="{A4EDA200-4364-F85E-A433-1144E732D33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cxnSp>
        <p:nvCxnSpPr>
          <p:cNvPr id="51" name="Connector: Elbow 50">
            <a:extLst>
              <a:ext uri="{FF2B5EF4-FFF2-40B4-BE49-F238E27FC236}">
                <a16:creationId xmlns:a16="http://schemas.microsoft.com/office/drawing/2014/main" id="{4DE66B05-3E71-E400-6C59-34881B27D8FD}"/>
              </a:ext>
              <a:ext uri="{C183D7F6-B498-43B3-948B-1728B52AA6E4}">
                <adec:decorative xmlns:adec="http://schemas.microsoft.com/office/drawing/2017/decorative" val="1"/>
              </a:ext>
            </a:extLst>
          </p:cNvPr>
          <p:cNvCxnSpPr>
            <a:cxnSpLocks/>
          </p:cNvCxnSpPr>
          <p:nvPr/>
        </p:nvCxnSpPr>
        <p:spPr>
          <a:xfrm rot="10800000">
            <a:off x="4610100" y="3447736"/>
            <a:ext cx="1753884" cy="713728"/>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52" name="Group 51">
            <a:extLst>
              <a:ext uri="{FF2B5EF4-FFF2-40B4-BE49-F238E27FC236}">
                <a16:creationId xmlns:a16="http://schemas.microsoft.com/office/drawing/2014/main" id="{D8DD8DCC-BDA2-70EC-8CA2-3B4CA2A9BC11}"/>
              </a:ext>
              <a:ext uri="{C183D7F6-B498-43B3-948B-1728B52AA6E4}">
                <adec:decorative xmlns:adec="http://schemas.microsoft.com/office/drawing/2017/decorative" val="1"/>
              </a:ext>
            </a:extLst>
          </p:cNvPr>
          <p:cNvGrpSpPr>
            <a:grpSpLocks noChangeAspect="1"/>
          </p:cNvGrpSpPr>
          <p:nvPr/>
        </p:nvGrpSpPr>
        <p:grpSpPr>
          <a:xfrm>
            <a:off x="5358357" y="3675916"/>
            <a:ext cx="257369" cy="257369"/>
            <a:chOff x="11520488" y="2847975"/>
            <a:chExt cx="423862" cy="423862"/>
          </a:xfrm>
          <a:solidFill>
            <a:schemeClr val="bg1"/>
          </a:solidFill>
        </p:grpSpPr>
        <p:sp>
          <p:nvSpPr>
            <p:cNvPr id="53" name="Oval 52">
              <a:extLst>
                <a:ext uri="{FF2B5EF4-FFF2-40B4-BE49-F238E27FC236}">
                  <a16:creationId xmlns:a16="http://schemas.microsoft.com/office/drawing/2014/main" id="{8A509C88-D88A-2556-CC09-B5BDCAC932BD}"/>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54" name="Graphic 53">
              <a:extLst>
                <a:ext uri="{FF2B5EF4-FFF2-40B4-BE49-F238E27FC236}">
                  <a16:creationId xmlns:a16="http://schemas.microsoft.com/office/drawing/2014/main" id="{655C4F01-9D4A-73A5-2717-6344C00DAA4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sp>
        <p:nvSpPr>
          <p:cNvPr id="55" name="TextBox 54">
            <a:extLst>
              <a:ext uri="{FF2B5EF4-FFF2-40B4-BE49-F238E27FC236}">
                <a16:creationId xmlns:a16="http://schemas.microsoft.com/office/drawing/2014/main" id="{4D9EB01C-F2F5-32C6-BC79-73B69002824B}"/>
              </a:ext>
              <a:ext uri="{C183D7F6-B498-43B3-948B-1728B52AA6E4}">
                <adec:decorative xmlns:adec="http://schemas.microsoft.com/office/drawing/2017/decorative" val="1"/>
              </a:ext>
            </a:extLst>
          </p:cNvPr>
          <p:cNvSpPr txBox="1"/>
          <p:nvPr/>
        </p:nvSpPr>
        <p:spPr>
          <a:xfrm>
            <a:off x="5235470" y="4267268"/>
            <a:ext cx="1147751"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A2App – Invocation</a:t>
            </a:r>
          </a:p>
        </p:txBody>
      </p:sp>
      <p:grpSp>
        <p:nvGrpSpPr>
          <p:cNvPr id="56" name="Group 55">
            <a:extLst>
              <a:ext uri="{FF2B5EF4-FFF2-40B4-BE49-F238E27FC236}">
                <a16:creationId xmlns:a16="http://schemas.microsoft.com/office/drawing/2014/main" id="{A2723207-89FF-700D-4CB8-9BD9923FA774}"/>
              </a:ext>
              <a:ext uri="{C183D7F6-B498-43B3-948B-1728B52AA6E4}">
                <adec:decorative xmlns:adec="http://schemas.microsoft.com/office/drawing/2017/decorative" val="1"/>
              </a:ext>
            </a:extLst>
          </p:cNvPr>
          <p:cNvGrpSpPr/>
          <p:nvPr/>
        </p:nvGrpSpPr>
        <p:grpSpPr>
          <a:xfrm>
            <a:off x="6441942" y="3193507"/>
            <a:ext cx="283122" cy="274493"/>
            <a:chOff x="6441942" y="3193507"/>
            <a:chExt cx="283122" cy="274493"/>
          </a:xfrm>
        </p:grpSpPr>
        <p:sp>
          <p:nvSpPr>
            <p:cNvPr id="57" name="Oval 56">
              <a:extLst>
                <a:ext uri="{FF2B5EF4-FFF2-40B4-BE49-F238E27FC236}">
                  <a16:creationId xmlns:a16="http://schemas.microsoft.com/office/drawing/2014/main" id="{2C1C245F-9392-7A2E-C709-DBA29FBC483A}"/>
                </a:ext>
              </a:extLst>
            </p:cNvPr>
            <p:cNvSpPr/>
            <p:nvPr/>
          </p:nvSpPr>
          <p:spPr bwMode="auto">
            <a:xfrm>
              <a:off x="6441942" y="3193507"/>
              <a:ext cx="283122" cy="274493"/>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mj-lt"/>
                <a:ea typeface="+mn-ea"/>
                <a:cs typeface="Segoe UI" pitchFamily="34" charset="0"/>
              </a:endParaRPr>
            </a:p>
          </p:txBody>
        </p:sp>
        <p:sp>
          <p:nvSpPr>
            <p:cNvPr id="58" name="Graphic 153">
              <a:extLst>
                <a:ext uri="{FF2B5EF4-FFF2-40B4-BE49-F238E27FC236}">
                  <a16:creationId xmlns:a16="http://schemas.microsoft.com/office/drawing/2014/main" id="{468307E2-B87B-A4FC-6C07-52ABBD02F737}"/>
                </a:ext>
              </a:extLst>
            </p:cNvPr>
            <p:cNvSpPr/>
            <p:nvPr/>
          </p:nvSpPr>
          <p:spPr>
            <a:xfrm>
              <a:off x="6525497" y="3262235"/>
              <a:ext cx="116010" cy="140592"/>
            </a:xfrm>
            <a:custGeom>
              <a:avLst/>
              <a:gdLst>
                <a:gd name="csX0" fmla="*/ 0 w 116010"/>
                <a:gd name="csY0" fmla="*/ 28119 h 140592"/>
                <a:gd name="csX1" fmla="*/ 5612 w 116010"/>
                <a:gd name="csY1" fmla="*/ 15606 h 140592"/>
                <a:gd name="csX2" fmla="*/ 18612 w 116010"/>
                <a:gd name="csY2" fmla="*/ 7156 h 140592"/>
                <a:gd name="csX3" fmla="*/ 58005 w 116010"/>
                <a:gd name="csY3" fmla="*/ 0 h 140592"/>
                <a:gd name="csX4" fmla="*/ 97398 w 116010"/>
                <a:gd name="csY4" fmla="*/ 7156 h 140592"/>
                <a:gd name="csX5" fmla="*/ 110398 w 116010"/>
                <a:gd name="csY5" fmla="*/ 15606 h 140592"/>
                <a:gd name="csX6" fmla="*/ 116010 w 116010"/>
                <a:gd name="csY6" fmla="*/ 28119 h 140592"/>
                <a:gd name="csX7" fmla="*/ 116010 w 116010"/>
                <a:gd name="csY7" fmla="*/ 112474 h 140592"/>
                <a:gd name="csX8" fmla="*/ 110398 w 116010"/>
                <a:gd name="csY8" fmla="*/ 124987 h 140592"/>
                <a:gd name="csX9" fmla="*/ 97398 w 116010"/>
                <a:gd name="csY9" fmla="*/ 133443 h 140592"/>
                <a:gd name="csX10" fmla="*/ 58005 w 116010"/>
                <a:gd name="csY10" fmla="*/ 140593 h 140592"/>
                <a:gd name="csX11" fmla="*/ 18612 w 116010"/>
                <a:gd name="csY11" fmla="*/ 133443 h 140592"/>
                <a:gd name="csX12" fmla="*/ 5612 w 116010"/>
                <a:gd name="csY12" fmla="*/ 124987 h 140592"/>
                <a:gd name="csX13" fmla="*/ 0 w 116010"/>
                <a:gd name="csY13" fmla="*/ 112474 h 140592"/>
                <a:gd name="csX14" fmla="*/ 0 w 116010"/>
                <a:gd name="csY14" fmla="*/ 28119 h 140592"/>
                <a:gd name="csX15" fmla="*/ 10876 w 116010"/>
                <a:gd name="csY15" fmla="*/ 28119 h 140592"/>
                <a:gd name="csX16" fmla="*/ 13522 w 116010"/>
                <a:gd name="csY16" fmla="*/ 33391 h 140592"/>
                <a:gd name="csX17" fmla="*/ 23057 w 116010"/>
                <a:gd name="csY17" fmla="*/ 39464 h 140592"/>
                <a:gd name="csX18" fmla="*/ 58005 w 116010"/>
                <a:gd name="csY18" fmla="*/ 45693 h 140592"/>
                <a:gd name="csX19" fmla="*/ 92953 w 116010"/>
                <a:gd name="csY19" fmla="*/ 39464 h 140592"/>
                <a:gd name="csX20" fmla="*/ 102488 w 116010"/>
                <a:gd name="csY20" fmla="*/ 33391 h 140592"/>
                <a:gd name="csX21" fmla="*/ 105134 w 116010"/>
                <a:gd name="csY21" fmla="*/ 28119 h 140592"/>
                <a:gd name="csX22" fmla="*/ 102488 w 116010"/>
                <a:gd name="csY22" fmla="*/ 22846 h 140592"/>
                <a:gd name="csX23" fmla="*/ 92953 w 116010"/>
                <a:gd name="csY23" fmla="*/ 16773 h 140592"/>
                <a:gd name="csX24" fmla="*/ 58005 w 116010"/>
                <a:gd name="csY24" fmla="*/ 10544 h 140592"/>
                <a:gd name="csX25" fmla="*/ 23057 w 116010"/>
                <a:gd name="csY25" fmla="*/ 16773 h 140592"/>
                <a:gd name="csX26" fmla="*/ 13522 w 116010"/>
                <a:gd name="csY26" fmla="*/ 22846 h 140592"/>
                <a:gd name="csX27" fmla="*/ 10876 w 116010"/>
                <a:gd name="csY27" fmla="*/ 28119 h 140592"/>
                <a:gd name="csX28" fmla="*/ 105134 w 116010"/>
                <a:gd name="csY28" fmla="*/ 44933 h 140592"/>
                <a:gd name="csX29" fmla="*/ 97398 w 116010"/>
                <a:gd name="csY29" fmla="*/ 49081 h 140592"/>
                <a:gd name="csX30" fmla="*/ 58005 w 116010"/>
                <a:gd name="csY30" fmla="*/ 56237 h 140592"/>
                <a:gd name="csX31" fmla="*/ 18612 w 116010"/>
                <a:gd name="csY31" fmla="*/ 49081 h 140592"/>
                <a:gd name="csX32" fmla="*/ 10876 w 116010"/>
                <a:gd name="csY32" fmla="*/ 44933 h 140592"/>
                <a:gd name="csX33" fmla="*/ 10876 w 116010"/>
                <a:gd name="csY33" fmla="*/ 112474 h 140592"/>
                <a:gd name="csX34" fmla="*/ 13522 w 116010"/>
                <a:gd name="csY34" fmla="*/ 117746 h 140592"/>
                <a:gd name="csX35" fmla="*/ 23057 w 116010"/>
                <a:gd name="csY35" fmla="*/ 123820 h 140592"/>
                <a:gd name="csX36" fmla="*/ 58005 w 116010"/>
                <a:gd name="csY36" fmla="*/ 130048 h 140592"/>
                <a:gd name="csX37" fmla="*/ 92953 w 116010"/>
                <a:gd name="csY37" fmla="*/ 123820 h 140592"/>
                <a:gd name="csX38" fmla="*/ 102488 w 116010"/>
                <a:gd name="csY38" fmla="*/ 117746 h 140592"/>
                <a:gd name="csX39" fmla="*/ 105134 w 116010"/>
                <a:gd name="csY39" fmla="*/ 112474 h 140592"/>
                <a:gd name="csX40" fmla="*/ 105134 w 116010"/>
                <a:gd name="csY40" fmla="*/ 44933 h 140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6010" h="140592">
                  <a:moveTo>
                    <a:pt x="0" y="28119"/>
                  </a:moveTo>
                  <a:cubicBezTo>
                    <a:pt x="0" y="23268"/>
                    <a:pt x="2284" y="19029"/>
                    <a:pt x="5612" y="15606"/>
                  </a:cubicBezTo>
                  <a:cubicBezTo>
                    <a:pt x="8911" y="12217"/>
                    <a:pt x="13435" y="9399"/>
                    <a:pt x="18612" y="7156"/>
                  </a:cubicBezTo>
                  <a:cubicBezTo>
                    <a:pt x="28973" y="2650"/>
                    <a:pt x="42902" y="0"/>
                    <a:pt x="58005" y="0"/>
                  </a:cubicBezTo>
                  <a:cubicBezTo>
                    <a:pt x="73108" y="0"/>
                    <a:pt x="87037" y="2650"/>
                    <a:pt x="97398" y="7156"/>
                  </a:cubicBezTo>
                  <a:cubicBezTo>
                    <a:pt x="102575" y="9406"/>
                    <a:pt x="107099" y="12217"/>
                    <a:pt x="110398" y="15606"/>
                  </a:cubicBezTo>
                  <a:cubicBezTo>
                    <a:pt x="113726" y="19029"/>
                    <a:pt x="116010" y="23268"/>
                    <a:pt x="116010" y="28119"/>
                  </a:cubicBezTo>
                  <a:lnTo>
                    <a:pt x="116010" y="112474"/>
                  </a:lnTo>
                  <a:cubicBezTo>
                    <a:pt x="116010" y="117324"/>
                    <a:pt x="113726" y="121563"/>
                    <a:pt x="110398" y="124987"/>
                  </a:cubicBezTo>
                  <a:cubicBezTo>
                    <a:pt x="107099" y="128375"/>
                    <a:pt x="102575" y="131194"/>
                    <a:pt x="97398" y="133443"/>
                  </a:cubicBezTo>
                  <a:cubicBezTo>
                    <a:pt x="87037" y="137942"/>
                    <a:pt x="73108" y="140593"/>
                    <a:pt x="58005" y="140593"/>
                  </a:cubicBezTo>
                  <a:cubicBezTo>
                    <a:pt x="42902" y="140593"/>
                    <a:pt x="28973" y="137942"/>
                    <a:pt x="18612" y="133443"/>
                  </a:cubicBezTo>
                  <a:cubicBezTo>
                    <a:pt x="13435" y="131194"/>
                    <a:pt x="8911" y="128382"/>
                    <a:pt x="5612" y="124987"/>
                  </a:cubicBezTo>
                  <a:cubicBezTo>
                    <a:pt x="2284" y="121563"/>
                    <a:pt x="0" y="117324"/>
                    <a:pt x="0" y="112474"/>
                  </a:cubicBezTo>
                  <a:lnTo>
                    <a:pt x="0" y="28119"/>
                  </a:lnTo>
                  <a:close/>
                  <a:moveTo>
                    <a:pt x="10876" y="28119"/>
                  </a:moveTo>
                  <a:cubicBezTo>
                    <a:pt x="10876" y="29574"/>
                    <a:pt x="11528" y="31352"/>
                    <a:pt x="13522" y="33391"/>
                  </a:cubicBezTo>
                  <a:cubicBezTo>
                    <a:pt x="15545" y="35471"/>
                    <a:pt x="18721" y="37580"/>
                    <a:pt x="23057" y="39464"/>
                  </a:cubicBezTo>
                  <a:cubicBezTo>
                    <a:pt x="31721" y="43225"/>
                    <a:pt x="44077" y="45693"/>
                    <a:pt x="58005" y="45693"/>
                  </a:cubicBezTo>
                  <a:cubicBezTo>
                    <a:pt x="71933" y="45693"/>
                    <a:pt x="84289" y="43232"/>
                    <a:pt x="92953" y="39464"/>
                  </a:cubicBezTo>
                  <a:cubicBezTo>
                    <a:pt x="97289" y="37580"/>
                    <a:pt x="100465" y="35471"/>
                    <a:pt x="102488" y="33391"/>
                  </a:cubicBezTo>
                  <a:cubicBezTo>
                    <a:pt x="104482" y="31352"/>
                    <a:pt x="105134" y="29574"/>
                    <a:pt x="105134" y="28119"/>
                  </a:cubicBezTo>
                  <a:cubicBezTo>
                    <a:pt x="105134" y="26663"/>
                    <a:pt x="104482" y="24885"/>
                    <a:pt x="102488" y="22846"/>
                  </a:cubicBezTo>
                  <a:cubicBezTo>
                    <a:pt x="100465" y="20766"/>
                    <a:pt x="97289" y="18657"/>
                    <a:pt x="92953" y="16773"/>
                  </a:cubicBezTo>
                  <a:cubicBezTo>
                    <a:pt x="84289" y="13012"/>
                    <a:pt x="71926" y="10544"/>
                    <a:pt x="58005" y="10544"/>
                  </a:cubicBezTo>
                  <a:cubicBezTo>
                    <a:pt x="44077" y="10544"/>
                    <a:pt x="31721" y="13005"/>
                    <a:pt x="23057" y="16773"/>
                  </a:cubicBezTo>
                  <a:cubicBezTo>
                    <a:pt x="18721" y="18657"/>
                    <a:pt x="15545" y="20766"/>
                    <a:pt x="13522" y="22846"/>
                  </a:cubicBezTo>
                  <a:cubicBezTo>
                    <a:pt x="11528" y="24885"/>
                    <a:pt x="10876" y="26663"/>
                    <a:pt x="10876" y="28119"/>
                  </a:cubicBezTo>
                  <a:close/>
                  <a:moveTo>
                    <a:pt x="105134" y="44933"/>
                  </a:moveTo>
                  <a:cubicBezTo>
                    <a:pt x="102814" y="46480"/>
                    <a:pt x="100204" y="47865"/>
                    <a:pt x="97398" y="49081"/>
                  </a:cubicBezTo>
                  <a:cubicBezTo>
                    <a:pt x="87037" y="53587"/>
                    <a:pt x="73108" y="56237"/>
                    <a:pt x="58005" y="56237"/>
                  </a:cubicBezTo>
                  <a:cubicBezTo>
                    <a:pt x="42902" y="56237"/>
                    <a:pt x="28973" y="53587"/>
                    <a:pt x="18612" y="49081"/>
                  </a:cubicBezTo>
                  <a:cubicBezTo>
                    <a:pt x="15911" y="47926"/>
                    <a:pt x="13321" y="46538"/>
                    <a:pt x="10876" y="44933"/>
                  </a:cubicBezTo>
                  <a:lnTo>
                    <a:pt x="10876" y="112474"/>
                  </a:lnTo>
                  <a:cubicBezTo>
                    <a:pt x="10876" y="113929"/>
                    <a:pt x="11528" y="115708"/>
                    <a:pt x="13522" y="117746"/>
                  </a:cubicBezTo>
                  <a:cubicBezTo>
                    <a:pt x="15545" y="119827"/>
                    <a:pt x="18721" y="121936"/>
                    <a:pt x="23057" y="123820"/>
                  </a:cubicBezTo>
                  <a:cubicBezTo>
                    <a:pt x="31721" y="127581"/>
                    <a:pt x="44077" y="130048"/>
                    <a:pt x="58005" y="130048"/>
                  </a:cubicBezTo>
                  <a:cubicBezTo>
                    <a:pt x="71933" y="130048"/>
                    <a:pt x="84289" y="127588"/>
                    <a:pt x="92953" y="123820"/>
                  </a:cubicBezTo>
                  <a:cubicBezTo>
                    <a:pt x="97289" y="121936"/>
                    <a:pt x="100465" y="119827"/>
                    <a:pt x="102488" y="117746"/>
                  </a:cubicBezTo>
                  <a:cubicBezTo>
                    <a:pt x="104482" y="115708"/>
                    <a:pt x="105134" y="113929"/>
                    <a:pt x="105134" y="112474"/>
                  </a:cubicBezTo>
                  <a:lnTo>
                    <a:pt x="105134" y="44933"/>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a:lstStyle/>
            <a:p>
              <a:endParaRPr lang="en-IN">
                <a:latin typeface="+mj-lt"/>
              </a:endParaRPr>
            </a:p>
          </p:txBody>
        </p:sp>
      </p:grpSp>
      <p:cxnSp>
        <p:nvCxnSpPr>
          <p:cNvPr id="59" name="Connector: Elbow 58">
            <a:extLst>
              <a:ext uri="{FF2B5EF4-FFF2-40B4-BE49-F238E27FC236}">
                <a16:creationId xmlns:a16="http://schemas.microsoft.com/office/drawing/2014/main" id="{CE7C1309-41FF-BBFF-0407-4EAA8596FB19}"/>
              </a:ext>
              <a:ext uri="{C183D7F6-B498-43B3-948B-1728B52AA6E4}">
                <adec:decorative xmlns:adec="http://schemas.microsoft.com/office/drawing/2017/decorative" val="1"/>
              </a:ext>
            </a:extLst>
          </p:cNvPr>
          <p:cNvCxnSpPr>
            <a:cxnSpLocks/>
          </p:cNvCxnSpPr>
          <p:nvPr/>
        </p:nvCxnSpPr>
        <p:spPr>
          <a:xfrm>
            <a:off x="4402671" y="2785074"/>
            <a:ext cx="1643115" cy="373462"/>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60" name="Group 59">
            <a:extLst>
              <a:ext uri="{FF2B5EF4-FFF2-40B4-BE49-F238E27FC236}">
                <a16:creationId xmlns:a16="http://schemas.microsoft.com/office/drawing/2014/main" id="{BA41A2A9-DB9C-7E8B-965A-C334A747C82A}"/>
              </a:ext>
              <a:ext uri="{C183D7F6-B498-43B3-948B-1728B52AA6E4}">
                <adec:decorative xmlns:adec="http://schemas.microsoft.com/office/drawing/2017/decorative" val="1"/>
              </a:ext>
            </a:extLst>
          </p:cNvPr>
          <p:cNvGrpSpPr>
            <a:grpSpLocks noChangeAspect="1"/>
          </p:cNvGrpSpPr>
          <p:nvPr/>
        </p:nvGrpSpPr>
        <p:grpSpPr>
          <a:xfrm>
            <a:off x="5479191" y="3028326"/>
            <a:ext cx="257369" cy="257369"/>
            <a:chOff x="11520488" y="2847975"/>
            <a:chExt cx="423862" cy="423862"/>
          </a:xfrm>
          <a:solidFill>
            <a:schemeClr val="bg1"/>
          </a:solidFill>
        </p:grpSpPr>
        <p:sp>
          <p:nvSpPr>
            <p:cNvPr id="61" name="Oval 60">
              <a:extLst>
                <a:ext uri="{FF2B5EF4-FFF2-40B4-BE49-F238E27FC236}">
                  <a16:creationId xmlns:a16="http://schemas.microsoft.com/office/drawing/2014/main" id="{9F9F5C7A-237C-BDE7-8A04-E43E6ACFB421}"/>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62" name="Graphic 61">
              <a:extLst>
                <a:ext uri="{FF2B5EF4-FFF2-40B4-BE49-F238E27FC236}">
                  <a16:creationId xmlns:a16="http://schemas.microsoft.com/office/drawing/2014/main" id="{4A6B9075-6CBC-F13E-951A-0733974631C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sp>
        <p:nvSpPr>
          <p:cNvPr id="63" name="Rectangle: Rounded Corners 62">
            <a:extLst>
              <a:ext uri="{FF2B5EF4-FFF2-40B4-BE49-F238E27FC236}">
                <a16:creationId xmlns:a16="http://schemas.microsoft.com/office/drawing/2014/main" id="{96AB1A4C-71F9-FE08-8903-BFC42D495FAB}"/>
              </a:ext>
              <a:ext uri="{C183D7F6-B498-43B3-948B-1728B52AA6E4}">
                <adec:decorative xmlns:adec="http://schemas.microsoft.com/office/drawing/2017/decorative" val="1"/>
              </a:ext>
            </a:extLst>
          </p:cNvPr>
          <p:cNvSpPr/>
          <p:nvPr/>
        </p:nvSpPr>
        <p:spPr bwMode="auto">
          <a:xfrm>
            <a:off x="2429652" y="4652337"/>
            <a:ext cx="2974211" cy="731520"/>
          </a:xfrm>
          <a:prstGeom prst="roundRect">
            <a:avLst>
              <a:gd name="adj" fmla="val 8201"/>
            </a:avLst>
          </a:prstGeom>
          <a:solidFill>
            <a:schemeClr val="accent2">
              <a:lumMod val="20000"/>
              <a:lumOff val="80000"/>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mj-lt"/>
              </a:rPr>
              <a:t>Tools</a:t>
            </a:r>
          </a:p>
        </p:txBody>
      </p:sp>
      <p:sp>
        <p:nvSpPr>
          <p:cNvPr id="64" name="Oval 63">
            <a:extLst>
              <a:ext uri="{FF2B5EF4-FFF2-40B4-BE49-F238E27FC236}">
                <a16:creationId xmlns:a16="http://schemas.microsoft.com/office/drawing/2014/main" id="{8A45AC59-07BE-6CBE-57D7-74DE3626C566}"/>
              </a:ext>
              <a:ext uri="{C183D7F6-B498-43B3-948B-1728B52AA6E4}">
                <adec:decorative xmlns:adec="http://schemas.microsoft.com/office/drawing/2017/decorative" val="1"/>
              </a:ext>
            </a:extLst>
          </p:cNvPr>
          <p:cNvSpPr/>
          <p:nvPr/>
        </p:nvSpPr>
        <p:spPr bwMode="auto">
          <a:xfrm>
            <a:off x="2603522" y="4971225"/>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65" name="Rectangle 64">
            <a:extLst>
              <a:ext uri="{FF2B5EF4-FFF2-40B4-BE49-F238E27FC236}">
                <a16:creationId xmlns:a16="http://schemas.microsoft.com/office/drawing/2014/main" id="{4368BA8A-B471-9A4A-4067-A65A01E957FD}"/>
              </a:ext>
              <a:ext uri="{C183D7F6-B498-43B3-948B-1728B52AA6E4}">
                <adec:decorative xmlns:adec="http://schemas.microsoft.com/office/drawing/2017/decorative" val="1"/>
              </a:ext>
            </a:extLst>
          </p:cNvPr>
          <p:cNvSpPr/>
          <p:nvPr/>
        </p:nvSpPr>
        <p:spPr>
          <a:xfrm>
            <a:off x="2639750" y="5032565"/>
            <a:ext cx="252224" cy="183138"/>
          </a:xfrm>
          <a:prstGeom prst="rect">
            <a:avLst/>
          </a:prstGeom>
          <a:no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0" cap="none" spc="0" normalizeH="0" baseline="0" noProof="0">
                <a:ln>
                  <a:noFill/>
                </a:ln>
                <a:effectLst/>
                <a:uLnTx/>
                <a:uFillTx/>
                <a:latin typeface="+mj-lt"/>
                <a:ea typeface="+mj-ea"/>
                <a:cs typeface="+mj-cs"/>
              </a:rPr>
              <a:t>MCPs</a:t>
            </a:r>
          </a:p>
        </p:txBody>
      </p:sp>
      <p:sp>
        <p:nvSpPr>
          <p:cNvPr id="66" name="Oval 65">
            <a:extLst>
              <a:ext uri="{FF2B5EF4-FFF2-40B4-BE49-F238E27FC236}">
                <a16:creationId xmlns:a16="http://schemas.microsoft.com/office/drawing/2014/main" id="{3BA53308-77F5-5252-6B52-35FC92439460}"/>
              </a:ext>
              <a:ext uri="{C183D7F6-B498-43B3-948B-1728B52AA6E4}">
                <adec:decorative xmlns:adec="http://schemas.microsoft.com/office/drawing/2017/decorative" val="1"/>
              </a:ext>
            </a:extLst>
          </p:cNvPr>
          <p:cNvSpPr/>
          <p:nvPr/>
        </p:nvSpPr>
        <p:spPr bwMode="auto">
          <a:xfrm>
            <a:off x="3531136" y="4978583"/>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67" name="Rectangle 66">
            <a:extLst>
              <a:ext uri="{FF2B5EF4-FFF2-40B4-BE49-F238E27FC236}">
                <a16:creationId xmlns:a16="http://schemas.microsoft.com/office/drawing/2014/main" id="{EAB6698D-5F00-E128-6936-984F32FAC827}"/>
              </a:ext>
              <a:ext uri="{C183D7F6-B498-43B3-948B-1728B52AA6E4}">
                <adec:decorative xmlns:adec="http://schemas.microsoft.com/office/drawing/2017/decorative" val="1"/>
              </a:ext>
            </a:extLst>
          </p:cNvPr>
          <p:cNvSpPr/>
          <p:nvPr/>
        </p:nvSpPr>
        <p:spPr>
          <a:xfrm>
            <a:off x="3576582" y="5086134"/>
            <a:ext cx="216548" cy="92333"/>
          </a:xfrm>
          <a:prstGeom prst="rect">
            <a:avLst/>
          </a:prstGeom>
          <a:noFill/>
          <a:ln w="19050" cap="flat" cmpd="sng" algn="ctr">
            <a:noFill/>
            <a:prstDash val="solid"/>
            <a:miter lim="800000"/>
          </a:ln>
          <a:effectLst/>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0" cap="none" spc="0" normalizeH="0" baseline="0" noProof="0">
                <a:ln>
                  <a:noFill/>
                </a:ln>
                <a:effectLst/>
                <a:uLnTx/>
                <a:uFillTx/>
                <a:latin typeface="+mj-lt"/>
                <a:ea typeface="+mj-ea"/>
                <a:cs typeface="+mj-cs"/>
              </a:rPr>
              <a:t>APIs</a:t>
            </a:r>
          </a:p>
        </p:txBody>
      </p:sp>
      <p:sp>
        <p:nvSpPr>
          <p:cNvPr id="68" name="Oval 67">
            <a:extLst>
              <a:ext uri="{FF2B5EF4-FFF2-40B4-BE49-F238E27FC236}">
                <a16:creationId xmlns:a16="http://schemas.microsoft.com/office/drawing/2014/main" id="{6BC37324-F852-58C9-64DE-6242203ABDCC}"/>
              </a:ext>
              <a:ext uri="{C183D7F6-B498-43B3-948B-1728B52AA6E4}">
                <adec:decorative xmlns:adec="http://schemas.microsoft.com/office/drawing/2017/decorative" val="1"/>
              </a:ext>
            </a:extLst>
          </p:cNvPr>
          <p:cNvSpPr/>
          <p:nvPr/>
        </p:nvSpPr>
        <p:spPr bwMode="auto">
          <a:xfrm>
            <a:off x="3994943" y="4964422"/>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69" name="Oval 68">
            <a:extLst>
              <a:ext uri="{FF2B5EF4-FFF2-40B4-BE49-F238E27FC236}">
                <a16:creationId xmlns:a16="http://schemas.microsoft.com/office/drawing/2014/main" id="{9BE618FD-6888-8E1C-0EC1-A7F00E172E93}"/>
              </a:ext>
              <a:ext uri="{C183D7F6-B498-43B3-948B-1728B52AA6E4}">
                <adec:decorative xmlns:adec="http://schemas.microsoft.com/office/drawing/2017/decorative" val="1"/>
              </a:ext>
            </a:extLst>
          </p:cNvPr>
          <p:cNvSpPr/>
          <p:nvPr/>
        </p:nvSpPr>
        <p:spPr bwMode="auto">
          <a:xfrm>
            <a:off x="4458750" y="4979127"/>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70" name="Oval 69">
            <a:extLst>
              <a:ext uri="{FF2B5EF4-FFF2-40B4-BE49-F238E27FC236}">
                <a16:creationId xmlns:a16="http://schemas.microsoft.com/office/drawing/2014/main" id="{5EAAEC97-E7EF-DF1F-CCB2-F259B1E3B0FF}"/>
              </a:ext>
              <a:ext uri="{C183D7F6-B498-43B3-948B-1728B52AA6E4}">
                <adec:decorative xmlns:adec="http://schemas.microsoft.com/office/drawing/2017/decorative" val="1"/>
              </a:ext>
            </a:extLst>
          </p:cNvPr>
          <p:cNvSpPr/>
          <p:nvPr/>
        </p:nvSpPr>
        <p:spPr bwMode="auto">
          <a:xfrm>
            <a:off x="4922557" y="4971225"/>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71" name="Graphic 169">
            <a:extLst>
              <a:ext uri="{FF2B5EF4-FFF2-40B4-BE49-F238E27FC236}">
                <a16:creationId xmlns:a16="http://schemas.microsoft.com/office/drawing/2014/main" id="{612F6DEF-14B9-49DF-3B90-59C730CE648A}"/>
              </a:ext>
              <a:ext uri="{C183D7F6-B498-43B3-948B-1728B52AA6E4}">
                <adec:decorative xmlns:adec="http://schemas.microsoft.com/office/drawing/2017/decorative" val="1"/>
              </a:ext>
            </a:extLst>
          </p:cNvPr>
          <p:cNvSpPr/>
          <p:nvPr/>
        </p:nvSpPr>
        <p:spPr>
          <a:xfrm>
            <a:off x="5013289" y="5047974"/>
            <a:ext cx="125972" cy="157464"/>
          </a:xfrm>
          <a:custGeom>
            <a:avLst/>
            <a:gdLst>
              <a:gd name="csX0" fmla="*/ 0 w 111630"/>
              <a:gd name="csY0" fmla="*/ 27908 h 139537"/>
              <a:gd name="csX1" fmla="*/ 5400 w 111630"/>
              <a:gd name="csY1" fmla="*/ 15489 h 139537"/>
              <a:gd name="csX2" fmla="*/ 17910 w 111630"/>
              <a:gd name="csY2" fmla="*/ 7102 h 139537"/>
              <a:gd name="csX3" fmla="*/ 55815 w 111630"/>
              <a:gd name="csY3" fmla="*/ 0 h 139537"/>
              <a:gd name="csX4" fmla="*/ 93721 w 111630"/>
              <a:gd name="csY4" fmla="*/ 7102 h 139537"/>
              <a:gd name="csX5" fmla="*/ 106231 w 111630"/>
              <a:gd name="csY5" fmla="*/ 15489 h 139537"/>
              <a:gd name="csX6" fmla="*/ 111631 w 111630"/>
              <a:gd name="csY6" fmla="*/ 27908 h 139537"/>
              <a:gd name="csX7" fmla="*/ 111631 w 111630"/>
              <a:gd name="csY7" fmla="*/ 111630 h 139537"/>
              <a:gd name="csX8" fmla="*/ 106231 w 111630"/>
              <a:gd name="csY8" fmla="*/ 124049 h 139537"/>
              <a:gd name="csX9" fmla="*/ 93721 w 111630"/>
              <a:gd name="csY9" fmla="*/ 132442 h 139537"/>
              <a:gd name="csX10" fmla="*/ 55815 w 111630"/>
              <a:gd name="csY10" fmla="*/ 139538 h 139537"/>
              <a:gd name="csX11" fmla="*/ 17910 w 111630"/>
              <a:gd name="csY11" fmla="*/ 132442 h 139537"/>
              <a:gd name="csX12" fmla="*/ 5400 w 111630"/>
              <a:gd name="csY12" fmla="*/ 124049 h 139537"/>
              <a:gd name="csX13" fmla="*/ 0 w 111630"/>
              <a:gd name="csY13" fmla="*/ 111630 h 139537"/>
              <a:gd name="csX14" fmla="*/ 0 w 111630"/>
              <a:gd name="csY14" fmla="*/ 27908 h 139537"/>
              <a:gd name="csX15" fmla="*/ 10465 w 111630"/>
              <a:gd name="csY15" fmla="*/ 27908 h 139537"/>
              <a:gd name="csX16" fmla="*/ 13012 w 111630"/>
              <a:gd name="csY16" fmla="*/ 33140 h 139537"/>
              <a:gd name="csX17" fmla="*/ 22187 w 111630"/>
              <a:gd name="csY17" fmla="*/ 39168 h 139537"/>
              <a:gd name="csX18" fmla="*/ 55815 w 111630"/>
              <a:gd name="csY18" fmla="*/ 45350 h 139537"/>
              <a:gd name="csX19" fmla="*/ 89444 w 111630"/>
              <a:gd name="csY19" fmla="*/ 39168 h 139537"/>
              <a:gd name="csX20" fmla="*/ 98619 w 111630"/>
              <a:gd name="csY20" fmla="*/ 33140 h 139537"/>
              <a:gd name="csX21" fmla="*/ 101165 w 111630"/>
              <a:gd name="csY21" fmla="*/ 27908 h 139537"/>
              <a:gd name="csX22" fmla="*/ 98619 w 111630"/>
              <a:gd name="csY22" fmla="*/ 22675 h 139537"/>
              <a:gd name="csX23" fmla="*/ 89444 w 111630"/>
              <a:gd name="csY23" fmla="*/ 16647 h 139537"/>
              <a:gd name="csX24" fmla="*/ 55815 w 111630"/>
              <a:gd name="csY24" fmla="*/ 10465 h 139537"/>
              <a:gd name="csX25" fmla="*/ 22187 w 111630"/>
              <a:gd name="csY25" fmla="*/ 16647 h 139537"/>
              <a:gd name="csX26" fmla="*/ 13012 w 111630"/>
              <a:gd name="csY26" fmla="*/ 22675 h 139537"/>
              <a:gd name="csX27" fmla="*/ 10465 w 111630"/>
              <a:gd name="csY27" fmla="*/ 27908 h 139537"/>
              <a:gd name="csX28" fmla="*/ 101165 w 111630"/>
              <a:gd name="csY28" fmla="*/ 44596 h 139537"/>
              <a:gd name="csX29" fmla="*/ 93721 w 111630"/>
              <a:gd name="csY29" fmla="*/ 48713 h 139537"/>
              <a:gd name="csX30" fmla="*/ 55815 w 111630"/>
              <a:gd name="csY30" fmla="*/ 55815 h 139537"/>
              <a:gd name="csX31" fmla="*/ 17910 w 111630"/>
              <a:gd name="csY31" fmla="*/ 48713 h 139537"/>
              <a:gd name="csX32" fmla="*/ 10465 w 111630"/>
              <a:gd name="csY32" fmla="*/ 44596 h 139537"/>
              <a:gd name="csX33" fmla="*/ 10465 w 111630"/>
              <a:gd name="csY33" fmla="*/ 111630 h 139537"/>
              <a:gd name="csX34" fmla="*/ 13012 w 111630"/>
              <a:gd name="csY34" fmla="*/ 116863 h 139537"/>
              <a:gd name="csX35" fmla="*/ 22187 w 111630"/>
              <a:gd name="csY35" fmla="*/ 122891 h 139537"/>
              <a:gd name="csX36" fmla="*/ 55815 w 111630"/>
              <a:gd name="csY36" fmla="*/ 129072 h 139537"/>
              <a:gd name="csX37" fmla="*/ 89444 w 111630"/>
              <a:gd name="csY37" fmla="*/ 122891 h 139537"/>
              <a:gd name="csX38" fmla="*/ 98619 w 111630"/>
              <a:gd name="csY38" fmla="*/ 116863 h 139537"/>
              <a:gd name="csX39" fmla="*/ 101165 w 111630"/>
              <a:gd name="csY39" fmla="*/ 111630 h 139537"/>
              <a:gd name="csX40" fmla="*/ 101165 w 111630"/>
              <a:gd name="csY40" fmla="*/ 44596 h 139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1630" h="139537">
                <a:moveTo>
                  <a:pt x="0" y="27908"/>
                </a:moveTo>
                <a:cubicBezTo>
                  <a:pt x="0" y="23093"/>
                  <a:pt x="2198" y="18886"/>
                  <a:pt x="5400" y="15489"/>
                </a:cubicBezTo>
                <a:cubicBezTo>
                  <a:pt x="8575" y="12126"/>
                  <a:pt x="12928" y="9328"/>
                  <a:pt x="17910" y="7102"/>
                </a:cubicBezTo>
                <a:cubicBezTo>
                  <a:pt x="27880" y="2630"/>
                  <a:pt x="41282" y="0"/>
                  <a:pt x="55815" y="0"/>
                </a:cubicBezTo>
                <a:cubicBezTo>
                  <a:pt x="70348" y="0"/>
                  <a:pt x="83751" y="2630"/>
                  <a:pt x="93721" y="7102"/>
                </a:cubicBezTo>
                <a:cubicBezTo>
                  <a:pt x="98702" y="9335"/>
                  <a:pt x="103056" y="12126"/>
                  <a:pt x="106231" y="15489"/>
                </a:cubicBezTo>
                <a:cubicBezTo>
                  <a:pt x="109433" y="18886"/>
                  <a:pt x="111631" y="23093"/>
                  <a:pt x="111631" y="27908"/>
                </a:cubicBezTo>
                <a:lnTo>
                  <a:pt x="111631" y="111630"/>
                </a:lnTo>
                <a:cubicBezTo>
                  <a:pt x="111631" y="116444"/>
                  <a:pt x="109433" y="120651"/>
                  <a:pt x="106231" y="124049"/>
                </a:cubicBezTo>
                <a:cubicBezTo>
                  <a:pt x="103056" y="127412"/>
                  <a:pt x="98702" y="130209"/>
                  <a:pt x="93721" y="132442"/>
                </a:cubicBezTo>
                <a:cubicBezTo>
                  <a:pt x="83751" y="136907"/>
                  <a:pt x="70348" y="139538"/>
                  <a:pt x="55815" y="139538"/>
                </a:cubicBezTo>
                <a:cubicBezTo>
                  <a:pt x="41282" y="139538"/>
                  <a:pt x="27880" y="136907"/>
                  <a:pt x="17910" y="132442"/>
                </a:cubicBezTo>
                <a:cubicBezTo>
                  <a:pt x="12928" y="130209"/>
                  <a:pt x="8575" y="127419"/>
                  <a:pt x="5400" y="124049"/>
                </a:cubicBezTo>
                <a:cubicBezTo>
                  <a:pt x="2198" y="120651"/>
                  <a:pt x="0" y="116444"/>
                  <a:pt x="0" y="111630"/>
                </a:cubicBezTo>
                <a:lnTo>
                  <a:pt x="0" y="27908"/>
                </a:lnTo>
                <a:close/>
                <a:moveTo>
                  <a:pt x="10465" y="27908"/>
                </a:moveTo>
                <a:cubicBezTo>
                  <a:pt x="10465" y="29352"/>
                  <a:pt x="11093" y="31117"/>
                  <a:pt x="13012" y="33140"/>
                </a:cubicBezTo>
                <a:cubicBezTo>
                  <a:pt x="14959" y="35205"/>
                  <a:pt x="18014" y="37298"/>
                  <a:pt x="22187" y="39168"/>
                </a:cubicBezTo>
                <a:cubicBezTo>
                  <a:pt x="30524" y="42901"/>
                  <a:pt x="42413" y="45350"/>
                  <a:pt x="55815" y="45350"/>
                </a:cubicBezTo>
                <a:cubicBezTo>
                  <a:pt x="69218" y="45350"/>
                  <a:pt x="81107" y="42908"/>
                  <a:pt x="89444" y="39168"/>
                </a:cubicBezTo>
                <a:cubicBezTo>
                  <a:pt x="93616" y="37298"/>
                  <a:pt x="96672" y="35205"/>
                  <a:pt x="98619" y="33140"/>
                </a:cubicBezTo>
                <a:cubicBezTo>
                  <a:pt x="100537" y="31117"/>
                  <a:pt x="101165" y="29352"/>
                  <a:pt x="101165" y="27908"/>
                </a:cubicBezTo>
                <a:cubicBezTo>
                  <a:pt x="101165" y="26463"/>
                  <a:pt x="100537" y="24698"/>
                  <a:pt x="98619" y="22675"/>
                </a:cubicBezTo>
                <a:cubicBezTo>
                  <a:pt x="96672" y="20610"/>
                  <a:pt x="93616" y="18517"/>
                  <a:pt x="89444" y="16647"/>
                </a:cubicBezTo>
                <a:cubicBezTo>
                  <a:pt x="81107" y="12914"/>
                  <a:pt x="69211" y="10465"/>
                  <a:pt x="55815" y="10465"/>
                </a:cubicBezTo>
                <a:cubicBezTo>
                  <a:pt x="42413" y="10465"/>
                  <a:pt x="30524" y="12907"/>
                  <a:pt x="22187" y="16647"/>
                </a:cubicBezTo>
                <a:cubicBezTo>
                  <a:pt x="18014" y="18517"/>
                  <a:pt x="14959" y="20610"/>
                  <a:pt x="13012" y="22675"/>
                </a:cubicBezTo>
                <a:cubicBezTo>
                  <a:pt x="11093" y="24698"/>
                  <a:pt x="10465" y="26463"/>
                  <a:pt x="10465" y="27908"/>
                </a:cubicBezTo>
                <a:close/>
                <a:moveTo>
                  <a:pt x="101165" y="44596"/>
                </a:moveTo>
                <a:cubicBezTo>
                  <a:pt x="98933" y="46131"/>
                  <a:pt x="96421" y="47506"/>
                  <a:pt x="93721" y="48713"/>
                </a:cubicBezTo>
                <a:cubicBezTo>
                  <a:pt x="83751" y="53185"/>
                  <a:pt x="70348" y="55815"/>
                  <a:pt x="55815" y="55815"/>
                </a:cubicBezTo>
                <a:cubicBezTo>
                  <a:pt x="41282" y="55815"/>
                  <a:pt x="27880" y="53185"/>
                  <a:pt x="17910" y="48713"/>
                </a:cubicBezTo>
                <a:cubicBezTo>
                  <a:pt x="15310" y="47566"/>
                  <a:pt x="12819" y="46188"/>
                  <a:pt x="10465" y="44596"/>
                </a:cubicBezTo>
                <a:lnTo>
                  <a:pt x="10465" y="111630"/>
                </a:lnTo>
                <a:cubicBezTo>
                  <a:pt x="10465" y="113074"/>
                  <a:pt x="11093" y="114839"/>
                  <a:pt x="13012" y="116863"/>
                </a:cubicBezTo>
                <a:cubicBezTo>
                  <a:pt x="14959" y="118928"/>
                  <a:pt x="18014" y="121021"/>
                  <a:pt x="22187" y="122891"/>
                </a:cubicBezTo>
                <a:cubicBezTo>
                  <a:pt x="30524" y="126623"/>
                  <a:pt x="42413" y="129072"/>
                  <a:pt x="55815" y="129072"/>
                </a:cubicBezTo>
                <a:cubicBezTo>
                  <a:pt x="69218" y="129072"/>
                  <a:pt x="81107" y="126630"/>
                  <a:pt x="89444" y="122891"/>
                </a:cubicBezTo>
                <a:cubicBezTo>
                  <a:pt x="93616" y="121021"/>
                  <a:pt x="96672" y="118928"/>
                  <a:pt x="98619" y="116863"/>
                </a:cubicBezTo>
                <a:cubicBezTo>
                  <a:pt x="100537" y="114839"/>
                  <a:pt x="101165" y="113074"/>
                  <a:pt x="101165" y="111630"/>
                </a:cubicBezTo>
                <a:lnTo>
                  <a:pt x="101165" y="4459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a:lstStyle/>
          <a:p>
            <a:endParaRPr lang="en-IN">
              <a:latin typeface="+mj-lt"/>
            </a:endParaRPr>
          </a:p>
        </p:txBody>
      </p:sp>
      <p:sp>
        <p:nvSpPr>
          <p:cNvPr id="72" name="Rectangle: Rounded Corners 71">
            <a:extLst>
              <a:ext uri="{FF2B5EF4-FFF2-40B4-BE49-F238E27FC236}">
                <a16:creationId xmlns:a16="http://schemas.microsoft.com/office/drawing/2014/main" id="{75854585-FA4E-BE72-5674-0768CD933096}"/>
              </a:ext>
              <a:ext uri="{C183D7F6-B498-43B3-948B-1728B52AA6E4}">
                <adec:decorative xmlns:adec="http://schemas.microsoft.com/office/drawing/2017/decorative" val="1"/>
              </a:ext>
            </a:extLst>
          </p:cNvPr>
          <p:cNvSpPr/>
          <p:nvPr/>
        </p:nvSpPr>
        <p:spPr bwMode="auto">
          <a:xfrm>
            <a:off x="2429652" y="5423918"/>
            <a:ext cx="2971800" cy="253349"/>
          </a:xfrm>
          <a:prstGeom prst="roundRect">
            <a:avLst>
              <a:gd name="adj" fmla="val 5000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i="0" u="none" strike="noStrike" kern="1200" cap="none" spc="0" normalizeH="0" baseline="0" noProof="0">
                <a:ln>
                  <a:noFill/>
                </a:ln>
                <a:solidFill>
                  <a:schemeClr val="bg1"/>
                </a:solidFill>
                <a:effectLst/>
                <a:uLnTx/>
                <a:uFillTx/>
                <a:latin typeface="+mj-lt"/>
                <a:ea typeface="+mj-ea"/>
                <a:cs typeface="+mj-cs"/>
              </a:rPr>
              <a:t>Data Sources</a:t>
            </a:r>
            <a:endParaRPr kumimoji="0" lang="en-US" sz="1600" i="0" u="none" strike="noStrike" kern="1200" cap="none" spc="0" normalizeH="0" baseline="0" noProof="0">
              <a:ln>
                <a:noFill/>
              </a:ln>
              <a:solidFill>
                <a:schemeClr val="bg1"/>
              </a:solidFill>
              <a:effectLst/>
              <a:uLnTx/>
              <a:uFillTx/>
              <a:latin typeface="+mj-lt"/>
              <a:ea typeface="+mj-ea"/>
              <a:cs typeface="+mj-cs"/>
            </a:endParaRPr>
          </a:p>
        </p:txBody>
      </p:sp>
      <p:sp>
        <p:nvSpPr>
          <p:cNvPr id="73" name="Oval 72">
            <a:extLst>
              <a:ext uri="{FF2B5EF4-FFF2-40B4-BE49-F238E27FC236}">
                <a16:creationId xmlns:a16="http://schemas.microsoft.com/office/drawing/2014/main" id="{15929A55-8746-B38F-3C12-D027CC23500F}"/>
              </a:ext>
              <a:ext uri="{C183D7F6-B498-43B3-948B-1728B52AA6E4}">
                <adec:decorative xmlns:adec="http://schemas.microsoft.com/office/drawing/2017/decorative" val="1"/>
              </a:ext>
            </a:extLst>
          </p:cNvPr>
          <p:cNvSpPr>
            <a:spLocks/>
          </p:cNvSpPr>
          <p:nvPr/>
        </p:nvSpPr>
        <p:spPr bwMode="auto">
          <a:xfrm>
            <a:off x="7355682" y="1522202"/>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sp>
        <p:nvSpPr>
          <p:cNvPr id="74" name="Oval 73">
            <a:extLst>
              <a:ext uri="{FF2B5EF4-FFF2-40B4-BE49-F238E27FC236}">
                <a16:creationId xmlns:a16="http://schemas.microsoft.com/office/drawing/2014/main" id="{BC8749B8-4851-50F9-72C9-275E367A5EFE}"/>
              </a:ext>
              <a:ext uri="{C183D7F6-B498-43B3-948B-1728B52AA6E4}">
                <adec:decorative xmlns:adec="http://schemas.microsoft.com/office/drawing/2017/decorative" val="1"/>
              </a:ext>
            </a:extLst>
          </p:cNvPr>
          <p:cNvSpPr>
            <a:spLocks/>
          </p:cNvSpPr>
          <p:nvPr/>
        </p:nvSpPr>
        <p:spPr bwMode="auto">
          <a:xfrm>
            <a:off x="7355682" y="2512602"/>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sp>
        <p:nvSpPr>
          <p:cNvPr id="75" name="Oval 74">
            <a:extLst>
              <a:ext uri="{FF2B5EF4-FFF2-40B4-BE49-F238E27FC236}">
                <a16:creationId xmlns:a16="http://schemas.microsoft.com/office/drawing/2014/main" id="{6BECFDA5-87D8-4C3C-EDE6-56108240A123}"/>
              </a:ext>
              <a:ext uri="{C183D7F6-B498-43B3-948B-1728B52AA6E4}">
                <adec:decorative xmlns:adec="http://schemas.microsoft.com/office/drawing/2017/decorative" val="1"/>
              </a:ext>
            </a:extLst>
          </p:cNvPr>
          <p:cNvSpPr>
            <a:spLocks/>
          </p:cNvSpPr>
          <p:nvPr/>
        </p:nvSpPr>
        <p:spPr bwMode="auto">
          <a:xfrm>
            <a:off x="7355682" y="5483802"/>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sp>
        <p:nvSpPr>
          <p:cNvPr id="76" name="Oval 75">
            <a:extLst>
              <a:ext uri="{FF2B5EF4-FFF2-40B4-BE49-F238E27FC236}">
                <a16:creationId xmlns:a16="http://schemas.microsoft.com/office/drawing/2014/main" id="{FE0DD854-5A2F-A885-559D-DB8449D1B5CC}"/>
              </a:ext>
              <a:ext uri="{C183D7F6-B498-43B3-948B-1728B52AA6E4}">
                <adec:decorative xmlns:adec="http://schemas.microsoft.com/office/drawing/2017/decorative" val="1"/>
              </a:ext>
            </a:extLst>
          </p:cNvPr>
          <p:cNvSpPr>
            <a:spLocks/>
          </p:cNvSpPr>
          <p:nvPr/>
        </p:nvSpPr>
        <p:spPr bwMode="auto">
          <a:xfrm>
            <a:off x="7355682" y="4493402"/>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sp>
        <p:nvSpPr>
          <p:cNvPr id="77" name="Oval 76">
            <a:extLst>
              <a:ext uri="{FF2B5EF4-FFF2-40B4-BE49-F238E27FC236}">
                <a16:creationId xmlns:a16="http://schemas.microsoft.com/office/drawing/2014/main" id="{51E9F08F-238F-7B2E-BBA7-103C244C91BE}"/>
              </a:ext>
              <a:ext uri="{C183D7F6-B498-43B3-948B-1728B52AA6E4}">
                <adec:decorative xmlns:adec="http://schemas.microsoft.com/office/drawing/2017/decorative" val="1"/>
              </a:ext>
            </a:extLst>
          </p:cNvPr>
          <p:cNvSpPr>
            <a:spLocks/>
          </p:cNvSpPr>
          <p:nvPr/>
        </p:nvSpPr>
        <p:spPr bwMode="auto">
          <a:xfrm>
            <a:off x="7355682" y="3503002"/>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cxnSp>
        <p:nvCxnSpPr>
          <p:cNvPr id="78" name="Straight Connector 77">
            <a:extLst>
              <a:ext uri="{FF2B5EF4-FFF2-40B4-BE49-F238E27FC236}">
                <a16:creationId xmlns:a16="http://schemas.microsoft.com/office/drawing/2014/main" id="{AF364BD0-E25A-82F0-7D43-F5ACE388EE04}"/>
              </a:ext>
              <a:ext uri="{C183D7F6-B498-43B3-948B-1728B52AA6E4}">
                <adec:decorative xmlns:adec="http://schemas.microsoft.com/office/drawing/2017/decorative" val="1"/>
              </a:ext>
            </a:extLst>
          </p:cNvPr>
          <p:cNvCxnSpPr>
            <a:cxnSpLocks/>
          </p:cNvCxnSpPr>
          <p:nvPr/>
        </p:nvCxnSpPr>
        <p:spPr>
          <a:xfrm>
            <a:off x="8124825" y="23074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5D29C0CE-E5F7-9899-CA19-CA5C049B28E5}"/>
              </a:ext>
              <a:ext uri="{C183D7F6-B498-43B3-948B-1728B52AA6E4}">
                <adec:decorative xmlns:adec="http://schemas.microsoft.com/office/drawing/2017/decorative" val="1"/>
              </a:ext>
            </a:extLst>
          </p:cNvPr>
          <p:cNvCxnSpPr>
            <a:cxnSpLocks/>
          </p:cNvCxnSpPr>
          <p:nvPr/>
        </p:nvCxnSpPr>
        <p:spPr>
          <a:xfrm>
            <a:off x="8124825" y="32978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C5F1D02-C5F1-3D60-40C3-A20928FF0F4D}"/>
              </a:ext>
              <a:ext uri="{C183D7F6-B498-43B3-948B-1728B52AA6E4}">
                <adec:decorative xmlns:adec="http://schemas.microsoft.com/office/drawing/2017/decorative" val="1"/>
              </a:ext>
            </a:extLst>
          </p:cNvPr>
          <p:cNvCxnSpPr>
            <a:cxnSpLocks/>
          </p:cNvCxnSpPr>
          <p:nvPr/>
        </p:nvCxnSpPr>
        <p:spPr>
          <a:xfrm>
            <a:off x="8124825" y="42882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D0A3BEA-BAFD-7BB7-AB61-C56A84D9C662}"/>
              </a:ext>
              <a:ext uri="{C183D7F6-B498-43B3-948B-1728B52AA6E4}">
                <adec:decorative xmlns:adec="http://schemas.microsoft.com/office/drawing/2017/decorative" val="1"/>
              </a:ext>
            </a:extLst>
          </p:cNvPr>
          <p:cNvCxnSpPr>
            <a:cxnSpLocks/>
          </p:cNvCxnSpPr>
          <p:nvPr/>
        </p:nvCxnSpPr>
        <p:spPr>
          <a:xfrm>
            <a:off x="8124825" y="52786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82" name="Graphic 81">
            <a:extLst>
              <a:ext uri="{FF2B5EF4-FFF2-40B4-BE49-F238E27FC236}">
                <a16:creationId xmlns:a16="http://schemas.microsoft.com/office/drawing/2014/main" id="{24F62596-D474-C1A1-1106-65831A17A64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81017" y="1645260"/>
            <a:ext cx="333960" cy="333960"/>
          </a:xfrm>
          <a:prstGeom prst="rect">
            <a:avLst/>
          </a:prstGeom>
        </p:spPr>
      </p:pic>
      <p:pic>
        <p:nvPicPr>
          <p:cNvPr id="83" name="Graphic 82">
            <a:extLst>
              <a:ext uri="{FF2B5EF4-FFF2-40B4-BE49-F238E27FC236}">
                <a16:creationId xmlns:a16="http://schemas.microsoft.com/office/drawing/2014/main" id="{997BDE5A-BB98-C562-DABC-B4AF208E5F9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81017" y="2635660"/>
            <a:ext cx="333960" cy="333960"/>
          </a:xfrm>
          <a:prstGeom prst="rect">
            <a:avLst/>
          </a:prstGeom>
        </p:spPr>
      </p:pic>
      <p:pic>
        <p:nvPicPr>
          <p:cNvPr id="84" name="Graphic 83">
            <a:extLst>
              <a:ext uri="{FF2B5EF4-FFF2-40B4-BE49-F238E27FC236}">
                <a16:creationId xmlns:a16="http://schemas.microsoft.com/office/drawing/2014/main" id="{A38FB910-8792-1C8B-0B9D-14AE93FC625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81017" y="3626060"/>
            <a:ext cx="333960" cy="333960"/>
          </a:xfrm>
          <a:prstGeom prst="rect">
            <a:avLst/>
          </a:prstGeom>
        </p:spPr>
      </p:pic>
      <p:pic>
        <p:nvPicPr>
          <p:cNvPr id="85" name="Graphic 84">
            <a:extLst>
              <a:ext uri="{FF2B5EF4-FFF2-40B4-BE49-F238E27FC236}">
                <a16:creationId xmlns:a16="http://schemas.microsoft.com/office/drawing/2014/main" id="{A99103AD-28D3-6C9A-E267-DE23677B970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81017" y="4616460"/>
            <a:ext cx="333960" cy="333960"/>
          </a:xfrm>
          <a:prstGeom prst="rect">
            <a:avLst/>
          </a:prstGeom>
        </p:spPr>
      </p:pic>
      <p:pic>
        <p:nvPicPr>
          <p:cNvPr id="86" name="Graphic 85">
            <a:extLst>
              <a:ext uri="{FF2B5EF4-FFF2-40B4-BE49-F238E27FC236}">
                <a16:creationId xmlns:a16="http://schemas.microsoft.com/office/drawing/2014/main" id="{7E9604B0-6D4E-38A2-15CB-6FF744C459F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481017" y="5606860"/>
            <a:ext cx="333960" cy="333960"/>
          </a:xfrm>
          <a:prstGeom prst="rect">
            <a:avLst/>
          </a:prstGeom>
        </p:spPr>
      </p:pic>
      <p:grpSp>
        <p:nvGrpSpPr>
          <p:cNvPr id="87" name="Group 86">
            <a:extLst>
              <a:ext uri="{FF2B5EF4-FFF2-40B4-BE49-F238E27FC236}">
                <a16:creationId xmlns:a16="http://schemas.microsoft.com/office/drawing/2014/main" id="{68DE3057-E059-AC97-D375-80FBAF0C6F68}"/>
              </a:ext>
              <a:ext uri="{C183D7F6-B498-43B3-948B-1728B52AA6E4}">
                <adec:decorative xmlns:adec="http://schemas.microsoft.com/office/drawing/2017/decorative" val="1"/>
              </a:ext>
            </a:extLst>
          </p:cNvPr>
          <p:cNvGrpSpPr/>
          <p:nvPr/>
        </p:nvGrpSpPr>
        <p:grpSpPr>
          <a:xfrm>
            <a:off x="3067329" y="4971226"/>
            <a:ext cx="307440" cy="307436"/>
            <a:chOff x="3084831" y="5014921"/>
            <a:chExt cx="272435" cy="272433"/>
          </a:xfrm>
        </p:grpSpPr>
        <p:sp>
          <p:nvSpPr>
            <p:cNvPr id="88" name="Oval 87">
              <a:extLst>
                <a:ext uri="{FF2B5EF4-FFF2-40B4-BE49-F238E27FC236}">
                  <a16:creationId xmlns:a16="http://schemas.microsoft.com/office/drawing/2014/main" id="{6287647D-413F-7ECC-0407-51705555523F}"/>
                </a:ext>
              </a:extLst>
            </p:cNvPr>
            <p:cNvSpPr/>
            <p:nvPr/>
          </p:nvSpPr>
          <p:spPr bwMode="auto">
            <a:xfrm>
              <a:off x="3084831" y="5014921"/>
              <a:ext cx="272435" cy="272433"/>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89" name="Graphic 43">
              <a:extLst>
                <a:ext uri="{FF2B5EF4-FFF2-40B4-BE49-F238E27FC236}">
                  <a16:creationId xmlns:a16="http://schemas.microsoft.com/office/drawing/2014/main" id="{A1B75B71-1679-4E54-8B4B-815AC2292719}"/>
                </a:ext>
                <a:ext uri="{C183D7F6-B498-43B3-948B-1728B52AA6E4}">
                  <adec:decorative xmlns:adec="http://schemas.microsoft.com/office/drawing/2017/decorative" val="1"/>
                </a:ext>
              </a:extLst>
            </p:cNvPr>
            <p:cNvSpPr>
              <a:spLocks noChangeAspect="1"/>
            </p:cNvSpPr>
            <p:nvPr/>
          </p:nvSpPr>
          <p:spPr>
            <a:xfrm>
              <a:off x="3149117" y="5079206"/>
              <a:ext cx="143864" cy="143864"/>
            </a:xfrm>
            <a:custGeom>
              <a:avLst/>
              <a:gdLst>
                <a:gd name="connsiteX0" fmla="*/ 110490 w 274319"/>
                <a:gd name="connsiteY0" fmla="*/ 0 h 274319"/>
                <a:gd name="connsiteX1" fmla="*/ 220980 w 274319"/>
                <a:gd name="connsiteY1" fmla="*/ 110490 h 274319"/>
                <a:gd name="connsiteX2" fmla="*/ 196284 w 274319"/>
                <a:gd name="connsiteY2" fmla="*/ 180119 h 274319"/>
                <a:gd name="connsiteX3" fmla="*/ 270972 w 274319"/>
                <a:gd name="connsiteY3" fmla="*/ 254808 h 274319"/>
                <a:gd name="connsiteX4" fmla="*/ 270972 w 274319"/>
                <a:gd name="connsiteY4" fmla="*/ 270972 h 274319"/>
                <a:gd name="connsiteX5" fmla="*/ 256090 w 274319"/>
                <a:gd name="connsiteY5" fmla="*/ 272078 h 274319"/>
                <a:gd name="connsiteX6" fmla="*/ 254808 w 274319"/>
                <a:gd name="connsiteY6" fmla="*/ 270972 h 274319"/>
                <a:gd name="connsiteX7" fmla="*/ 180119 w 274319"/>
                <a:gd name="connsiteY7" fmla="*/ 196284 h 274319"/>
                <a:gd name="connsiteX8" fmla="*/ 110490 w 274319"/>
                <a:gd name="connsiteY8" fmla="*/ 220980 h 274319"/>
                <a:gd name="connsiteX9" fmla="*/ 0 w 274319"/>
                <a:gd name="connsiteY9" fmla="*/ 110490 h 274319"/>
                <a:gd name="connsiteX10" fmla="*/ 110490 w 274319"/>
                <a:gd name="connsiteY10" fmla="*/ 0 h 274319"/>
                <a:gd name="connsiteX11" fmla="*/ 110490 w 274319"/>
                <a:gd name="connsiteY11" fmla="*/ 22860 h 274319"/>
                <a:gd name="connsiteX12" fmla="*/ 22860 w 274319"/>
                <a:gd name="connsiteY12" fmla="*/ 110490 h 274319"/>
                <a:gd name="connsiteX13" fmla="*/ 110490 w 274319"/>
                <a:gd name="connsiteY13" fmla="*/ 198120 h 274319"/>
                <a:gd name="connsiteX14" fmla="*/ 198120 w 274319"/>
                <a:gd name="connsiteY14" fmla="*/ 110490 h 274319"/>
                <a:gd name="connsiteX15" fmla="*/ 110490 w 274319"/>
                <a:gd name="connsiteY15" fmla="*/ 22860 h 27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19" h="274319">
                  <a:moveTo>
                    <a:pt x="110490" y="0"/>
                  </a:moveTo>
                  <a:cubicBezTo>
                    <a:pt x="171512" y="0"/>
                    <a:pt x="220980" y="49468"/>
                    <a:pt x="220980" y="110490"/>
                  </a:cubicBezTo>
                  <a:cubicBezTo>
                    <a:pt x="220980" y="136884"/>
                    <a:pt x="211725" y="161116"/>
                    <a:pt x="196284" y="180119"/>
                  </a:cubicBezTo>
                  <a:lnTo>
                    <a:pt x="270972" y="254808"/>
                  </a:lnTo>
                  <a:cubicBezTo>
                    <a:pt x="275436" y="259272"/>
                    <a:pt x="275436" y="266508"/>
                    <a:pt x="270972" y="270972"/>
                  </a:cubicBezTo>
                  <a:cubicBezTo>
                    <a:pt x="266915" y="275030"/>
                    <a:pt x="260564" y="275399"/>
                    <a:pt x="256090" y="272078"/>
                  </a:cubicBezTo>
                  <a:lnTo>
                    <a:pt x="254808" y="270972"/>
                  </a:lnTo>
                  <a:lnTo>
                    <a:pt x="180119" y="196284"/>
                  </a:lnTo>
                  <a:cubicBezTo>
                    <a:pt x="161116" y="211725"/>
                    <a:pt x="136884" y="220980"/>
                    <a:pt x="110490" y="220980"/>
                  </a:cubicBezTo>
                  <a:cubicBezTo>
                    <a:pt x="49468" y="220980"/>
                    <a:pt x="0" y="171512"/>
                    <a:pt x="0" y="110490"/>
                  </a:cubicBezTo>
                  <a:cubicBezTo>
                    <a:pt x="0" y="49468"/>
                    <a:pt x="49468" y="0"/>
                    <a:pt x="110490" y="0"/>
                  </a:cubicBezTo>
                  <a:close/>
                  <a:moveTo>
                    <a:pt x="110490" y="22860"/>
                  </a:moveTo>
                  <a:cubicBezTo>
                    <a:pt x="62093" y="22860"/>
                    <a:pt x="22860" y="62093"/>
                    <a:pt x="22860" y="110490"/>
                  </a:cubicBezTo>
                  <a:cubicBezTo>
                    <a:pt x="22860" y="158886"/>
                    <a:pt x="62093" y="198120"/>
                    <a:pt x="110490" y="198120"/>
                  </a:cubicBezTo>
                  <a:cubicBezTo>
                    <a:pt x="158886" y="198120"/>
                    <a:pt x="198120" y="158886"/>
                    <a:pt x="198120" y="110490"/>
                  </a:cubicBezTo>
                  <a:cubicBezTo>
                    <a:pt x="198120" y="62093"/>
                    <a:pt x="158886" y="22860"/>
                    <a:pt x="110490" y="22860"/>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sp>
        <p:nvSpPr>
          <p:cNvPr id="90" name="Graphic 104">
            <a:extLst>
              <a:ext uri="{FF2B5EF4-FFF2-40B4-BE49-F238E27FC236}">
                <a16:creationId xmlns:a16="http://schemas.microsoft.com/office/drawing/2014/main" id="{F139A328-3E3D-1BE3-CEB0-9FD64841D73B}"/>
              </a:ext>
              <a:ext uri="{C183D7F6-B498-43B3-948B-1728B52AA6E4}">
                <adec:decorative xmlns:adec="http://schemas.microsoft.com/office/drawing/2017/decorative" val="1"/>
              </a:ext>
            </a:extLst>
          </p:cNvPr>
          <p:cNvSpPr>
            <a:spLocks noChangeAspect="1"/>
          </p:cNvSpPr>
          <p:nvPr/>
        </p:nvSpPr>
        <p:spPr>
          <a:xfrm>
            <a:off x="4060151" y="5047333"/>
            <a:ext cx="177022" cy="141616"/>
          </a:xfrm>
          <a:custGeom>
            <a:avLst/>
            <a:gdLst>
              <a:gd name="connsiteX0" fmla="*/ 48754 w 300026"/>
              <a:gd name="connsiteY0" fmla="*/ 0 h 240021"/>
              <a:gd name="connsiteX1" fmla="*/ 251272 w 300026"/>
              <a:gd name="connsiteY1" fmla="*/ 0 h 240021"/>
              <a:gd name="connsiteX2" fmla="*/ 299950 w 300026"/>
              <a:gd name="connsiteY2" fmla="*/ 45988 h 240021"/>
              <a:gd name="connsiteX3" fmla="*/ 300027 w 300026"/>
              <a:gd name="connsiteY3" fmla="*/ 48754 h 240021"/>
              <a:gd name="connsiteX4" fmla="*/ 300027 w 300026"/>
              <a:gd name="connsiteY4" fmla="*/ 191267 h 240021"/>
              <a:gd name="connsiteX5" fmla="*/ 254039 w 300026"/>
              <a:gd name="connsiteY5" fmla="*/ 239945 h 240021"/>
              <a:gd name="connsiteX6" fmla="*/ 251272 w 300026"/>
              <a:gd name="connsiteY6" fmla="*/ 240021 h 240021"/>
              <a:gd name="connsiteX7" fmla="*/ 48754 w 300026"/>
              <a:gd name="connsiteY7" fmla="*/ 240021 h 240021"/>
              <a:gd name="connsiteX8" fmla="*/ 77 w 300026"/>
              <a:gd name="connsiteY8" fmla="*/ 194033 h 240021"/>
              <a:gd name="connsiteX9" fmla="*/ 0 w 300026"/>
              <a:gd name="connsiteY9" fmla="*/ 191267 h 240021"/>
              <a:gd name="connsiteX10" fmla="*/ 0 w 300026"/>
              <a:gd name="connsiteY10" fmla="*/ 48754 h 240021"/>
              <a:gd name="connsiteX11" fmla="*/ 45988 w 300026"/>
              <a:gd name="connsiteY11" fmla="*/ 77 h 240021"/>
              <a:gd name="connsiteX12" fmla="*/ 48754 w 300026"/>
              <a:gd name="connsiteY12" fmla="*/ 0 h 240021"/>
              <a:gd name="connsiteX13" fmla="*/ 251272 w 300026"/>
              <a:gd name="connsiteY13" fmla="*/ 0 h 240021"/>
              <a:gd name="connsiteX14" fmla="*/ 48754 w 300026"/>
              <a:gd name="connsiteY14" fmla="*/ 0 h 240021"/>
              <a:gd name="connsiteX15" fmla="*/ 277525 w 300026"/>
              <a:gd name="connsiteY15" fmla="*/ 80602 h 240021"/>
              <a:gd name="connsiteX16" fmla="*/ 155253 w 300026"/>
              <a:gd name="connsiteY16" fmla="*/ 144968 h 240021"/>
              <a:gd name="connsiteX17" fmla="*/ 146215 w 300026"/>
              <a:gd name="connsiteY17" fmla="*/ 145603 h 240021"/>
              <a:gd name="connsiteX18" fmla="*/ 144773 w 300026"/>
              <a:gd name="connsiteY18" fmla="*/ 144968 h 240021"/>
              <a:gd name="connsiteX19" fmla="*/ 22502 w 300026"/>
              <a:gd name="connsiteY19" fmla="*/ 80617 h 240021"/>
              <a:gd name="connsiteX20" fmla="*/ 22502 w 300026"/>
              <a:gd name="connsiteY20" fmla="*/ 191267 h 240021"/>
              <a:gd name="connsiteX21" fmla="*/ 46601 w 300026"/>
              <a:gd name="connsiteY21" fmla="*/ 217432 h 240021"/>
              <a:gd name="connsiteX22" fmla="*/ 48754 w 300026"/>
              <a:gd name="connsiteY22" fmla="*/ 217519 h 240021"/>
              <a:gd name="connsiteX23" fmla="*/ 251272 w 300026"/>
              <a:gd name="connsiteY23" fmla="*/ 217519 h 240021"/>
              <a:gd name="connsiteX24" fmla="*/ 277438 w 300026"/>
              <a:gd name="connsiteY24" fmla="*/ 193420 h 240021"/>
              <a:gd name="connsiteX25" fmla="*/ 277525 w 300026"/>
              <a:gd name="connsiteY25" fmla="*/ 191267 h 240021"/>
              <a:gd name="connsiteX26" fmla="*/ 277525 w 300026"/>
              <a:gd name="connsiteY26" fmla="*/ 80602 h 240021"/>
              <a:gd name="connsiteX27" fmla="*/ 251272 w 300026"/>
              <a:gd name="connsiteY27" fmla="*/ 22502 h 240021"/>
              <a:gd name="connsiteX28" fmla="*/ 48754 w 300026"/>
              <a:gd name="connsiteY28" fmla="*/ 22502 h 240021"/>
              <a:gd name="connsiteX29" fmla="*/ 22589 w 300026"/>
              <a:gd name="connsiteY29" fmla="*/ 46601 h 240021"/>
              <a:gd name="connsiteX30" fmla="*/ 22502 w 300026"/>
              <a:gd name="connsiteY30" fmla="*/ 48754 h 240021"/>
              <a:gd name="connsiteX31" fmla="*/ 22502 w 300026"/>
              <a:gd name="connsiteY31" fmla="*/ 55190 h 240021"/>
              <a:gd name="connsiteX32" fmla="*/ 150013 w 300026"/>
              <a:gd name="connsiteY32" fmla="*/ 122298 h 240021"/>
              <a:gd name="connsiteX33" fmla="*/ 277525 w 300026"/>
              <a:gd name="connsiteY33" fmla="*/ 55175 h 240021"/>
              <a:gd name="connsiteX34" fmla="*/ 277525 w 300026"/>
              <a:gd name="connsiteY34" fmla="*/ 48754 h 240021"/>
              <a:gd name="connsiteX35" fmla="*/ 253425 w 300026"/>
              <a:gd name="connsiteY35" fmla="*/ 22589 h 240021"/>
              <a:gd name="connsiteX36" fmla="*/ 251272 w 300026"/>
              <a:gd name="connsiteY36" fmla="*/ 22502 h 24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00026" h="240021">
                <a:moveTo>
                  <a:pt x="48754" y="0"/>
                </a:moveTo>
                <a:lnTo>
                  <a:pt x="251272" y="0"/>
                </a:lnTo>
                <a:cubicBezTo>
                  <a:pt x="277270" y="0"/>
                  <a:pt x="298515" y="20349"/>
                  <a:pt x="299950" y="45988"/>
                </a:cubicBezTo>
                <a:lnTo>
                  <a:pt x="300027" y="48754"/>
                </a:lnTo>
                <a:lnTo>
                  <a:pt x="300027" y="191267"/>
                </a:lnTo>
                <a:cubicBezTo>
                  <a:pt x="300027" y="217264"/>
                  <a:pt x="279677" y="238509"/>
                  <a:pt x="254039" y="239945"/>
                </a:cubicBezTo>
                <a:lnTo>
                  <a:pt x="251272" y="240021"/>
                </a:lnTo>
                <a:lnTo>
                  <a:pt x="48754" y="240021"/>
                </a:lnTo>
                <a:cubicBezTo>
                  <a:pt x="22757" y="240021"/>
                  <a:pt x="1511" y="219672"/>
                  <a:pt x="77" y="194033"/>
                </a:cubicBezTo>
                <a:lnTo>
                  <a:pt x="0" y="191267"/>
                </a:lnTo>
                <a:lnTo>
                  <a:pt x="0" y="48754"/>
                </a:lnTo>
                <a:cubicBezTo>
                  <a:pt x="0" y="22757"/>
                  <a:pt x="20349" y="1511"/>
                  <a:pt x="45988" y="77"/>
                </a:cubicBezTo>
                <a:lnTo>
                  <a:pt x="48754" y="0"/>
                </a:lnTo>
                <a:lnTo>
                  <a:pt x="251272" y="0"/>
                </a:lnTo>
                <a:lnTo>
                  <a:pt x="48754" y="0"/>
                </a:lnTo>
                <a:close/>
                <a:moveTo>
                  <a:pt x="277525" y="80602"/>
                </a:moveTo>
                <a:lnTo>
                  <a:pt x="155253" y="144968"/>
                </a:lnTo>
                <a:cubicBezTo>
                  <a:pt x="152442" y="146448"/>
                  <a:pt x="149160" y="146659"/>
                  <a:pt x="146215" y="145603"/>
                </a:cubicBezTo>
                <a:lnTo>
                  <a:pt x="144773" y="144968"/>
                </a:lnTo>
                <a:lnTo>
                  <a:pt x="22502" y="80617"/>
                </a:lnTo>
                <a:lnTo>
                  <a:pt x="22502" y="191267"/>
                </a:lnTo>
                <a:cubicBezTo>
                  <a:pt x="22502" y="205041"/>
                  <a:pt x="33110" y="216337"/>
                  <a:pt x="46601" y="217432"/>
                </a:cubicBezTo>
                <a:lnTo>
                  <a:pt x="48754" y="217519"/>
                </a:lnTo>
                <a:lnTo>
                  <a:pt x="251272" y="217519"/>
                </a:lnTo>
                <a:cubicBezTo>
                  <a:pt x="265047" y="217519"/>
                  <a:pt x="276343" y="206912"/>
                  <a:pt x="277438" y="193420"/>
                </a:cubicBezTo>
                <a:lnTo>
                  <a:pt x="277525" y="191267"/>
                </a:lnTo>
                <a:lnTo>
                  <a:pt x="277525" y="80602"/>
                </a:lnTo>
                <a:close/>
                <a:moveTo>
                  <a:pt x="251272" y="22502"/>
                </a:moveTo>
                <a:lnTo>
                  <a:pt x="48754" y="22502"/>
                </a:lnTo>
                <a:cubicBezTo>
                  <a:pt x="34981" y="22502"/>
                  <a:pt x="23684" y="33110"/>
                  <a:pt x="22589" y="46601"/>
                </a:cubicBezTo>
                <a:lnTo>
                  <a:pt x="22502" y="48754"/>
                </a:lnTo>
                <a:lnTo>
                  <a:pt x="22502" y="55190"/>
                </a:lnTo>
                <a:lnTo>
                  <a:pt x="150013" y="122298"/>
                </a:lnTo>
                <a:lnTo>
                  <a:pt x="277525" y="55175"/>
                </a:lnTo>
                <a:lnTo>
                  <a:pt x="277525" y="48754"/>
                </a:lnTo>
                <a:cubicBezTo>
                  <a:pt x="277525" y="34981"/>
                  <a:pt x="266917" y="23684"/>
                  <a:pt x="253425" y="22589"/>
                </a:cubicBezTo>
                <a:lnTo>
                  <a:pt x="251272" y="22502"/>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91" name="Graphic 48">
            <a:extLst>
              <a:ext uri="{FF2B5EF4-FFF2-40B4-BE49-F238E27FC236}">
                <a16:creationId xmlns:a16="http://schemas.microsoft.com/office/drawing/2014/main" id="{0D131C80-393B-D8CD-C546-EDD9C56E2813}"/>
              </a:ext>
              <a:ext uri="{C183D7F6-B498-43B3-948B-1728B52AA6E4}">
                <adec:decorative xmlns:adec="http://schemas.microsoft.com/office/drawing/2017/decorative" val="1"/>
              </a:ext>
            </a:extLst>
          </p:cNvPr>
          <p:cNvSpPr>
            <a:spLocks noChangeAspect="1"/>
          </p:cNvSpPr>
          <p:nvPr/>
        </p:nvSpPr>
        <p:spPr>
          <a:xfrm>
            <a:off x="4522379" y="5042756"/>
            <a:ext cx="180180" cy="180178"/>
          </a:xfrm>
          <a:custGeom>
            <a:avLst/>
            <a:gdLst>
              <a:gd name="connsiteX0" fmla="*/ 213095 w 426189"/>
              <a:gd name="connsiteY0" fmla="*/ 0 h 426189"/>
              <a:gd name="connsiteX1" fmla="*/ 426189 w 426189"/>
              <a:gd name="connsiteY1" fmla="*/ 213095 h 426189"/>
              <a:gd name="connsiteX2" fmla="*/ 213095 w 426189"/>
              <a:gd name="connsiteY2" fmla="*/ 426189 h 426189"/>
              <a:gd name="connsiteX3" fmla="*/ 0 w 426189"/>
              <a:gd name="connsiteY3" fmla="*/ 213095 h 426189"/>
              <a:gd name="connsiteX4" fmla="*/ 213095 w 426189"/>
              <a:gd name="connsiteY4" fmla="*/ 0 h 426189"/>
              <a:gd name="connsiteX5" fmla="*/ 275712 w 426189"/>
              <a:gd name="connsiteY5" fmla="*/ 308967 h 426189"/>
              <a:gd name="connsiteX6" fmla="*/ 150478 w 426189"/>
              <a:gd name="connsiteY6" fmla="*/ 308967 h 426189"/>
              <a:gd name="connsiteX7" fmla="*/ 213095 w 426189"/>
              <a:gd name="connsiteY7" fmla="*/ 394230 h 426189"/>
              <a:gd name="connsiteX8" fmla="*/ 275712 w 426189"/>
              <a:gd name="connsiteY8" fmla="*/ 308967 h 426189"/>
              <a:gd name="connsiteX9" fmla="*/ 117394 w 426189"/>
              <a:gd name="connsiteY9" fmla="*/ 308979 h 426189"/>
              <a:gd name="connsiteX10" fmla="*/ 59388 w 426189"/>
              <a:gd name="connsiteY10" fmla="*/ 308977 h 426189"/>
              <a:gd name="connsiteX11" fmla="*/ 146620 w 426189"/>
              <a:gd name="connsiteY11" fmla="*/ 381644 h 426189"/>
              <a:gd name="connsiteX12" fmla="*/ 119555 w 426189"/>
              <a:gd name="connsiteY12" fmla="*/ 317395 h 426189"/>
              <a:gd name="connsiteX13" fmla="*/ 117394 w 426189"/>
              <a:gd name="connsiteY13" fmla="*/ 308979 h 426189"/>
              <a:gd name="connsiteX14" fmla="*/ 366803 w 426189"/>
              <a:gd name="connsiteY14" fmla="*/ 308977 h 426189"/>
              <a:gd name="connsiteX15" fmla="*/ 308796 w 426189"/>
              <a:gd name="connsiteY15" fmla="*/ 308979 h 426189"/>
              <a:gd name="connsiteX16" fmla="*/ 279547 w 426189"/>
              <a:gd name="connsiteY16" fmla="*/ 381644 h 426189"/>
              <a:gd name="connsiteX17" fmla="*/ 362857 w 426189"/>
              <a:gd name="connsiteY17" fmla="*/ 315018 h 426189"/>
              <a:gd name="connsiteX18" fmla="*/ 366803 w 426189"/>
              <a:gd name="connsiteY18" fmla="*/ 308977 h 426189"/>
              <a:gd name="connsiteX19" fmla="*/ 108554 w 426189"/>
              <a:gd name="connsiteY19" fmla="*/ 170469 h 426189"/>
              <a:gd name="connsiteX20" fmla="*/ 37017 w 426189"/>
              <a:gd name="connsiteY20" fmla="*/ 170469 h 426189"/>
              <a:gd name="connsiteX21" fmla="*/ 36915 w 426189"/>
              <a:gd name="connsiteY21" fmla="*/ 170836 h 426189"/>
              <a:gd name="connsiteX22" fmla="*/ 31959 w 426189"/>
              <a:gd name="connsiteY22" fmla="*/ 213095 h 426189"/>
              <a:gd name="connsiteX23" fmla="*/ 43562 w 426189"/>
              <a:gd name="connsiteY23" fmla="*/ 277020 h 426189"/>
              <a:gd name="connsiteX24" fmla="*/ 111170 w 426189"/>
              <a:gd name="connsiteY24" fmla="*/ 277012 h 426189"/>
              <a:gd name="connsiteX25" fmla="*/ 106531 w 426189"/>
              <a:gd name="connsiteY25" fmla="*/ 213095 h 426189"/>
              <a:gd name="connsiteX26" fmla="*/ 108554 w 426189"/>
              <a:gd name="connsiteY26" fmla="*/ 170469 h 426189"/>
              <a:gd name="connsiteX27" fmla="*/ 285470 w 426189"/>
              <a:gd name="connsiteY27" fmla="*/ 170470 h 426189"/>
              <a:gd name="connsiteX28" fmla="*/ 140719 w 426189"/>
              <a:gd name="connsiteY28" fmla="*/ 170470 h 426189"/>
              <a:gd name="connsiteX29" fmla="*/ 138490 w 426189"/>
              <a:gd name="connsiteY29" fmla="*/ 213095 h 426189"/>
              <a:gd name="connsiteX30" fmla="*/ 143598 w 426189"/>
              <a:gd name="connsiteY30" fmla="*/ 277016 h 426189"/>
              <a:gd name="connsiteX31" fmla="*/ 282592 w 426189"/>
              <a:gd name="connsiteY31" fmla="*/ 277016 h 426189"/>
              <a:gd name="connsiteX32" fmla="*/ 287699 w 426189"/>
              <a:gd name="connsiteY32" fmla="*/ 213095 h 426189"/>
              <a:gd name="connsiteX33" fmla="*/ 285470 w 426189"/>
              <a:gd name="connsiteY33" fmla="*/ 170470 h 426189"/>
              <a:gd name="connsiteX34" fmla="*/ 389183 w 426189"/>
              <a:gd name="connsiteY34" fmla="*/ 170451 h 426189"/>
              <a:gd name="connsiteX35" fmla="*/ 317636 w 426189"/>
              <a:gd name="connsiteY35" fmla="*/ 170469 h 426189"/>
              <a:gd name="connsiteX36" fmla="*/ 319658 w 426189"/>
              <a:gd name="connsiteY36" fmla="*/ 213095 h 426189"/>
              <a:gd name="connsiteX37" fmla="*/ 315020 w 426189"/>
              <a:gd name="connsiteY37" fmla="*/ 277012 h 426189"/>
              <a:gd name="connsiteX38" fmla="*/ 382629 w 426189"/>
              <a:gd name="connsiteY38" fmla="*/ 277020 h 426189"/>
              <a:gd name="connsiteX39" fmla="*/ 394230 w 426189"/>
              <a:gd name="connsiteY39" fmla="*/ 213095 h 426189"/>
              <a:gd name="connsiteX40" fmla="*/ 389183 w 426189"/>
              <a:gd name="connsiteY40" fmla="*/ 170451 h 426189"/>
              <a:gd name="connsiteX41" fmla="*/ 146642 w 426189"/>
              <a:gd name="connsiteY41" fmla="*/ 44545 h 426189"/>
              <a:gd name="connsiteX42" fmla="*/ 146154 w 426189"/>
              <a:gd name="connsiteY42" fmla="*/ 44731 h 426189"/>
              <a:gd name="connsiteX43" fmla="*/ 47975 w 426189"/>
              <a:gd name="connsiteY43" fmla="*/ 138518 h 426189"/>
              <a:gd name="connsiteX44" fmla="*/ 112919 w 426189"/>
              <a:gd name="connsiteY44" fmla="*/ 138526 h 426189"/>
              <a:gd name="connsiteX45" fmla="*/ 146642 w 426189"/>
              <a:gd name="connsiteY45" fmla="*/ 44545 h 426189"/>
              <a:gd name="connsiteX46" fmla="*/ 213095 w 426189"/>
              <a:gd name="connsiteY46" fmla="*/ 31959 h 426189"/>
              <a:gd name="connsiteX47" fmla="*/ 210630 w 426189"/>
              <a:gd name="connsiteY47" fmla="*/ 32072 h 426189"/>
              <a:gd name="connsiteX48" fmla="*/ 145527 w 426189"/>
              <a:gd name="connsiteY48" fmla="*/ 138517 h 426189"/>
              <a:gd name="connsiteX49" fmla="*/ 280664 w 426189"/>
              <a:gd name="connsiteY49" fmla="*/ 138517 h 426189"/>
              <a:gd name="connsiteX50" fmla="*/ 215786 w 426189"/>
              <a:gd name="connsiteY50" fmla="*/ 32094 h 426189"/>
              <a:gd name="connsiteX51" fmla="*/ 213095 w 426189"/>
              <a:gd name="connsiteY51" fmla="*/ 31959 h 426189"/>
              <a:gd name="connsiteX52" fmla="*/ 279571 w 426189"/>
              <a:gd name="connsiteY52" fmla="*/ 44546 h 426189"/>
              <a:gd name="connsiteX53" fmla="*/ 281846 w 426189"/>
              <a:gd name="connsiteY53" fmla="*/ 48255 h 426189"/>
              <a:gd name="connsiteX54" fmla="*/ 313271 w 426189"/>
              <a:gd name="connsiteY54" fmla="*/ 138526 h 426189"/>
              <a:gd name="connsiteX55" fmla="*/ 378214 w 426189"/>
              <a:gd name="connsiteY55" fmla="*/ 138518 h 426189"/>
              <a:gd name="connsiteX56" fmla="*/ 285775 w 426189"/>
              <a:gd name="connsiteY56" fmla="*/ 47130 h 426189"/>
              <a:gd name="connsiteX57" fmla="*/ 279571 w 426189"/>
              <a:gd name="connsiteY57" fmla="*/ 44546 h 42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26189" h="426189">
                <a:moveTo>
                  <a:pt x="213095" y="0"/>
                </a:moveTo>
                <a:cubicBezTo>
                  <a:pt x="330784" y="0"/>
                  <a:pt x="426189" y="95406"/>
                  <a:pt x="426189" y="213095"/>
                </a:cubicBezTo>
                <a:cubicBezTo>
                  <a:pt x="426189" y="330784"/>
                  <a:pt x="330784" y="426189"/>
                  <a:pt x="213095" y="426189"/>
                </a:cubicBezTo>
                <a:cubicBezTo>
                  <a:pt x="95406" y="426189"/>
                  <a:pt x="0" y="330784"/>
                  <a:pt x="0" y="213095"/>
                </a:cubicBezTo>
                <a:cubicBezTo>
                  <a:pt x="0" y="95406"/>
                  <a:pt x="95406" y="0"/>
                  <a:pt x="213095" y="0"/>
                </a:cubicBezTo>
                <a:close/>
                <a:moveTo>
                  <a:pt x="275712" y="308967"/>
                </a:moveTo>
                <a:lnTo>
                  <a:pt x="150478" y="308967"/>
                </a:lnTo>
                <a:cubicBezTo>
                  <a:pt x="164371" y="360404"/>
                  <a:pt x="188519" y="394230"/>
                  <a:pt x="213095" y="394230"/>
                </a:cubicBezTo>
                <a:cubicBezTo>
                  <a:pt x="237672" y="394230"/>
                  <a:pt x="261818" y="360404"/>
                  <a:pt x="275712" y="308967"/>
                </a:cubicBezTo>
                <a:close/>
                <a:moveTo>
                  <a:pt x="117394" y="308979"/>
                </a:moveTo>
                <a:lnTo>
                  <a:pt x="59388" y="308977"/>
                </a:lnTo>
                <a:cubicBezTo>
                  <a:pt x="79807" y="341640"/>
                  <a:pt x="110348" y="367326"/>
                  <a:pt x="146620" y="381644"/>
                </a:cubicBezTo>
                <a:cubicBezTo>
                  <a:pt x="135492" y="364177"/>
                  <a:pt x="126309" y="342311"/>
                  <a:pt x="119555" y="317395"/>
                </a:cubicBezTo>
                <a:lnTo>
                  <a:pt x="117394" y="308979"/>
                </a:lnTo>
                <a:close/>
                <a:moveTo>
                  <a:pt x="366803" y="308977"/>
                </a:moveTo>
                <a:lnTo>
                  <a:pt x="308796" y="308979"/>
                </a:lnTo>
                <a:cubicBezTo>
                  <a:pt x="301897" y="337398"/>
                  <a:pt x="291935" y="362236"/>
                  <a:pt x="279547" y="381644"/>
                </a:cubicBezTo>
                <a:cubicBezTo>
                  <a:pt x="313573" y="368221"/>
                  <a:pt x="342543" y="344806"/>
                  <a:pt x="362857" y="315018"/>
                </a:cubicBezTo>
                <a:lnTo>
                  <a:pt x="366803" y="308977"/>
                </a:lnTo>
                <a:close/>
                <a:moveTo>
                  <a:pt x="108554" y="170469"/>
                </a:moveTo>
                <a:lnTo>
                  <a:pt x="37017" y="170469"/>
                </a:lnTo>
                <a:lnTo>
                  <a:pt x="36915" y="170836"/>
                </a:lnTo>
                <a:cubicBezTo>
                  <a:pt x="33675" y="184394"/>
                  <a:pt x="31959" y="198543"/>
                  <a:pt x="31959" y="213095"/>
                </a:cubicBezTo>
                <a:cubicBezTo>
                  <a:pt x="31959" y="235599"/>
                  <a:pt x="36062" y="257141"/>
                  <a:pt x="43562" y="277020"/>
                </a:cubicBezTo>
                <a:lnTo>
                  <a:pt x="111170" y="277012"/>
                </a:lnTo>
                <a:cubicBezTo>
                  <a:pt x="108138" y="256790"/>
                  <a:pt x="106531" y="235309"/>
                  <a:pt x="106531" y="213095"/>
                </a:cubicBezTo>
                <a:cubicBezTo>
                  <a:pt x="106531" y="198522"/>
                  <a:pt x="107223" y="184264"/>
                  <a:pt x="108554" y="170469"/>
                </a:cubicBezTo>
                <a:close/>
                <a:moveTo>
                  <a:pt x="285470" y="170470"/>
                </a:moveTo>
                <a:lnTo>
                  <a:pt x="140719" y="170470"/>
                </a:lnTo>
                <a:cubicBezTo>
                  <a:pt x="139270" y="184112"/>
                  <a:pt x="138490" y="198381"/>
                  <a:pt x="138490" y="213095"/>
                </a:cubicBezTo>
                <a:cubicBezTo>
                  <a:pt x="138490" y="235669"/>
                  <a:pt x="140326" y="257195"/>
                  <a:pt x="143598" y="277016"/>
                </a:cubicBezTo>
                <a:lnTo>
                  <a:pt x="282592" y="277016"/>
                </a:lnTo>
                <a:cubicBezTo>
                  <a:pt x="285865" y="257195"/>
                  <a:pt x="287699" y="235669"/>
                  <a:pt x="287699" y="213095"/>
                </a:cubicBezTo>
                <a:cubicBezTo>
                  <a:pt x="287699" y="198381"/>
                  <a:pt x="286919" y="184112"/>
                  <a:pt x="285470" y="170470"/>
                </a:cubicBezTo>
                <a:close/>
                <a:moveTo>
                  <a:pt x="389183" y="170451"/>
                </a:moveTo>
                <a:lnTo>
                  <a:pt x="317636" y="170469"/>
                </a:lnTo>
                <a:cubicBezTo>
                  <a:pt x="318968" y="184264"/>
                  <a:pt x="319658" y="198522"/>
                  <a:pt x="319658" y="213095"/>
                </a:cubicBezTo>
                <a:cubicBezTo>
                  <a:pt x="319658" y="235309"/>
                  <a:pt x="318052" y="256790"/>
                  <a:pt x="315020" y="277012"/>
                </a:cubicBezTo>
                <a:lnTo>
                  <a:pt x="382629" y="277020"/>
                </a:lnTo>
                <a:cubicBezTo>
                  <a:pt x="390126" y="257141"/>
                  <a:pt x="394230" y="235599"/>
                  <a:pt x="394230" y="213095"/>
                </a:cubicBezTo>
                <a:cubicBezTo>
                  <a:pt x="394230" y="198407"/>
                  <a:pt x="392483" y="184127"/>
                  <a:pt x="389183" y="170451"/>
                </a:cubicBezTo>
                <a:close/>
                <a:moveTo>
                  <a:pt x="146642" y="44545"/>
                </a:moveTo>
                <a:lnTo>
                  <a:pt x="146154" y="44731"/>
                </a:lnTo>
                <a:cubicBezTo>
                  <a:pt x="102534" y="62089"/>
                  <a:pt x="67250" y="95909"/>
                  <a:pt x="47975" y="138518"/>
                </a:cubicBezTo>
                <a:lnTo>
                  <a:pt x="112919" y="138526"/>
                </a:lnTo>
                <a:cubicBezTo>
                  <a:pt x="119595" y="101181"/>
                  <a:pt x="131246" y="68669"/>
                  <a:pt x="146642" y="44545"/>
                </a:cubicBezTo>
                <a:close/>
                <a:moveTo>
                  <a:pt x="213095" y="31959"/>
                </a:moveTo>
                <a:lnTo>
                  <a:pt x="210630" y="32072"/>
                </a:lnTo>
                <a:cubicBezTo>
                  <a:pt x="183669" y="34538"/>
                  <a:pt x="157623" y="77193"/>
                  <a:pt x="145527" y="138517"/>
                </a:cubicBezTo>
                <a:lnTo>
                  <a:pt x="280664" y="138517"/>
                </a:lnTo>
                <a:cubicBezTo>
                  <a:pt x="268600" y="77365"/>
                  <a:pt x="242666" y="34778"/>
                  <a:pt x="215786" y="32094"/>
                </a:cubicBezTo>
                <a:lnTo>
                  <a:pt x="213095" y="31959"/>
                </a:lnTo>
                <a:close/>
                <a:moveTo>
                  <a:pt x="279571" y="44546"/>
                </a:moveTo>
                <a:lnTo>
                  <a:pt x="281846" y="48255"/>
                </a:lnTo>
                <a:cubicBezTo>
                  <a:pt x="296104" y="71958"/>
                  <a:pt x="306932" y="103062"/>
                  <a:pt x="313271" y="138526"/>
                </a:cubicBezTo>
                <a:lnTo>
                  <a:pt x="378214" y="138518"/>
                </a:lnTo>
                <a:cubicBezTo>
                  <a:pt x="359793" y="97793"/>
                  <a:pt x="326747" y="65098"/>
                  <a:pt x="285775" y="47130"/>
                </a:cubicBezTo>
                <a:lnTo>
                  <a:pt x="279571" y="4454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nvGrpSpPr>
          <p:cNvPr id="92" name="Group 91">
            <a:extLst>
              <a:ext uri="{FF2B5EF4-FFF2-40B4-BE49-F238E27FC236}">
                <a16:creationId xmlns:a16="http://schemas.microsoft.com/office/drawing/2014/main" id="{AA864806-4A2D-7609-A123-3FD2916424A8}"/>
              </a:ext>
              <a:ext uri="{C183D7F6-B498-43B3-948B-1728B52AA6E4}">
                <adec:decorative xmlns:adec="http://schemas.microsoft.com/office/drawing/2017/decorative" val="1"/>
              </a:ext>
            </a:extLst>
          </p:cNvPr>
          <p:cNvGrpSpPr/>
          <p:nvPr/>
        </p:nvGrpSpPr>
        <p:grpSpPr>
          <a:xfrm>
            <a:off x="5769371" y="1992252"/>
            <a:ext cx="384843" cy="614724"/>
            <a:chOff x="5769371" y="1992252"/>
            <a:chExt cx="384843" cy="614724"/>
          </a:xfrm>
        </p:grpSpPr>
        <p:sp>
          <p:nvSpPr>
            <p:cNvPr id="93" name="TextBox 92">
              <a:extLst>
                <a:ext uri="{FF2B5EF4-FFF2-40B4-BE49-F238E27FC236}">
                  <a16:creationId xmlns:a16="http://schemas.microsoft.com/office/drawing/2014/main" id="{E1495DBA-1444-A242-626A-E33D30D6409D}"/>
                </a:ext>
              </a:extLst>
            </p:cNvPr>
            <p:cNvSpPr txBox="1"/>
            <p:nvPr/>
          </p:nvSpPr>
          <p:spPr>
            <a:xfrm>
              <a:off x="5795045" y="2437699"/>
              <a:ext cx="267702" cy="16927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mj-lt"/>
                </a:rPr>
                <a:t>LLM</a:t>
              </a:r>
            </a:p>
          </p:txBody>
        </p:sp>
        <p:sp>
          <p:nvSpPr>
            <p:cNvPr id="94" name="Graphic 142">
              <a:extLst>
                <a:ext uri="{FF2B5EF4-FFF2-40B4-BE49-F238E27FC236}">
                  <a16:creationId xmlns:a16="http://schemas.microsoft.com/office/drawing/2014/main" id="{ACCF60DD-636F-24C8-77CF-1B400C7E17A0}"/>
                </a:ext>
                <a:ext uri="{C183D7F6-B498-43B3-948B-1728B52AA6E4}">
                  <adec:decorative xmlns:adec="http://schemas.microsoft.com/office/drawing/2017/decorative" val="1"/>
                </a:ext>
              </a:extLst>
            </p:cNvPr>
            <p:cNvSpPr/>
            <p:nvPr/>
          </p:nvSpPr>
          <p:spPr>
            <a:xfrm>
              <a:off x="5769371" y="1992252"/>
              <a:ext cx="384843" cy="382552"/>
            </a:xfrm>
            <a:custGeom>
              <a:avLst/>
              <a:gdLst>
                <a:gd name="csX0" fmla="*/ 169637 w 384843"/>
                <a:gd name="csY0" fmla="*/ 382480 h 382552"/>
                <a:gd name="csX1" fmla="*/ 169420 w 384843"/>
                <a:gd name="csY1" fmla="*/ 382480 h 382552"/>
                <a:gd name="csX2" fmla="*/ 137350 w 384843"/>
                <a:gd name="csY2" fmla="*/ 369129 h 382552"/>
                <a:gd name="csX3" fmla="*/ 124144 w 384843"/>
                <a:gd name="csY3" fmla="*/ 337059 h 382552"/>
                <a:gd name="csX4" fmla="*/ 127119 w 384843"/>
                <a:gd name="csY4" fmla="*/ 321097 h 382552"/>
                <a:gd name="csX5" fmla="*/ 72847 w 384843"/>
                <a:gd name="csY5" fmla="*/ 272992 h 382552"/>
                <a:gd name="csX6" fmla="*/ 45493 w 384843"/>
                <a:gd name="csY6" fmla="*/ 281916 h 382552"/>
                <a:gd name="csX7" fmla="*/ 13205 w 384843"/>
                <a:gd name="csY7" fmla="*/ 268493 h 382552"/>
                <a:gd name="csX8" fmla="*/ 0 w 384843"/>
                <a:gd name="csY8" fmla="*/ 236423 h 382552"/>
                <a:gd name="csX9" fmla="*/ 45566 w 384843"/>
                <a:gd name="csY9" fmla="*/ 191293 h 382552"/>
                <a:gd name="csX10" fmla="*/ 45783 w 384843"/>
                <a:gd name="csY10" fmla="*/ 191293 h 382552"/>
                <a:gd name="csX11" fmla="*/ 77926 w 384843"/>
                <a:gd name="csY11" fmla="*/ 204716 h 382552"/>
                <a:gd name="csX12" fmla="*/ 85254 w 384843"/>
                <a:gd name="csY12" fmla="*/ 214293 h 382552"/>
                <a:gd name="csX13" fmla="*/ 111882 w 384843"/>
                <a:gd name="csY13" fmla="*/ 203918 h 382552"/>
                <a:gd name="csX14" fmla="*/ 83368 w 384843"/>
                <a:gd name="csY14" fmla="*/ 124613 h 382552"/>
                <a:gd name="csX15" fmla="*/ 77490 w 384843"/>
                <a:gd name="csY15" fmla="*/ 125049 h 382552"/>
                <a:gd name="csX16" fmla="*/ 74080 w 384843"/>
                <a:gd name="csY16" fmla="*/ 124686 h 382552"/>
                <a:gd name="csX17" fmla="*/ 44695 w 384843"/>
                <a:gd name="csY17" fmla="*/ 110682 h 382552"/>
                <a:gd name="csX18" fmla="*/ 31925 w 384843"/>
                <a:gd name="csY18" fmla="*/ 77887 h 382552"/>
                <a:gd name="csX19" fmla="*/ 79014 w 384843"/>
                <a:gd name="csY19" fmla="*/ 33047 h 382552"/>
                <a:gd name="csX20" fmla="*/ 119065 w 384843"/>
                <a:gd name="csY20" fmla="*/ 58079 h 382552"/>
                <a:gd name="csX21" fmla="*/ 238566 w 384843"/>
                <a:gd name="csY21" fmla="*/ 40012 h 382552"/>
                <a:gd name="csX22" fmla="*/ 268532 w 384843"/>
                <a:gd name="csY22" fmla="*/ 2646 h 382552"/>
                <a:gd name="csX23" fmla="*/ 326940 w 384843"/>
                <a:gd name="csY23" fmla="*/ 30145 h 382552"/>
                <a:gd name="csX24" fmla="*/ 325271 w 384843"/>
                <a:gd name="csY24" fmla="*/ 64899 h 382552"/>
                <a:gd name="csX25" fmla="*/ 310179 w 384843"/>
                <a:gd name="csY25" fmla="*/ 82748 h 382552"/>
                <a:gd name="csX26" fmla="*/ 310615 w 384843"/>
                <a:gd name="csY26" fmla="*/ 84272 h 382552"/>
                <a:gd name="csX27" fmla="*/ 327085 w 384843"/>
                <a:gd name="csY27" fmla="*/ 139125 h 382552"/>
                <a:gd name="csX28" fmla="*/ 327593 w 384843"/>
                <a:gd name="csY28" fmla="*/ 142027 h 382552"/>
                <a:gd name="csX29" fmla="*/ 342757 w 384843"/>
                <a:gd name="csY29" fmla="*/ 191583 h 382552"/>
                <a:gd name="csX30" fmla="*/ 372070 w 384843"/>
                <a:gd name="csY30" fmla="*/ 205006 h 382552"/>
                <a:gd name="csX31" fmla="*/ 384840 w 384843"/>
                <a:gd name="csY31" fmla="*/ 236858 h 382552"/>
                <a:gd name="csX32" fmla="*/ 339420 w 384843"/>
                <a:gd name="csY32" fmla="*/ 281916 h 382552"/>
                <a:gd name="csX33" fmla="*/ 316419 w 384843"/>
                <a:gd name="csY33" fmla="*/ 275676 h 382552"/>
                <a:gd name="csX34" fmla="*/ 215130 w 384843"/>
                <a:gd name="csY34" fmla="*/ 337277 h 382552"/>
                <a:gd name="csX35" fmla="*/ 169637 w 384843"/>
                <a:gd name="csY35" fmla="*/ 382552 h 382552"/>
                <a:gd name="csX36" fmla="*/ 169420 w 384843"/>
                <a:gd name="csY36" fmla="*/ 317324 h 382552"/>
                <a:gd name="csX37" fmla="*/ 155489 w 384843"/>
                <a:gd name="csY37" fmla="*/ 323128 h 382552"/>
                <a:gd name="csX38" fmla="*/ 149539 w 384843"/>
                <a:gd name="csY38" fmla="*/ 337132 h 382552"/>
                <a:gd name="csX39" fmla="*/ 155344 w 384843"/>
                <a:gd name="csY39" fmla="*/ 351208 h 382552"/>
                <a:gd name="csX40" fmla="*/ 169565 w 384843"/>
                <a:gd name="csY40" fmla="*/ 357157 h 382552"/>
                <a:gd name="csX41" fmla="*/ 169637 w 384843"/>
                <a:gd name="csY41" fmla="*/ 357157 h 382552"/>
                <a:gd name="csX42" fmla="*/ 189736 w 384843"/>
                <a:gd name="csY42" fmla="*/ 337349 h 382552"/>
                <a:gd name="csX43" fmla="*/ 189736 w 384843"/>
                <a:gd name="csY43" fmla="*/ 332053 h 382552"/>
                <a:gd name="csX44" fmla="*/ 169420 w 384843"/>
                <a:gd name="csY44" fmla="*/ 317396 h 382552"/>
                <a:gd name="csX45" fmla="*/ 169347 w 384843"/>
                <a:gd name="csY45" fmla="*/ 317396 h 382552"/>
                <a:gd name="csX46" fmla="*/ 191477 w 384843"/>
                <a:gd name="csY46" fmla="*/ 297661 h 382552"/>
                <a:gd name="csX47" fmla="*/ 207657 w 384843"/>
                <a:gd name="csY47" fmla="*/ 311882 h 382552"/>
                <a:gd name="csX48" fmla="*/ 298716 w 384843"/>
                <a:gd name="csY48" fmla="*/ 256594 h 382552"/>
                <a:gd name="csX49" fmla="*/ 294072 w 384843"/>
                <a:gd name="csY49" fmla="*/ 236713 h 382552"/>
                <a:gd name="csX50" fmla="*/ 294144 w 384843"/>
                <a:gd name="csY50" fmla="*/ 233956 h 382552"/>
                <a:gd name="csX51" fmla="*/ 228408 w 384843"/>
                <a:gd name="csY51" fmla="*/ 206893 h 382552"/>
                <a:gd name="csX52" fmla="*/ 200111 w 384843"/>
                <a:gd name="csY52" fmla="*/ 224669 h 382552"/>
                <a:gd name="csX53" fmla="*/ 199168 w 384843"/>
                <a:gd name="csY53" fmla="*/ 233521 h 382552"/>
                <a:gd name="csX54" fmla="*/ 191477 w 384843"/>
                <a:gd name="csY54" fmla="*/ 297661 h 382552"/>
                <a:gd name="csX55" fmla="*/ 88664 w 384843"/>
                <a:gd name="csY55" fmla="*/ 252240 h 382552"/>
                <a:gd name="csX56" fmla="*/ 143009 w 384843"/>
                <a:gd name="csY56" fmla="*/ 300563 h 382552"/>
                <a:gd name="csX57" fmla="*/ 146637 w 384843"/>
                <a:gd name="csY57" fmla="*/ 298169 h 382552"/>
                <a:gd name="csX58" fmla="*/ 122403 w 384843"/>
                <a:gd name="csY58" fmla="*/ 228659 h 382552"/>
                <a:gd name="csX59" fmla="*/ 91204 w 384843"/>
                <a:gd name="csY59" fmla="*/ 239688 h 382552"/>
                <a:gd name="csX60" fmla="*/ 88664 w 384843"/>
                <a:gd name="csY60" fmla="*/ 252240 h 382552"/>
                <a:gd name="csX61" fmla="*/ 145911 w 384843"/>
                <a:gd name="csY61" fmla="*/ 218864 h 382552"/>
                <a:gd name="csX62" fmla="*/ 167461 w 384843"/>
                <a:gd name="csY62" fmla="*/ 280175 h 382552"/>
                <a:gd name="csX63" fmla="*/ 174644 w 384843"/>
                <a:gd name="csY63" fmla="*/ 222202 h 382552"/>
                <a:gd name="csX64" fmla="*/ 160713 w 384843"/>
                <a:gd name="csY64" fmla="*/ 213350 h 382552"/>
                <a:gd name="csX65" fmla="*/ 145984 w 384843"/>
                <a:gd name="csY65" fmla="*/ 218864 h 382552"/>
                <a:gd name="csX66" fmla="*/ 45566 w 384843"/>
                <a:gd name="csY66" fmla="*/ 216688 h 382552"/>
                <a:gd name="csX67" fmla="*/ 25395 w 384843"/>
                <a:gd name="csY67" fmla="*/ 236568 h 382552"/>
                <a:gd name="csX68" fmla="*/ 31199 w 384843"/>
                <a:gd name="csY68" fmla="*/ 250644 h 382552"/>
                <a:gd name="csX69" fmla="*/ 45493 w 384843"/>
                <a:gd name="csY69" fmla="*/ 256594 h 382552"/>
                <a:gd name="csX70" fmla="*/ 45566 w 384843"/>
                <a:gd name="csY70" fmla="*/ 256594 h 382552"/>
                <a:gd name="csX71" fmla="*/ 62254 w 384843"/>
                <a:gd name="csY71" fmla="*/ 247960 h 382552"/>
                <a:gd name="csX72" fmla="*/ 62471 w 384843"/>
                <a:gd name="csY72" fmla="*/ 247669 h 382552"/>
                <a:gd name="csX73" fmla="*/ 62471 w 384843"/>
                <a:gd name="csY73" fmla="*/ 247669 h 382552"/>
                <a:gd name="csX74" fmla="*/ 62471 w 384843"/>
                <a:gd name="csY74" fmla="*/ 247669 h 382552"/>
                <a:gd name="csX75" fmla="*/ 62616 w 384843"/>
                <a:gd name="csY75" fmla="*/ 247452 h 382552"/>
                <a:gd name="csX76" fmla="*/ 65736 w 384843"/>
                <a:gd name="csY76" fmla="*/ 237366 h 382552"/>
                <a:gd name="csX77" fmla="*/ 59932 w 384843"/>
                <a:gd name="csY77" fmla="*/ 222637 h 382552"/>
                <a:gd name="csX78" fmla="*/ 45638 w 384843"/>
                <a:gd name="csY78" fmla="*/ 216688 h 382552"/>
                <a:gd name="csX79" fmla="*/ 45566 w 384843"/>
                <a:gd name="csY79" fmla="*/ 216688 h 382552"/>
                <a:gd name="csX80" fmla="*/ 319975 w 384843"/>
                <a:gd name="csY80" fmla="*/ 232215 h 382552"/>
                <a:gd name="csX81" fmla="*/ 319467 w 384843"/>
                <a:gd name="csY81" fmla="*/ 236641 h 382552"/>
                <a:gd name="csX82" fmla="*/ 339492 w 384843"/>
                <a:gd name="csY82" fmla="*/ 256449 h 382552"/>
                <a:gd name="csX83" fmla="*/ 359518 w 384843"/>
                <a:gd name="csY83" fmla="*/ 236641 h 382552"/>
                <a:gd name="csX84" fmla="*/ 354004 w 384843"/>
                <a:gd name="csY84" fmla="*/ 222710 h 382552"/>
                <a:gd name="csX85" fmla="*/ 340218 w 384843"/>
                <a:gd name="csY85" fmla="*/ 216833 h 382552"/>
                <a:gd name="csX86" fmla="*/ 339492 w 384843"/>
                <a:gd name="csY86" fmla="*/ 216833 h 382552"/>
                <a:gd name="csX87" fmla="*/ 321281 w 384843"/>
                <a:gd name="csY87" fmla="*/ 228369 h 382552"/>
                <a:gd name="csX88" fmla="*/ 320483 w 384843"/>
                <a:gd name="csY88" fmla="*/ 230981 h 382552"/>
                <a:gd name="csX89" fmla="*/ 319902 w 384843"/>
                <a:gd name="csY89" fmla="*/ 232142 h 382552"/>
                <a:gd name="csX90" fmla="*/ 237188 w 384843"/>
                <a:gd name="csY90" fmla="*/ 182949 h 382552"/>
                <a:gd name="csX91" fmla="*/ 302851 w 384843"/>
                <a:gd name="csY91" fmla="*/ 210012 h 382552"/>
                <a:gd name="csX92" fmla="*/ 317725 w 384843"/>
                <a:gd name="csY92" fmla="*/ 197025 h 382552"/>
                <a:gd name="csX93" fmla="*/ 302416 w 384843"/>
                <a:gd name="csY93" fmla="*/ 146308 h 382552"/>
                <a:gd name="csX94" fmla="*/ 301981 w 384843"/>
                <a:gd name="csY94" fmla="*/ 143841 h 382552"/>
                <a:gd name="csX95" fmla="*/ 289573 w 384843"/>
                <a:gd name="csY95" fmla="*/ 102846 h 382552"/>
                <a:gd name="csX96" fmla="*/ 286381 w 384843"/>
                <a:gd name="csY96" fmla="*/ 91745 h 382552"/>
                <a:gd name="csX97" fmla="*/ 283987 w 384843"/>
                <a:gd name="csY97" fmla="*/ 91890 h 382552"/>
                <a:gd name="csX98" fmla="*/ 272378 w 384843"/>
                <a:gd name="csY98" fmla="*/ 90367 h 382552"/>
                <a:gd name="csX99" fmla="*/ 227610 w 384843"/>
                <a:gd name="csY99" fmla="*/ 152112 h 382552"/>
                <a:gd name="csX100" fmla="*/ 237260 w 384843"/>
                <a:gd name="csY100" fmla="*/ 180264 h 382552"/>
                <a:gd name="csX101" fmla="*/ 237188 w 384843"/>
                <a:gd name="csY101" fmla="*/ 183021 h 382552"/>
                <a:gd name="csX102" fmla="*/ 189373 w 384843"/>
                <a:gd name="csY102" fmla="*/ 200000 h 382552"/>
                <a:gd name="csX103" fmla="*/ 191622 w 384843"/>
                <a:gd name="csY103" fmla="*/ 200000 h 382552"/>
                <a:gd name="csX104" fmla="*/ 211938 w 384843"/>
                <a:gd name="csY104" fmla="*/ 180047 h 382552"/>
                <a:gd name="csX105" fmla="*/ 206133 w 384843"/>
                <a:gd name="csY105" fmla="*/ 165898 h 382552"/>
                <a:gd name="csX106" fmla="*/ 191840 w 384843"/>
                <a:gd name="csY106" fmla="*/ 159948 h 382552"/>
                <a:gd name="csX107" fmla="*/ 191767 w 384843"/>
                <a:gd name="csY107" fmla="*/ 159948 h 382552"/>
                <a:gd name="csX108" fmla="*/ 171524 w 384843"/>
                <a:gd name="csY108" fmla="*/ 179901 h 382552"/>
                <a:gd name="csX109" fmla="*/ 171524 w 384843"/>
                <a:gd name="csY109" fmla="*/ 181062 h 382552"/>
                <a:gd name="csX110" fmla="*/ 174426 w 384843"/>
                <a:gd name="csY110" fmla="*/ 190422 h 382552"/>
                <a:gd name="csX111" fmla="*/ 174861 w 384843"/>
                <a:gd name="csY111" fmla="*/ 191003 h 382552"/>
                <a:gd name="csX112" fmla="*/ 175079 w 384843"/>
                <a:gd name="csY112" fmla="*/ 191365 h 382552"/>
                <a:gd name="csX113" fmla="*/ 189518 w 384843"/>
                <a:gd name="csY113" fmla="*/ 200072 h 382552"/>
                <a:gd name="csX114" fmla="*/ 106658 w 384843"/>
                <a:gd name="csY114" fmla="*/ 114020 h 382552"/>
                <a:gd name="csX115" fmla="*/ 117034 w 384843"/>
                <a:gd name="csY115" fmla="*/ 142970 h 382552"/>
                <a:gd name="csX116" fmla="*/ 135536 w 384843"/>
                <a:gd name="csY116" fmla="*/ 194558 h 382552"/>
                <a:gd name="csX117" fmla="*/ 146855 w 384843"/>
                <a:gd name="csY117" fmla="*/ 190712 h 382552"/>
                <a:gd name="csX118" fmla="*/ 145984 w 384843"/>
                <a:gd name="csY118" fmla="*/ 179466 h 382552"/>
                <a:gd name="csX119" fmla="*/ 154400 w 384843"/>
                <a:gd name="csY119" fmla="*/ 153781 h 382552"/>
                <a:gd name="csX120" fmla="*/ 109923 w 384843"/>
                <a:gd name="csY120" fmla="*/ 110900 h 382552"/>
                <a:gd name="csX121" fmla="*/ 106586 w 384843"/>
                <a:gd name="csY121" fmla="*/ 114020 h 382552"/>
                <a:gd name="csX122" fmla="*/ 122621 w 384843"/>
                <a:gd name="csY122" fmla="*/ 87827 h 382552"/>
                <a:gd name="csX123" fmla="*/ 174499 w 384843"/>
                <a:gd name="csY123" fmla="*/ 137891 h 382552"/>
                <a:gd name="csX124" fmla="*/ 191767 w 384843"/>
                <a:gd name="csY124" fmla="*/ 134554 h 382552"/>
                <a:gd name="csX125" fmla="*/ 206931 w 384843"/>
                <a:gd name="csY125" fmla="*/ 137166 h 382552"/>
                <a:gd name="csX126" fmla="*/ 250320 w 384843"/>
                <a:gd name="csY126" fmla="*/ 77379 h 382552"/>
                <a:gd name="csX127" fmla="*/ 241976 w 384843"/>
                <a:gd name="csY127" fmla="*/ 65189 h 382552"/>
                <a:gd name="csX128" fmla="*/ 228045 w 384843"/>
                <a:gd name="csY128" fmla="*/ 67366 h 382552"/>
                <a:gd name="csX129" fmla="*/ 123491 w 384843"/>
                <a:gd name="csY129" fmla="*/ 83256 h 382552"/>
                <a:gd name="csX130" fmla="*/ 122548 w 384843"/>
                <a:gd name="csY130" fmla="*/ 87900 h 382552"/>
                <a:gd name="csX131" fmla="*/ 77926 w 384843"/>
                <a:gd name="csY131" fmla="*/ 58369 h 382552"/>
                <a:gd name="csX132" fmla="*/ 57247 w 384843"/>
                <a:gd name="csY132" fmla="*/ 78395 h 382552"/>
                <a:gd name="csX133" fmla="*/ 62979 w 384843"/>
                <a:gd name="csY133" fmla="*/ 92979 h 382552"/>
                <a:gd name="csX134" fmla="*/ 77490 w 384843"/>
                <a:gd name="csY134" fmla="*/ 99364 h 382552"/>
                <a:gd name="csX135" fmla="*/ 78869 w 384843"/>
                <a:gd name="csY135" fmla="*/ 99436 h 382552"/>
                <a:gd name="csX136" fmla="*/ 85254 w 384843"/>
                <a:gd name="csY136" fmla="*/ 98130 h 382552"/>
                <a:gd name="csX137" fmla="*/ 85399 w 384843"/>
                <a:gd name="csY137" fmla="*/ 98058 h 382552"/>
                <a:gd name="csX138" fmla="*/ 98677 w 384843"/>
                <a:gd name="csY138" fmla="*/ 77887 h 382552"/>
                <a:gd name="csX139" fmla="*/ 78434 w 384843"/>
                <a:gd name="csY139" fmla="*/ 58369 h 382552"/>
                <a:gd name="csX140" fmla="*/ 77998 w 384843"/>
                <a:gd name="csY140" fmla="*/ 58369 h 382552"/>
                <a:gd name="csX141" fmla="*/ 274917 w 384843"/>
                <a:gd name="csY141" fmla="*/ 64391 h 382552"/>
                <a:gd name="csX142" fmla="*/ 283841 w 384843"/>
                <a:gd name="csY142" fmla="*/ 66495 h 382552"/>
                <a:gd name="csX143" fmla="*/ 289283 w 384843"/>
                <a:gd name="csY143" fmla="*/ 65044 h 382552"/>
                <a:gd name="csX144" fmla="*/ 290807 w 384843"/>
                <a:gd name="csY144" fmla="*/ 64391 h 382552"/>
                <a:gd name="csX145" fmla="*/ 302343 w 384843"/>
                <a:gd name="csY145" fmla="*/ 54016 h 382552"/>
                <a:gd name="csX146" fmla="*/ 303069 w 384843"/>
                <a:gd name="csY146" fmla="*/ 38779 h 382552"/>
                <a:gd name="csX147" fmla="*/ 277021 w 384843"/>
                <a:gd name="csY147" fmla="*/ 26589 h 382552"/>
                <a:gd name="csX148" fmla="*/ 263598 w 384843"/>
                <a:gd name="csY148" fmla="*/ 45382 h 382552"/>
                <a:gd name="csX149" fmla="*/ 263308 w 384843"/>
                <a:gd name="csY149" fmla="*/ 48066 h 382552"/>
                <a:gd name="csX150" fmla="*/ 263526 w 384843"/>
                <a:gd name="csY150" fmla="*/ 49517 h 382552"/>
                <a:gd name="csX151" fmla="*/ 272958 w 384843"/>
                <a:gd name="csY151" fmla="*/ 63376 h 382552"/>
                <a:gd name="csX152" fmla="*/ 274917 w 384843"/>
                <a:gd name="csY152" fmla="*/ 64464 h 3825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Lst>
              <a:rect l="l" t="t" r="r" b="b"/>
              <a:pathLst>
                <a:path w="384843" h="382552">
                  <a:moveTo>
                    <a:pt x="169637" y="382480"/>
                  </a:moveTo>
                  <a:lnTo>
                    <a:pt x="169420" y="382480"/>
                  </a:lnTo>
                  <a:cubicBezTo>
                    <a:pt x="157303" y="382480"/>
                    <a:pt x="145911" y="377691"/>
                    <a:pt x="137350" y="369129"/>
                  </a:cubicBezTo>
                  <a:cubicBezTo>
                    <a:pt x="128788" y="360567"/>
                    <a:pt x="124072" y="349103"/>
                    <a:pt x="124144" y="337059"/>
                  </a:cubicBezTo>
                  <a:cubicBezTo>
                    <a:pt x="124144" y="331545"/>
                    <a:pt x="125160" y="326176"/>
                    <a:pt x="127119" y="321097"/>
                  </a:cubicBezTo>
                  <a:cubicBezTo>
                    <a:pt x="108400" y="305932"/>
                    <a:pt x="90188" y="289825"/>
                    <a:pt x="72847" y="272992"/>
                  </a:cubicBezTo>
                  <a:cubicBezTo>
                    <a:pt x="65083" y="278796"/>
                    <a:pt x="55723" y="281916"/>
                    <a:pt x="45493" y="281916"/>
                  </a:cubicBezTo>
                  <a:cubicBezTo>
                    <a:pt x="33158" y="281916"/>
                    <a:pt x="21767" y="277127"/>
                    <a:pt x="13205" y="268493"/>
                  </a:cubicBezTo>
                  <a:cubicBezTo>
                    <a:pt x="4644" y="259931"/>
                    <a:pt x="0" y="248540"/>
                    <a:pt x="0" y="236423"/>
                  </a:cubicBezTo>
                  <a:cubicBezTo>
                    <a:pt x="145" y="211464"/>
                    <a:pt x="20534" y="191293"/>
                    <a:pt x="45566" y="191293"/>
                  </a:cubicBezTo>
                  <a:lnTo>
                    <a:pt x="45783" y="191293"/>
                  </a:lnTo>
                  <a:cubicBezTo>
                    <a:pt x="57973" y="191293"/>
                    <a:pt x="69364" y="196082"/>
                    <a:pt x="77926" y="204716"/>
                  </a:cubicBezTo>
                  <a:cubicBezTo>
                    <a:pt x="80828" y="207618"/>
                    <a:pt x="83295" y="210811"/>
                    <a:pt x="85254" y="214293"/>
                  </a:cubicBezTo>
                  <a:cubicBezTo>
                    <a:pt x="94033" y="210520"/>
                    <a:pt x="102885" y="207038"/>
                    <a:pt x="111882" y="203918"/>
                  </a:cubicBezTo>
                  <a:lnTo>
                    <a:pt x="83368" y="124613"/>
                  </a:lnTo>
                  <a:cubicBezTo>
                    <a:pt x="81409" y="124904"/>
                    <a:pt x="79449" y="125049"/>
                    <a:pt x="77490" y="125049"/>
                  </a:cubicBezTo>
                  <a:cubicBezTo>
                    <a:pt x="76330" y="125049"/>
                    <a:pt x="75169" y="124976"/>
                    <a:pt x="74080" y="124686"/>
                  </a:cubicBezTo>
                  <a:cubicBezTo>
                    <a:pt x="62907" y="123743"/>
                    <a:pt x="52531" y="118881"/>
                    <a:pt x="44695" y="110682"/>
                  </a:cubicBezTo>
                  <a:cubicBezTo>
                    <a:pt x="36133" y="101831"/>
                    <a:pt x="31635" y="90221"/>
                    <a:pt x="31925" y="77887"/>
                  </a:cubicBezTo>
                  <a:cubicBezTo>
                    <a:pt x="32505" y="52637"/>
                    <a:pt x="53764" y="32612"/>
                    <a:pt x="79014" y="33047"/>
                  </a:cubicBezTo>
                  <a:cubicBezTo>
                    <a:pt x="96573" y="33410"/>
                    <a:pt x="111665" y="43495"/>
                    <a:pt x="119065" y="58079"/>
                  </a:cubicBezTo>
                  <a:lnTo>
                    <a:pt x="238566" y="40012"/>
                  </a:lnTo>
                  <a:cubicBezTo>
                    <a:pt x="240670" y="23107"/>
                    <a:pt x="252207" y="8450"/>
                    <a:pt x="268532" y="2646"/>
                  </a:cubicBezTo>
                  <a:cubicBezTo>
                    <a:pt x="292258" y="-5771"/>
                    <a:pt x="318451" y="6564"/>
                    <a:pt x="326940" y="30145"/>
                  </a:cubicBezTo>
                  <a:cubicBezTo>
                    <a:pt x="331076" y="41536"/>
                    <a:pt x="330495" y="53871"/>
                    <a:pt x="325271" y="64899"/>
                  </a:cubicBezTo>
                  <a:cubicBezTo>
                    <a:pt x="321861" y="72155"/>
                    <a:pt x="316637" y="78250"/>
                    <a:pt x="310179" y="82748"/>
                  </a:cubicBezTo>
                  <a:cubicBezTo>
                    <a:pt x="310325" y="83256"/>
                    <a:pt x="310470" y="83764"/>
                    <a:pt x="310615" y="84272"/>
                  </a:cubicBezTo>
                  <a:lnTo>
                    <a:pt x="327085" y="139125"/>
                  </a:lnTo>
                  <a:cubicBezTo>
                    <a:pt x="327375" y="140068"/>
                    <a:pt x="327521" y="141084"/>
                    <a:pt x="327593" y="142027"/>
                  </a:cubicBezTo>
                  <a:lnTo>
                    <a:pt x="342757" y="191583"/>
                  </a:lnTo>
                  <a:cubicBezTo>
                    <a:pt x="353786" y="192236"/>
                    <a:pt x="364162" y="196952"/>
                    <a:pt x="372070" y="205006"/>
                  </a:cubicBezTo>
                  <a:cubicBezTo>
                    <a:pt x="380487" y="213568"/>
                    <a:pt x="384985" y="224887"/>
                    <a:pt x="384840" y="236858"/>
                  </a:cubicBezTo>
                  <a:cubicBezTo>
                    <a:pt x="384840" y="261600"/>
                    <a:pt x="364452" y="281916"/>
                    <a:pt x="339420" y="281916"/>
                  </a:cubicBezTo>
                  <a:cubicBezTo>
                    <a:pt x="331003" y="281916"/>
                    <a:pt x="323167" y="279667"/>
                    <a:pt x="316419" y="275676"/>
                  </a:cubicBezTo>
                  <a:cubicBezTo>
                    <a:pt x="288920" y="293453"/>
                    <a:pt x="247853" y="318702"/>
                    <a:pt x="215130" y="337277"/>
                  </a:cubicBezTo>
                  <a:cubicBezTo>
                    <a:pt x="214985" y="362381"/>
                    <a:pt x="194597" y="382552"/>
                    <a:pt x="169637" y="382552"/>
                  </a:cubicBezTo>
                  <a:close/>
                  <a:moveTo>
                    <a:pt x="169420" y="317324"/>
                  </a:moveTo>
                  <a:cubicBezTo>
                    <a:pt x="164341" y="317324"/>
                    <a:pt x="159334" y="319355"/>
                    <a:pt x="155489" y="323128"/>
                  </a:cubicBezTo>
                  <a:cubicBezTo>
                    <a:pt x="151716" y="326829"/>
                    <a:pt x="149612" y="331835"/>
                    <a:pt x="149539" y="337132"/>
                  </a:cubicBezTo>
                  <a:cubicBezTo>
                    <a:pt x="149467" y="342428"/>
                    <a:pt x="151571" y="347435"/>
                    <a:pt x="155344" y="351208"/>
                  </a:cubicBezTo>
                  <a:cubicBezTo>
                    <a:pt x="159117" y="354981"/>
                    <a:pt x="164196" y="357085"/>
                    <a:pt x="169565" y="357157"/>
                  </a:cubicBezTo>
                  <a:lnTo>
                    <a:pt x="169637" y="357157"/>
                  </a:lnTo>
                  <a:cubicBezTo>
                    <a:pt x="180666" y="357157"/>
                    <a:pt x="189663" y="348305"/>
                    <a:pt x="189736" y="337349"/>
                  </a:cubicBezTo>
                  <a:lnTo>
                    <a:pt x="189736" y="332053"/>
                  </a:lnTo>
                  <a:cubicBezTo>
                    <a:pt x="186688" y="323491"/>
                    <a:pt x="178707" y="317614"/>
                    <a:pt x="169420" y="317396"/>
                  </a:cubicBezTo>
                  <a:lnTo>
                    <a:pt x="169347" y="317396"/>
                  </a:lnTo>
                  <a:close/>
                  <a:moveTo>
                    <a:pt x="191477" y="297661"/>
                  </a:moveTo>
                  <a:cubicBezTo>
                    <a:pt x="197862" y="301071"/>
                    <a:pt x="203376" y="305932"/>
                    <a:pt x="207657" y="311882"/>
                  </a:cubicBezTo>
                  <a:lnTo>
                    <a:pt x="298716" y="256594"/>
                  </a:lnTo>
                  <a:cubicBezTo>
                    <a:pt x="295741" y="250572"/>
                    <a:pt x="294072" y="243896"/>
                    <a:pt x="294072" y="236713"/>
                  </a:cubicBezTo>
                  <a:cubicBezTo>
                    <a:pt x="294072" y="235770"/>
                    <a:pt x="294072" y="234899"/>
                    <a:pt x="294144" y="233956"/>
                  </a:cubicBezTo>
                  <a:lnTo>
                    <a:pt x="228408" y="206893"/>
                  </a:lnTo>
                  <a:cubicBezTo>
                    <a:pt x="221660" y="215962"/>
                    <a:pt x="211648" y="222492"/>
                    <a:pt x="200111" y="224669"/>
                  </a:cubicBezTo>
                  <a:cubicBezTo>
                    <a:pt x="199821" y="227499"/>
                    <a:pt x="199531" y="230473"/>
                    <a:pt x="199168" y="233521"/>
                  </a:cubicBezTo>
                  <a:cubicBezTo>
                    <a:pt x="196919" y="254780"/>
                    <a:pt x="194307" y="280247"/>
                    <a:pt x="191477" y="297661"/>
                  </a:cubicBezTo>
                  <a:close/>
                  <a:moveTo>
                    <a:pt x="88664" y="252240"/>
                  </a:moveTo>
                  <a:lnTo>
                    <a:pt x="143009" y="300563"/>
                  </a:lnTo>
                  <a:cubicBezTo>
                    <a:pt x="144170" y="299692"/>
                    <a:pt x="145403" y="298894"/>
                    <a:pt x="146637" y="298169"/>
                  </a:cubicBezTo>
                  <a:lnTo>
                    <a:pt x="122403" y="228659"/>
                  </a:lnTo>
                  <a:lnTo>
                    <a:pt x="91204" y="239688"/>
                  </a:lnTo>
                  <a:cubicBezTo>
                    <a:pt x="91059" y="243896"/>
                    <a:pt x="90188" y="248177"/>
                    <a:pt x="88664" y="252240"/>
                  </a:cubicBezTo>
                  <a:close/>
                  <a:moveTo>
                    <a:pt x="145911" y="218864"/>
                  </a:moveTo>
                  <a:cubicBezTo>
                    <a:pt x="153820" y="241212"/>
                    <a:pt x="161438" y="262616"/>
                    <a:pt x="167461" y="280175"/>
                  </a:cubicBezTo>
                  <a:lnTo>
                    <a:pt x="174644" y="222202"/>
                  </a:lnTo>
                  <a:cubicBezTo>
                    <a:pt x="169492" y="220098"/>
                    <a:pt x="164776" y="217123"/>
                    <a:pt x="160713" y="213350"/>
                  </a:cubicBezTo>
                  <a:lnTo>
                    <a:pt x="145984" y="218864"/>
                  </a:lnTo>
                  <a:close/>
                  <a:moveTo>
                    <a:pt x="45566" y="216688"/>
                  </a:moveTo>
                  <a:cubicBezTo>
                    <a:pt x="34464" y="216688"/>
                    <a:pt x="25467" y="225612"/>
                    <a:pt x="25395" y="236568"/>
                  </a:cubicBezTo>
                  <a:cubicBezTo>
                    <a:pt x="25395" y="241865"/>
                    <a:pt x="27426" y="246871"/>
                    <a:pt x="31199" y="250644"/>
                  </a:cubicBezTo>
                  <a:cubicBezTo>
                    <a:pt x="34972" y="254417"/>
                    <a:pt x="40051" y="256521"/>
                    <a:pt x="45493" y="256594"/>
                  </a:cubicBezTo>
                  <a:lnTo>
                    <a:pt x="45566" y="256594"/>
                  </a:lnTo>
                  <a:cubicBezTo>
                    <a:pt x="52313" y="256594"/>
                    <a:pt x="58553" y="253401"/>
                    <a:pt x="62254" y="247960"/>
                  </a:cubicBezTo>
                  <a:cubicBezTo>
                    <a:pt x="62254" y="247887"/>
                    <a:pt x="62399" y="247742"/>
                    <a:pt x="62471" y="247669"/>
                  </a:cubicBezTo>
                  <a:lnTo>
                    <a:pt x="62471" y="247669"/>
                  </a:lnTo>
                  <a:cubicBezTo>
                    <a:pt x="62471" y="247669"/>
                    <a:pt x="62471" y="247669"/>
                    <a:pt x="62471" y="247669"/>
                  </a:cubicBezTo>
                  <a:cubicBezTo>
                    <a:pt x="62471" y="247669"/>
                    <a:pt x="62544" y="247524"/>
                    <a:pt x="62616" y="247452"/>
                  </a:cubicBezTo>
                  <a:cubicBezTo>
                    <a:pt x="64793" y="244549"/>
                    <a:pt x="65881" y="240994"/>
                    <a:pt x="65736" y="237366"/>
                  </a:cubicBezTo>
                  <a:cubicBezTo>
                    <a:pt x="65736" y="231417"/>
                    <a:pt x="63705" y="226410"/>
                    <a:pt x="59932" y="222637"/>
                  </a:cubicBezTo>
                  <a:cubicBezTo>
                    <a:pt x="56159" y="218864"/>
                    <a:pt x="51080" y="216760"/>
                    <a:pt x="45638" y="216688"/>
                  </a:cubicBezTo>
                  <a:lnTo>
                    <a:pt x="45566" y="216688"/>
                  </a:lnTo>
                  <a:close/>
                  <a:moveTo>
                    <a:pt x="319975" y="232215"/>
                  </a:moveTo>
                  <a:cubicBezTo>
                    <a:pt x="319612" y="233666"/>
                    <a:pt x="319467" y="235117"/>
                    <a:pt x="319467" y="236641"/>
                  </a:cubicBezTo>
                  <a:cubicBezTo>
                    <a:pt x="319467" y="247524"/>
                    <a:pt x="328464" y="256449"/>
                    <a:pt x="339492" y="256449"/>
                  </a:cubicBezTo>
                  <a:cubicBezTo>
                    <a:pt x="350521" y="256449"/>
                    <a:pt x="359518" y="247597"/>
                    <a:pt x="359518" y="236641"/>
                  </a:cubicBezTo>
                  <a:cubicBezTo>
                    <a:pt x="359518" y="231344"/>
                    <a:pt x="357632" y="226410"/>
                    <a:pt x="354004" y="222710"/>
                  </a:cubicBezTo>
                  <a:cubicBezTo>
                    <a:pt x="350376" y="219009"/>
                    <a:pt x="345442" y="216905"/>
                    <a:pt x="340218" y="216833"/>
                  </a:cubicBezTo>
                  <a:cubicBezTo>
                    <a:pt x="340073" y="216833"/>
                    <a:pt x="339565" y="216833"/>
                    <a:pt x="339492" y="216833"/>
                  </a:cubicBezTo>
                  <a:cubicBezTo>
                    <a:pt x="331439" y="216833"/>
                    <a:pt x="324473" y="221549"/>
                    <a:pt x="321281" y="228369"/>
                  </a:cubicBezTo>
                  <a:cubicBezTo>
                    <a:pt x="321136" y="229240"/>
                    <a:pt x="320845" y="230111"/>
                    <a:pt x="320483" y="230981"/>
                  </a:cubicBezTo>
                  <a:cubicBezTo>
                    <a:pt x="320337" y="231417"/>
                    <a:pt x="320120" y="231779"/>
                    <a:pt x="319902" y="232142"/>
                  </a:cubicBezTo>
                  <a:close/>
                  <a:moveTo>
                    <a:pt x="237188" y="182949"/>
                  </a:moveTo>
                  <a:lnTo>
                    <a:pt x="302851" y="210012"/>
                  </a:lnTo>
                  <a:cubicBezTo>
                    <a:pt x="306769" y="204643"/>
                    <a:pt x="311848" y="200217"/>
                    <a:pt x="317725" y="197025"/>
                  </a:cubicBezTo>
                  <a:cubicBezTo>
                    <a:pt x="312066" y="179466"/>
                    <a:pt x="307205" y="162633"/>
                    <a:pt x="302416" y="146308"/>
                  </a:cubicBezTo>
                  <a:cubicBezTo>
                    <a:pt x="302198" y="145510"/>
                    <a:pt x="302053" y="144639"/>
                    <a:pt x="301981" y="143841"/>
                  </a:cubicBezTo>
                  <a:cubicBezTo>
                    <a:pt x="297119" y="129039"/>
                    <a:pt x="293129" y="115181"/>
                    <a:pt x="289573" y="102846"/>
                  </a:cubicBezTo>
                  <a:cubicBezTo>
                    <a:pt x="288485" y="99001"/>
                    <a:pt x="287397" y="95300"/>
                    <a:pt x="286381" y="91745"/>
                  </a:cubicBezTo>
                  <a:cubicBezTo>
                    <a:pt x="285583" y="91745"/>
                    <a:pt x="284785" y="91890"/>
                    <a:pt x="283987" y="91890"/>
                  </a:cubicBezTo>
                  <a:cubicBezTo>
                    <a:pt x="279996" y="91890"/>
                    <a:pt x="276078" y="91310"/>
                    <a:pt x="272378" y="90367"/>
                  </a:cubicBezTo>
                  <a:lnTo>
                    <a:pt x="227610" y="152112"/>
                  </a:lnTo>
                  <a:cubicBezTo>
                    <a:pt x="233923" y="160093"/>
                    <a:pt x="237333" y="169961"/>
                    <a:pt x="237260" y="180264"/>
                  </a:cubicBezTo>
                  <a:cubicBezTo>
                    <a:pt x="237260" y="181207"/>
                    <a:pt x="237260" y="182151"/>
                    <a:pt x="237188" y="183021"/>
                  </a:cubicBezTo>
                  <a:close/>
                  <a:moveTo>
                    <a:pt x="189373" y="200000"/>
                  </a:moveTo>
                  <a:lnTo>
                    <a:pt x="191622" y="200000"/>
                  </a:lnTo>
                  <a:cubicBezTo>
                    <a:pt x="202796" y="200000"/>
                    <a:pt x="211865" y="191075"/>
                    <a:pt x="211938" y="180047"/>
                  </a:cubicBezTo>
                  <a:cubicBezTo>
                    <a:pt x="211938" y="174677"/>
                    <a:pt x="209906" y="169671"/>
                    <a:pt x="206133" y="165898"/>
                  </a:cubicBezTo>
                  <a:cubicBezTo>
                    <a:pt x="202360" y="162053"/>
                    <a:pt x="197209" y="159948"/>
                    <a:pt x="191840" y="159948"/>
                  </a:cubicBezTo>
                  <a:lnTo>
                    <a:pt x="191767" y="159948"/>
                  </a:lnTo>
                  <a:cubicBezTo>
                    <a:pt x="180666" y="159948"/>
                    <a:pt x="171596" y="168873"/>
                    <a:pt x="171524" y="179901"/>
                  </a:cubicBezTo>
                  <a:cubicBezTo>
                    <a:pt x="171524" y="180264"/>
                    <a:pt x="171524" y="180700"/>
                    <a:pt x="171524" y="181062"/>
                  </a:cubicBezTo>
                  <a:cubicBezTo>
                    <a:pt x="171234" y="184473"/>
                    <a:pt x="172249" y="187738"/>
                    <a:pt x="174426" y="190422"/>
                  </a:cubicBezTo>
                  <a:cubicBezTo>
                    <a:pt x="174571" y="190567"/>
                    <a:pt x="174716" y="190785"/>
                    <a:pt x="174861" y="191003"/>
                  </a:cubicBezTo>
                  <a:cubicBezTo>
                    <a:pt x="174934" y="191148"/>
                    <a:pt x="175007" y="191220"/>
                    <a:pt x="175079" y="191365"/>
                  </a:cubicBezTo>
                  <a:cubicBezTo>
                    <a:pt x="178417" y="196227"/>
                    <a:pt x="183641" y="199347"/>
                    <a:pt x="189518" y="200072"/>
                  </a:cubicBezTo>
                  <a:close/>
                  <a:moveTo>
                    <a:pt x="106658" y="114020"/>
                  </a:moveTo>
                  <a:cubicBezTo>
                    <a:pt x="109560" y="122146"/>
                    <a:pt x="113116" y="132014"/>
                    <a:pt x="117034" y="142970"/>
                  </a:cubicBezTo>
                  <a:cubicBezTo>
                    <a:pt x="122621" y="158570"/>
                    <a:pt x="129078" y="176346"/>
                    <a:pt x="135536" y="194558"/>
                  </a:cubicBezTo>
                  <a:cubicBezTo>
                    <a:pt x="139309" y="193252"/>
                    <a:pt x="143154" y="191946"/>
                    <a:pt x="146855" y="190712"/>
                  </a:cubicBezTo>
                  <a:cubicBezTo>
                    <a:pt x="146056" y="187085"/>
                    <a:pt x="145694" y="183312"/>
                    <a:pt x="145984" y="179466"/>
                  </a:cubicBezTo>
                  <a:cubicBezTo>
                    <a:pt x="146129" y="169889"/>
                    <a:pt x="149249" y="161037"/>
                    <a:pt x="154400" y="153781"/>
                  </a:cubicBezTo>
                  <a:lnTo>
                    <a:pt x="109923" y="110900"/>
                  </a:lnTo>
                  <a:cubicBezTo>
                    <a:pt x="108835" y="111988"/>
                    <a:pt x="107747" y="113077"/>
                    <a:pt x="106586" y="114020"/>
                  </a:cubicBezTo>
                  <a:close/>
                  <a:moveTo>
                    <a:pt x="122621" y="87827"/>
                  </a:moveTo>
                  <a:lnTo>
                    <a:pt x="174499" y="137891"/>
                  </a:lnTo>
                  <a:cubicBezTo>
                    <a:pt x="179868" y="135714"/>
                    <a:pt x="185745" y="134554"/>
                    <a:pt x="191767" y="134554"/>
                  </a:cubicBezTo>
                  <a:cubicBezTo>
                    <a:pt x="196991" y="134554"/>
                    <a:pt x="202143" y="135497"/>
                    <a:pt x="206931" y="137166"/>
                  </a:cubicBezTo>
                  <a:lnTo>
                    <a:pt x="250320" y="77379"/>
                  </a:lnTo>
                  <a:cubicBezTo>
                    <a:pt x="246910" y="73824"/>
                    <a:pt x="244080" y="69688"/>
                    <a:pt x="241976" y="65189"/>
                  </a:cubicBezTo>
                  <a:lnTo>
                    <a:pt x="228045" y="67366"/>
                  </a:lnTo>
                  <a:cubicBezTo>
                    <a:pt x="191477" y="73026"/>
                    <a:pt x="150628" y="79411"/>
                    <a:pt x="123491" y="83256"/>
                  </a:cubicBezTo>
                  <a:cubicBezTo>
                    <a:pt x="123274" y="84852"/>
                    <a:pt x="122983" y="86376"/>
                    <a:pt x="122548" y="87900"/>
                  </a:cubicBezTo>
                  <a:close/>
                  <a:moveTo>
                    <a:pt x="77926" y="58369"/>
                  </a:moveTo>
                  <a:cubicBezTo>
                    <a:pt x="66752" y="58369"/>
                    <a:pt x="57465" y="67221"/>
                    <a:pt x="57247" y="78395"/>
                  </a:cubicBezTo>
                  <a:cubicBezTo>
                    <a:pt x="57102" y="83837"/>
                    <a:pt x="59134" y="88988"/>
                    <a:pt x="62979" y="92979"/>
                  </a:cubicBezTo>
                  <a:cubicBezTo>
                    <a:pt x="66825" y="96969"/>
                    <a:pt x="71976" y="99219"/>
                    <a:pt x="77490" y="99364"/>
                  </a:cubicBezTo>
                  <a:cubicBezTo>
                    <a:pt x="77926" y="99364"/>
                    <a:pt x="78361" y="99364"/>
                    <a:pt x="78869" y="99436"/>
                  </a:cubicBezTo>
                  <a:cubicBezTo>
                    <a:pt x="81046" y="99219"/>
                    <a:pt x="83222" y="98783"/>
                    <a:pt x="85254" y="98130"/>
                  </a:cubicBezTo>
                  <a:cubicBezTo>
                    <a:pt x="85254" y="98130"/>
                    <a:pt x="85327" y="98130"/>
                    <a:pt x="85399" y="98058"/>
                  </a:cubicBezTo>
                  <a:cubicBezTo>
                    <a:pt x="92945" y="93922"/>
                    <a:pt x="97879" y="86449"/>
                    <a:pt x="98677" y="77887"/>
                  </a:cubicBezTo>
                  <a:cubicBezTo>
                    <a:pt x="98169" y="67148"/>
                    <a:pt x="89390" y="58587"/>
                    <a:pt x="78434" y="58369"/>
                  </a:cubicBezTo>
                  <a:cubicBezTo>
                    <a:pt x="78289" y="58369"/>
                    <a:pt x="78143" y="58369"/>
                    <a:pt x="77998" y="58369"/>
                  </a:cubicBezTo>
                  <a:close/>
                  <a:moveTo>
                    <a:pt x="274917" y="64391"/>
                  </a:moveTo>
                  <a:cubicBezTo>
                    <a:pt x="277602" y="65697"/>
                    <a:pt x="280649" y="66423"/>
                    <a:pt x="283841" y="66495"/>
                  </a:cubicBezTo>
                  <a:cubicBezTo>
                    <a:pt x="285438" y="66495"/>
                    <a:pt x="287469" y="65988"/>
                    <a:pt x="289283" y="65044"/>
                  </a:cubicBezTo>
                  <a:cubicBezTo>
                    <a:pt x="289791" y="64827"/>
                    <a:pt x="290299" y="64609"/>
                    <a:pt x="290807" y="64391"/>
                  </a:cubicBezTo>
                  <a:cubicBezTo>
                    <a:pt x="295958" y="62577"/>
                    <a:pt x="300022" y="58877"/>
                    <a:pt x="302343" y="54016"/>
                  </a:cubicBezTo>
                  <a:cubicBezTo>
                    <a:pt x="304593" y="49227"/>
                    <a:pt x="304883" y="43785"/>
                    <a:pt x="303069" y="38779"/>
                  </a:cubicBezTo>
                  <a:cubicBezTo>
                    <a:pt x="299296" y="28331"/>
                    <a:pt x="287614" y="22889"/>
                    <a:pt x="277021" y="26589"/>
                  </a:cubicBezTo>
                  <a:cubicBezTo>
                    <a:pt x="269040" y="29419"/>
                    <a:pt x="263598" y="36965"/>
                    <a:pt x="263598" y="45382"/>
                  </a:cubicBezTo>
                  <a:cubicBezTo>
                    <a:pt x="263598" y="46252"/>
                    <a:pt x="263526" y="47195"/>
                    <a:pt x="263308" y="48066"/>
                  </a:cubicBezTo>
                  <a:cubicBezTo>
                    <a:pt x="263380" y="48501"/>
                    <a:pt x="263453" y="49009"/>
                    <a:pt x="263526" y="49517"/>
                  </a:cubicBezTo>
                  <a:cubicBezTo>
                    <a:pt x="264614" y="55394"/>
                    <a:pt x="268097" y="60401"/>
                    <a:pt x="272958" y="63376"/>
                  </a:cubicBezTo>
                  <a:cubicBezTo>
                    <a:pt x="273611" y="63666"/>
                    <a:pt x="274264" y="64029"/>
                    <a:pt x="274917" y="64464"/>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sp>
        <p:nvSpPr>
          <p:cNvPr id="95" name="Rectangle 94" descr="Diagram showing an AI agent at the center connected to a user, other agents, LLM, data sources, apps and tools. There are red warning icons, highlighting security risks.">
            <a:extLst>
              <a:ext uri="{FF2B5EF4-FFF2-40B4-BE49-F238E27FC236}">
                <a16:creationId xmlns:a16="http://schemas.microsoft.com/office/drawing/2014/main" id="{F50D8EE5-E48C-A51C-B8CB-F0992336E67C}"/>
              </a:ext>
            </a:extLst>
          </p:cNvPr>
          <p:cNvSpPr/>
          <p:nvPr/>
        </p:nvSpPr>
        <p:spPr bwMode="auto">
          <a:xfrm>
            <a:off x="201023" y="1457434"/>
            <a:ext cx="108585" cy="10858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000000"/>
              </a:solidFill>
              <a:effectLst/>
              <a:uLnTx/>
              <a:uFillTx/>
              <a:latin typeface="+mj-lt"/>
              <a:ea typeface="+mn-ea"/>
              <a:cs typeface="Segoe UI" pitchFamily="34" charset="0"/>
            </a:endParaRPr>
          </a:p>
        </p:txBody>
      </p:sp>
      <p:sp>
        <p:nvSpPr>
          <p:cNvPr id="96" name="TextBox 86">
            <a:extLst>
              <a:ext uri="{FF2B5EF4-FFF2-40B4-BE49-F238E27FC236}">
                <a16:creationId xmlns:a16="http://schemas.microsoft.com/office/drawing/2014/main" id="{1F60FE39-107D-C74E-0620-0005FB888FAC}"/>
              </a:ext>
            </a:extLst>
          </p:cNvPr>
          <p:cNvSpPr txBox="1"/>
          <p:nvPr/>
        </p:nvSpPr>
        <p:spPr>
          <a:xfrm>
            <a:off x="8122920" y="1566019"/>
            <a:ext cx="3096623" cy="492443"/>
          </a:xfrm>
          <a:prstGeom prst="rect">
            <a:avLst/>
          </a:prstGeom>
          <a:noFill/>
        </p:spPr>
        <p:txBody>
          <a:bodyPr wrap="square" lIns="0" tIns="0" rIns="0" bIns="0" rtlCol="0" anchor="ctr">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mn-lt"/>
              </a:rPr>
              <a:t>Manage agent identities and lifecycle</a:t>
            </a:r>
          </a:p>
        </p:txBody>
      </p:sp>
      <p:sp>
        <p:nvSpPr>
          <p:cNvPr id="97" name="TextBox 86">
            <a:extLst>
              <a:ext uri="{FF2B5EF4-FFF2-40B4-BE49-F238E27FC236}">
                <a16:creationId xmlns:a16="http://schemas.microsoft.com/office/drawing/2014/main" id="{AC5760CF-EC3F-D515-8067-A0CB4E8D1F0C}"/>
              </a:ext>
            </a:extLst>
          </p:cNvPr>
          <p:cNvSpPr txBox="1"/>
          <p:nvPr/>
        </p:nvSpPr>
        <p:spPr>
          <a:xfrm>
            <a:off x="8122920" y="2556419"/>
            <a:ext cx="3096623" cy="492443"/>
          </a:xfrm>
          <a:prstGeom prst="rect">
            <a:avLst/>
          </a:prstGeom>
          <a:noFill/>
        </p:spPr>
        <p:txBody>
          <a:bodyPr wrap="square" lIns="0" tIns="0" rIns="0" bIns="0" rtlCol="0" anchor="ctr">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mn-lt"/>
              </a:rPr>
              <a:t>Govern who can create and manage agents</a:t>
            </a:r>
          </a:p>
        </p:txBody>
      </p:sp>
      <p:sp>
        <p:nvSpPr>
          <p:cNvPr id="98" name="TextBox 86">
            <a:extLst>
              <a:ext uri="{FF2B5EF4-FFF2-40B4-BE49-F238E27FC236}">
                <a16:creationId xmlns:a16="http://schemas.microsoft.com/office/drawing/2014/main" id="{71AAA955-BE28-496D-FBB8-A047F38205AE}"/>
              </a:ext>
            </a:extLst>
          </p:cNvPr>
          <p:cNvSpPr txBox="1"/>
          <p:nvPr/>
        </p:nvSpPr>
        <p:spPr>
          <a:xfrm>
            <a:off x="8122920" y="3669929"/>
            <a:ext cx="3096623" cy="246221"/>
          </a:xfrm>
          <a:prstGeom prst="rect">
            <a:avLst/>
          </a:prstGeom>
          <a:noFill/>
        </p:spPr>
        <p:txBody>
          <a:bodyPr wrap="square" lIns="0" tIns="0" rIns="0" bIns="0" rtlCol="0" anchor="ctr">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mn-lt"/>
              </a:rPr>
              <a:t>Govern agent permissions</a:t>
            </a:r>
          </a:p>
        </p:txBody>
      </p:sp>
      <p:sp>
        <p:nvSpPr>
          <p:cNvPr id="99" name="TextBox 86">
            <a:extLst>
              <a:ext uri="{FF2B5EF4-FFF2-40B4-BE49-F238E27FC236}">
                <a16:creationId xmlns:a16="http://schemas.microsoft.com/office/drawing/2014/main" id="{3ECDEA33-5EC8-2E8A-5F85-E3E18EC58142}"/>
              </a:ext>
            </a:extLst>
          </p:cNvPr>
          <p:cNvSpPr txBox="1"/>
          <p:nvPr/>
        </p:nvSpPr>
        <p:spPr>
          <a:xfrm>
            <a:off x="8122920" y="4537219"/>
            <a:ext cx="3096623" cy="492443"/>
          </a:xfrm>
          <a:prstGeom prst="rect">
            <a:avLst/>
          </a:prstGeom>
          <a:noFill/>
        </p:spPr>
        <p:txBody>
          <a:bodyPr wrap="square" lIns="0" tIns="0" rIns="0" bIns="0" rtlCol="0" anchor="ctr">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mn-lt"/>
              </a:rPr>
              <a:t>Protect agent access to apps, tools, systems and other agents</a:t>
            </a:r>
          </a:p>
        </p:txBody>
      </p:sp>
      <p:sp>
        <p:nvSpPr>
          <p:cNvPr id="100" name="TextBox 86">
            <a:extLst>
              <a:ext uri="{FF2B5EF4-FFF2-40B4-BE49-F238E27FC236}">
                <a16:creationId xmlns:a16="http://schemas.microsoft.com/office/drawing/2014/main" id="{53565A56-51FB-6413-2141-3345C6711909}"/>
              </a:ext>
            </a:extLst>
          </p:cNvPr>
          <p:cNvSpPr txBox="1"/>
          <p:nvPr/>
        </p:nvSpPr>
        <p:spPr>
          <a:xfrm>
            <a:off x="8122920" y="5527619"/>
            <a:ext cx="3096623" cy="492443"/>
          </a:xfrm>
          <a:prstGeom prst="rect">
            <a:avLst/>
          </a:prstGeom>
          <a:noFill/>
        </p:spPr>
        <p:txBody>
          <a:bodyPr wrap="square" lIns="0" tIns="0" rIns="0" bIns="0" rtlCol="0" anchor="ctr">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tx1"/>
                </a:solidFill>
                <a:effectLst/>
                <a:uLnTx/>
                <a:uFillTx/>
                <a:latin typeface="+mn-lt"/>
              </a:rPr>
              <a:t>Protect agents from malicious or non-compliant traffic</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Day in the life | SOC Analyst</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F0705609-9BFF-CFB2-7733-02C9E97ACC5C}"/>
              </a:ext>
              <a:ext uri="{C183D7F6-B498-43B3-948B-1728B52AA6E4}">
                <adec:decorative xmlns:adec="http://schemas.microsoft.com/office/drawing/2017/decorative" val="1"/>
              </a:ext>
            </a:extLst>
          </p:cNvPr>
          <p:cNvSpPr>
            <a:spLocks/>
          </p:cNvSpPr>
          <p:nvPr/>
        </p:nvSpPr>
        <p:spPr bwMode="auto">
          <a:xfrm>
            <a:off x="3556002" y="1574800"/>
            <a:ext cx="8050211" cy="4478020"/>
          </a:xfrm>
          <a:prstGeom prst="roundRect">
            <a:avLst>
              <a:gd name="adj" fmla="val 3861"/>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err="1">
              <a:solidFill>
                <a:srgbClr val="FFFFFF"/>
              </a:solidFill>
              <a:latin typeface="Segoe UI"/>
              <a:cs typeface="Segoe UI" pitchFamily="34" charset="0"/>
            </a:endParaRPr>
          </a:p>
        </p:txBody>
      </p:sp>
      <p:cxnSp>
        <p:nvCxnSpPr>
          <p:cNvPr id="8" name="Straight Connector 7">
            <a:extLst>
              <a:ext uri="{FF2B5EF4-FFF2-40B4-BE49-F238E27FC236}">
                <a16:creationId xmlns:a16="http://schemas.microsoft.com/office/drawing/2014/main" id="{CB51E282-02BE-B5A3-D538-BF5E86DFEA1B}"/>
              </a:ext>
              <a:ext uri="{C183D7F6-B498-43B3-948B-1728B52AA6E4}">
                <adec:decorative xmlns:adec="http://schemas.microsoft.com/office/drawing/2017/decorative" val="1"/>
              </a:ext>
            </a:extLst>
          </p:cNvPr>
          <p:cNvCxnSpPr>
            <a:cxnSpLocks/>
          </p:cNvCxnSpPr>
          <p:nvPr/>
        </p:nvCxnSpPr>
        <p:spPr>
          <a:xfrm flipH="1">
            <a:off x="3556002" y="2508504"/>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12B38C0-46FF-396F-0A64-A3B2FA12EFFE}"/>
              </a:ext>
              <a:ext uri="{C183D7F6-B498-43B3-948B-1728B52AA6E4}">
                <adec:decorative xmlns:adec="http://schemas.microsoft.com/office/drawing/2017/decorative" val="1"/>
              </a:ext>
            </a:extLst>
          </p:cNvPr>
          <p:cNvCxnSpPr>
            <a:cxnSpLocks/>
          </p:cNvCxnSpPr>
          <p:nvPr/>
        </p:nvCxnSpPr>
        <p:spPr>
          <a:xfrm flipH="1">
            <a:off x="3556002" y="3378708"/>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B7FE3-D57A-B1A5-8099-62F0181884F3}"/>
              </a:ext>
              <a:ext uri="{C183D7F6-B498-43B3-948B-1728B52AA6E4}">
                <adec:decorative xmlns:adec="http://schemas.microsoft.com/office/drawing/2017/decorative" val="1"/>
              </a:ext>
            </a:extLst>
          </p:cNvPr>
          <p:cNvCxnSpPr>
            <a:cxnSpLocks/>
          </p:cNvCxnSpPr>
          <p:nvPr/>
        </p:nvCxnSpPr>
        <p:spPr>
          <a:xfrm flipH="1">
            <a:off x="3556002" y="4248912"/>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A6750BE-BEB4-21E5-DE6F-E06ECA21954D}"/>
              </a:ext>
              <a:ext uri="{C183D7F6-B498-43B3-948B-1728B52AA6E4}">
                <adec:decorative xmlns:adec="http://schemas.microsoft.com/office/drawing/2017/decorative" val="1"/>
              </a:ext>
            </a:extLst>
          </p:cNvPr>
          <p:cNvCxnSpPr>
            <a:cxnSpLocks/>
          </p:cNvCxnSpPr>
          <p:nvPr/>
        </p:nvCxnSpPr>
        <p:spPr>
          <a:xfrm flipH="1">
            <a:off x="3556002" y="5119116"/>
            <a:ext cx="8050211"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74216E56-1FFB-6287-58E2-F05153CF976E}"/>
              </a:ext>
              <a:ext uri="{C183D7F6-B498-43B3-948B-1728B52AA6E4}">
                <adec:decorative xmlns:adec="http://schemas.microsoft.com/office/drawing/2017/decorative" val="1"/>
              </a:ext>
            </a:extLst>
          </p:cNvPr>
          <p:cNvSpPr/>
          <p:nvPr/>
        </p:nvSpPr>
        <p:spPr bwMode="auto">
          <a:xfrm>
            <a:off x="0" y="1574799"/>
            <a:ext cx="3375660" cy="5283201"/>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err="1">
              <a:solidFill>
                <a:srgbClr val="FFFFFF"/>
              </a:solidFill>
              <a:latin typeface="+mj-lt"/>
              <a:ea typeface="+mj-ea"/>
              <a:cs typeface="+mj-cs"/>
            </a:endParaRPr>
          </a:p>
        </p:txBody>
      </p:sp>
      <p:sp>
        <p:nvSpPr>
          <p:cNvPr id="13" name="Graphic 1">
            <a:extLst>
              <a:ext uri="{FF2B5EF4-FFF2-40B4-BE49-F238E27FC236}">
                <a16:creationId xmlns:a16="http://schemas.microsoft.com/office/drawing/2014/main" id="{C0A71246-B472-E346-A9CE-19E287437723}"/>
              </a:ext>
              <a:ext uri="{C183D7F6-B498-43B3-948B-1728B52AA6E4}">
                <adec:decorative xmlns:adec="http://schemas.microsoft.com/office/drawing/2017/decorative" val="1"/>
              </a:ext>
            </a:extLst>
          </p:cNvPr>
          <p:cNvSpPr/>
          <p:nvPr/>
        </p:nvSpPr>
        <p:spPr>
          <a:xfrm>
            <a:off x="588962" y="2397919"/>
            <a:ext cx="720725" cy="756761"/>
          </a:xfrm>
          <a:custGeom>
            <a:avLst/>
            <a:gdLst>
              <a:gd name="connsiteX0" fmla="*/ 0 w 651130"/>
              <a:gd name="connsiteY0" fmla="*/ 122087 h 683686"/>
              <a:gd name="connsiteX1" fmla="*/ 24417 w 651130"/>
              <a:gd name="connsiteY1" fmla="*/ 97670 h 683686"/>
              <a:gd name="connsiteX2" fmla="*/ 278358 w 651130"/>
              <a:gd name="connsiteY2" fmla="*/ 4883 h 683686"/>
              <a:gd name="connsiteX3" fmla="*/ 307659 w 651130"/>
              <a:gd name="connsiteY3" fmla="*/ 4883 h 683686"/>
              <a:gd name="connsiteX4" fmla="*/ 561600 w 651130"/>
              <a:gd name="connsiteY4" fmla="*/ 97670 h 683686"/>
              <a:gd name="connsiteX5" fmla="*/ 586017 w 651130"/>
              <a:gd name="connsiteY5" fmla="*/ 122087 h 683686"/>
              <a:gd name="connsiteX6" fmla="*/ 586017 w 651130"/>
              <a:gd name="connsiteY6" fmla="*/ 293009 h 683686"/>
              <a:gd name="connsiteX7" fmla="*/ 585626 w 651130"/>
              <a:gd name="connsiteY7" fmla="*/ 310556 h 683686"/>
              <a:gd name="connsiteX8" fmla="*/ 537182 w 651130"/>
              <a:gd name="connsiteY8" fmla="*/ 281451 h 683686"/>
              <a:gd name="connsiteX9" fmla="*/ 537182 w 651130"/>
              <a:gd name="connsiteY9" fmla="*/ 145788 h 683686"/>
              <a:gd name="connsiteX10" fmla="*/ 293009 w 651130"/>
              <a:gd name="connsiteY10" fmla="*/ 54630 h 683686"/>
              <a:gd name="connsiteX11" fmla="*/ 48835 w 651130"/>
              <a:gd name="connsiteY11" fmla="*/ 145788 h 683686"/>
              <a:gd name="connsiteX12" fmla="*/ 48835 w 651130"/>
              <a:gd name="connsiteY12" fmla="*/ 293009 h 683686"/>
              <a:gd name="connsiteX13" fmla="*/ 293009 w 651130"/>
              <a:gd name="connsiteY13" fmla="*/ 600407 h 683686"/>
              <a:gd name="connsiteX14" fmla="*/ 325565 w 651130"/>
              <a:gd name="connsiteY14" fmla="*/ 586115 h 683686"/>
              <a:gd name="connsiteX15" fmla="*/ 325565 w 651130"/>
              <a:gd name="connsiteY15" fmla="*/ 634852 h 683686"/>
              <a:gd name="connsiteX16" fmla="*/ 325695 w 651130"/>
              <a:gd name="connsiteY16" fmla="*/ 639605 h 683686"/>
              <a:gd name="connsiteX17" fmla="*/ 301929 w 651130"/>
              <a:gd name="connsiteY17" fmla="*/ 649437 h 683686"/>
              <a:gd name="connsiteX18" fmla="*/ 284055 w 651130"/>
              <a:gd name="connsiteY18" fmla="*/ 649437 h 683686"/>
              <a:gd name="connsiteX19" fmla="*/ 0 w 651130"/>
              <a:gd name="connsiteY19" fmla="*/ 293009 h 683686"/>
              <a:gd name="connsiteX20" fmla="*/ 0 w 651130"/>
              <a:gd name="connsiteY20" fmla="*/ 122087 h 683686"/>
              <a:gd name="connsiteX21" fmla="*/ 423235 w 651130"/>
              <a:gd name="connsiteY21" fmla="*/ 423235 h 683686"/>
              <a:gd name="connsiteX22" fmla="*/ 423235 w 651130"/>
              <a:gd name="connsiteY22" fmla="*/ 390678 h 683686"/>
              <a:gd name="connsiteX23" fmla="*/ 504626 w 651130"/>
              <a:gd name="connsiteY23" fmla="*/ 309287 h 683686"/>
              <a:gd name="connsiteX24" fmla="*/ 586017 w 651130"/>
              <a:gd name="connsiteY24" fmla="*/ 390678 h 683686"/>
              <a:gd name="connsiteX25" fmla="*/ 586017 w 651130"/>
              <a:gd name="connsiteY25" fmla="*/ 423235 h 683686"/>
              <a:gd name="connsiteX26" fmla="*/ 602295 w 651130"/>
              <a:gd name="connsiteY26" fmla="*/ 423235 h 683686"/>
              <a:gd name="connsiteX27" fmla="*/ 651130 w 651130"/>
              <a:gd name="connsiteY27" fmla="*/ 472069 h 683686"/>
              <a:gd name="connsiteX28" fmla="*/ 651130 w 651130"/>
              <a:gd name="connsiteY28" fmla="*/ 634852 h 683686"/>
              <a:gd name="connsiteX29" fmla="*/ 602295 w 651130"/>
              <a:gd name="connsiteY29" fmla="*/ 683687 h 683686"/>
              <a:gd name="connsiteX30" fmla="*/ 406956 w 651130"/>
              <a:gd name="connsiteY30" fmla="*/ 683687 h 683686"/>
              <a:gd name="connsiteX31" fmla="*/ 358122 w 651130"/>
              <a:gd name="connsiteY31" fmla="*/ 634852 h 683686"/>
              <a:gd name="connsiteX32" fmla="*/ 358122 w 651130"/>
              <a:gd name="connsiteY32" fmla="*/ 472069 h 683686"/>
              <a:gd name="connsiteX33" fmla="*/ 406956 w 651130"/>
              <a:gd name="connsiteY33" fmla="*/ 423235 h 683686"/>
              <a:gd name="connsiteX34" fmla="*/ 423235 w 651130"/>
              <a:gd name="connsiteY34" fmla="*/ 423235 h 683686"/>
              <a:gd name="connsiteX35" fmla="*/ 472069 w 651130"/>
              <a:gd name="connsiteY35" fmla="*/ 390678 h 683686"/>
              <a:gd name="connsiteX36" fmla="*/ 472069 w 651130"/>
              <a:gd name="connsiteY36" fmla="*/ 423235 h 683686"/>
              <a:gd name="connsiteX37" fmla="*/ 537182 w 651130"/>
              <a:gd name="connsiteY37" fmla="*/ 423235 h 683686"/>
              <a:gd name="connsiteX38" fmla="*/ 537182 w 651130"/>
              <a:gd name="connsiteY38" fmla="*/ 390678 h 683686"/>
              <a:gd name="connsiteX39" fmla="*/ 504626 w 651130"/>
              <a:gd name="connsiteY39" fmla="*/ 358122 h 683686"/>
              <a:gd name="connsiteX40" fmla="*/ 472069 w 651130"/>
              <a:gd name="connsiteY40" fmla="*/ 390678 h 683686"/>
              <a:gd name="connsiteX41" fmla="*/ 537182 w 651130"/>
              <a:gd name="connsiteY41" fmla="*/ 553461 h 683686"/>
              <a:gd name="connsiteX42" fmla="*/ 504626 w 651130"/>
              <a:gd name="connsiteY42" fmla="*/ 520904 h 683686"/>
              <a:gd name="connsiteX43" fmla="*/ 472069 w 651130"/>
              <a:gd name="connsiteY43" fmla="*/ 553461 h 683686"/>
              <a:gd name="connsiteX44" fmla="*/ 504626 w 651130"/>
              <a:gd name="connsiteY44" fmla="*/ 586017 h 683686"/>
              <a:gd name="connsiteX45" fmla="*/ 537182 w 651130"/>
              <a:gd name="connsiteY45" fmla="*/ 553461 h 683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651130" h="683686">
                <a:moveTo>
                  <a:pt x="0" y="122087"/>
                </a:moveTo>
                <a:cubicBezTo>
                  <a:pt x="0" y="108602"/>
                  <a:pt x="10932" y="97670"/>
                  <a:pt x="24417" y="97670"/>
                </a:cubicBezTo>
                <a:cubicBezTo>
                  <a:pt x="111115" y="97670"/>
                  <a:pt x="195599" y="66969"/>
                  <a:pt x="278358" y="4883"/>
                </a:cubicBezTo>
                <a:cubicBezTo>
                  <a:pt x="287041" y="-1628"/>
                  <a:pt x="298976" y="-1628"/>
                  <a:pt x="307659" y="4883"/>
                </a:cubicBezTo>
                <a:cubicBezTo>
                  <a:pt x="390418" y="66969"/>
                  <a:pt x="474902" y="97670"/>
                  <a:pt x="561600" y="97670"/>
                </a:cubicBezTo>
                <a:cubicBezTo>
                  <a:pt x="575085" y="97670"/>
                  <a:pt x="586017" y="108602"/>
                  <a:pt x="586017" y="122087"/>
                </a:cubicBezTo>
                <a:lnTo>
                  <a:pt x="586017" y="293009"/>
                </a:lnTo>
                <a:cubicBezTo>
                  <a:pt x="586017" y="298901"/>
                  <a:pt x="585887" y="304729"/>
                  <a:pt x="585626" y="310556"/>
                </a:cubicBezTo>
                <a:cubicBezTo>
                  <a:pt x="572181" y="296938"/>
                  <a:pt x="555518" y="286930"/>
                  <a:pt x="537182" y="281451"/>
                </a:cubicBezTo>
                <a:lnTo>
                  <a:pt x="537182" y="145788"/>
                </a:lnTo>
                <a:cubicBezTo>
                  <a:pt x="453284" y="140839"/>
                  <a:pt x="371795" y="110301"/>
                  <a:pt x="293009" y="54630"/>
                </a:cubicBezTo>
                <a:cubicBezTo>
                  <a:pt x="214222" y="110301"/>
                  <a:pt x="132733" y="140839"/>
                  <a:pt x="48835" y="145788"/>
                </a:cubicBezTo>
                <a:lnTo>
                  <a:pt x="48835" y="293009"/>
                </a:lnTo>
                <a:cubicBezTo>
                  <a:pt x="48835" y="431569"/>
                  <a:pt x="128696" y="533243"/>
                  <a:pt x="293009" y="600407"/>
                </a:cubicBezTo>
                <a:cubicBezTo>
                  <a:pt x="303983" y="595927"/>
                  <a:pt x="314838" y="591161"/>
                  <a:pt x="325565" y="586115"/>
                </a:cubicBezTo>
                <a:lnTo>
                  <a:pt x="325565" y="634852"/>
                </a:lnTo>
                <a:cubicBezTo>
                  <a:pt x="325565" y="636480"/>
                  <a:pt x="325598" y="638042"/>
                  <a:pt x="325695" y="639605"/>
                </a:cubicBezTo>
                <a:cubicBezTo>
                  <a:pt x="317947" y="642991"/>
                  <a:pt x="310068" y="646247"/>
                  <a:pt x="301929" y="649437"/>
                </a:cubicBezTo>
                <a:cubicBezTo>
                  <a:pt x="296186" y="651697"/>
                  <a:pt x="289798" y="651697"/>
                  <a:pt x="284055" y="649437"/>
                </a:cubicBezTo>
                <a:cubicBezTo>
                  <a:pt x="96302" y="575469"/>
                  <a:pt x="0" y="455791"/>
                  <a:pt x="0" y="293009"/>
                </a:cubicBezTo>
                <a:lnTo>
                  <a:pt x="0" y="122087"/>
                </a:lnTo>
                <a:close/>
                <a:moveTo>
                  <a:pt x="423235" y="423235"/>
                </a:moveTo>
                <a:lnTo>
                  <a:pt x="423235" y="390678"/>
                </a:lnTo>
                <a:cubicBezTo>
                  <a:pt x="423235" y="345727"/>
                  <a:pt x="459675" y="309287"/>
                  <a:pt x="504626" y="309287"/>
                </a:cubicBezTo>
                <a:cubicBezTo>
                  <a:pt x="549577" y="309287"/>
                  <a:pt x="586017" y="345727"/>
                  <a:pt x="586017" y="390678"/>
                </a:cubicBezTo>
                <a:lnTo>
                  <a:pt x="586017" y="423235"/>
                </a:lnTo>
                <a:lnTo>
                  <a:pt x="602295" y="423235"/>
                </a:lnTo>
                <a:cubicBezTo>
                  <a:pt x="629265" y="423235"/>
                  <a:pt x="651130" y="445099"/>
                  <a:pt x="651130" y="472069"/>
                </a:cubicBezTo>
                <a:lnTo>
                  <a:pt x="651130" y="634852"/>
                </a:lnTo>
                <a:cubicBezTo>
                  <a:pt x="651130" y="661822"/>
                  <a:pt x="629265" y="683687"/>
                  <a:pt x="602295" y="683687"/>
                </a:cubicBezTo>
                <a:lnTo>
                  <a:pt x="406956" y="683687"/>
                </a:lnTo>
                <a:cubicBezTo>
                  <a:pt x="379986" y="683687"/>
                  <a:pt x="358122" y="661822"/>
                  <a:pt x="358122" y="634852"/>
                </a:cubicBezTo>
                <a:lnTo>
                  <a:pt x="358122" y="472069"/>
                </a:lnTo>
                <a:cubicBezTo>
                  <a:pt x="358122" y="445099"/>
                  <a:pt x="379986" y="423235"/>
                  <a:pt x="406956" y="423235"/>
                </a:cubicBezTo>
                <a:lnTo>
                  <a:pt x="423235" y="423235"/>
                </a:lnTo>
                <a:close/>
                <a:moveTo>
                  <a:pt x="472069" y="390678"/>
                </a:moveTo>
                <a:lnTo>
                  <a:pt x="472069" y="423235"/>
                </a:lnTo>
                <a:lnTo>
                  <a:pt x="537182" y="423235"/>
                </a:lnTo>
                <a:lnTo>
                  <a:pt x="537182" y="390678"/>
                </a:lnTo>
                <a:cubicBezTo>
                  <a:pt x="537182" y="372697"/>
                  <a:pt x="522607" y="358122"/>
                  <a:pt x="504626" y="358122"/>
                </a:cubicBezTo>
                <a:cubicBezTo>
                  <a:pt x="486645" y="358122"/>
                  <a:pt x="472069" y="372697"/>
                  <a:pt x="472069" y="390678"/>
                </a:cubicBezTo>
                <a:close/>
                <a:moveTo>
                  <a:pt x="537182" y="553461"/>
                </a:moveTo>
                <a:cubicBezTo>
                  <a:pt x="537182" y="535480"/>
                  <a:pt x="522607" y="520904"/>
                  <a:pt x="504626" y="520904"/>
                </a:cubicBezTo>
                <a:cubicBezTo>
                  <a:pt x="486645" y="520904"/>
                  <a:pt x="472069" y="535480"/>
                  <a:pt x="472069" y="553461"/>
                </a:cubicBezTo>
                <a:cubicBezTo>
                  <a:pt x="472069" y="571441"/>
                  <a:pt x="486645" y="586017"/>
                  <a:pt x="504626" y="586017"/>
                </a:cubicBezTo>
                <a:cubicBezTo>
                  <a:pt x="522607" y="586017"/>
                  <a:pt x="537182" y="571441"/>
                  <a:pt x="537182" y="553461"/>
                </a:cubicBezTo>
                <a:close/>
              </a:path>
            </a:pathLst>
          </a:custGeom>
          <a:solidFill>
            <a:schemeClr val="bg1"/>
          </a:solidFill>
        </p:spPr>
        <p:txBody>
          <a:bodyPr wrap="square" lIns="91440" tIns="0" rIns="91440" bIns="0"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2200" b="1" i="0" u="none" strike="noStrike" kern="1200" cap="none" spc="0" normalizeH="0" baseline="0" noProof="0">
              <a:ln w="3175">
                <a:noFill/>
              </a:ln>
              <a:effectLst/>
              <a:uLnTx/>
              <a:uFillTx/>
              <a:latin typeface="Segoe UI Semibold"/>
              <a:ea typeface="+mn-ea"/>
              <a:cs typeface="Segoe Sans Display Semibold" pitchFamily="2" charset="0"/>
            </a:endParaRPr>
          </a:p>
        </p:txBody>
      </p:sp>
      <p:sp>
        <p:nvSpPr>
          <p:cNvPr id="14" name="TextBox 13">
            <a:extLst>
              <a:ext uri="{FF2B5EF4-FFF2-40B4-BE49-F238E27FC236}">
                <a16:creationId xmlns:a16="http://schemas.microsoft.com/office/drawing/2014/main" id="{18004A1B-841E-40D0-3F94-651EA33C1F73}"/>
              </a:ext>
            </a:extLst>
          </p:cNvPr>
          <p:cNvSpPr txBox="1"/>
          <p:nvPr/>
        </p:nvSpPr>
        <p:spPr>
          <a:xfrm>
            <a:off x="588962" y="3448903"/>
            <a:ext cx="2489517" cy="492443"/>
          </a:xfrm>
          <a:prstGeom prst="rect">
            <a:avLst/>
          </a:prstGeom>
          <a:noFill/>
        </p:spPr>
        <p:txBody>
          <a:bodyPr wrap="square" lIns="0" tIns="0" rIns="0" bIns="0">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3200" i="0" u="none" strike="noStrike" kern="1200" cap="none" spc="0" normalizeH="0" baseline="0" noProof="0">
                <a:ln>
                  <a:noFill/>
                </a:ln>
                <a:solidFill>
                  <a:srgbClr val="FFFFFF"/>
                </a:solidFill>
                <a:effectLst/>
                <a:uLnTx/>
                <a:uFillTx/>
                <a:latin typeface="+mj-lt"/>
                <a:ea typeface="+mj-ea"/>
                <a:cs typeface="+mj-cs"/>
              </a:rPr>
              <a:t>SOC Analyst</a:t>
            </a:r>
          </a:p>
        </p:txBody>
      </p:sp>
      <p:sp>
        <p:nvSpPr>
          <p:cNvPr id="15" name="Oval 14">
            <a:extLst>
              <a:ext uri="{FF2B5EF4-FFF2-40B4-BE49-F238E27FC236}">
                <a16:creationId xmlns:a16="http://schemas.microsoft.com/office/drawing/2014/main" id="{489AFB27-3FC5-CFCD-CA5C-CCDCB2057E0D}"/>
              </a:ext>
            </a:extLst>
          </p:cNvPr>
          <p:cNvSpPr/>
          <p:nvPr/>
        </p:nvSpPr>
        <p:spPr bwMode="auto">
          <a:xfrm>
            <a:off x="3783495" y="1799717"/>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dirty="0">
                <a:ln w="3175">
                  <a:noFill/>
                </a:ln>
                <a:solidFill>
                  <a:schemeClr val="bg1"/>
                </a:solidFill>
                <a:latin typeface="+mj-lt"/>
                <a:cs typeface="Segoe Sans Display Semibold" pitchFamily="2" charset="0"/>
              </a:rPr>
              <a:t>1</a:t>
            </a:r>
          </a:p>
        </p:txBody>
      </p:sp>
      <p:sp>
        <p:nvSpPr>
          <p:cNvPr id="16" name="TextBox 15">
            <a:extLst>
              <a:ext uri="{FF2B5EF4-FFF2-40B4-BE49-F238E27FC236}">
                <a16:creationId xmlns:a16="http://schemas.microsoft.com/office/drawing/2014/main" id="{86699527-E0B7-62E5-CD86-3811BAC8E7BC}"/>
              </a:ext>
            </a:extLst>
          </p:cNvPr>
          <p:cNvSpPr txBox="1"/>
          <p:nvPr/>
        </p:nvSpPr>
        <p:spPr>
          <a:xfrm>
            <a:off x="4527550" y="1919513"/>
            <a:ext cx="7078662" cy="307777"/>
          </a:xfrm>
          <a:prstGeom prst="rect">
            <a:avLst/>
          </a:prstGeom>
          <a:noFill/>
        </p:spPr>
        <p:txBody>
          <a:bodyPr wrap="square" lIns="0" tIns="0" rIns="0" bIns="0" rtlCol="0" anchor="ctr">
            <a:spAutoFit/>
          </a:bodyPr>
          <a:lstStyle>
            <a:defPPr>
              <a:defRPr lang="en-BE"/>
            </a:defPPr>
            <a:lvl1pPr marR="0" lvl="0" indent="0" fontAlgn="auto">
              <a:lnSpc>
                <a:spcPct val="100000"/>
              </a:lnSpc>
              <a:spcBef>
                <a:spcPts val="0"/>
              </a:spcBef>
              <a:spcAft>
                <a:spcPts val="0"/>
              </a:spcAft>
              <a:buClrTx/>
              <a:buSzTx/>
              <a:buFontTx/>
              <a:buNone/>
              <a:tabLst/>
              <a:defRPr kumimoji="0" sz="2000" i="0" u="none" strike="noStrike" cap="none" spc="0" normalizeH="0" baseline="0">
                <a:ln>
                  <a:noFill/>
                </a:ln>
                <a:effectLst/>
                <a:uLnTx/>
                <a:uFillTx/>
                <a:ea typeface="+mj-ea"/>
                <a:cs typeface="+mj-cs"/>
              </a:defRPr>
            </a:lvl1pPr>
          </a:lstStyle>
          <a:p>
            <a:r>
              <a:rPr lang="en-US"/>
              <a:t>Triage and investigate security alerts</a:t>
            </a:r>
          </a:p>
        </p:txBody>
      </p:sp>
      <p:sp>
        <p:nvSpPr>
          <p:cNvPr id="17" name="Oval 16">
            <a:extLst>
              <a:ext uri="{FF2B5EF4-FFF2-40B4-BE49-F238E27FC236}">
                <a16:creationId xmlns:a16="http://schemas.microsoft.com/office/drawing/2014/main" id="{3F6FFFAC-7B03-01BF-1A2B-D9088357E6EB}"/>
              </a:ext>
            </a:extLst>
          </p:cNvPr>
          <p:cNvSpPr/>
          <p:nvPr/>
        </p:nvSpPr>
        <p:spPr bwMode="auto">
          <a:xfrm>
            <a:off x="3783495" y="2669921"/>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a:ln w="3175">
                  <a:noFill/>
                </a:ln>
                <a:solidFill>
                  <a:schemeClr val="bg1"/>
                </a:solidFill>
                <a:latin typeface="+mj-lt"/>
                <a:cs typeface="Segoe Sans Display Semibold" pitchFamily="2" charset="0"/>
              </a:rPr>
              <a:t>2</a:t>
            </a:r>
          </a:p>
        </p:txBody>
      </p:sp>
      <p:sp>
        <p:nvSpPr>
          <p:cNvPr id="18" name="TextBox 17">
            <a:extLst>
              <a:ext uri="{FF2B5EF4-FFF2-40B4-BE49-F238E27FC236}">
                <a16:creationId xmlns:a16="http://schemas.microsoft.com/office/drawing/2014/main" id="{B9C1D4BE-BA4A-B09F-77BA-F56B4EBEDC3A}"/>
              </a:ext>
            </a:extLst>
          </p:cNvPr>
          <p:cNvSpPr txBox="1"/>
          <p:nvPr/>
        </p:nvSpPr>
        <p:spPr>
          <a:xfrm>
            <a:off x="4527550" y="2789717"/>
            <a:ext cx="5511536" cy="307777"/>
          </a:xfrm>
          <a:prstGeom prst="rect">
            <a:avLst/>
          </a:prstGeom>
          <a:noFill/>
        </p:spPr>
        <p:txBody>
          <a:bodyPr wrap="square" lIns="0" tIns="0" rIns="0" bIns="0" rtlCol="0" anchor="ctr">
            <a:spAutoFit/>
          </a:bodyPr>
          <a:lstStyle>
            <a:defPPr>
              <a:defRPr lang="en-BE"/>
            </a:defPPr>
            <a:lvl1pPr marR="0" lvl="0" indent="0" fontAlgn="auto">
              <a:lnSpc>
                <a:spcPct val="100000"/>
              </a:lnSpc>
              <a:spcBef>
                <a:spcPts val="0"/>
              </a:spcBef>
              <a:spcAft>
                <a:spcPts val="0"/>
              </a:spcAft>
              <a:buClrTx/>
              <a:buSzTx/>
              <a:buFontTx/>
              <a:buNone/>
              <a:tabLst/>
              <a:defRPr kumimoji="0" sz="2000" i="0" u="none" strike="noStrike" cap="none" spc="0" normalizeH="0" baseline="0">
                <a:ln>
                  <a:noFill/>
                </a:ln>
                <a:effectLst/>
                <a:uLnTx/>
                <a:uFillTx/>
                <a:ea typeface="+mj-ea"/>
                <a:cs typeface="+mj-cs"/>
              </a:defRPr>
            </a:lvl1pPr>
          </a:lstStyle>
          <a:p>
            <a:r>
              <a:rPr lang="en-US"/>
              <a:t>Respond to incidents</a:t>
            </a:r>
          </a:p>
        </p:txBody>
      </p:sp>
      <p:sp>
        <p:nvSpPr>
          <p:cNvPr id="19" name="Oval 18">
            <a:extLst>
              <a:ext uri="{FF2B5EF4-FFF2-40B4-BE49-F238E27FC236}">
                <a16:creationId xmlns:a16="http://schemas.microsoft.com/office/drawing/2014/main" id="{B6EE1E6E-0FE5-419D-7299-A02622B12786}"/>
              </a:ext>
            </a:extLst>
          </p:cNvPr>
          <p:cNvSpPr/>
          <p:nvPr/>
        </p:nvSpPr>
        <p:spPr bwMode="auto">
          <a:xfrm>
            <a:off x="3783495" y="3540125"/>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a:ln w="3175">
                  <a:noFill/>
                </a:ln>
                <a:solidFill>
                  <a:schemeClr val="bg1"/>
                </a:solidFill>
                <a:latin typeface="+mj-lt"/>
                <a:cs typeface="Segoe Sans Display Semibold" pitchFamily="2" charset="0"/>
              </a:rPr>
              <a:t>3</a:t>
            </a:r>
          </a:p>
        </p:txBody>
      </p:sp>
      <p:sp>
        <p:nvSpPr>
          <p:cNvPr id="20" name="TextBox 19">
            <a:extLst>
              <a:ext uri="{FF2B5EF4-FFF2-40B4-BE49-F238E27FC236}">
                <a16:creationId xmlns:a16="http://schemas.microsoft.com/office/drawing/2014/main" id="{C51920B8-4EAF-BF2E-54E2-8C5FAA4D6225}"/>
              </a:ext>
            </a:extLst>
          </p:cNvPr>
          <p:cNvSpPr txBox="1"/>
          <p:nvPr/>
        </p:nvSpPr>
        <p:spPr>
          <a:xfrm>
            <a:off x="4527550" y="3659921"/>
            <a:ext cx="5511536" cy="307777"/>
          </a:xfrm>
          <a:prstGeom prst="rect">
            <a:avLst/>
          </a:prstGeom>
          <a:noFill/>
        </p:spPr>
        <p:txBody>
          <a:bodyPr wrap="square" lIns="0" tIns="0" rIns="0" bIns="0" rtlCol="0" anchor="ctr">
            <a:spAutoFit/>
          </a:bodyPr>
          <a:lstStyle>
            <a:defPPr>
              <a:defRPr lang="en-BE"/>
            </a:defPPr>
            <a:lvl1pPr marR="0" lvl="0" indent="0" fontAlgn="auto">
              <a:lnSpc>
                <a:spcPct val="100000"/>
              </a:lnSpc>
              <a:spcBef>
                <a:spcPts val="0"/>
              </a:spcBef>
              <a:spcAft>
                <a:spcPts val="0"/>
              </a:spcAft>
              <a:buClrTx/>
              <a:buSzTx/>
              <a:buFontTx/>
              <a:buNone/>
              <a:tabLst/>
              <a:defRPr kumimoji="0" sz="2000" i="0" u="none" strike="noStrike" cap="none" spc="0" normalizeH="0" baseline="0">
                <a:ln>
                  <a:noFill/>
                </a:ln>
                <a:effectLst/>
                <a:uLnTx/>
                <a:uFillTx/>
                <a:ea typeface="+mj-ea"/>
                <a:cs typeface="+mj-cs"/>
              </a:defRPr>
            </a:lvl1pPr>
          </a:lstStyle>
          <a:p>
            <a:r>
              <a:rPr lang="en-US"/>
              <a:t>Hunt for threats in your environment</a:t>
            </a:r>
          </a:p>
        </p:txBody>
      </p:sp>
      <p:sp>
        <p:nvSpPr>
          <p:cNvPr id="21" name="Oval 20">
            <a:extLst>
              <a:ext uri="{FF2B5EF4-FFF2-40B4-BE49-F238E27FC236}">
                <a16:creationId xmlns:a16="http://schemas.microsoft.com/office/drawing/2014/main" id="{87EED208-BAFF-8A32-31C2-D63C34672594}"/>
              </a:ext>
            </a:extLst>
          </p:cNvPr>
          <p:cNvSpPr/>
          <p:nvPr/>
        </p:nvSpPr>
        <p:spPr bwMode="auto">
          <a:xfrm>
            <a:off x="3783495" y="4410329"/>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a:ln w="3175">
                  <a:noFill/>
                </a:ln>
                <a:solidFill>
                  <a:schemeClr val="bg1"/>
                </a:solidFill>
                <a:latin typeface="+mj-lt"/>
                <a:cs typeface="Segoe Sans Display Semibold" pitchFamily="2" charset="0"/>
              </a:rPr>
              <a:t>4</a:t>
            </a:r>
          </a:p>
        </p:txBody>
      </p:sp>
      <p:sp>
        <p:nvSpPr>
          <p:cNvPr id="22" name="TextBox 21">
            <a:extLst>
              <a:ext uri="{FF2B5EF4-FFF2-40B4-BE49-F238E27FC236}">
                <a16:creationId xmlns:a16="http://schemas.microsoft.com/office/drawing/2014/main" id="{108E454D-CD21-D1FB-BA04-F0365CDFC678}"/>
              </a:ext>
            </a:extLst>
          </p:cNvPr>
          <p:cNvSpPr txBox="1"/>
          <p:nvPr/>
        </p:nvSpPr>
        <p:spPr>
          <a:xfrm>
            <a:off x="4527550" y="4530125"/>
            <a:ext cx="5511536" cy="307777"/>
          </a:xfrm>
          <a:prstGeom prst="rect">
            <a:avLst/>
          </a:prstGeom>
          <a:noFill/>
        </p:spPr>
        <p:txBody>
          <a:bodyPr wrap="square" lIns="0" tIns="0" rIns="0" bIns="0" rtlCol="0" anchor="ctr">
            <a:spAutoFit/>
          </a:bodyPr>
          <a:lstStyle>
            <a:defPPr>
              <a:defRPr lang="en-BE"/>
            </a:defPPr>
            <a:lvl1pPr marR="0" lvl="0" indent="0" fontAlgn="auto">
              <a:lnSpc>
                <a:spcPct val="100000"/>
              </a:lnSpc>
              <a:spcBef>
                <a:spcPts val="0"/>
              </a:spcBef>
              <a:spcAft>
                <a:spcPts val="0"/>
              </a:spcAft>
              <a:buClrTx/>
              <a:buSzTx/>
              <a:buFontTx/>
              <a:buNone/>
              <a:tabLst/>
              <a:defRPr kumimoji="0" sz="2000" i="0" u="none" strike="noStrike" cap="none" spc="0" normalizeH="0" baseline="0">
                <a:ln>
                  <a:noFill/>
                </a:ln>
                <a:effectLst/>
                <a:uLnTx/>
                <a:uFillTx/>
                <a:ea typeface="+mj-ea"/>
                <a:cs typeface="+mj-cs"/>
              </a:defRPr>
            </a:lvl1pPr>
          </a:lstStyle>
          <a:p>
            <a:r>
              <a:rPr lang="en-US"/>
              <a:t>Evaluate your security posture</a:t>
            </a:r>
          </a:p>
        </p:txBody>
      </p:sp>
      <p:sp>
        <p:nvSpPr>
          <p:cNvPr id="23" name="Oval 22">
            <a:extLst>
              <a:ext uri="{FF2B5EF4-FFF2-40B4-BE49-F238E27FC236}">
                <a16:creationId xmlns:a16="http://schemas.microsoft.com/office/drawing/2014/main" id="{3BC66DB5-2E34-5D1A-5FD3-DE47585F0BBE}"/>
              </a:ext>
            </a:extLst>
          </p:cNvPr>
          <p:cNvSpPr/>
          <p:nvPr/>
        </p:nvSpPr>
        <p:spPr bwMode="auto">
          <a:xfrm>
            <a:off x="3783495" y="5280533"/>
            <a:ext cx="547370" cy="547370"/>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r>
              <a:rPr lang="en-US" sz="2400" b="1">
                <a:ln w="3175">
                  <a:noFill/>
                </a:ln>
                <a:solidFill>
                  <a:schemeClr val="bg1"/>
                </a:solidFill>
                <a:latin typeface="+mj-lt"/>
                <a:cs typeface="Segoe Sans Display Semibold" pitchFamily="2" charset="0"/>
              </a:rPr>
              <a:t>5</a:t>
            </a:r>
          </a:p>
        </p:txBody>
      </p:sp>
      <p:sp>
        <p:nvSpPr>
          <p:cNvPr id="24" name="TextBox 23">
            <a:extLst>
              <a:ext uri="{FF2B5EF4-FFF2-40B4-BE49-F238E27FC236}">
                <a16:creationId xmlns:a16="http://schemas.microsoft.com/office/drawing/2014/main" id="{106C52FF-CE30-9006-4E60-85B405D33212}"/>
              </a:ext>
            </a:extLst>
          </p:cNvPr>
          <p:cNvSpPr txBox="1"/>
          <p:nvPr/>
        </p:nvSpPr>
        <p:spPr>
          <a:xfrm>
            <a:off x="4527550" y="5400329"/>
            <a:ext cx="5511536" cy="307777"/>
          </a:xfrm>
          <a:prstGeom prst="rect">
            <a:avLst/>
          </a:prstGeom>
          <a:noFill/>
        </p:spPr>
        <p:txBody>
          <a:bodyPr wrap="square" lIns="0" tIns="0" rIns="0" bIns="0" rtlCol="0" anchor="ctr">
            <a:spAutoFit/>
          </a:bodyPr>
          <a:lstStyle>
            <a:defPPr>
              <a:defRPr lang="en-BE"/>
            </a:defPPr>
            <a:lvl1pPr marR="0" lvl="0" indent="0" fontAlgn="auto">
              <a:lnSpc>
                <a:spcPct val="100000"/>
              </a:lnSpc>
              <a:spcBef>
                <a:spcPts val="0"/>
              </a:spcBef>
              <a:spcAft>
                <a:spcPts val="0"/>
              </a:spcAft>
              <a:buClrTx/>
              <a:buSzTx/>
              <a:buFontTx/>
              <a:buNone/>
              <a:tabLst/>
              <a:defRPr kumimoji="0" sz="2000" i="0" u="none" strike="noStrike" cap="none" spc="0" normalizeH="0" baseline="0">
                <a:ln>
                  <a:noFill/>
                </a:ln>
                <a:effectLst/>
                <a:uLnTx/>
                <a:uFillTx/>
                <a:ea typeface="+mj-ea"/>
                <a:cs typeface="+mj-cs"/>
              </a:defRPr>
            </a:lvl1pPr>
          </a:lstStyle>
          <a:p>
            <a:r>
              <a:rPr lang="en-US"/>
              <a:t>Manage attack paths and vulnerabilities</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Extending and adapting security operations to agents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EC3B2482-A14F-F2B2-1AC2-A238644573F0}"/>
              </a:ext>
              <a:ext uri="{C183D7F6-B498-43B3-948B-1728B52AA6E4}">
                <adec:decorative xmlns:adec="http://schemas.microsoft.com/office/drawing/2017/decorative" val="1"/>
              </a:ext>
            </a:extLst>
          </p:cNvPr>
          <p:cNvSpPr>
            <a:spLocks/>
          </p:cNvSpPr>
          <p:nvPr/>
        </p:nvSpPr>
        <p:spPr bwMode="auto">
          <a:xfrm>
            <a:off x="588263" y="1328601"/>
            <a:ext cx="11018520" cy="4951998"/>
          </a:xfrm>
          <a:prstGeom prst="roundRect">
            <a:avLst>
              <a:gd name="adj" fmla="val 2657"/>
            </a:avLst>
          </a:prstGeom>
          <a:noFill/>
          <a:ln w="6350">
            <a:gradFill>
              <a:gsLst>
                <a:gs pos="0">
                  <a:srgbClr val="0A6BBA">
                    <a:alpha val="70000"/>
                  </a:srgbClr>
                </a:gs>
                <a:gs pos="80000">
                  <a:srgbClr val="AC36AF">
                    <a:alpha val="7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8" name="CS box - replacement">
            <a:extLst>
              <a:ext uri="{FF2B5EF4-FFF2-40B4-BE49-F238E27FC236}">
                <a16:creationId xmlns:a16="http://schemas.microsoft.com/office/drawing/2014/main" id="{85B29495-549C-9F29-BA3A-603BDA91B37B}"/>
              </a:ext>
              <a:ext uri="{C183D7F6-B498-43B3-948B-1728B52AA6E4}">
                <adec:decorative xmlns:adec="http://schemas.microsoft.com/office/drawing/2017/decorative" val="1"/>
              </a:ext>
            </a:extLst>
          </p:cNvPr>
          <p:cNvSpPr>
            <a:spLocks/>
          </p:cNvSpPr>
          <p:nvPr/>
        </p:nvSpPr>
        <p:spPr bwMode="auto">
          <a:xfrm>
            <a:off x="720725" y="1465944"/>
            <a:ext cx="6392066" cy="4654192"/>
          </a:xfrm>
          <a:prstGeom prst="roundRect">
            <a:avLst>
              <a:gd name="adj" fmla="val 1889"/>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dirty="0">
              <a:solidFill>
                <a:schemeClr val="bg1"/>
              </a:solidFill>
              <a:latin typeface="+mj-lt"/>
              <a:cs typeface="Segoe UI" pitchFamily="34" charset="0"/>
            </a:endParaRPr>
          </a:p>
        </p:txBody>
      </p:sp>
      <p:sp>
        <p:nvSpPr>
          <p:cNvPr id="9" name="Rectangle: Rounded Corners 8">
            <a:extLst>
              <a:ext uri="{FF2B5EF4-FFF2-40B4-BE49-F238E27FC236}">
                <a16:creationId xmlns:a16="http://schemas.microsoft.com/office/drawing/2014/main" id="{2F19AE5A-0436-3CF5-5141-D1A421352DC4}"/>
              </a:ext>
              <a:ext uri="{C183D7F6-B498-43B3-948B-1728B52AA6E4}">
                <adec:decorative xmlns:adec="http://schemas.microsoft.com/office/drawing/2017/decorative" val="1"/>
              </a:ext>
            </a:extLst>
          </p:cNvPr>
          <p:cNvSpPr/>
          <p:nvPr/>
        </p:nvSpPr>
        <p:spPr bwMode="auto">
          <a:xfrm>
            <a:off x="6153149" y="2756160"/>
            <a:ext cx="860709" cy="804752"/>
          </a:xfrm>
          <a:prstGeom prst="roundRect">
            <a:avLst>
              <a:gd name="adj" fmla="val 8201"/>
            </a:avLst>
          </a:prstGeom>
          <a:solidFill>
            <a:schemeClr val="accent2">
              <a:lumMod val="20000"/>
              <a:lumOff val="80000"/>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j-lt"/>
              </a:rPr>
              <a:t>Data Sources</a:t>
            </a:r>
          </a:p>
        </p:txBody>
      </p:sp>
      <p:grpSp>
        <p:nvGrpSpPr>
          <p:cNvPr id="10" name="Group 9">
            <a:extLst>
              <a:ext uri="{FF2B5EF4-FFF2-40B4-BE49-F238E27FC236}">
                <a16:creationId xmlns:a16="http://schemas.microsoft.com/office/drawing/2014/main" id="{596E1F9B-E63A-0CE2-7AFB-B12A753BA77C}"/>
              </a:ext>
              <a:ext uri="{C183D7F6-B498-43B3-948B-1728B52AA6E4}">
                <adec:decorative xmlns:adec="http://schemas.microsoft.com/office/drawing/2017/decorative" val="1"/>
              </a:ext>
            </a:extLst>
          </p:cNvPr>
          <p:cNvGrpSpPr/>
          <p:nvPr/>
        </p:nvGrpSpPr>
        <p:grpSpPr>
          <a:xfrm>
            <a:off x="3322398" y="2713967"/>
            <a:ext cx="1188720" cy="1185254"/>
            <a:chOff x="5180818" y="2119552"/>
            <a:chExt cx="1764792" cy="1768644"/>
          </a:xfrm>
        </p:grpSpPr>
        <p:sp>
          <p:nvSpPr>
            <p:cNvPr id="11" name="Oval 10">
              <a:extLst>
                <a:ext uri="{FF2B5EF4-FFF2-40B4-BE49-F238E27FC236}">
                  <a16:creationId xmlns:a16="http://schemas.microsoft.com/office/drawing/2014/main" id="{7D6DFC18-9BB3-DA89-194A-72DD1668BC5A}"/>
                </a:ext>
              </a:extLst>
            </p:cNvPr>
            <p:cNvSpPr/>
            <p:nvPr/>
          </p:nvSpPr>
          <p:spPr bwMode="auto">
            <a:xfrm>
              <a:off x="5180818" y="2119552"/>
              <a:ext cx="1764792" cy="1768644"/>
            </a:xfrm>
            <a:prstGeom prst="ellips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chemeClr val="tx1"/>
                </a:solidFill>
                <a:effectLst/>
                <a:uLnTx/>
                <a:uFillTx/>
                <a:latin typeface="+mj-lt"/>
                <a:ea typeface="+mn-ea"/>
                <a:cs typeface="+mn-cs"/>
              </a:endParaRPr>
            </a:p>
          </p:txBody>
        </p:sp>
        <p:grpSp>
          <p:nvGrpSpPr>
            <p:cNvPr id="12" name="Group 11">
              <a:extLst>
                <a:ext uri="{FF2B5EF4-FFF2-40B4-BE49-F238E27FC236}">
                  <a16:creationId xmlns:a16="http://schemas.microsoft.com/office/drawing/2014/main" id="{80A56675-5CD6-6A59-D58B-79893E1F37BF}"/>
                </a:ext>
              </a:extLst>
            </p:cNvPr>
            <p:cNvGrpSpPr/>
            <p:nvPr/>
          </p:nvGrpSpPr>
          <p:grpSpPr>
            <a:xfrm>
              <a:off x="5255366" y="2194263"/>
              <a:ext cx="1615696" cy="1619222"/>
              <a:chOff x="5353050" y="3169243"/>
              <a:chExt cx="1485900" cy="1480196"/>
            </a:xfrm>
          </p:grpSpPr>
          <p:sp>
            <p:nvSpPr>
              <p:cNvPr id="13" name="Box">
                <a:extLst>
                  <a:ext uri="{FF2B5EF4-FFF2-40B4-BE49-F238E27FC236}">
                    <a16:creationId xmlns:a16="http://schemas.microsoft.com/office/drawing/2014/main" id="{8DB84477-A7B0-5A16-5E16-715997B5F1DB}"/>
                  </a:ext>
                </a:extLst>
              </p:cNvPr>
              <p:cNvSpPr>
                <a:spLocks noChangeAspect="1"/>
              </p:cNvSpPr>
              <p:nvPr/>
            </p:nvSpPr>
            <p:spPr bwMode="auto">
              <a:xfrm>
                <a:off x="5353050" y="3169243"/>
                <a:ext cx="1485900" cy="1480196"/>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latin typeface="+mj-lt"/>
                  <a:cs typeface="Segoe Sans Display Semibold" pitchFamily="2" charset="0"/>
                </a:endParaRPr>
              </a:p>
            </p:txBody>
          </p:sp>
          <p:pic>
            <p:nvPicPr>
              <p:cNvPr id="14" name="Graphic 13">
                <a:extLst>
                  <a:ext uri="{FF2B5EF4-FFF2-40B4-BE49-F238E27FC236}">
                    <a16:creationId xmlns:a16="http://schemas.microsoft.com/office/drawing/2014/main" id="{A2C7A2AB-36B9-6DF8-0F08-9C0E807603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16602" y="3336194"/>
                <a:ext cx="558798" cy="559826"/>
              </a:xfrm>
              <a:prstGeom prst="rect">
                <a:avLst/>
              </a:prstGeom>
            </p:spPr>
          </p:pic>
          <p:sp>
            <p:nvSpPr>
              <p:cNvPr id="15" name="Rectangle 14">
                <a:extLst>
                  <a:ext uri="{FF2B5EF4-FFF2-40B4-BE49-F238E27FC236}">
                    <a16:creationId xmlns:a16="http://schemas.microsoft.com/office/drawing/2014/main" id="{DE9BD30A-A3C3-32D5-431D-FFE432719A7F}"/>
                  </a:ext>
                </a:extLst>
              </p:cNvPr>
              <p:cNvSpPr/>
              <p:nvPr/>
            </p:nvSpPr>
            <p:spPr bwMode="auto">
              <a:xfrm>
                <a:off x="5577296" y="3904364"/>
                <a:ext cx="1037406" cy="419834"/>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a:ln>
                      <a:noFill/>
                    </a:ln>
                    <a:solidFill>
                      <a:schemeClr val="bg1"/>
                    </a:solidFill>
                    <a:effectLst/>
                    <a:uLnTx/>
                    <a:uFillTx/>
                    <a:latin typeface="+mj-lt"/>
                    <a:ea typeface="+mj-ea"/>
                    <a:cs typeface="+mj-cs"/>
                  </a:rPr>
                  <a:t>Agent</a:t>
                </a:r>
              </a:p>
            </p:txBody>
          </p:sp>
        </p:grpSp>
      </p:grpSp>
      <p:grpSp>
        <p:nvGrpSpPr>
          <p:cNvPr id="16" name="Group 15">
            <a:extLst>
              <a:ext uri="{FF2B5EF4-FFF2-40B4-BE49-F238E27FC236}">
                <a16:creationId xmlns:a16="http://schemas.microsoft.com/office/drawing/2014/main" id="{FEDC7E13-8774-D572-6416-51023069F9C8}"/>
              </a:ext>
              <a:ext uri="{C183D7F6-B498-43B3-948B-1728B52AA6E4}">
                <adec:decorative xmlns:adec="http://schemas.microsoft.com/office/drawing/2017/decorative" val="1"/>
              </a:ext>
            </a:extLst>
          </p:cNvPr>
          <p:cNvGrpSpPr/>
          <p:nvPr/>
        </p:nvGrpSpPr>
        <p:grpSpPr>
          <a:xfrm>
            <a:off x="1540408" y="2061927"/>
            <a:ext cx="604274" cy="604274"/>
            <a:chOff x="597817" y="1973747"/>
            <a:chExt cx="1042622" cy="1042622"/>
          </a:xfrm>
        </p:grpSpPr>
        <p:sp>
          <p:nvSpPr>
            <p:cNvPr id="17" name="Oval 16">
              <a:extLst>
                <a:ext uri="{FF2B5EF4-FFF2-40B4-BE49-F238E27FC236}">
                  <a16:creationId xmlns:a16="http://schemas.microsoft.com/office/drawing/2014/main" id="{7049D353-50AD-18F7-122C-C7B994B1DC81}"/>
                </a:ext>
              </a:extLst>
            </p:cNvPr>
            <p:cNvSpPr/>
            <p:nvPr/>
          </p:nvSpPr>
          <p:spPr bwMode="auto">
            <a:xfrm>
              <a:off x="597817" y="1973747"/>
              <a:ext cx="1042622" cy="104262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mj-lt"/>
                <a:ea typeface="Segoe UI" pitchFamily="34" charset="0"/>
                <a:cs typeface="Segoe UI" pitchFamily="34" charset="0"/>
              </a:endParaRPr>
            </a:p>
          </p:txBody>
        </p:sp>
        <p:pic>
          <p:nvPicPr>
            <p:cNvPr id="18" name="Picture 17">
              <a:extLst>
                <a:ext uri="{FF2B5EF4-FFF2-40B4-BE49-F238E27FC236}">
                  <a16:creationId xmlns:a16="http://schemas.microsoft.com/office/drawing/2014/main" id="{CBE90A70-B3BF-C6FD-7B68-C0569D8119B2}"/>
                </a:ext>
              </a:extLst>
            </p:cNvPr>
            <p:cNvPicPr>
              <a:picLocks/>
            </p:cNvPicPr>
            <p:nvPr/>
          </p:nvPicPr>
          <p:blipFill rotWithShape="1">
            <a:blip r:embed="rId4"/>
            <a:srcRect l="20075" t="16967" r="37190" b="54544"/>
            <a:stretch>
              <a:fillRect/>
            </a:stretch>
          </p:blipFill>
          <p:spPr>
            <a:xfrm>
              <a:off x="712792" y="2088722"/>
              <a:ext cx="812672" cy="812672"/>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pic>
      </p:grpSp>
      <p:grpSp>
        <p:nvGrpSpPr>
          <p:cNvPr id="19" name="Group 18">
            <a:extLst>
              <a:ext uri="{FF2B5EF4-FFF2-40B4-BE49-F238E27FC236}">
                <a16:creationId xmlns:a16="http://schemas.microsoft.com/office/drawing/2014/main" id="{C8B2F72E-2141-7EC0-BCA1-4CFD8EABE997}"/>
              </a:ext>
              <a:ext uri="{C183D7F6-B498-43B3-948B-1728B52AA6E4}">
                <adec:decorative xmlns:adec="http://schemas.microsoft.com/office/drawing/2017/decorative" val="1"/>
              </a:ext>
            </a:extLst>
          </p:cNvPr>
          <p:cNvGrpSpPr/>
          <p:nvPr/>
        </p:nvGrpSpPr>
        <p:grpSpPr>
          <a:xfrm>
            <a:off x="1251377" y="3938687"/>
            <a:ext cx="455330" cy="453582"/>
            <a:chOff x="7988304" y="2844986"/>
            <a:chExt cx="679446" cy="676838"/>
          </a:xfrm>
        </p:grpSpPr>
        <p:sp>
          <p:nvSpPr>
            <p:cNvPr id="20" name="Box">
              <a:extLst>
                <a:ext uri="{FF2B5EF4-FFF2-40B4-BE49-F238E27FC236}">
                  <a16:creationId xmlns:a16="http://schemas.microsoft.com/office/drawing/2014/main" id="{5F905967-9310-55B5-578F-81A585B7E270}"/>
                </a:ext>
              </a:extLst>
            </p:cNvPr>
            <p:cNvSpPr>
              <a:spLocks noChangeAspect="1"/>
            </p:cNvSpPr>
            <p:nvPr/>
          </p:nvSpPr>
          <p:spPr bwMode="auto">
            <a:xfrm>
              <a:off x="7988304" y="2844986"/>
              <a:ext cx="679446" cy="67683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dirty="0">
                <a:ln w="3175">
                  <a:noFill/>
                </a:ln>
                <a:latin typeface="+mj-lt"/>
                <a:cs typeface="Segoe Sans Display Semibold" pitchFamily="2" charset="0"/>
              </a:endParaRPr>
            </a:p>
          </p:txBody>
        </p:sp>
        <p:pic>
          <p:nvPicPr>
            <p:cNvPr id="21" name="Graphic 20">
              <a:extLst>
                <a:ext uri="{FF2B5EF4-FFF2-40B4-BE49-F238E27FC236}">
                  <a16:creationId xmlns:a16="http://schemas.microsoft.com/office/drawing/2014/main" id="{A0725BDD-8C03-4CB8-F498-D3A72D84C1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83551" y="2938483"/>
              <a:ext cx="488948" cy="489848"/>
            </a:xfrm>
            <a:prstGeom prst="rect">
              <a:avLst/>
            </a:prstGeom>
          </p:spPr>
        </p:pic>
      </p:grpSp>
      <p:cxnSp>
        <p:nvCxnSpPr>
          <p:cNvPr id="22" name="Connector: Elbow 21">
            <a:extLst>
              <a:ext uri="{FF2B5EF4-FFF2-40B4-BE49-F238E27FC236}">
                <a16:creationId xmlns:a16="http://schemas.microsoft.com/office/drawing/2014/main" id="{D5AE8467-2CEC-71CA-FE96-5D983F5D0C65}"/>
              </a:ext>
              <a:ext uri="{C183D7F6-B498-43B3-948B-1728B52AA6E4}">
                <adec:decorative xmlns:adec="http://schemas.microsoft.com/office/drawing/2017/decorative" val="1"/>
              </a:ext>
            </a:extLst>
          </p:cNvPr>
          <p:cNvCxnSpPr>
            <a:cxnSpLocks/>
          </p:cNvCxnSpPr>
          <p:nvPr/>
        </p:nvCxnSpPr>
        <p:spPr>
          <a:xfrm rot="10800000" flipV="1">
            <a:off x="1771051" y="3447735"/>
            <a:ext cx="1461890" cy="717739"/>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17E4A44D-0CB9-D679-D576-6C81C62D4D50}"/>
              </a:ext>
              <a:ext uri="{C183D7F6-B498-43B3-948B-1728B52AA6E4}">
                <adec:decorative xmlns:adec="http://schemas.microsoft.com/office/drawing/2017/decorative" val="1"/>
              </a:ext>
            </a:extLst>
          </p:cNvPr>
          <p:cNvCxnSpPr>
            <a:cxnSpLocks/>
          </p:cNvCxnSpPr>
          <p:nvPr/>
        </p:nvCxnSpPr>
        <p:spPr>
          <a:xfrm flipV="1">
            <a:off x="4402671" y="2204662"/>
            <a:ext cx="1205205" cy="580412"/>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06A38F9-0988-0D55-B19F-18924161B5D7}"/>
              </a:ext>
              <a:ext uri="{C183D7F6-B498-43B3-948B-1728B52AA6E4}">
                <adec:decorative xmlns:adec="http://schemas.microsoft.com/office/drawing/2017/decorative" val="1"/>
              </a:ext>
            </a:extLst>
          </p:cNvPr>
          <p:cNvGrpSpPr/>
          <p:nvPr/>
        </p:nvGrpSpPr>
        <p:grpSpPr>
          <a:xfrm>
            <a:off x="6442304" y="3791797"/>
            <a:ext cx="491896" cy="747268"/>
            <a:chOff x="9970448" y="4029922"/>
            <a:chExt cx="734011" cy="1115077"/>
          </a:xfrm>
        </p:grpSpPr>
        <p:sp>
          <p:nvSpPr>
            <p:cNvPr id="25" name="TextBox 24">
              <a:extLst>
                <a:ext uri="{FF2B5EF4-FFF2-40B4-BE49-F238E27FC236}">
                  <a16:creationId xmlns:a16="http://schemas.microsoft.com/office/drawing/2014/main" id="{9FF2211B-8B28-A7DF-C43D-15A1934FEA5F}"/>
                </a:ext>
                <a:ext uri="{C183D7F6-B498-43B3-948B-1728B52AA6E4}">
                  <adec:decorative xmlns:adec="http://schemas.microsoft.com/office/drawing/2017/decorative" val="1"/>
                </a:ext>
              </a:extLst>
            </p:cNvPr>
            <p:cNvSpPr txBox="1"/>
            <p:nvPr/>
          </p:nvSpPr>
          <p:spPr>
            <a:xfrm>
              <a:off x="9996175" y="4800550"/>
              <a:ext cx="442523" cy="344449"/>
            </a:xfrm>
            <a:prstGeom prst="rect">
              <a:avLst/>
            </a:prstGeom>
            <a:noFill/>
          </p:spPr>
          <p:txBody>
            <a:bodyPr wrap="non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latin typeface="+mj-lt"/>
                </a:rPr>
                <a:t> Apps</a:t>
              </a:r>
            </a:p>
          </p:txBody>
        </p:sp>
        <p:sp>
          <p:nvSpPr>
            <p:cNvPr id="26" name="Oval 25">
              <a:extLst>
                <a:ext uri="{FF2B5EF4-FFF2-40B4-BE49-F238E27FC236}">
                  <a16:creationId xmlns:a16="http://schemas.microsoft.com/office/drawing/2014/main" id="{B60D2FC8-DDBD-29A7-936B-4CF321882AEC}"/>
                </a:ext>
              </a:extLst>
            </p:cNvPr>
            <p:cNvSpPr/>
            <p:nvPr/>
          </p:nvSpPr>
          <p:spPr bwMode="auto">
            <a:xfrm>
              <a:off x="9970448" y="4286851"/>
              <a:ext cx="500900" cy="50089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latin typeface="+mj-lt"/>
                <a:cs typeface="Segoe Sans Display Semibold" pitchFamily="2" charset="0"/>
              </a:endParaRPr>
            </a:p>
          </p:txBody>
        </p:sp>
        <p:pic>
          <p:nvPicPr>
            <p:cNvPr id="27" name="Graphic 26">
              <a:extLst>
                <a:ext uri="{FF2B5EF4-FFF2-40B4-BE49-F238E27FC236}">
                  <a16:creationId xmlns:a16="http://schemas.microsoft.com/office/drawing/2014/main" id="{BDA921E7-F661-1907-DD6D-245F735C8A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50887" y="4367289"/>
              <a:ext cx="340022" cy="340022"/>
            </a:xfrm>
            <a:prstGeom prst="rect">
              <a:avLst/>
            </a:prstGeom>
          </p:spPr>
        </p:pic>
        <p:pic>
          <p:nvPicPr>
            <p:cNvPr id="28" name="Picture 27">
              <a:extLst>
                <a:ext uri="{FF2B5EF4-FFF2-40B4-BE49-F238E27FC236}">
                  <a16:creationId xmlns:a16="http://schemas.microsoft.com/office/drawing/2014/main" id="{7D0E9A0A-13A7-BB5F-3896-B51619494FB8}"/>
                </a:ext>
              </a:extLst>
            </p:cNvPr>
            <p:cNvPicPr>
              <a:picLocks/>
            </p:cNvPicPr>
            <p:nvPr/>
          </p:nvPicPr>
          <p:blipFill rotWithShape="1">
            <a:blip r:embed="rId4"/>
            <a:srcRect b="30299"/>
            <a:stretch>
              <a:fillRect/>
            </a:stretch>
          </p:blipFill>
          <p:spPr>
            <a:xfrm>
              <a:off x="10322140" y="4029922"/>
              <a:ext cx="382319" cy="400110"/>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pic>
      </p:grpSp>
      <p:grpSp>
        <p:nvGrpSpPr>
          <p:cNvPr id="29" name="Group 28">
            <a:extLst>
              <a:ext uri="{FF2B5EF4-FFF2-40B4-BE49-F238E27FC236}">
                <a16:creationId xmlns:a16="http://schemas.microsoft.com/office/drawing/2014/main" id="{FE33B1E5-497E-06A8-167D-A72EAAA1BFFD}"/>
              </a:ext>
              <a:ext uri="{C183D7F6-B498-43B3-948B-1728B52AA6E4}">
                <adec:decorative xmlns:adec="http://schemas.microsoft.com/office/drawing/2017/decorative" val="1"/>
              </a:ext>
            </a:extLst>
          </p:cNvPr>
          <p:cNvGrpSpPr>
            <a:grpSpLocks noChangeAspect="1"/>
          </p:cNvGrpSpPr>
          <p:nvPr/>
        </p:nvGrpSpPr>
        <p:grpSpPr>
          <a:xfrm>
            <a:off x="2373312" y="3677920"/>
            <a:ext cx="257369" cy="257369"/>
            <a:chOff x="11452159" y="2847975"/>
            <a:chExt cx="423861" cy="423862"/>
          </a:xfrm>
          <a:solidFill>
            <a:schemeClr val="bg1"/>
          </a:solidFill>
        </p:grpSpPr>
        <p:sp>
          <p:nvSpPr>
            <p:cNvPr id="30" name="Oval 29">
              <a:extLst>
                <a:ext uri="{FF2B5EF4-FFF2-40B4-BE49-F238E27FC236}">
                  <a16:creationId xmlns:a16="http://schemas.microsoft.com/office/drawing/2014/main" id="{9674966C-CD31-4B7F-A1E1-125D47E1943E}"/>
                </a:ext>
              </a:extLst>
            </p:cNvPr>
            <p:cNvSpPr/>
            <p:nvPr/>
          </p:nvSpPr>
          <p:spPr bwMode="auto">
            <a:xfrm>
              <a:off x="11452159" y="2847975"/>
              <a:ext cx="423861"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31" name="Graphic 30">
              <a:extLst>
                <a:ext uri="{FF2B5EF4-FFF2-40B4-BE49-F238E27FC236}">
                  <a16:creationId xmlns:a16="http://schemas.microsoft.com/office/drawing/2014/main" id="{14860186-539D-E0BD-AA8C-E83CFEEC6A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26453" y="2922270"/>
              <a:ext cx="275273" cy="275273"/>
            </a:xfrm>
            <a:prstGeom prst="rect">
              <a:avLst/>
            </a:prstGeom>
          </p:spPr>
        </p:pic>
      </p:grpSp>
      <p:grpSp>
        <p:nvGrpSpPr>
          <p:cNvPr id="32" name="Group 31">
            <a:extLst>
              <a:ext uri="{FF2B5EF4-FFF2-40B4-BE49-F238E27FC236}">
                <a16:creationId xmlns:a16="http://schemas.microsoft.com/office/drawing/2014/main" id="{C07D20D4-76EA-5330-1598-A0DC8AF913B7}"/>
              </a:ext>
              <a:ext uri="{C183D7F6-B498-43B3-948B-1728B52AA6E4}">
                <adec:decorative xmlns:adec="http://schemas.microsoft.com/office/drawing/2017/decorative" val="1"/>
              </a:ext>
            </a:extLst>
          </p:cNvPr>
          <p:cNvGrpSpPr>
            <a:grpSpLocks noChangeAspect="1"/>
          </p:cNvGrpSpPr>
          <p:nvPr/>
        </p:nvGrpSpPr>
        <p:grpSpPr>
          <a:xfrm>
            <a:off x="4878267" y="2369150"/>
            <a:ext cx="257369" cy="257369"/>
            <a:chOff x="11520488" y="2847975"/>
            <a:chExt cx="423862" cy="423862"/>
          </a:xfrm>
          <a:solidFill>
            <a:schemeClr val="bg1"/>
          </a:solidFill>
        </p:grpSpPr>
        <p:sp>
          <p:nvSpPr>
            <p:cNvPr id="33" name="Oval 32">
              <a:extLst>
                <a:ext uri="{FF2B5EF4-FFF2-40B4-BE49-F238E27FC236}">
                  <a16:creationId xmlns:a16="http://schemas.microsoft.com/office/drawing/2014/main" id="{3116CF76-F0B9-A479-C6FB-C48E5E068877}"/>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34" name="Graphic 33">
              <a:extLst>
                <a:ext uri="{FF2B5EF4-FFF2-40B4-BE49-F238E27FC236}">
                  <a16:creationId xmlns:a16="http://schemas.microsoft.com/office/drawing/2014/main" id="{ACC29E83-9253-7142-17D9-69D35D2032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sp>
        <p:nvSpPr>
          <p:cNvPr id="35" name="TextBox 34">
            <a:extLst>
              <a:ext uri="{FF2B5EF4-FFF2-40B4-BE49-F238E27FC236}">
                <a16:creationId xmlns:a16="http://schemas.microsoft.com/office/drawing/2014/main" id="{200A4153-16E9-0A66-F33E-0FBB49EFC7C1}"/>
              </a:ext>
              <a:ext uri="{C183D7F6-B498-43B3-948B-1728B52AA6E4}">
                <adec:decorative xmlns:adec="http://schemas.microsoft.com/office/drawing/2017/decorative" val="1"/>
              </a:ext>
            </a:extLst>
          </p:cNvPr>
          <p:cNvSpPr txBox="1"/>
          <p:nvPr/>
        </p:nvSpPr>
        <p:spPr>
          <a:xfrm>
            <a:off x="2523919" y="2987084"/>
            <a:ext cx="811120"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mj-lt"/>
              </a:rPr>
              <a:t>H2A - Prompt</a:t>
            </a:r>
          </a:p>
        </p:txBody>
      </p:sp>
      <p:cxnSp>
        <p:nvCxnSpPr>
          <p:cNvPr id="36" name="Connector: Elbow 35">
            <a:extLst>
              <a:ext uri="{FF2B5EF4-FFF2-40B4-BE49-F238E27FC236}">
                <a16:creationId xmlns:a16="http://schemas.microsoft.com/office/drawing/2014/main" id="{3C8D75D0-09F7-CE0B-7848-A89F28FB30D1}"/>
              </a:ext>
              <a:ext uri="{C183D7F6-B498-43B3-948B-1728B52AA6E4}">
                <adec:decorative xmlns:adec="http://schemas.microsoft.com/office/drawing/2017/decorative" val="1"/>
              </a:ext>
            </a:extLst>
          </p:cNvPr>
          <p:cNvCxnSpPr>
            <a:cxnSpLocks/>
          </p:cNvCxnSpPr>
          <p:nvPr/>
        </p:nvCxnSpPr>
        <p:spPr>
          <a:xfrm rot="10800000">
            <a:off x="2182376" y="2328650"/>
            <a:ext cx="1184311" cy="458698"/>
          </a:xfrm>
          <a:prstGeom prst="bentConnector3">
            <a:avLst>
              <a:gd name="adj1" fmla="val 50000"/>
            </a:avLst>
          </a:prstGeom>
          <a:ln w="12700">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920063EF-8B6A-21EC-F092-E11EB6426AE3}"/>
              </a:ext>
              <a:ext uri="{C183D7F6-B498-43B3-948B-1728B52AA6E4}">
                <adec:decorative xmlns:adec="http://schemas.microsoft.com/office/drawing/2017/decorative" val="1"/>
              </a:ext>
            </a:extLst>
          </p:cNvPr>
          <p:cNvCxnSpPr>
            <a:cxnSpLocks/>
          </p:cNvCxnSpPr>
          <p:nvPr/>
        </p:nvCxnSpPr>
        <p:spPr>
          <a:xfrm>
            <a:off x="2216201" y="2422963"/>
            <a:ext cx="1106815" cy="458316"/>
          </a:xfrm>
          <a:prstGeom prst="bentConnector3">
            <a:avLst>
              <a:gd name="adj1" fmla="val 42359"/>
            </a:avLst>
          </a:prstGeom>
          <a:ln w="12700">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B7C9EE07-7677-6399-436A-0C577B473622}"/>
              </a:ext>
              <a:ext uri="{C183D7F6-B498-43B3-948B-1728B52AA6E4}">
                <adec:decorative xmlns:adec="http://schemas.microsoft.com/office/drawing/2017/decorative" val="1"/>
              </a:ext>
            </a:extLst>
          </p:cNvPr>
          <p:cNvSpPr txBox="1"/>
          <p:nvPr/>
        </p:nvSpPr>
        <p:spPr>
          <a:xfrm>
            <a:off x="2171940" y="2058442"/>
            <a:ext cx="942566"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A2H – Response</a:t>
            </a:r>
          </a:p>
        </p:txBody>
      </p:sp>
      <p:grpSp>
        <p:nvGrpSpPr>
          <p:cNvPr id="39" name="Group 38">
            <a:extLst>
              <a:ext uri="{FF2B5EF4-FFF2-40B4-BE49-F238E27FC236}">
                <a16:creationId xmlns:a16="http://schemas.microsoft.com/office/drawing/2014/main" id="{91261D97-15B3-B26C-BDBA-7E115BA6847B}"/>
              </a:ext>
              <a:ext uri="{C183D7F6-B498-43B3-948B-1728B52AA6E4}">
                <adec:decorative xmlns:adec="http://schemas.microsoft.com/office/drawing/2017/decorative" val="1"/>
              </a:ext>
            </a:extLst>
          </p:cNvPr>
          <p:cNvGrpSpPr/>
          <p:nvPr/>
        </p:nvGrpSpPr>
        <p:grpSpPr>
          <a:xfrm>
            <a:off x="3788073" y="4001459"/>
            <a:ext cx="257369" cy="548640"/>
            <a:chOff x="3608439" y="3840648"/>
            <a:chExt cx="257369" cy="548640"/>
          </a:xfrm>
        </p:grpSpPr>
        <p:cxnSp>
          <p:nvCxnSpPr>
            <p:cNvPr id="40" name="Straight Connector 39">
              <a:extLst>
                <a:ext uri="{FF2B5EF4-FFF2-40B4-BE49-F238E27FC236}">
                  <a16:creationId xmlns:a16="http://schemas.microsoft.com/office/drawing/2014/main" id="{C41DE836-8D87-7A64-FAA9-ACB948FB7F45}"/>
                </a:ext>
              </a:extLst>
            </p:cNvPr>
            <p:cNvCxnSpPr>
              <a:cxnSpLocks/>
            </p:cNvCxnSpPr>
            <p:nvPr/>
          </p:nvCxnSpPr>
          <p:spPr>
            <a:xfrm>
              <a:off x="3737123" y="3840648"/>
              <a:ext cx="0" cy="548640"/>
            </a:xfrm>
            <a:prstGeom prst="line">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16163225-3FDC-B0C1-2AEA-FC520101A73B}"/>
                </a:ext>
                <a:ext uri="{C183D7F6-B498-43B3-948B-1728B52AA6E4}">
                  <adec:decorative xmlns:adec="http://schemas.microsoft.com/office/drawing/2017/decorative" val="1"/>
                </a:ext>
              </a:extLst>
            </p:cNvPr>
            <p:cNvGrpSpPr>
              <a:grpSpLocks noChangeAspect="1"/>
            </p:cNvGrpSpPr>
            <p:nvPr/>
          </p:nvGrpSpPr>
          <p:grpSpPr>
            <a:xfrm>
              <a:off x="3608439" y="3986281"/>
              <a:ext cx="257369" cy="257369"/>
              <a:chOff x="11520488" y="2684668"/>
              <a:chExt cx="423862" cy="423863"/>
            </a:xfrm>
            <a:solidFill>
              <a:schemeClr val="bg1"/>
            </a:solidFill>
          </p:grpSpPr>
          <p:sp>
            <p:nvSpPr>
              <p:cNvPr id="42" name="Oval 41">
                <a:extLst>
                  <a:ext uri="{FF2B5EF4-FFF2-40B4-BE49-F238E27FC236}">
                    <a16:creationId xmlns:a16="http://schemas.microsoft.com/office/drawing/2014/main" id="{16AF96AE-E0AB-E3E8-408D-3B92C71EF78D}"/>
                  </a:ext>
                </a:extLst>
              </p:cNvPr>
              <p:cNvSpPr/>
              <p:nvPr/>
            </p:nvSpPr>
            <p:spPr bwMode="auto">
              <a:xfrm>
                <a:off x="11520488" y="2684668"/>
                <a:ext cx="423862" cy="423863"/>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43" name="Graphic 42">
                <a:extLst>
                  <a:ext uri="{FF2B5EF4-FFF2-40B4-BE49-F238E27FC236}">
                    <a16:creationId xmlns:a16="http://schemas.microsoft.com/office/drawing/2014/main" id="{1D7CB7D0-138F-3425-E165-490793F3AD1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758960"/>
                <a:ext cx="275273" cy="275274"/>
              </a:xfrm>
              <a:prstGeom prst="rect">
                <a:avLst/>
              </a:prstGeom>
            </p:spPr>
          </p:pic>
        </p:grpSp>
      </p:grpSp>
      <p:sp>
        <p:nvSpPr>
          <p:cNvPr id="44" name="TextBox 43">
            <a:extLst>
              <a:ext uri="{FF2B5EF4-FFF2-40B4-BE49-F238E27FC236}">
                <a16:creationId xmlns:a16="http://schemas.microsoft.com/office/drawing/2014/main" id="{1B085FC5-817D-1C48-9010-E631E79E1E72}"/>
              </a:ext>
              <a:ext uri="{C183D7F6-B498-43B3-948B-1728B52AA6E4}">
                <adec:decorative xmlns:adec="http://schemas.microsoft.com/office/drawing/2017/decorative" val="1"/>
              </a:ext>
            </a:extLst>
          </p:cNvPr>
          <p:cNvSpPr txBox="1"/>
          <p:nvPr/>
        </p:nvSpPr>
        <p:spPr>
          <a:xfrm>
            <a:off x="1791413" y="4271283"/>
            <a:ext cx="993862"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A2A – Invocation</a:t>
            </a:r>
          </a:p>
        </p:txBody>
      </p:sp>
      <p:sp>
        <p:nvSpPr>
          <p:cNvPr id="45" name="TextBox 44">
            <a:extLst>
              <a:ext uri="{FF2B5EF4-FFF2-40B4-BE49-F238E27FC236}">
                <a16:creationId xmlns:a16="http://schemas.microsoft.com/office/drawing/2014/main" id="{E40CB8FC-242E-ED92-C9F9-7F95D3BC8FF1}"/>
              </a:ext>
              <a:ext uri="{C183D7F6-B498-43B3-948B-1728B52AA6E4}">
                <adec:decorative xmlns:adec="http://schemas.microsoft.com/office/drawing/2017/decorative" val="1"/>
              </a:ext>
            </a:extLst>
          </p:cNvPr>
          <p:cNvSpPr txBox="1"/>
          <p:nvPr/>
        </p:nvSpPr>
        <p:spPr>
          <a:xfrm>
            <a:off x="4541879" y="1929458"/>
            <a:ext cx="1083630"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A2LLM – Inference</a:t>
            </a:r>
          </a:p>
        </p:txBody>
      </p:sp>
      <p:grpSp>
        <p:nvGrpSpPr>
          <p:cNvPr id="46" name="Group 45">
            <a:extLst>
              <a:ext uri="{FF2B5EF4-FFF2-40B4-BE49-F238E27FC236}">
                <a16:creationId xmlns:a16="http://schemas.microsoft.com/office/drawing/2014/main" id="{B82FC9EE-3BEE-B351-728A-DE5D3CB55D78}"/>
              </a:ext>
              <a:ext uri="{C183D7F6-B498-43B3-948B-1728B52AA6E4}">
                <adec:decorative xmlns:adec="http://schemas.microsoft.com/office/drawing/2017/decorative" val="1"/>
              </a:ext>
            </a:extLst>
          </p:cNvPr>
          <p:cNvGrpSpPr>
            <a:grpSpLocks noChangeAspect="1"/>
          </p:cNvGrpSpPr>
          <p:nvPr/>
        </p:nvGrpSpPr>
        <p:grpSpPr>
          <a:xfrm>
            <a:off x="2632517" y="2530246"/>
            <a:ext cx="257369" cy="257369"/>
            <a:chOff x="11520488" y="2847975"/>
            <a:chExt cx="423862" cy="423862"/>
          </a:xfrm>
        </p:grpSpPr>
        <p:sp>
          <p:nvSpPr>
            <p:cNvPr id="47" name="Oval 46">
              <a:extLst>
                <a:ext uri="{FF2B5EF4-FFF2-40B4-BE49-F238E27FC236}">
                  <a16:creationId xmlns:a16="http://schemas.microsoft.com/office/drawing/2014/main" id="{FFDCC37C-44EE-AE0E-38A3-66401D14F3BC}"/>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err="1">
                <a:ln>
                  <a:noFill/>
                </a:ln>
                <a:effectLst/>
                <a:uLnTx/>
                <a:uFillTx/>
                <a:latin typeface="+mj-lt"/>
                <a:ea typeface="+mn-ea"/>
                <a:cs typeface="Segoe UI" pitchFamily="34" charset="0"/>
              </a:endParaRPr>
            </a:p>
          </p:txBody>
        </p:sp>
        <p:pic>
          <p:nvPicPr>
            <p:cNvPr id="48" name="Graphic 47">
              <a:extLst>
                <a:ext uri="{FF2B5EF4-FFF2-40B4-BE49-F238E27FC236}">
                  <a16:creationId xmlns:a16="http://schemas.microsoft.com/office/drawing/2014/main" id="{77B85812-84A7-D6A9-A4C5-B7D8F267C9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cxnSp>
        <p:nvCxnSpPr>
          <p:cNvPr id="49" name="Connector: Elbow 48">
            <a:extLst>
              <a:ext uri="{FF2B5EF4-FFF2-40B4-BE49-F238E27FC236}">
                <a16:creationId xmlns:a16="http://schemas.microsoft.com/office/drawing/2014/main" id="{5F8E3BF1-11D4-3817-3DD4-139618AF27A4}"/>
              </a:ext>
              <a:ext uri="{C183D7F6-B498-43B3-948B-1728B52AA6E4}">
                <adec:decorative xmlns:adec="http://schemas.microsoft.com/office/drawing/2017/decorative" val="1"/>
              </a:ext>
            </a:extLst>
          </p:cNvPr>
          <p:cNvCxnSpPr>
            <a:cxnSpLocks/>
          </p:cNvCxnSpPr>
          <p:nvPr/>
        </p:nvCxnSpPr>
        <p:spPr>
          <a:xfrm rot="10800000">
            <a:off x="4610100" y="3447736"/>
            <a:ext cx="1753884" cy="713728"/>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795C2F7D-165D-BEAC-4479-23901FB455A4}"/>
              </a:ext>
              <a:ext uri="{C183D7F6-B498-43B3-948B-1728B52AA6E4}">
                <adec:decorative xmlns:adec="http://schemas.microsoft.com/office/drawing/2017/decorative" val="1"/>
              </a:ext>
            </a:extLst>
          </p:cNvPr>
          <p:cNvGrpSpPr>
            <a:grpSpLocks noChangeAspect="1"/>
          </p:cNvGrpSpPr>
          <p:nvPr/>
        </p:nvGrpSpPr>
        <p:grpSpPr>
          <a:xfrm>
            <a:off x="5358357" y="3675916"/>
            <a:ext cx="257369" cy="257369"/>
            <a:chOff x="11520488" y="2847975"/>
            <a:chExt cx="423862" cy="423862"/>
          </a:xfrm>
          <a:solidFill>
            <a:schemeClr val="bg1"/>
          </a:solidFill>
        </p:grpSpPr>
        <p:sp>
          <p:nvSpPr>
            <p:cNvPr id="51" name="Oval 50">
              <a:extLst>
                <a:ext uri="{FF2B5EF4-FFF2-40B4-BE49-F238E27FC236}">
                  <a16:creationId xmlns:a16="http://schemas.microsoft.com/office/drawing/2014/main" id="{3E630DAF-FBA0-5EFA-72A4-B3BC429520F7}"/>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52" name="Graphic 51">
              <a:extLst>
                <a:ext uri="{FF2B5EF4-FFF2-40B4-BE49-F238E27FC236}">
                  <a16:creationId xmlns:a16="http://schemas.microsoft.com/office/drawing/2014/main" id="{E338557F-2354-07A5-D214-66FA2CE91AE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sp>
        <p:nvSpPr>
          <p:cNvPr id="53" name="TextBox 52">
            <a:extLst>
              <a:ext uri="{FF2B5EF4-FFF2-40B4-BE49-F238E27FC236}">
                <a16:creationId xmlns:a16="http://schemas.microsoft.com/office/drawing/2014/main" id="{AD287AD4-E80D-0D14-2226-74393389E8D6}"/>
              </a:ext>
              <a:ext uri="{C183D7F6-B498-43B3-948B-1728B52AA6E4}">
                <adec:decorative xmlns:adec="http://schemas.microsoft.com/office/drawing/2017/decorative" val="1"/>
              </a:ext>
            </a:extLst>
          </p:cNvPr>
          <p:cNvSpPr txBox="1"/>
          <p:nvPr/>
        </p:nvSpPr>
        <p:spPr>
          <a:xfrm>
            <a:off x="5235470" y="4267268"/>
            <a:ext cx="1147751"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A2App – Invocation</a:t>
            </a:r>
          </a:p>
        </p:txBody>
      </p:sp>
      <p:grpSp>
        <p:nvGrpSpPr>
          <p:cNvPr id="54" name="Group 53">
            <a:extLst>
              <a:ext uri="{FF2B5EF4-FFF2-40B4-BE49-F238E27FC236}">
                <a16:creationId xmlns:a16="http://schemas.microsoft.com/office/drawing/2014/main" id="{AA57E763-C44A-8896-38B5-BB6D3885F6CB}"/>
              </a:ext>
              <a:ext uri="{C183D7F6-B498-43B3-948B-1728B52AA6E4}">
                <adec:decorative xmlns:adec="http://schemas.microsoft.com/office/drawing/2017/decorative" val="1"/>
              </a:ext>
            </a:extLst>
          </p:cNvPr>
          <p:cNvGrpSpPr/>
          <p:nvPr/>
        </p:nvGrpSpPr>
        <p:grpSpPr>
          <a:xfrm>
            <a:off x="6441942" y="3193507"/>
            <a:ext cx="283122" cy="274493"/>
            <a:chOff x="6441942" y="3193507"/>
            <a:chExt cx="283122" cy="274493"/>
          </a:xfrm>
        </p:grpSpPr>
        <p:sp>
          <p:nvSpPr>
            <p:cNvPr id="55" name="Oval 54">
              <a:extLst>
                <a:ext uri="{FF2B5EF4-FFF2-40B4-BE49-F238E27FC236}">
                  <a16:creationId xmlns:a16="http://schemas.microsoft.com/office/drawing/2014/main" id="{97ADCC93-08F1-1272-5DD3-AB8420183AEF}"/>
                </a:ext>
              </a:extLst>
            </p:cNvPr>
            <p:cNvSpPr/>
            <p:nvPr/>
          </p:nvSpPr>
          <p:spPr bwMode="auto">
            <a:xfrm>
              <a:off x="6441942" y="3193507"/>
              <a:ext cx="283122" cy="274493"/>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mj-lt"/>
                <a:ea typeface="+mn-ea"/>
                <a:cs typeface="Segoe UI" pitchFamily="34" charset="0"/>
              </a:endParaRPr>
            </a:p>
          </p:txBody>
        </p:sp>
        <p:sp>
          <p:nvSpPr>
            <p:cNvPr id="56" name="Graphic 153">
              <a:extLst>
                <a:ext uri="{FF2B5EF4-FFF2-40B4-BE49-F238E27FC236}">
                  <a16:creationId xmlns:a16="http://schemas.microsoft.com/office/drawing/2014/main" id="{52D405E4-C037-F28A-449E-70A64B26702C}"/>
                </a:ext>
              </a:extLst>
            </p:cNvPr>
            <p:cNvSpPr/>
            <p:nvPr/>
          </p:nvSpPr>
          <p:spPr>
            <a:xfrm>
              <a:off x="6525497" y="3262235"/>
              <a:ext cx="116010" cy="140592"/>
            </a:xfrm>
            <a:custGeom>
              <a:avLst/>
              <a:gdLst>
                <a:gd name="csX0" fmla="*/ 0 w 116010"/>
                <a:gd name="csY0" fmla="*/ 28119 h 140592"/>
                <a:gd name="csX1" fmla="*/ 5612 w 116010"/>
                <a:gd name="csY1" fmla="*/ 15606 h 140592"/>
                <a:gd name="csX2" fmla="*/ 18612 w 116010"/>
                <a:gd name="csY2" fmla="*/ 7156 h 140592"/>
                <a:gd name="csX3" fmla="*/ 58005 w 116010"/>
                <a:gd name="csY3" fmla="*/ 0 h 140592"/>
                <a:gd name="csX4" fmla="*/ 97398 w 116010"/>
                <a:gd name="csY4" fmla="*/ 7156 h 140592"/>
                <a:gd name="csX5" fmla="*/ 110398 w 116010"/>
                <a:gd name="csY5" fmla="*/ 15606 h 140592"/>
                <a:gd name="csX6" fmla="*/ 116010 w 116010"/>
                <a:gd name="csY6" fmla="*/ 28119 h 140592"/>
                <a:gd name="csX7" fmla="*/ 116010 w 116010"/>
                <a:gd name="csY7" fmla="*/ 112474 h 140592"/>
                <a:gd name="csX8" fmla="*/ 110398 w 116010"/>
                <a:gd name="csY8" fmla="*/ 124987 h 140592"/>
                <a:gd name="csX9" fmla="*/ 97398 w 116010"/>
                <a:gd name="csY9" fmla="*/ 133443 h 140592"/>
                <a:gd name="csX10" fmla="*/ 58005 w 116010"/>
                <a:gd name="csY10" fmla="*/ 140593 h 140592"/>
                <a:gd name="csX11" fmla="*/ 18612 w 116010"/>
                <a:gd name="csY11" fmla="*/ 133443 h 140592"/>
                <a:gd name="csX12" fmla="*/ 5612 w 116010"/>
                <a:gd name="csY12" fmla="*/ 124987 h 140592"/>
                <a:gd name="csX13" fmla="*/ 0 w 116010"/>
                <a:gd name="csY13" fmla="*/ 112474 h 140592"/>
                <a:gd name="csX14" fmla="*/ 0 w 116010"/>
                <a:gd name="csY14" fmla="*/ 28119 h 140592"/>
                <a:gd name="csX15" fmla="*/ 10876 w 116010"/>
                <a:gd name="csY15" fmla="*/ 28119 h 140592"/>
                <a:gd name="csX16" fmla="*/ 13522 w 116010"/>
                <a:gd name="csY16" fmla="*/ 33391 h 140592"/>
                <a:gd name="csX17" fmla="*/ 23057 w 116010"/>
                <a:gd name="csY17" fmla="*/ 39464 h 140592"/>
                <a:gd name="csX18" fmla="*/ 58005 w 116010"/>
                <a:gd name="csY18" fmla="*/ 45693 h 140592"/>
                <a:gd name="csX19" fmla="*/ 92953 w 116010"/>
                <a:gd name="csY19" fmla="*/ 39464 h 140592"/>
                <a:gd name="csX20" fmla="*/ 102488 w 116010"/>
                <a:gd name="csY20" fmla="*/ 33391 h 140592"/>
                <a:gd name="csX21" fmla="*/ 105134 w 116010"/>
                <a:gd name="csY21" fmla="*/ 28119 h 140592"/>
                <a:gd name="csX22" fmla="*/ 102488 w 116010"/>
                <a:gd name="csY22" fmla="*/ 22846 h 140592"/>
                <a:gd name="csX23" fmla="*/ 92953 w 116010"/>
                <a:gd name="csY23" fmla="*/ 16773 h 140592"/>
                <a:gd name="csX24" fmla="*/ 58005 w 116010"/>
                <a:gd name="csY24" fmla="*/ 10544 h 140592"/>
                <a:gd name="csX25" fmla="*/ 23057 w 116010"/>
                <a:gd name="csY25" fmla="*/ 16773 h 140592"/>
                <a:gd name="csX26" fmla="*/ 13522 w 116010"/>
                <a:gd name="csY26" fmla="*/ 22846 h 140592"/>
                <a:gd name="csX27" fmla="*/ 10876 w 116010"/>
                <a:gd name="csY27" fmla="*/ 28119 h 140592"/>
                <a:gd name="csX28" fmla="*/ 105134 w 116010"/>
                <a:gd name="csY28" fmla="*/ 44933 h 140592"/>
                <a:gd name="csX29" fmla="*/ 97398 w 116010"/>
                <a:gd name="csY29" fmla="*/ 49081 h 140592"/>
                <a:gd name="csX30" fmla="*/ 58005 w 116010"/>
                <a:gd name="csY30" fmla="*/ 56237 h 140592"/>
                <a:gd name="csX31" fmla="*/ 18612 w 116010"/>
                <a:gd name="csY31" fmla="*/ 49081 h 140592"/>
                <a:gd name="csX32" fmla="*/ 10876 w 116010"/>
                <a:gd name="csY32" fmla="*/ 44933 h 140592"/>
                <a:gd name="csX33" fmla="*/ 10876 w 116010"/>
                <a:gd name="csY33" fmla="*/ 112474 h 140592"/>
                <a:gd name="csX34" fmla="*/ 13522 w 116010"/>
                <a:gd name="csY34" fmla="*/ 117746 h 140592"/>
                <a:gd name="csX35" fmla="*/ 23057 w 116010"/>
                <a:gd name="csY35" fmla="*/ 123820 h 140592"/>
                <a:gd name="csX36" fmla="*/ 58005 w 116010"/>
                <a:gd name="csY36" fmla="*/ 130048 h 140592"/>
                <a:gd name="csX37" fmla="*/ 92953 w 116010"/>
                <a:gd name="csY37" fmla="*/ 123820 h 140592"/>
                <a:gd name="csX38" fmla="*/ 102488 w 116010"/>
                <a:gd name="csY38" fmla="*/ 117746 h 140592"/>
                <a:gd name="csX39" fmla="*/ 105134 w 116010"/>
                <a:gd name="csY39" fmla="*/ 112474 h 140592"/>
                <a:gd name="csX40" fmla="*/ 105134 w 116010"/>
                <a:gd name="csY40" fmla="*/ 44933 h 140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6010" h="140592">
                  <a:moveTo>
                    <a:pt x="0" y="28119"/>
                  </a:moveTo>
                  <a:cubicBezTo>
                    <a:pt x="0" y="23268"/>
                    <a:pt x="2284" y="19029"/>
                    <a:pt x="5612" y="15606"/>
                  </a:cubicBezTo>
                  <a:cubicBezTo>
                    <a:pt x="8911" y="12217"/>
                    <a:pt x="13435" y="9399"/>
                    <a:pt x="18612" y="7156"/>
                  </a:cubicBezTo>
                  <a:cubicBezTo>
                    <a:pt x="28973" y="2650"/>
                    <a:pt x="42902" y="0"/>
                    <a:pt x="58005" y="0"/>
                  </a:cubicBezTo>
                  <a:cubicBezTo>
                    <a:pt x="73108" y="0"/>
                    <a:pt x="87037" y="2650"/>
                    <a:pt x="97398" y="7156"/>
                  </a:cubicBezTo>
                  <a:cubicBezTo>
                    <a:pt x="102575" y="9406"/>
                    <a:pt x="107099" y="12217"/>
                    <a:pt x="110398" y="15606"/>
                  </a:cubicBezTo>
                  <a:cubicBezTo>
                    <a:pt x="113726" y="19029"/>
                    <a:pt x="116010" y="23268"/>
                    <a:pt x="116010" y="28119"/>
                  </a:cubicBezTo>
                  <a:lnTo>
                    <a:pt x="116010" y="112474"/>
                  </a:lnTo>
                  <a:cubicBezTo>
                    <a:pt x="116010" y="117324"/>
                    <a:pt x="113726" y="121563"/>
                    <a:pt x="110398" y="124987"/>
                  </a:cubicBezTo>
                  <a:cubicBezTo>
                    <a:pt x="107099" y="128375"/>
                    <a:pt x="102575" y="131194"/>
                    <a:pt x="97398" y="133443"/>
                  </a:cubicBezTo>
                  <a:cubicBezTo>
                    <a:pt x="87037" y="137942"/>
                    <a:pt x="73108" y="140593"/>
                    <a:pt x="58005" y="140593"/>
                  </a:cubicBezTo>
                  <a:cubicBezTo>
                    <a:pt x="42902" y="140593"/>
                    <a:pt x="28973" y="137942"/>
                    <a:pt x="18612" y="133443"/>
                  </a:cubicBezTo>
                  <a:cubicBezTo>
                    <a:pt x="13435" y="131194"/>
                    <a:pt x="8911" y="128382"/>
                    <a:pt x="5612" y="124987"/>
                  </a:cubicBezTo>
                  <a:cubicBezTo>
                    <a:pt x="2284" y="121563"/>
                    <a:pt x="0" y="117324"/>
                    <a:pt x="0" y="112474"/>
                  </a:cubicBezTo>
                  <a:lnTo>
                    <a:pt x="0" y="28119"/>
                  </a:lnTo>
                  <a:close/>
                  <a:moveTo>
                    <a:pt x="10876" y="28119"/>
                  </a:moveTo>
                  <a:cubicBezTo>
                    <a:pt x="10876" y="29574"/>
                    <a:pt x="11528" y="31352"/>
                    <a:pt x="13522" y="33391"/>
                  </a:cubicBezTo>
                  <a:cubicBezTo>
                    <a:pt x="15545" y="35471"/>
                    <a:pt x="18721" y="37580"/>
                    <a:pt x="23057" y="39464"/>
                  </a:cubicBezTo>
                  <a:cubicBezTo>
                    <a:pt x="31721" y="43225"/>
                    <a:pt x="44077" y="45693"/>
                    <a:pt x="58005" y="45693"/>
                  </a:cubicBezTo>
                  <a:cubicBezTo>
                    <a:pt x="71933" y="45693"/>
                    <a:pt x="84289" y="43232"/>
                    <a:pt x="92953" y="39464"/>
                  </a:cubicBezTo>
                  <a:cubicBezTo>
                    <a:pt x="97289" y="37580"/>
                    <a:pt x="100465" y="35471"/>
                    <a:pt x="102488" y="33391"/>
                  </a:cubicBezTo>
                  <a:cubicBezTo>
                    <a:pt x="104482" y="31352"/>
                    <a:pt x="105134" y="29574"/>
                    <a:pt x="105134" y="28119"/>
                  </a:cubicBezTo>
                  <a:cubicBezTo>
                    <a:pt x="105134" y="26663"/>
                    <a:pt x="104482" y="24885"/>
                    <a:pt x="102488" y="22846"/>
                  </a:cubicBezTo>
                  <a:cubicBezTo>
                    <a:pt x="100465" y="20766"/>
                    <a:pt x="97289" y="18657"/>
                    <a:pt x="92953" y="16773"/>
                  </a:cubicBezTo>
                  <a:cubicBezTo>
                    <a:pt x="84289" y="13012"/>
                    <a:pt x="71926" y="10544"/>
                    <a:pt x="58005" y="10544"/>
                  </a:cubicBezTo>
                  <a:cubicBezTo>
                    <a:pt x="44077" y="10544"/>
                    <a:pt x="31721" y="13005"/>
                    <a:pt x="23057" y="16773"/>
                  </a:cubicBezTo>
                  <a:cubicBezTo>
                    <a:pt x="18721" y="18657"/>
                    <a:pt x="15545" y="20766"/>
                    <a:pt x="13522" y="22846"/>
                  </a:cubicBezTo>
                  <a:cubicBezTo>
                    <a:pt x="11528" y="24885"/>
                    <a:pt x="10876" y="26663"/>
                    <a:pt x="10876" y="28119"/>
                  </a:cubicBezTo>
                  <a:close/>
                  <a:moveTo>
                    <a:pt x="105134" y="44933"/>
                  </a:moveTo>
                  <a:cubicBezTo>
                    <a:pt x="102814" y="46480"/>
                    <a:pt x="100204" y="47865"/>
                    <a:pt x="97398" y="49081"/>
                  </a:cubicBezTo>
                  <a:cubicBezTo>
                    <a:pt x="87037" y="53587"/>
                    <a:pt x="73108" y="56237"/>
                    <a:pt x="58005" y="56237"/>
                  </a:cubicBezTo>
                  <a:cubicBezTo>
                    <a:pt x="42902" y="56237"/>
                    <a:pt x="28973" y="53587"/>
                    <a:pt x="18612" y="49081"/>
                  </a:cubicBezTo>
                  <a:cubicBezTo>
                    <a:pt x="15911" y="47926"/>
                    <a:pt x="13321" y="46538"/>
                    <a:pt x="10876" y="44933"/>
                  </a:cubicBezTo>
                  <a:lnTo>
                    <a:pt x="10876" y="112474"/>
                  </a:lnTo>
                  <a:cubicBezTo>
                    <a:pt x="10876" y="113929"/>
                    <a:pt x="11528" y="115708"/>
                    <a:pt x="13522" y="117746"/>
                  </a:cubicBezTo>
                  <a:cubicBezTo>
                    <a:pt x="15545" y="119827"/>
                    <a:pt x="18721" y="121936"/>
                    <a:pt x="23057" y="123820"/>
                  </a:cubicBezTo>
                  <a:cubicBezTo>
                    <a:pt x="31721" y="127581"/>
                    <a:pt x="44077" y="130048"/>
                    <a:pt x="58005" y="130048"/>
                  </a:cubicBezTo>
                  <a:cubicBezTo>
                    <a:pt x="71933" y="130048"/>
                    <a:pt x="84289" y="127588"/>
                    <a:pt x="92953" y="123820"/>
                  </a:cubicBezTo>
                  <a:cubicBezTo>
                    <a:pt x="97289" y="121936"/>
                    <a:pt x="100465" y="119827"/>
                    <a:pt x="102488" y="117746"/>
                  </a:cubicBezTo>
                  <a:cubicBezTo>
                    <a:pt x="104482" y="115708"/>
                    <a:pt x="105134" y="113929"/>
                    <a:pt x="105134" y="112474"/>
                  </a:cubicBezTo>
                  <a:lnTo>
                    <a:pt x="105134" y="44933"/>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a:lstStyle/>
            <a:p>
              <a:endParaRPr lang="en-IN">
                <a:latin typeface="+mj-lt"/>
              </a:endParaRPr>
            </a:p>
          </p:txBody>
        </p:sp>
      </p:grpSp>
      <p:cxnSp>
        <p:nvCxnSpPr>
          <p:cNvPr id="57" name="Connector: Elbow 56">
            <a:extLst>
              <a:ext uri="{FF2B5EF4-FFF2-40B4-BE49-F238E27FC236}">
                <a16:creationId xmlns:a16="http://schemas.microsoft.com/office/drawing/2014/main" id="{350C6451-F6A4-FFE8-CB42-E275130CCA55}"/>
              </a:ext>
              <a:ext uri="{C183D7F6-B498-43B3-948B-1728B52AA6E4}">
                <adec:decorative xmlns:adec="http://schemas.microsoft.com/office/drawing/2017/decorative" val="1"/>
              </a:ext>
            </a:extLst>
          </p:cNvPr>
          <p:cNvCxnSpPr>
            <a:cxnSpLocks/>
          </p:cNvCxnSpPr>
          <p:nvPr/>
        </p:nvCxnSpPr>
        <p:spPr>
          <a:xfrm>
            <a:off x="4402671" y="2785074"/>
            <a:ext cx="1643115" cy="373462"/>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58" name="Group 57">
            <a:extLst>
              <a:ext uri="{FF2B5EF4-FFF2-40B4-BE49-F238E27FC236}">
                <a16:creationId xmlns:a16="http://schemas.microsoft.com/office/drawing/2014/main" id="{4B0E6411-3F73-8193-BA89-2062E9CEA20A}"/>
              </a:ext>
              <a:ext uri="{C183D7F6-B498-43B3-948B-1728B52AA6E4}">
                <adec:decorative xmlns:adec="http://schemas.microsoft.com/office/drawing/2017/decorative" val="1"/>
              </a:ext>
            </a:extLst>
          </p:cNvPr>
          <p:cNvGrpSpPr>
            <a:grpSpLocks noChangeAspect="1"/>
          </p:cNvGrpSpPr>
          <p:nvPr/>
        </p:nvGrpSpPr>
        <p:grpSpPr>
          <a:xfrm>
            <a:off x="5479191" y="3028326"/>
            <a:ext cx="257369" cy="257369"/>
            <a:chOff x="11520488" y="2847975"/>
            <a:chExt cx="423862" cy="423862"/>
          </a:xfrm>
          <a:solidFill>
            <a:schemeClr val="bg1"/>
          </a:solidFill>
        </p:grpSpPr>
        <p:sp>
          <p:nvSpPr>
            <p:cNvPr id="59" name="Oval 58">
              <a:extLst>
                <a:ext uri="{FF2B5EF4-FFF2-40B4-BE49-F238E27FC236}">
                  <a16:creationId xmlns:a16="http://schemas.microsoft.com/office/drawing/2014/main" id="{405ABF9F-FED4-AA4B-27CC-45DD232ED4A7}"/>
                </a:ext>
              </a:extLst>
            </p:cNvPr>
            <p:cNvSpPr/>
            <p:nvPr/>
          </p:nvSpPr>
          <p:spPr bwMode="auto">
            <a:xfrm>
              <a:off x="11520488" y="2847975"/>
              <a:ext cx="423862" cy="423862"/>
            </a:xfrm>
            <a:prstGeom prst="ellipse">
              <a:avLst/>
            </a:prstGeom>
            <a:solidFill>
              <a:schemeClr val="bg1"/>
            </a:solidFill>
            <a:ln w="12700" cap="flat" cmpd="sng" algn="ctr">
              <a:solidFill>
                <a:schemeClr val="tx2"/>
              </a:soli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60" name="Graphic 59">
              <a:extLst>
                <a:ext uri="{FF2B5EF4-FFF2-40B4-BE49-F238E27FC236}">
                  <a16:creationId xmlns:a16="http://schemas.microsoft.com/office/drawing/2014/main" id="{951319BC-0273-8489-DC53-1E1227D38D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594783" y="2907984"/>
              <a:ext cx="275273" cy="275273"/>
            </a:xfrm>
            <a:prstGeom prst="rect">
              <a:avLst/>
            </a:prstGeom>
          </p:spPr>
        </p:pic>
      </p:grpSp>
      <p:sp>
        <p:nvSpPr>
          <p:cNvPr id="61" name="Rectangle: Rounded Corners 60">
            <a:extLst>
              <a:ext uri="{FF2B5EF4-FFF2-40B4-BE49-F238E27FC236}">
                <a16:creationId xmlns:a16="http://schemas.microsoft.com/office/drawing/2014/main" id="{3870BE96-EEC0-C40C-B209-01FB35E36F2A}"/>
              </a:ext>
              <a:ext uri="{C183D7F6-B498-43B3-948B-1728B52AA6E4}">
                <adec:decorative xmlns:adec="http://schemas.microsoft.com/office/drawing/2017/decorative" val="1"/>
              </a:ext>
            </a:extLst>
          </p:cNvPr>
          <p:cNvSpPr/>
          <p:nvPr/>
        </p:nvSpPr>
        <p:spPr bwMode="auto">
          <a:xfrm>
            <a:off x="2429652" y="4652337"/>
            <a:ext cx="2974211" cy="731520"/>
          </a:xfrm>
          <a:prstGeom prst="roundRect">
            <a:avLst>
              <a:gd name="adj" fmla="val 8201"/>
            </a:avLst>
          </a:prstGeom>
          <a:solidFill>
            <a:schemeClr val="accent2">
              <a:lumMod val="20000"/>
              <a:lumOff val="80000"/>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mj-lt"/>
              </a:rPr>
              <a:t>Tools</a:t>
            </a:r>
          </a:p>
        </p:txBody>
      </p:sp>
      <p:sp>
        <p:nvSpPr>
          <p:cNvPr id="62" name="Oval 61">
            <a:extLst>
              <a:ext uri="{FF2B5EF4-FFF2-40B4-BE49-F238E27FC236}">
                <a16:creationId xmlns:a16="http://schemas.microsoft.com/office/drawing/2014/main" id="{C5DFA666-5F49-1656-1DC8-543E0E03A4D2}"/>
              </a:ext>
              <a:ext uri="{C183D7F6-B498-43B3-948B-1728B52AA6E4}">
                <adec:decorative xmlns:adec="http://schemas.microsoft.com/office/drawing/2017/decorative" val="1"/>
              </a:ext>
            </a:extLst>
          </p:cNvPr>
          <p:cNvSpPr/>
          <p:nvPr/>
        </p:nvSpPr>
        <p:spPr bwMode="auto">
          <a:xfrm>
            <a:off x="2603522" y="4971225"/>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63" name="Rectangle 62">
            <a:extLst>
              <a:ext uri="{FF2B5EF4-FFF2-40B4-BE49-F238E27FC236}">
                <a16:creationId xmlns:a16="http://schemas.microsoft.com/office/drawing/2014/main" id="{56E57967-DA6E-0A53-39E7-1B6CFD60733E}"/>
              </a:ext>
              <a:ext uri="{C183D7F6-B498-43B3-948B-1728B52AA6E4}">
                <adec:decorative xmlns:adec="http://schemas.microsoft.com/office/drawing/2017/decorative" val="1"/>
              </a:ext>
            </a:extLst>
          </p:cNvPr>
          <p:cNvSpPr/>
          <p:nvPr/>
        </p:nvSpPr>
        <p:spPr>
          <a:xfrm>
            <a:off x="2639750" y="5032565"/>
            <a:ext cx="252224" cy="183138"/>
          </a:xfrm>
          <a:prstGeom prst="rect">
            <a:avLst/>
          </a:prstGeom>
          <a:no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0" cap="none" spc="0" normalizeH="0" baseline="0" noProof="0">
                <a:ln>
                  <a:noFill/>
                </a:ln>
                <a:effectLst/>
                <a:uLnTx/>
                <a:uFillTx/>
                <a:latin typeface="+mj-lt"/>
                <a:ea typeface="+mj-ea"/>
                <a:cs typeface="+mj-cs"/>
              </a:rPr>
              <a:t>MCPs</a:t>
            </a:r>
          </a:p>
        </p:txBody>
      </p:sp>
      <p:sp>
        <p:nvSpPr>
          <p:cNvPr id="64" name="Oval 63">
            <a:extLst>
              <a:ext uri="{FF2B5EF4-FFF2-40B4-BE49-F238E27FC236}">
                <a16:creationId xmlns:a16="http://schemas.microsoft.com/office/drawing/2014/main" id="{9F774470-91A0-8F48-AB4C-0FB10F12BB7A}"/>
              </a:ext>
              <a:ext uri="{C183D7F6-B498-43B3-948B-1728B52AA6E4}">
                <adec:decorative xmlns:adec="http://schemas.microsoft.com/office/drawing/2017/decorative" val="1"/>
              </a:ext>
            </a:extLst>
          </p:cNvPr>
          <p:cNvSpPr/>
          <p:nvPr/>
        </p:nvSpPr>
        <p:spPr bwMode="auto">
          <a:xfrm>
            <a:off x="3531136" y="4978583"/>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65" name="Rectangle 64">
            <a:extLst>
              <a:ext uri="{FF2B5EF4-FFF2-40B4-BE49-F238E27FC236}">
                <a16:creationId xmlns:a16="http://schemas.microsoft.com/office/drawing/2014/main" id="{B5B7B8FE-E3E6-094E-CF7C-33143056FE1D}"/>
              </a:ext>
              <a:ext uri="{C183D7F6-B498-43B3-948B-1728B52AA6E4}">
                <adec:decorative xmlns:adec="http://schemas.microsoft.com/office/drawing/2017/decorative" val="1"/>
              </a:ext>
            </a:extLst>
          </p:cNvPr>
          <p:cNvSpPr/>
          <p:nvPr/>
        </p:nvSpPr>
        <p:spPr>
          <a:xfrm>
            <a:off x="3576582" y="5086134"/>
            <a:ext cx="216548" cy="92333"/>
          </a:xfrm>
          <a:prstGeom prst="rect">
            <a:avLst/>
          </a:prstGeom>
          <a:noFill/>
          <a:ln w="19050" cap="flat" cmpd="sng" algn="ctr">
            <a:noFill/>
            <a:prstDash val="solid"/>
            <a:miter lim="800000"/>
          </a:ln>
          <a:effectLst/>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0" cap="none" spc="0" normalizeH="0" baseline="0" noProof="0">
                <a:ln>
                  <a:noFill/>
                </a:ln>
                <a:effectLst/>
                <a:uLnTx/>
                <a:uFillTx/>
                <a:latin typeface="+mj-lt"/>
                <a:ea typeface="+mj-ea"/>
                <a:cs typeface="+mj-cs"/>
              </a:rPr>
              <a:t>APIs</a:t>
            </a:r>
          </a:p>
        </p:txBody>
      </p:sp>
      <p:sp>
        <p:nvSpPr>
          <p:cNvPr id="66" name="Oval 65">
            <a:extLst>
              <a:ext uri="{FF2B5EF4-FFF2-40B4-BE49-F238E27FC236}">
                <a16:creationId xmlns:a16="http://schemas.microsoft.com/office/drawing/2014/main" id="{2D731088-33C6-2102-65BF-AFFE04292BCB}"/>
              </a:ext>
              <a:ext uri="{C183D7F6-B498-43B3-948B-1728B52AA6E4}">
                <adec:decorative xmlns:adec="http://schemas.microsoft.com/office/drawing/2017/decorative" val="1"/>
              </a:ext>
            </a:extLst>
          </p:cNvPr>
          <p:cNvSpPr/>
          <p:nvPr/>
        </p:nvSpPr>
        <p:spPr bwMode="auto">
          <a:xfrm>
            <a:off x="3994943" y="4964422"/>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67" name="Oval 66">
            <a:extLst>
              <a:ext uri="{FF2B5EF4-FFF2-40B4-BE49-F238E27FC236}">
                <a16:creationId xmlns:a16="http://schemas.microsoft.com/office/drawing/2014/main" id="{4E21C9D5-80B5-69A3-0D2C-93DFA48F94E8}"/>
              </a:ext>
              <a:ext uri="{C183D7F6-B498-43B3-948B-1728B52AA6E4}">
                <adec:decorative xmlns:adec="http://schemas.microsoft.com/office/drawing/2017/decorative" val="1"/>
              </a:ext>
            </a:extLst>
          </p:cNvPr>
          <p:cNvSpPr/>
          <p:nvPr/>
        </p:nvSpPr>
        <p:spPr bwMode="auto">
          <a:xfrm>
            <a:off x="4458750" y="4979127"/>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68" name="Oval 67">
            <a:extLst>
              <a:ext uri="{FF2B5EF4-FFF2-40B4-BE49-F238E27FC236}">
                <a16:creationId xmlns:a16="http://schemas.microsoft.com/office/drawing/2014/main" id="{043A2934-3697-405A-B94C-1F9D87C0AF98}"/>
              </a:ext>
              <a:ext uri="{C183D7F6-B498-43B3-948B-1728B52AA6E4}">
                <adec:decorative xmlns:adec="http://schemas.microsoft.com/office/drawing/2017/decorative" val="1"/>
              </a:ext>
            </a:extLst>
          </p:cNvPr>
          <p:cNvSpPr/>
          <p:nvPr/>
        </p:nvSpPr>
        <p:spPr bwMode="auto">
          <a:xfrm>
            <a:off x="4922557" y="4971225"/>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69" name="Graphic 169">
            <a:extLst>
              <a:ext uri="{FF2B5EF4-FFF2-40B4-BE49-F238E27FC236}">
                <a16:creationId xmlns:a16="http://schemas.microsoft.com/office/drawing/2014/main" id="{6AC92AA1-50DE-2489-F8DC-BCD849CD456C}"/>
              </a:ext>
              <a:ext uri="{C183D7F6-B498-43B3-948B-1728B52AA6E4}">
                <adec:decorative xmlns:adec="http://schemas.microsoft.com/office/drawing/2017/decorative" val="1"/>
              </a:ext>
            </a:extLst>
          </p:cNvPr>
          <p:cNvSpPr/>
          <p:nvPr/>
        </p:nvSpPr>
        <p:spPr>
          <a:xfrm>
            <a:off x="5013289" y="5047974"/>
            <a:ext cx="125972" cy="157464"/>
          </a:xfrm>
          <a:custGeom>
            <a:avLst/>
            <a:gdLst>
              <a:gd name="csX0" fmla="*/ 0 w 111630"/>
              <a:gd name="csY0" fmla="*/ 27908 h 139537"/>
              <a:gd name="csX1" fmla="*/ 5400 w 111630"/>
              <a:gd name="csY1" fmla="*/ 15489 h 139537"/>
              <a:gd name="csX2" fmla="*/ 17910 w 111630"/>
              <a:gd name="csY2" fmla="*/ 7102 h 139537"/>
              <a:gd name="csX3" fmla="*/ 55815 w 111630"/>
              <a:gd name="csY3" fmla="*/ 0 h 139537"/>
              <a:gd name="csX4" fmla="*/ 93721 w 111630"/>
              <a:gd name="csY4" fmla="*/ 7102 h 139537"/>
              <a:gd name="csX5" fmla="*/ 106231 w 111630"/>
              <a:gd name="csY5" fmla="*/ 15489 h 139537"/>
              <a:gd name="csX6" fmla="*/ 111631 w 111630"/>
              <a:gd name="csY6" fmla="*/ 27908 h 139537"/>
              <a:gd name="csX7" fmla="*/ 111631 w 111630"/>
              <a:gd name="csY7" fmla="*/ 111630 h 139537"/>
              <a:gd name="csX8" fmla="*/ 106231 w 111630"/>
              <a:gd name="csY8" fmla="*/ 124049 h 139537"/>
              <a:gd name="csX9" fmla="*/ 93721 w 111630"/>
              <a:gd name="csY9" fmla="*/ 132442 h 139537"/>
              <a:gd name="csX10" fmla="*/ 55815 w 111630"/>
              <a:gd name="csY10" fmla="*/ 139538 h 139537"/>
              <a:gd name="csX11" fmla="*/ 17910 w 111630"/>
              <a:gd name="csY11" fmla="*/ 132442 h 139537"/>
              <a:gd name="csX12" fmla="*/ 5400 w 111630"/>
              <a:gd name="csY12" fmla="*/ 124049 h 139537"/>
              <a:gd name="csX13" fmla="*/ 0 w 111630"/>
              <a:gd name="csY13" fmla="*/ 111630 h 139537"/>
              <a:gd name="csX14" fmla="*/ 0 w 111630"/>
              <a:gd name="csY14" fmla="*/ 27908 h 139537"/>
              <a:gd name="csX15" fmla="*/ 10465 w 111630"/>
              <a:gd name="csY15" fmla="*/ 27908 h 139537"/>
              <a:gd name="csX16" fmla="*/ 13012 w 111630"/>
              <a:gd name="csY16" fmla="*/ 33140 h 139537"/>
              <a:gd name="csX17" fmla="*/ 22187 w 111630"/>
              <a:gd name="csY17" fmla="*/ 39168 h 139537"/>
              <a:gd name="csX18" fmla="*/ 55815 w 111630"/>
              <a:gd name="csY18" fmla="*/ 45350 h 139537"/>
              <a:gd name="csX19" fmla="*/ 89444 w 111630"/>
              <a:gd name="csY19" fmla="*/ 39168 h 139537"/>
              <a:gd name="csX20" fmla="*/ 98619 w 111630"/>
              <a:gd name="csY20" fmla="*/ 33140 h 139537"/>
              <a:gd name="csX21" fmla="*/ 101165 w 111630"/>
              <a:gd name="csY21" fmla="*/ 27908 h 139537"/>
              <a:gd name="csX22" fmla="*/ 98619 w 111630"/>
              <a:gd name="csY22" fmla="*/ 22675 h 139537"/>
              <a:gd name="csX23" fmla="*/ 89444 w 111630"/>
              <a:gd name="csY23" fmla="*/ 16647 h 139537"/>
              <a:gd name="csX24" fmla="*/ 55815 w 111630"/>
              <a:gd name="csY24" fmla="*/ 10465 h 139537"/>
              <a:gd name="csX25" fmla="*/ 22187 w 111630"/>
              <a:gd name="csY25" fmla="*/ 16647 h 139537"/>
              <a:gd name="csX26" fmla="*/ 13012 w 111630"/>
              <a:gd name="csY26" fmla="*/ 22675 h 139537"/>
              <a:gd name="csX27" fmla="*/ 10465 w 111630"/>
              <a:gd name="csY27" fmla="*/ 27908 h 139537"/>
              <a:gd name="csX28" fmla="*/ 101165 w 111630"/>
              <a:gd name="csY28" fmla="*/ 44596 h 139537"/>
              <a:gd name="csX29" fmla="*/ 93721 w 111630"/>
              <a:gd name="csY29" fmla="*/ 48713 h 139537"/>
              <a:gd name="csX30" fmla="*/ 55815 w 111630"/>
              <a:gd name="csY30" fmla="*/ 55815 h 139537"/>
              <a:gd name="csX31" fmla="*/ 17910 w 111630"/>
              <a:gd name="csY31" fmla="*/ 48713 h 139537"/>
              <a:gd name="csX32" fmla="*/ 10465 w 111630"/>
              <a:gd name="csY32" fmla="*/ 44596 h 139537"/>
              <a:gd name="csX33" fmla="*/ 10465 w 111630"/>
              <a:gd name="csY33" fmla="*/ 111630 h 139537"/>
              <a:gd name="csX34" fmla="*/ 13012 w 111630"/>
              <a:gd name="csY34" fmla="*/ 116863 h 139537"/>
              <a:gd name="csX35" fmla="*/ 22187 w 111630"/>
              <a:gd name="csY35" fmla="*/ 122891 h 139537"/>
              <a:gd name="csX36" fmla="*/ 55815 w 111630"/>
              <a:gd name="csY36" fmla="*/ 129072 h 139537"/>
              <a:gd name="csX37" fmla="*/ 89444 w 111630"/>
              <a:gd name="csY37" fmla="*/ 122891 h 139537"/>
              <a:gd name="csX38" fmla="*/ 98619 w 111630"/>
              <a:gd name="csY38" fmla="*/ 116863 h 139537"/>
              <a:gd name="csX39" fmla="*/ 101165 w 111630"/>
              <a:gd name="csY39" fmla="*/ 111630 h 139537"/>
              <a:gd name="csX40" fmla="*/ 101165 w 111630"/>
              <a:gd name="csY40" fmla="*/ 44596 h 139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1630" h="139537">
                <a:moveTo>
                  <a:pt x="0" y="27908"/>
                </a:moveTo>
                <a:cubicBezTo>
                  <a:pt x="0" y="23093"/>
                  <a:pt x="2198" y="18886"/>
                  <a:pt x="5400" y="15489"/>
                </a:cubicBezTo>
                <a:cubicBezTo>
                  <a:pt x="8575" y="12126"/>
                  <a:pt x="12928" y="9328"/>
                  <a:pt x="17910" y="7102"/>
                </a:cubicBezTo>
                <a:cubicBezTo>
                  <a:pt x="27880" y="2630"/>
                  <a:pt x="41282" y="0"/>
                  <a:pt x="55815" y="0"/>
                </a:cubicBezTo>
                <a:cubicBezTo>
                  <a:pt x="70348" y="0"/>
                  <a:pt x="83751" y="2630"/>
                  <a:pt x="93721" y="7102"/>
                </a:cubicBezTo>
                <a:cubicBezTo>
                  <a:pt x="98702" y="9335"/>
                  <a:pt x="103056" y="12126"/>
                  <a:pt x="106231" y="15489"/>
                </a:cubicBezTo>
                <a:cubicBezTo>
                  <a:pt x="109433" y="18886"/>
                  <a:pt x="111631" y="23093"/>
                  <a:pt x="111631" y="27908"/>
                </a:cubicBezTo>
                <a:lnTo>
                  <a:pt x="111631" y="111630"/>
                </a:lnTo>
                <a:cubicBezTo>
                  <a:pt x="111631" y="116444"/>
                  <a:pt x="109433" y="120651"/>
                  <a:pt x="106231" y="124049"/>
                </a:cubicBezTo>
                <a:cubicBezTo>
                  <a:pt x="103056" y="127412"/>
                  <a:pt x="98702" y="130209"/>
                  <a:pt x="93721" y="132442"/>
                </a:cubicBezTo>
                <a:cubicBezTo>
                  <a:pt x="83751" y="136907"/>
                  <a:pt x="70348" y="139538"/>
                  <a:pt x="55815" y="139538"/>
                </a:cubicBezTo>
                <a:cubicBezTo>
                  <a:pt x="41282" y="139538"/>
                  <a:pt x="27880" y="136907"/>
                  <a:pt x="17910" y="132442"/>
                </a:cubicBezTo>
                <a:cubicBezTo>
                  <a:pt x="12928" y="130209"/>
                  <a:pt x="8575" y="127419"/>
                  <a:pt x="5400" y="124049"/>
                </a:cubicBezTo>
                <a:cubicBezTo>
                  <a:pt x="2198" y="120651"/>
                  <a:pt x="0" y="116444"/>
                  <a:pt x="0" y="111630"/>
                </a:cubicBezTo>
                <a:lnTo>
                  <a:pt x="0" y="27908"/>
                </a:lnTo>
                <a:close/>
                <a:moveTo>
                  <a:pt x="10465" y="27908"/>
                </a:moveTo>
                <a:cubicBezTo>
                  <a:pt x="10465" y="29352"/>
                  <a:pt x="11093" y="31117"/>
                  <a:pt x="13012" y="33140"/>
                </a:cubicBezTo>
                <a:cubicBezTo>
                  <a:pt x="14959" y="35205"/>
                  <a:pt x="18014" y="37298"/>
                  <a:pt x="22187" y="39168"/>
                </a:cubicBezTo>
                <a:cubicBezTo>
                  <a:pt x="30524" y="42901"/>
                  <a:pt x="42413" y="45350"/>
                  <a:pt x="55815" y="45350"/>
                </a:cubicBezTo>
                <a:cubicBezTo>
                  <a:pt x="69218" y="45350"/>
                  <a:pt x="81107" y="42908"/>
                  <a:pt x="89444" y="39168"/>
                </a:cubicBezTo>
                <a:cubicBezTo>
                  <a:pt x="93616" y="37298"/>
                  <a:pt x="96672" y="35205"/>
                  <a:pt x="98619" y="33140"/>
                </a:cubicBezTo>
                <a:cubicBezTo>
                  <a:pt x="100537" y="31117"/>
                  <a:pt x="101165" y="29352"/>
                  <a:pt x="101165" y="27908"/>
                </a:cubicBezTo>
                <a:cubicBezTo>
                  <a:pt x="101165" y="26463"/>
                  <a:pt x="100537" y="24698"/>
                  <a:pt x="98619" y="22675"/>
                </a:cubicBezTo>
                <a:cubicBezTo>
                  <a:pt x="96672" y="20610"/>
                  <a:pt x="93616" y="18517"/>
                  <a:pt x="89444" y="16647"/>
                </a:cubicBezTo>
                <a:cubicBezTo>
                  <a:pt x="81107" y="12914"/>
                  <a:pt x="69211" y="10465"/>
                  <a:pt x="55815" y="10465"/>
                </a:cubicBezTo>
                <a:cubicBezTo>
                  <a:pt x="42413" y="10465"/>
                  <a:pt x="30524" y="12907"/>
                  <a:pt x="22187" y="16647"/>
                </a:cubicBezTo>
                <a:cubicBezTo>
                  <a:pt x="18014" y="18517"/>
                  <a:pt x="14959" y="20610"/>
                  <a:pt x="13012" y="22675"/>
                </a:cubicBezTo>
                <a:cubicBezTo>
                  <a:pt x="11093" y="24698"/>
                  <a:pt x="10465" y="26463"/>
                  <a:pt x="10465" y="27908"/>
                </a:cubicBezTo>
                <a:close/>
                <a:moveTo>
                  <a:pt x="101165" y="44596"/>
                </a:moveTo>
                <a:cubicBezTo>
                  <a:pt x="98933" y="46131"/>
                  <a:pt x="96421" y="47506"/>
                  <a:pt x="93721" y="48713"/>
                </a:cubicBezTo>
                <a:cubicBezTo>
                  <a:pt x="83751" y="53185"/>
                  <a:pt x="70348" y="55815"/>
                  <a:pt x="55815" y="55815"/>
                </a:cubicBezTo>
                <a:cubicBezTo>
                  <a:pt x="41282" y="55815"/>
                  <a:pt x="27880" y="53185"/>
                  <a:pt x="17910" y="48713"/>
                </a:cubicBezTo>
                <a:cubicBezTo>
                  <a:pt x="15310" y="47566"/>
                  <a:pt x="12819" y="46188"/>
                  <a:pt x="10465" y="44596"/>
                </a:cubicBezTo>
                <a:lnTo>
                  <a:pt x="10465" y="111630"/>
                </a:lnTo>
                <a:cubicBezTo>
                  <a:pt x="10465" y="113074"/>
                  <a:pt x="11093" y="114839"/>
                  <a:pt x="13012" y="116863"/>
                </a:cubicBezTo>
                <a:cubicBezTo>
                  <a:pt x="14959" y="118928"/>
                  <a:pt x="18014" y="121021"/>
                  <a:pt x="22187" y="122891"/>
                </a:cubicBezTo>
                <a:cubicBezTo>
                  <a:pt x="30524" y="126623"/>
                  <a:pt x="42413" y="129072"/>
                  <a:pt x="55815" y="129072"/>
                </a:cubicBezTo>
                <a:cubicBezTo>
                  <a:pt x="69218" y="129072"/>
                  <a:pt x="81107" y="126630"/>
                  <a:pt x="89444" y="122891"/>
                </a:cubicBezTo>
                <a:cubicBezTo>
                  <a:pt x="93616" y="121021"/>
                  <a:pt x="96672" y="118928"/>
                  <a:pt x="98619" y="116863"/>
                </a:cubicBezTo>
                <a:cubicBezTo>
                  <a:pt x="100537" y="114839"/>
                  <a:pt x="101165" y="113074"/>
                  <a:pt x="101165" y="111630"/>
                </a:cubicBezTo>
                <a:lnTo>
                  <a:pt x="101165" y="4459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a:lstStyle/>
          <a:p>
            <a:endParaRPr lang="en-IN">
              <a:latin typeface="+mj-lt"/>
            </a:endParaRPr>
          </a:p>
        </p:txBody>
      </p:sp>
      <p:sp>
        <p:nvSpPr>
          <p:cNvPr id="70" name="Rectangle: Rounded Corners 69">
            <a:extLst>
              <a:ext uri="{FF2B5EF4-FFF2-40B4-BE49-F238E27FC236}">
                <a16:creationId xmlns:a16="http://schemas.microsoft.com/office/drawing/2014/main" id="{A1F2CF1D-1C2A-6E3F-2A33-0B0AB5855718}"/>
              </a:ext>
              <a:ext uri="{C183D7F6-B498-43B3-948B-1728B52AA6E4}">
                <adec:decorative xmlns:adec="http://schemas.microsoft.com/office/drawing/2017/decorative" val="1"/>
              </a:ext>
            </a:extLst>
          </p:cNvPr>
          <p:cNvSpPr/>
          <p:nvPr/>
        </p:nvSpPr>
        <p:spPr bwMode="auto">
          <a:xfrm>
            <a:off x="2429652" y="5423918"/>
            <a:ext cx="2971800" cy="253349"/>
          </a:xfrm>
          <a:prstGeom prst="roundRect">
            <a:avLst>
              <a:gd name="adj" fmla="val 5000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i="0" u="none" strike="noStrike" kern="1200" cap="none" spc="0" normalizeH="0" baseline="0" noProof="0">
                <a:ln>
                  <a:noFill/>
                </a:ln>
                <a:solidFill>
                  <a:schemeClr val="bg1"/>
                </a:solidFill>
                <a:effectLst/>
                <a:uLnTx/>
                <a:uFillTx/>
                <a:latin typeface="+mj-lt"/>
                <a:ea typeface="+mj-ea"/>
                <a:cs typeface="+mj-cs"/>
              </a:rPr>
              <a:t>Data Sources</a:t>
            </a:r>
            <a:endParaRPr kumimoji="0" lang="en-US" sz="1600" i="0" u="none" strike="noStrike" kern="1200" cap="none" spc="0" normalizeH="0" baseline="0" noProof="0">
              <a:ln>
                <a:noFill/>
              </a:ln>
              <a:solidFill>
                <a:schemeClr val="bg1"/>
              </a:solidFill>
              <a:effectLst/>
              <a:uLnTx/>
              <a:uFillTx/>
              <a:latin typeface="+mj-lt"/>
              <a:ea typeface="+mj-ea"/>
              <a:cs typeface="+mj-cs"/>
            </a:endParaRPr>
          </a:p>
        </p:txBody>
      </p:sp>
      <p:grpSp>
        <p:nvGrpSpPr>
          <p:cNvPr id="71" name="Group 70">
            <a:extLst>
              <a:ext uri="{FF2B5EF4-FFF2-40B4-BE49-F238E27FC236}">
                <a16:creationId xmlns:a16="http://schemas.microsoft.com/office/drawing/2014/main" id="{E9A681BD-D305-D8B0-710B-8813B4039914}"/>
              </a:ext>
              <a:ext uri="{C183D7F6-B498-43B3-948B-1728B52AA6E4}">
                <adec:decorative xmlns:adec="http://schemas.microsoft.com/office/drawing/2017/decorative" val="1"/>
              </a:ext>
            </a:extLst>
          </p:cNvPr>
          <p:cNvGrpSpPr/>
          <p:nvPr/>
        </p:nvGrpSpPr>
        <p:grpSpPr>
          <a:xfrm>
            <a:off x="7355682" y="547057"/>
            <a:ext cx="584630" cy="580076"/>
            <a:chOff x="7355682" y="6277924"/>
            <a:chExt cx="584630" cy="580076"/>
          </a:xfrm>
        </p:grpSpPr>
        <p:sp>
          <p:nvSpPr>
            <p:cNvPr id="72" name="Oval 71">
              <a:extLst>
                <a:ext uri="{FF2B5EF4-FFF2-40B4-BE49-F238E27FC236}">
                  <a16:creationId xmlns:a16="http://schemas.microsoft.com/office/drawing/2014/main" id="{CC4103C8-6BCD-B143-0A8B-549857212811}"/>
                </a:ext>
                <a:ext uri="{C183D7F6-B498-43B3-948B-1728B52AA6E4}">
                  <adec:decorative xmlns:adec="http://schemas.microsoft.com/office/drawing/2017/decorative" val="1"/>
                </a:ext>
              </a:extLst>
            </p:cNvPr>
            <p:cNvSpPr>
              <a:spLocks/>
            </p:cNvSpPr>
            <p:nvPr/>
          </p:nvSpPr>
          <p:spPr bwMode="auto">
            <a:xfrm>
              <a:off x="7355682" y="6277924"/>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pic>
          <p:nvPicPr>
            <p:cNvPr id="73" name="Graphic 72">
              <a:extLst>
                <a:ext uri="{FF2B5EF4-FFF2-40B4-BE49-F238E27FC236}">
                  <a16:creationId xmlns:a16="http://schemas.microsoft.com/office/drawing/2014/main" id="{85FE3625-BED6-F2E4-38C5-D7D8B3341D0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81017" y="6524040"/>
              <a:ext cx="333960" cy="333960"/>
            </a:xfrm>
            <a:prstGeom prst="rect">
              <a:avLst/>
            </a:prstGeom>
          </p:spPr>
        </p:pic>
      </p:grpSp>
      <p:grpSp>
        <p:nvGrpSpPr>
          <p:cNvPr id="74" name="Group 73">
            <a:extLst>
              <a:ext uri="{FF2B5EF4-FFF2-40B4-BE49-F238E27FC236}">
                <a16:creationId xmlns:a16="http://schemas.microsoft.com/office/drawing/2014/main" id="{C6863F1F-8B0E-5D7D-7F70-BC7B11D2FA0B}"/>
              </a:ext>
              <a:ext uri="{C183D7F6-B498-43B3-948B-1728B52AA6E4}">
                <adec:decorative xmlns:adec="http://schemas.microsoft.com/office/drawing/2017/decorative" val="1"/>
              </a:ext>
            </a:extLst>
          </p:cNvPr>
          <p:cNvGrpSpPr/>
          <p:nvPr/>
        </p:nvGrpSpPr>
        <p:grpSpPr>
          <a:xfrm>
            <a:off x="7355682" y="515324"/>
            <a:ext cx="584630" cy="580076"/>
            <a:chOff x="7355682" y="6277924"/>
            <a:chExt cx="584630" cy="580076"/>
          </a:xfrm>
        </p:grpSpPr>
        <p:sp>
          <p:nvSpPr>
            <p:cNvPr id="75" name="Oval 74">
              <a:extLst>
                <a:ext uri="{FF2B5EF4-FFF2-40B4-BE49-F238E27FC236}">
                  <a16:creationId xmlns:a16="http://schemas.microsoft.com/office/drawing/2014/main" id="{F4C2FCD2-C1B2-FF88-E6F2-A6CF01C5DE37}"/>
                </a:ext>
                <a:ext uri="{C183D7F6-B498-43B3-948B-1728B52AA6E4}">
                  <adec:decorative xmlns:adec="http://schemas.microsoft.com/office/drawing/2017/decorative" val="1"/>
                </a:ext>
              </a:extLst>
            </p:cNvPr>
            <p:cNvSpPr>
              <a:spLocks/>
            </p:cNvSpPr>
            <p:nvPr/>
          </p:nvSpPr>
          <p:spPr bwMode="auto">
            <a:xfrm>
              <a:off x="7355682" y="6277924"/>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pic>
          <p:nvPicPr>
            <p:cNvPr id="76" name="Graphic 75">
              <a:extLst>
                <a:ext uri="{FF2B5EF4-FFF2-40B4-BE49-F238E27FC236}">
                  <a16:creationId xmlns:a16="http://schemas.microsoft.com/office/drawing/2014/main" id="{93468ACF-90B7-7E4B-D88B-1D64E6AB50D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81017" y="6524040"/>
              <a:ext cx="333960" cy="333960"/>
            </a:xfrm>
            <a:prstGeom prst="rect">
              <a:avLst/>
            </a:prstGeom>
          </p:spPr>
        </p:pic>
      </p:grpSp>
      <p:grpSp>
        <p:nvGrpSpPr>
          <p:cNvPr id="77" name="Group 76">
            <a:extLst>
              <a:ext uri="{FF2B5EF4-FFF2-40B4-BE49-F238E27FC236}">
                <a16:creationId xmlns:a16="http://schemas.microsoft.com/office/drawing/2014/main" id="{D2B450E6-AE57-F2A3-24A7-288F86C1C3D6}"/>
              </a:ext>
              <a:ext uri="{C183D7F6-B498-43B3-948B-1728B52AA6E4}">
                <adec:decorative xmlns:adec="http://schemas.microsoft.com/office/drawing/2017/decorative" val="1"/>
              </a:ext>
            </a:extLst>
          </p:cNvPr>
          <p:cNvGrpSpPr/>
          <p:nvPr/>
        </p:nvGrpSpPr>
        <p:grpSpPr>
          <a:xfrm>
            <a:off x="7355682" y="578790"/>
            <a:ext cx="584630" cy="580076"/>
            <a:chOff x="7355682" y="6277924"/>
            <a:chExt cx="584630" cy="580076"/>
          </a:xfrm>
        </p:grpSpPr>
        <p:sp>
          <p:nvSpPr>
            <p:cNvPr id="78" name="Oval 77">
              <a:extLst>
                <a:ext uri="{FF2B5EF4-FFF2-40B4-BE49-F238E27FC236}">
                  <a16:creationId xmlns:a16="http://schemas.microsoft.com/office/drawing/2014/main" id="{26CABD58-D2B4-C36B-D0CE-2F6C76F27E21}"/>
                </a:ext>
                <a:ext uri="{C183D7F6-B498-43B3-948B-1728B52AA6E4}">
                  <adec:decorative xmlns:adec="http://schemas.microsoft.com/office/drawing/2017/decorative" val="1"/>
                </a:ext>
              </a:extLst>
            </p:cNvPr>
            <p:cNvSpPr>
              <a:spLocks/>
            </p:cNvSpPr>
            <p:nvPr/>
          </p:nvSpPr>
          <p:spPr bwMode="auto">
            <a:xfrm>
              <a:off x="7355682" y="6277924"/>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pic>
          <p:nvPicPr>
            <p:cNvPr id="79" name="Graphic 78">
              <a:extLst>
                <a:ext uri="{FF2B5EF4-FFF2-40B4-BE49-F238E27FC236}">
                  <a16:creationId xmlns:a16="http://schemas.microsoft.com/office/drawing/2014/main" id="{BA400C06-10C7-253C-D16F-73D21FCD2FB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81017" y="6524040"/>
              <a:ext cx="333960" cy="333960"/>
            </a:xfrm>
            <a:prstGeom prst="rect">
              <a:avLst/>
            </a:prstGeom>
          </p:spPr>
        </p:pic>
      </p:grpSp>
      <p:grpSp>
        <p:nvGrpSpPr>
          <p:cNvPr id="80" name="Group 79">
            <a:extLst>
              <a:ext uri="{FF2B5EF4-FFF2-40B4-BE49-F238E27FC236}">
                <a16:creationId xmlns:a16="http://schemas.microsoft.com/office/drawing/2014/main" id="{B943ED80-BDF2-F5AC-AE4B-2E0E34237154}"/>
              </a:ext>
              <a:ext uri="{C183D7F6-B498-43B3-948B-1728B52AA6E4}">
                <adec:decorative xmlns:adec="http://schemas.microsoft.com/office/drawing/2017/decorative" val="1"/>
              </a:ext>
            </a:extLst>
          </p:cNvPr>
          <p:cNvGrpSpPr/>
          <p:nvPr/>
        </p:nvGrpSpPr>
        <p:grpSpPr>
          <a:xfrm>
            <a:off x="7355682" y="610524"/>
            <a:ext cx="584630" cy="580076"/>
            <a:chOff x="7355682" y="6277924"/>
            <a:chExt cx="584630" cy="580076"/>
          </a:xfrm>
        </p:grpSpPr>
        <p:sp>
          <p:nvSpPr>
            <p:cNvPr id="81" name="Oval 80">
              <a:extLst>
                <a:ext uri="{FF2B5EF4-FFF2-40B4-BE49-F238E27FC236}">
                  <a16:creationId xmlns:a16="http://schemas.microsoft.com/office/drawing/2014/main" id="{5DD03B4E-184E-A519-5EAD-5014BF695609}"/>
                </a:ext>
                <a:ext uri="{C183D7F6-B498-43B3-948B-1728B52AA6E4}">
                  <adec:decorative xmlns:adec="http://schemas.microsoft.com/office/drawing/2017/decorative" val="1"/>
                </a:ext>
              </a:extLst>
            </p:cNvPr>
            <p:cNvSpPr>
              <a:spLocks/>
            </p:cNvSpPr>
            <p:nvPr/>
          </p:nvSpPr>
          <p:spPr bwMode="auto">
            <a:xfrm>
              <a:off x="7355682" y="6277924"/>
              <a:ext cx="584630" cy="580076"/>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solidFill>
                  <a:schemeClr val="bg1"/>
                </a:solidFill>
                <a:latin typeface="+mj-lt"/>
                <a:cs typeface="Segoe Sans Display Semibold" pitchFamily="2" charset="0"/>
              </a:endParaRPr>
            </a:p>
          </p:txBody>
        </p:sp>
        <p:pic>
          <p:nvPicPr>
            <p:cNvPr id="82" name="Graphic 81">
              <a:extLst>
                <a:ext uri="{FF2B5EF4-FFF2-40B4-BE49-F238E27FC236}">
                  <a16:creationId xmlns:a16="http://schemas.microsoft.com/office/drawing/2014/main" id="{5846A885-EF4F-4F16-4BE3-62185BDC878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81017" y="6524040"/>
              <a:ext cx="333960" cy="333960"/>
            </a:xfrm>
            <a:prstGeom prst="rect">
              <a:avLst/>
            </a:prstGeom>
          </p:spPr>
        </p:pic>
      </p:grpSp>
      <p:cxnSp>
        <p:nvCxnSpPr>
          <p:cNvPr id="83" name="Straight Connector 82">
            <a:extLst>
              <a:ext uri="{FF2B5EF4-FFF2-40B4-BE49-F238E27FC236}">
                <a16:creationId xmlns:a16="http://schemas.microsoft.com/office/drawing/2014/main" id="{8A5B23BB-5B7D-4C04-2CE4-5D54D2532FE3}"/>
              </a:ext>
              <a:ext uri="{C183D7F6-B498-43B3-948B-1728B52AA6E4}">
                <adec:decorative xmlns:adec="http://schemas.microsoft.com/office/drawing/2017/decorative" val="1"/>
              </a:ext>
            </a:extLst>
          </p:cNvPr>
          <p:cNvCxnSpPr>
            <a:cxnSpLocks/>
          </p:cNvCxnSpPr>
          <p:nvPr/>
        </p:nvCxnSpPr>
        <p:spPr>
          <a:xfrm>
            <a:off x="8124825" y="2523307"/>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4155E65-2C98-A707-4477-D534971F4049}"/>
              </a:ext>
              <a:ext uri="{C183D7F6-B498-43B3-948B-1728B52AA6E4}">
                <adec:decorative xmlns:adec="http://schemas.microsoft.com/office/drawing/2017/decorative" val="1"/>
              </a:ext>
            </a:extLst>
          </p:cNvPr>
          <p:cNvCxnSpPr>
            <a:cxnSpLocks/>
          </p:cNvCxnSpPr>
          <p:nvPr/>
        </p:nvCxnSpPr>
        <p:spPr>
          <a:xfrm>
            <a:off x="8124825" y="3793041"/>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BF7CECF-85AC-E134-BF54-45F275695D6F}"/>
              </a:ext>
              <a:ext uri="{C183D7F6-B498-43B3-948B-1728B52AA6E4}">
                <adec:decorative xmlns:adec="http://schemas.microsoft.com/office/drawing/2017/decorative" val="1"/>
              </a:ext>
            </a:extLst>
          </p:cNvPr>
          <p:cNvCxnSpPr>
            <a:cxnSpLocks/>
          </p:cNvCxnSpPr>
          <p:nvPr/>
        </p:nvCxnSpPr>
        <p:spPr>
          <a:xfrm>
            <a:off x="8124825" y="5062775"/>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7D8E9339-52B5-72F8-7A27-CF9DCBA66738}"/>
              </a:ext>
              <a:ext uri="{C183D7F6-B498-43B3-948B-1728B52AA6E4}">
                <adec:decorative xmlns:adec="http://schemas.microsoft.com/office/drawing/2017/decorative" val="1"/>
              </a:ext>
            </a:extLst>
          </p:cNvPr>
          <p:cNvGrpSpPr/>
          <p:nvPr/>
        </p:nvGrpSpPr>
        <p:grpSpPr>
          <a:xfrm>
            <a:off x="3067329" y="4971226"/>
            <a:ext cx="307440" cy="307436"/>
            <a:chOff x="3084831" y="5014921"/>
            <a:chExt cx="272435" cy="272433"/>
          </a:xfrm>
        </p:grpSpPr>
        <p:sp>
          <p:nvSpPr>
            <p:cNvPr id="87" name="Oval 86">
              <a:extLst>
                <a:ext uri="{FF2B5EF4-FFF2-40B4-BE49-F238E27FC236}">
                  <a16:creationId xmlns:a16="http://schemas.microsoft.com/office/drawing/2014/main" id="{6E2F9643-BC5F-334A-E971-D6A5AA2F88B2}"/>
                </a:ext>
              </a:extLst>
            </p:cNvPr>
            <p:cNvSpPr/>
            <p:nvPr/>
          </p:nvSpPr>
          <p:spPr bwMode="auto">
            <a:xfrm>
              <a:off x="3084831" y="5014921"/>
              <a:ext cx="272435" cy="272433"/>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88" name="Graphic 43">
              <a:extLst>
                <a:ext uri="{FF2B5EF4-FFF2-40B4-BE49-F238E27FC236}">
                  <a16:creationId xmlns:a16="http://schemas.microsoft.com/office/drawing/2014/main" id="{9460F470-5A43-B4E8-F0B7-67A4C47E82DF}"/>
                </a:ext>
                <a:ext uri="{C183D7F6-B498-43B3-948B-1728B52AA6E4}">
                  <adec:decorative xmlns:adec="http://schemas.microsoft.com/office/drawing/2017/decorative" val="1"/>
                </a:ext>
              </a:extLst>
            </p:cNvPr>
            <p:cNvSpPr>
              <a:spLocks noChangeAspect="1"/>
            </p:cNvSpPr>
            <p:nvPr/>
          </p:nvSpPr>
          <p:spPr>
            <a:xfrm>
              <a:off x="3149117" y="5079206"/>
              <a:ext cx="143864" cy="143864"/>
            </a:xfrm>
            <a:custGeom>
              <a:avLst/>
              <a:gdLst>
                <a:gd name="connsiteX0" fmla="*/ 110490 w 274319"/>
                <a:gd name="connsiteY0" fmla="*/ 0 h 274319"/>
                <a:gd name="connsiteX1" fmla="*/ 220980 w 274319"/>
                <a:gd name="connsiteY1" fmla="*/ 110490 h 274319"/>
                <a:gd name="connsiteX2" fmla="*/ 196284 w 274319"/>
                <a:gd name="connsiteY2" fmla="*/ 180119 h 274319"/>
                <a:gd name="connsiteX3" fmla="*/ 270972 w 274319"/>
                <a:gd name="connsiteY3" fmla="*/ 254808 h 274319"/>
                <a:gd name="connsiteX4" fmla="*/ 270972 w 274319"/>
                <a:gd name="connsiteY4" fmla="*/ 270972 h 274319"/>
                <a:gd name="connsiteX5" fmla="*/ 256090 w 274319"/>
                <a:gd name="connsiteY5" fmla="*/ 272078 h 274319"/>
                <a:gd name="connsiteX6" fmla="*/ 254808 w 274319"/>
                <a:gd name="connsiteY6" fmla="*/ 270972 h 274319"/>
                <a:gd name="connsiteX7" fmla="*/ 180119 w 274319"/>
                <a:gd name="connsiteY7" fmla="*/ 196284 h 274319"/>
                <a:gd name="connsiteX8" fmla="*/ 110490 w 274319"/>
                <a:gd name="connsiteY8" fmla="*/ 220980 h 274319"/>
                <a:gd name="connsiteX9" fmla="*/ 0 w 274319"/>
                <a:gd name="connsiteY9" fmla="*/ 110490 h 274319"/>
                <a:gd name="connsiteX10" fmla="*/ 110490 w 274319"/>
                <a:gd name="connsiteY10" fmla="*/ 0 h 274319"/>
                <a:gd name="connsiteX11" fmla="*/ 110490 w 274319"/>
                <a:gd name="connsiteY11" fmla="*/ 22860 h 274319"/>
                <a:gd name="connsiteX12" fmla="*/ 22860 w 274319"/>
                <a:gd name="connsiteY12" fmla="*/ 110490 h 274319"/>
                <a:gd name="connsiteX13" fmla="*/ 110490 w 274319"/>
                <a:gd name="connsiteY13" fmla="*/ 198120 h 274319"/>
                <a:gd name="connsiteX14" fmla="*/ 198120 w 274319"/>
                <a:gd name="connsiteY14" fmla="*/ 110490 h 274319"/>
                <a:gd name="connsiteX15" fmla="*/ 110490 w 274319"/>
                <a:gd name="connsiteY15" fmla="*/ 22860 h 27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19" h="274319">
                  <a:moveTo>
                    <a:pt x="110490" y="0"/>
                  </a:moveTo>
                  <a:cubicBezTo>
                    <a:pt x="171512" y="0"/>
                    <a:pt x="220980" y="49468"/>
                    <a:pt x="220980" y="110490"/>
                  </a:cubicBezTo>
                  <a:cubicBezTo>
                    <a:pt x="220980" y="136884"/>
                    <a:pt x="211725" y="161116"/>
                    <a:pt x="196284" y="180119"/>
                  </a:cubicBezTo>
                  <a:lnTo>
                    <a:pt x="270972" y="254808"/>
                  </a:lnTo>
                  <a:cubicBezTo>
                    <a:pt x="275436" y="259272"/>
                    <a:pt x="275436" y="266508"/>
                    <a:pt x="270972" y="270972"/>
                  </a:cubicBezTo>
                  <a:cubicBezTo>
                    <a:pt x="266915" y="275030"/>
                    <a:pt x="260564" y="275399"/>
                    <a:pt x="256090" y="272078"/>
                  </a:cubicBezTo>
                  <a:lnTo>
                    <a:pt x="254808" y="270972"/>
                  </a:lnTo>
                  <a:lnTo>
                    <a:pt x="180119" y="196284"/>
                  </a:lnTo>
                  <a:cubicBezTo>
                    <a:pt x="161116" y="211725"/>
                    <a:pt x="136884" y="220980"/>
                    <a:pt x="110490" y="220980"/>
                  </a:cubicBezTo>
                  <a:cubicBezTo>
                    <a:pt x="49468" y="220980"/>
                    <a:pt x="0" y="171512"/>
                    <a:pt x="0" y="110490"/>
                  </a:cubicBezTo>
                  <a:cubicBezTo>
                    <a:pt x="0" y="49468"/>
                    <a:pt x="49468" y="0"/>
                    <a:pt x="110490" y="0"/>
                  </a:cubicBezTo>
                  <a:close/>
                  <a:moveTo>
                    <a:pt x="110490" y="22860"/>
                  </a:moveTo>
                  <a:cubicBezTo>
                    <a:pt x="62093" y="22860"/>
                    <a:pt x="22860" y="62093"/>
                    <a:pt x="22860" y="110490"/>
                  </a:cubicBezTo>
                  <a:cubicBezTo>
                    <a:pt x="22860" y="158886"/>
                    <a:pt x="62093" y="198120"/>
                    <a:pt x="110490" y="198120"/>
                  </a:cubicBezTo>
                  <a:cubicBezTo>
                    <a:pt x="158886" y="198120"/>
                    <a:pt x="198120" y="158886"/>
                    <a:pt x="198120" y="110490"/>
                  </a:cubicBezTo>
                  <a:cubicBezTo>
                    <a:pt x="198120" y="62093"/>
                    <a:pt x="158886" y="22860"/>
                    <a:pt x="110490" y="22860"/>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sp>
        <p:nvSpPr>
          <p:cNvPr id="89" name="Graphic 104">
            <a:extLst>
              <a:ext uri="{FF2B5EF4-FFF2-40B4-BE49-F238E27FC236}">
                <a16:creationId xmlns:a16="http://schemas.microsoft.com/office/drawing/2014/main" id="{2FE70B59-F182-E211-904A-D36F9C4FBD16}"/>
              </a:ext>
              <a:ext uri="{C183D7F6-B498-43B3-948B-1728B52AA6E4}">
                <adec:decorative xmlns:adec="http://schemas.microsoft.com/office/drawing/2017/decorative" val="1"/>
              </a:ext>
            </a:extLst>
          </p:cNvPr>
          <p:cNvSpPr>
            <a:spLocks noChangeAspect="1"/>
          </p:cNvSpPr>
          <p:nvPr/>
        </p:nvSpPr>
        <p:spPr>
          <a:xfrm>
            <a:off x="4060151" y="5047333"/>
            <a:ext cx="177022" cy="141616"/>
          </a:xfrm>
          <a:custGeom>
            <a:avLst/>
            <a:gdLst>
              <a:gd name="connsiteX0" fmla="*/ 48754 w 300026"/>
              <a:gd name="connsiteY0" fmla="*/ 0 h 240021"/>
              <a:gd name="connsiteX1" fmla="*/ 251272 w 300026"/>
              <a:gd name="connsiteY1" fmla="*/ 0 h 240021"/>
              <a:gd name="connsiteX2" fmla="*/ 299950 w 300026"/>
              <a:gd name="connsiteY2" fmla="*/ 45988 h 240021"/>
              <a:gd name="connsiteX3" fmla="*/ 300027 w 300026"/>
              <a:gd name="connsiteY3" fmla="*/ 48754 h 240021"/>
              <a:gd name="connsiteX4" fmla="*/ 300027 w 300026"/>
              <a:gd name="connsiteY4" fmla="*/ 191267 h 240021"/>
              <a:gd name="connsiteX5" fmla="*/ 254039 w 300026"/>
              <a:gd name="connsiteY5" fmla="*/ 239945 h 240021"/>
              <a:gd name="connsiteX6" fmla="*/ 251272 w 300026"/>
              <a:gd name="connsiteY6" fmla="*/ 240021 h 240021"/>
              <a:gd name="connsiteX7" fmla="*/ 48754 w 300026"/>
              <a:gd name="connsiteY7" fmla="*/ 240021 h 240021"/>
              <a:gd name="connsiteX8" fmla="*/ 77 w 300026"/>
              <a:gd name="connsiteY8" fmla="*/ 194033 h 240021"/>
              <a:gd name="connsiteX9" fmla="*/ 0 w 300026"/>
              <a:gd name="connsiteY9" fmla="*/ 191267 h 240021"/>
              <a:gd name="connsiteX10" fmla="*/ 0 w 300026"/>
              <a:gd name="connsiteY10" fmla="*/ 48754 h 240021"/>
              <a:gd name="connsiteX11" fmla="*/ 45988 w 300026"/>
              <a:gd name="connsiteY11" fmla="*/ 77 h 240021"/>
              <a:gd name="connsiteX12" fmla="*/ 48754 w 300026"/>
              <a:gd name="connsiteY12" fmla="*/ 0 h 240021"/>
              <a:gd name="connsiteX13" fmla="*/ 251272 w 300026"/>
              <a:gd name="connsiteY13" fmla="*/ 0 h 240021"/>
              <a:gd name="connsiteX14" fmla="*/ 48754 w 300026"/>
              <a:gd name="connsiteY14" fmla="*/ 0 h 240021"/>
              <a:gd name="connsiteX15" fmla="*/ 277525 w 300026"/>
              <a:gd name="connsiteY15" fmla="*/ 80602 h 240021"/>
              <a:gd name="connsiteX16" fmla="*/ 155253 w 300026"/>
              <a:gd name="connsiteY16" fmla="*/ 144968 h 240021"/>
              <a:gd name="connsiteX17" fmla="*/ 146215 w 300026"/>
              <a:gd name="connsiteY17" fmla="*/ 145603 h 240021"/>
              <a:gd name="connsiteX18" fmla="*/ 144773 w 300026"/>
              <a:gd name="connsiteY18" fmla="*/ 144968 h 240021"/>
              <a:gd name="connsiteX19" fmla="*/ 22502 w 300026"/>
              <a:gd name="connsiteY19" fmla="*/ 80617 h 240021"/>
              <a:gd name="connsiteX20" fmla="*/ 22502 w 300026"/>
              <a:gd name="connsiteY20" fmla="*/ 191267 h 240021"/>
              <a:gd name="connsiteX21" fmla="*/ 46601 w 300026"/>
              <a:gd name="connsiteY21" fmla="*/ 217432 h 240021"/>
              <a:gd name="connsiteX22" fmla="*/ 48754 w 300026"/>
              <a:gd name="connsiteY22" fmla="*/ 217519 h 240021"/>
              <a:gd name="connsiteX23" fmla="*/ 251272 w 300026"/>
              <a:gd name="connsiteY23" fmla="*/ 217519 h 240021"/>
              <a:gd name="connsiteX24" fmla="*/ 277438 w 300026"/>
              <a:gd name="connsiteY24" fmla="*/ 193420 h 240021"/>
              <a:gd name="connsiteX25" fmla="*/ 277525 w 300026"/>
              <a:gd name="connsiteY25" fmla="*/ 191267 h 240021"/>
              <a:gd name="connsiteX26" fmla="*/ 277525 w 300026"/>
              <a:gd name="connsiteY26" fmla="*/ 80602 h 240021"/>
              <a:gd name="connsiteX27" fmla="*/ 251272 w 300026"/>
              <a:gd name="connsiteY27" fmla="*/ 22502 h 240021"/>
              <a:gd name="connsiteX28" fmla="*/ 48754 w 300026"/>
              <a:gd name="connsiteY28" fmla="*/ 22502 h 240021"/>
              <a:gd name="connsiteX29" fmla="*/ 22589 w 300026"/>
              <a:gd name="connsiteY29" fmla="*/ 46601 h 240021"/>
              <a:gd name="connsiteX30" fmla="*/ 22502 w 300026"/>
              <a:gd name="connsiteY30" fmla="*/ 48754 h 240021"/>
              <a:gd name="connsiteX31" fmla="*/ 22502 w 300026"/>
              <a:gd name="connsiteY31" fmla="*/ 55190 h 240021"/>
              <a:gd name="connsiteX32" fmla="*/ 150013 w 300026"/>
              <a:gd name="connsiteY32" fmla="*/ 122298 h 240021"/>
              <a:gd name="connsiteX33" fmla="*/ 277525 w 300026"/>
              <a:gd name="connsiteY33" fmla="*/ 55175 h 240021"/>
              <a:gd name="connsiteX34" fmla="*/ 277525 w 300026"/>
              <a:gd name="connsiteY34" fmla="*/ 48754 h 240021"/>
              <a:gd name="connsiteX35" fmla="*/ 253425 w 300026"/>
              <a:gd name="connsiteY35" fmla="*/ 22589 h 240021"/>
              <a:gd name="connsiteX36" fmla="*/ 251272 w 300026"/>
              <a:gd name="connsiteY36" fmla="*/ 22502 h 24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00026" h="240021">
                <a:moveTo>
                  <a:pt x="48754" y="0"/>
                </a:moveTo>
                <a:lnTo>
                  <a:pt x="251272" y="0"/>
                </a:lnTo>
                <a:cubicBezTo>
                  <a:pt x="277270" y="0"/>
                  <a:pt x="298515" y="20349"/>
                  <a:pt x="299950" y="45988"/>
                </a:cubicBezTo>
                <a:lnTo>
                  <a:pt x="300027" y="48754"/>
                </a:lnTo>
                <a:lnTo>
                  <a:pt x="300027" y="191267"/>
                </a:lnTo>
                <a:cubicBezTo>
                  <a:pt x="300027" y="217264"/>
                  <a:pt x="279677" y="238509"/>
                  <a:pt x="254039" y="239945"/>
                </a:cubicBezTo>
                <a:lnTo>
                  <a:pt x="251272" y="240021"/>
                </a:lnTo>
                <a:lnTo>
                  <a:pt x="48754" y="240021"/>
                </a:lnTo>
                <a:cubicBezTo>
                  <a:pt x="22757" y="240021"/>
                  <a:pt x="1511" y="219672"/>
                  <a:pt x="77" y="194033"/>
                </a:cubicBezTo>
                <a:lnTo>
                  <a:pt x="0" y="191267"/>
                </a:lnTo>
                <a:lnTo>
                  <a:pt x="0" y="48754"/>
                </a:lnTo>
                <a:cubicBezTo>
                  <a:pt x="0" y="22757"/>
                  <a:pt x="20349" y="1511"/>
                  <a:pt x="45988" y="77"/>
                </a:cubicBezTo>
                <a:lnTo>
                  <a:pt x="48754" y="0"/>
                </a:lnTo>
                <a:lnTo>
                  <a:pt x="251272" y="0"/>
                </a:lnTo>
                <a:lnTo>
                  <a:pt x="48754" y="0"/>
                </a:lnTo>
                <a:close/>
                <a:moveTo>
                  <a:pt x="277525" y="80602"/>
                </a:moveTo>
                <a:lnTo>
                  <a:pt x="155253" y="144968"/>
                </a:lnTo>
                <a:cubicBezTo>
                  <a:pt x="152442" y="146448"/>
                  <a:pt x="149160" y="146659"/>
                  <a:pt x="146215" y="145603"/>
                </a:cubicBezTo>
                <a:lnTo>
                  <a:pt x="144773" y="144968"/>
                </a:lnTo>
                <a:lnTo>
                  <a:pt x="22502" y="80617"/>
                </a:lnTo>
                <a:lnTo>
                  <a:pt x="22502" y="191267"/>
                </a:lnTo>
                <a:cubicBezTo>
                  <a:pt x="22502" y="205041"/>
                  <a:pt x="33110" y="216337"/>
                  <a:pt x="46601" y="217432"/>
                </a:cubicBezTo>
                <a:lnTo>
                  <a:pt x="48754" y="217519"/>
                </a:lnTo>
                <a:lnTo>
                  <a:pt x="251272" y="217519"/>
                </a:lnTo>
                <a:cubicBezTo>
                  <a:pt x="265047" y="217519"/>
                  <a:pt x="276343" y="206912"/>
                  <a:pt x="277438" y="193420"/>
                </a:cubicBezTo>
                <a:lnTo>
                  <a:pt x="277525" y="191267"/>
                </a:lnTo>
                <a:lnTo>
                  <a:pt x="277525" y="80602"/>
                </a:lnTo>
                <a:close/>
                <a:moveTo>
                  <a:pt x="251272" y="22502"/>
                </a:moveTo>
                <a:lnTo>
                  <a:pt x="48754" y="22502"/>
                </a:lnTo>
                <a:cubicBezTo>
                  <a:pt x="34981" y="22502"/>
                  <a:pt x="23684" y="33110"/>
                  <a:pt x="22589" y="46601"/>
                </a:cubicBezTo>
                <a:lnTo>
                  <a:pt x="22502" y="48754"/>
                </a:lnTo>
                <a:lnTo>
                  <a:pt x="22502" y="55190"/>
                </a:lnTo>
                <a:lnTo>
                  <a:pt x="150013" y="122298"/>
                </a:lnTo>
                <a:lnTo>
                  <a:pt x="277525" y="55175"/>
                </a:lnTo>
                <a:lnTo>
                  <a:pt x="277525" y="48754"/>
                </a:lnTo>
                <a:cubicBezTo>
                  <a:pt x="277525" y="34981"/>
                  <a:pt x="266917" y="23684"/>
                  <a:pt x="253425" y="22589"/>
                </a:cubicBezTo>
                <a:lnTo>
                  <a:pt x="251272" y="22502"/>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90" name="Graphic 48">
            <a:extLst>
              <a:ext uri="{FF2B5EF4-FFF2-40B4-BE49-F238E27FC236}">
                <a16:creationId xmlns:a16="http://schemas.microsoft.com/office/drawing/2014/main" id="{08ECC708-DDC8-8E70-2F66-03463C9A44BF}"/>
              </a:ext>
              <a:ext uri="{C183D7F6-B498-43B3-948B-1728B52AA6E4}">
                <adec:decorative xmlns:adec="http://schemas.microsoft.com/office/drawing/2017/decorative" val="1"/>
              </a:ext>
            </a:extLst>
          </p:cNvPr>
          <p:cNvSpPr>
            <a:spLocks noChangeAspect="1"/>
          </p:cNvSpPr>
          <p:nvPr/>
        </p:nvSpPr>
        <p:spPr>
          <a:xfrm>
            <a:off x="4522379" y="5042756"/>
            <a:ext cx="180180" cy="180178"/>
          </a:xfrm>
          <a:custGeom>
            <a:avLst/>
            <a:gdLst>
              <a:gd name="connsiteX0" fmla="*/ 213095 w 426189"/>
              <a:gd name="connsiteY0" fmla="*/ 0 h 426189"/>
              <a:gd name="connsiteX1" fmla="*/ 426189 w 426189"/>
              <a:gd name="connsiteY1" fmla="*/ 213095 h 426189"/>
              <a:gd name="connsiteX2" fmla="*/ 213095 w 426189"/>
              <a:gd name="connsiteY2" fmla="*/ 426189 h 426189"/>
              <a:gd name="connsiteX3" fmla="*/ 0 w 426189"/>
              <a:gd name="connsiteY3" fmla="*/ 213095 h 426189"/>
              <a:gd name="connsiteX4" fmla="*/ 213095 w 426189"/>
              <a:gd name="connsiteY4" fmla="*/ 0 h 426189"/>
              <a:gd name="connsiteX5" fmla="*/ 275712 w 426189"/>
              <a:gd name="connsiteY5" fmla="*/ 308967 h 426189"/>
              <a:gd name="connsiteX6" fmla="*/ 150478 w 426189"/>
              <a:gd name="connsiteY6" fmla="*/ 308967 h 426189"/>
              <a:gd name="connsiteX7" fmla="*/ 213095 w 426189"/>
              <a:gd name="connsiteY7" fmla="*/ 394230 h 426189"/>
              <a:gd name="connsiteX8" fmla="*/ 275712 w 426189"/>
              <a:gd name="connsiteY8" fmla="*/ 308967 h 426189"/>
              <a:gd name="connsiteX9" fmla="*/ 117394 w 426189"/>
              <a:gd name="connsiteY9" fmla="*/ 308979 h 426189"/>
              <a:gd name="connsiteX10" fmla="*/ 59388 w 426189"/>
              <a:gd name="connsiteY10" fmla="*/ 308977 h 426189"/>
              <a:gd name="connsiteX11" fmla="*/ 146620 w 426189"/>
              <a:gd name="connsiteY11" fmla="*/ 381644 h 426189"/>
              <a:gd name="connsiteX12" fmla="*/ 119555 w 426189"/>
              <a:gd name="connsiteY12" fmla="*/ 317395 h 426189"/>
              <a:gd name="connsiteX13" fmla="*/ 117394 w 426189"/>
              <a:gd name="connsiteY13" fmla="*/ 308979 h 426189"/>
              <a:gd name="connsiteX14" fmla="*/ 366803 w 426189"/>
              <a:gd name="connsiteY14" fmla="*/ 308977 h 426189"/>
              <a:gd name="connsiteX15" fmla="*/ 308796 w 426189"/>
              <a:gd name="connsiteY15" fmla="*/ 308979 h 426189"/>
              <a:gd name="connsiteX16" fmla="*/ 279547 w 426189"/>
              <a:gd name="connsiteY16" fmla="*/ 381644 h 426189"/>
              <a:gd name="connsiteX17" fmla="*/ 362857 w 426189"/>
              <a:gd name="connsiteY17" fmla="*/ 315018 h 426189"/>
              <a:gd name="connsiteX18" fmla="*/ 366803 w 426189"/>
              <a:gd name="connsiteY18" fmla="*/ 308977 h 426189"/>
              <a:gd name="connsiteX19" fmla="*/ 108554 w 426189"/>
              <a:gd name="connsiteY19" fmla="*/ 170469 h 426189"/>
              <a:gd name="connsiteX20" fmla="*/ 37017 w 426189"/>
              <a:gd name="connsiteY20" fmla="*/ 170469 h 426189"/>
              <a:gd name="connsiteX21" fmla="*/ 36915 w 426189"/>
              <a:gd name="connsiteY21" fmla="*/ 170836 h 426189"/>
              <a:gd name="connsiteX22" fmla="*/ 31959 w 426189"/>
              <a:gd name="connsiteY22" fmla="*/ 213095 h 426189"/>
              <a:gd name="connsiteX23" fmla="*/ 43562 w 426189"/>
              <a:gd name="connsiteY23" fmla="*/ 277020 h 426189"/>
              <a:gd name="connsiteX24" fmla="*/ 111170 w 426189"/>
              <a:gd name="connsiteY24" fmla="*/ 277012 h 426189"/>
              <a:gd name="connsiteX25" fmla="*/ 106531 w 426189"/>
              <a:gd name="connsiteY25" fmla="*/ 213095 h 426189"/>
              <a:gd name="connsiteX26" fmla="*/ 108554 w 426189"/>
              <a:gd name="connsiteY26" fmla="*/ 170469 h 426189"/>
              <a:gd name="connsiteX27" fmla="*/ 285470 w 426189"/>
              <a:gd name="connsiteY27" fmla="*/ 170470 h 426189"/>
              <a:gd name="connsiteX28" fmla="*/ 140719 w 426189"/>
              <a:gd name="connsiteY28" fmla="*/ 170470 h 426189"/>
              <a:gd name="connsiteX29" fmla="*/ 138490 w 426189"/>
              <a:gd name="connsiteY29" fmla="*/ 213095 h 426189"/>
              <a:gd name="connsiteX30" fmla="*/ 143598 w 426189"/>
              <a:gd name="connsiteY30" fmla="*/ 277016 h 426189"/>
              <a:gd name="connsiteX31" fmla="*/ 282592 w 426189"/>
              <a:gd name="connsiteY31" fmla="*/ 277016 h 426189"/>
              <a:gd name="connsiteX32" fmla="*/ 287699 w 426189"/>
              <a:gd name="connsiteY32" fmla="*/ 213095 h 426189"/>
              <a:gd name="connsiteX33" fmla="*/ 285470 w 426189"/>
              <a:gd name="connsiteY33" fmla="*/ 170470 h 426189"/>
              <a:gd name="connsiteX34" fmla="*/ 389183 w 426189"/>
              <a:gd name="connsiteY34" fmla="*/ 170451 h 426189"/>
              <a:gd name="connsiteX35" fmla="*/ 317636 w 426189"/>
              <a:gd name="connsiteY35" fmla="*/ 170469 h 426189"/>
              <a:gd name="connsiteX36" fmla="*/ 319658 w 426189"/>
              <a:gd name="connsiteY36" fmla="*/ 213095 h 426189"/>
              <a:gd name="connsiteX37" fmla="*/ 315020 w 426189"/>
              <a:gd name="connsiteY37" fmla="*/ 277012 h 426189"/>
              <a:gd name="connsiteX38" fmla="*/ 382629 w 426189"/>
              <a:gd name="connsiteY38" fmla="*/ 277020 h 426189"/>
              <a:gd name="connsiteX39" fmla="*/ 394230 w 426189"/>
              <a:gd name="connsiteY39" fmla="*/ 213095 h 426189"/>
              <a:gd name="connsiteX40" fmla="*/ 389183 w 426189"/>
              <a:gd name="connsiteY40" fmla="*/ 170451 h 426189"/>
              <a:gd name="connsiteX41" fmla="*/ 146642 w 426189"/>
              <a:gd name="connsiteY41" fmla="*/ 44545 h 426189"/>
              <a:gd name="connsiteX42" fmla="*/ 146154 w 426189"/>
              <a:gd name="connsiteY42" fmla="*/ 44731 h 426189"/>
              <a:gd name="connsiteX43" fmla="*/ 47975 w 426189"/>
              <a:gd name="connsiteY43" fmla="*/ 138518 h 426189"/>
              <a:gd name="connsiteX44" fmla="*/ 112919 w 426189"/>
              <a:gd name="connsiteY44" fmla="*/ 138526 h 426189"/>
              <a:gd name="connsiteX45" fmla="*/ 146642 w 426189"/>
              <a:gd name="connsiteY45" fmla="*/ 44545 h 426189"/>
              <a:gd name="connsiteX46" fmla="*/ 213095 w 426189"/>
              <a:gd name="connsiteY46" fmla="*/ 31959 h 426189"/>
              <a:gd name="connsiteX47" fmla="*/ 210630 w 426189"/>
              <a:gd name="connsiteY47" fmla="*/ 32072 h 426189"/>
              <a:gd name="connsiteX48" fmla="*/ 145527 w 426189"/>
              <a:gd name="connsiteY48" fmla="*/ 138517 h 426189"/>
              <a:gd name="connsiteX49" fmla="*/ 280664 w 426189"/>
              <a:gd name="connsiteY49" fmla="*/ 138517 h 426189"/>
              <a:gd name="connsiteX50" fmla="*/ 215786 w 426189"/>
              <a:gd name="connsiteY50" fmla="*/ 32094 h 426189"/>
              <a:gd name="connsiteX51" fmla="*/ 213095 w 426189"/>
              <a:gd name="connsiteY51" fmla="*/ 31959 h 426189"/>
              <a:gd name="connsiteX52" fmla="*/ 279571 w 426189"/>
              <a:gd name="connsiteY52" fmla="*/ 44546 h 426189"/>
              <a:gd name="connsiteX53" fmla="*/ 281846 w 426189"/>
              <a:gd name="connsiteY53" fmla="*/ 48255 h 426189"/>
              <a:gd name="connsiteX54" fmla="*/ 313271 w 426189"/>
              <a:gd name="connsiteY54" fmla="*/ 138526 h 426189"/>
              <a:gd name="connsiteX55" fmla="*/ 378214 w 426189"/>
              <a:gd name="connsiteY55" fmla="*/ 138518 h 426189"/>
              <a:gd name="connsiteX56" fmla="*/ 285775 w 426189"/>
              <a:gd name="connsiteY56" fmla="*/ 47130 h 426189"/>
              <a:gd name="connsiteX57" fmla="*/ 279571 w 426189"/>
              <a:gd name="connsiteY57" fmla="*/ 44546 h 42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26189" h="426189">
                <a:moveTo>
                  <a:pt x="213095" y="0"/>
                </a:moveTo>
                <a:cubicBezTo>
                  <a:pt x="330784" y="0"/>
                  <a:pt x="426189" y="95406"/>
                  <a:pt x="426189" y="213095"/>
                </a:cubicBezTo>
                <a:cubicBezTo>
                  <a:pt x="426189" y="330784"/>
                  <a:pt x="330784" y="426189"/>
                  <a:pt x="213095" y="426189"/>
                </a:cubicBezTo>
                <a:cubicBezTo>
                  <a:pt x="95406" y="426189"/>
                  <a:pt x="0" y="330784"/>
                  <a:pt x="0" y="213095"/>
                </a:cubicBezTo>
                <a:cubicBezTo>
                  <a:pt x="0" y="95406"/>
                  <a:pt x="95406" y="0"/>
                  <a:pt x="213095" y="0"/>
                </a:cubicBezTo>
                <a:close/>
                <a:moveTo>
                  <a:pt x="275712" y="308967"/>
                </a:moveTo>
                <a:lnTo>
                  <a:pt x="150478" y="308967"/>
                </a:lnTo>
                <a:cubicBezTo>
                  <a:pt x="164371" y="360404"/>
                  <a:pt x="188519" y="394230"/>
                  <a:pt x="213095" y="394230"/>
                </a:cubicBezTo>
                <a:cubicBezTo>
                  <a:pt x="237672" y="394230"/>
                  <a:pt x="261818" y="360404"/>
                  <a:pt x="275712" y="308967"/>
                </a:cubicBezTo>
                <a:close/>
                <a:moveTo>
                  <a:pt x="117394" y="308979"/>
                </a:moveTo>
                <a:lnTo>
                  <a:pt x="59388" y="308977"/>
                </a:lnTo>
                <a:cubicBezTo>
                  <a:pt x="79807" y="341640"/>
                  <a:pt x="110348" y="367326"/>
                  <a:pt x="146620" y="381644"/>
                </a:cubicBezTo>
                <a:cubicBezTo>
                  <a:pt x="135492" y="364177"/>
                  <a:pt x="126309" y="342311"/>
                  <a:pt x="119555" y="317395"/>
                </a:cubicBezTo>
                <a:lnTo>
                  <a:pt x="117394" y="308979"/>
                </a:lnTo>
                <a:close/>
                <a:moveTo>
                  <a:pt x="366803" y="308977"/>
                </a:moveTo>
                <a:lnTo>
                  <a:pt x="308796" y="308979"/>
                </a:lnTo>
                <a:cubicBezTo>
                  <a:pt x="301897" y="337398"/>
                  <a:pt x="291935" y="362236"/>
                  <a:pt x="279547" y="381644"/>
                </a:cubicBezTo>
                <a:cubicBezTo>
                  <a:pt x="313573" y="368221"/>
                  <a:pt x="342543" y="344806"/>
                  <a:pt x="362857" y="315018"/>
                </a:cubicBezTo>
                <a:lnTo>
                  <a:pt x="366803" y="308977"/>
                </a:lnTo>
                <a:close/>
                <a:moveTo>
                  <a:pt x="108554" y="170469"/>
                </a:moveTo>
                <a:lnTo>
                  <a:pt x="37017" y="170469"/>
                </a:lnTo>
                <a:lnTo>
                  <a:pt x="36915" y="170836"/>
                </a:lnTo>
                <a:cubicBezTo>
                  <a:pt x="33675" y="184394"/>
                  <a:pt x="31959" y="198543"/>
                  <a:pt x="31959" y="213095"/>
                </a:cubicBezTo>
                <a:cubicBezTo>
                  <a:pt x="31959" y="235599"/>
                  <a:pt x="36062" y="257141"/>
                  <a:pt x="43562" y="277020"/>
                </a:cubicBezTo>
                <a:lnTo>
                  <a:pt x="111170" y="277012"/>
                </a:lnTo>
                <a:cubicBezTo>
                  <a:pt x="108138" y="256790"/>
                  <a:pt x="106531" y="235309"/>
                  <a:pt x="106531" y="213095"/>
                </a:cubicBezTo>
                <a:cubicBezTo>
                  <a:pt x="106531" y="198522"/>
                  <a:pt x="107223" y="184264"/>
                  <a:pt x="108554" y="170469"/>
                </a:cubicBezTo>
                <a:close/>
                <a:moveTo>
                  <a:pt x="285470" y="170470"/>
                </a:moveTo>
                <a:lnTo>
                  <a:pt x="140719" y="170470"/>
                </a:lnTo>
                <a:cubicBezTo>
                  <a:pt x="139270" y="184112"/>
                  <a:pt x="138490" y="198381"/>
                  <a:pt x="138490" y="213095"/>
                </a:cubicBezTo>
                <a:cubicBezTo>
                  <a:pt x="138490" y="235669"/>
                  <a:pt x="140326" y="257195"/>
                  <a:pt x="143598" y="277016"/>
                </a:cubicBezTo>
                <a:lnTo>
                  <a:pt x="282592" y="277016"/>
                </a:lnTo>
                <a:cubicBezTo>
                  <a:pt x="285865" y="257195"/>
                  <a:pt x="287699" y="235669"/>
                  <a:pt x="287699" y="213095"/>
                </a:cubicBezTo>
                <a:cubicBezTo>
                  <a:pt x="287699" y="198381"/>
                  <a:pt x="286919" y="184112"/>
                  <a:pt x="285470" y="170470"/>
                </a:cubicBezTo>
                <a:close/>
                <a:moveTo>
                  <a:pt x="389183" y="170451"/>
                </a:moveTo>
                <a:lnTo>
                  <a:pt x="317636" y="170469"/>
                </a:lnTo>
                <a:cubicBezTo>
                  <a:pt x="318968" y="184264"/>
                  <a:pt x="319658" y="198522"/>
                  <a:pt x="319658" y="213095"/>
                </a:cubicBezTo>
                <a:cubicBezTo>
                  <a:pt x="319658" y="235309"/>
                  <a:pt x="318052" y="256790"/>
                  <a:pt x="315020" y="277012"/>
                </a:cubicBezTo>
                <a:lnTo>
                  <a:pt x="382629" y="277020"/>
                </a:lnTo>
                <a:cubicBezTo>
                  <a:pt x="390126" y="257141"/>
                  <a:pt x="394230" y="235599"/>
                  <a:pt x="394230" y="213095"/>
                </a:cubicBezTo>
                <a:cubicBezTo>
                  <a:pt x="394230" y="198407"/>
                  <a:pt x="392483" y="184127"/>
                  <a:pt x="389183" y="170451"/>
                </a:cubicBezTo>
                <a:close/>
                <a:moveTo>
                  <a:pt x="146642" y="44545"/>
                </a:moveTo>
                <a:lnTo>
                  <a:pt x="146154" y="44731"/>
                </a:lnTo>
                <a:cubicBezTo>
                  <a:pt x="102534" y="62089"/>
                  <a:pt x="67250" y="95909"/>
                  <a:pt x="47975" y="138518"/>
                </a:cubicBezTo>
                <a:lnTo>
                  <a:pt x="112919" y="138526"/>
                </a:lnTo>
                <a:cubicBezTo>
                  <a:pt x="119595" y="101181"/>
                  <a:pt x="131246" y="68669"/>
                  <a:pt x="146642" y="44545"/>
                </a:cubicBezTo>
                <a:close/>
                <a:moveTo>
                  <a:pt x="213095" y="31959"/>
                </a:moveTo>
                <a:lnTo>
                  <a:pt x="210630" y="32072"/>
                </a:lnTo>
                <a:cubicBezTo>
                  <a:pt x="183669" y="34538"/>
                  <a:pt x="157623" y="77193"/>
                  <a:pt x="145527" y="138517"/>
                </a:cubicBezTo>
                <a:lnTo>
                  <a:pt x="280664" y="138517"/>
                </a:lnTo>
                <a:cubicBezTo>
                  <a:pt x="268600" y="77365"/>
                  <a:pt x="242666" y="34778"/>
                  <a:pt x="215786" y="32094"/>
                </a:cubicBezTo>
                <a:lnTo>
                  <a:pt x="213095" y="31959"/>
                </a:lnTo>
                <a:close/>
                <a:moveTo>
                  <a:pt x="279571" y="44546"/>
                </a:moveTo>
                <a:lnTo>
                  <a:pt x="281846" y="48255"/>
                </a:lnTo>
                <a:cubicBezTo>
                  <a:pt x="296104" y="71958"/>
                  <a:pt x="306932" y="103062"/>
                  <a:pt x="313271" y="138526"/>
                </a:cubicBezTo>
                <a:lnTo>
                  <a:pt x="378214" y="138518"/>
                </a:lnTo>
                <a:cubicBezTo>
                  <a:pt x="359793" y="97793"/>
                  <a:pt x="326747" y="65098"/>
                  <a:pt x="285775" y="47130"/>
                </a:cubicBezTo>
                <a:lnTo>
                  <a:pt x="279571" y="4454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nvGrpSpPr>
          <p:cNvPr id="91" name="Group 90">
            <a:extLst>
              <a:ext uri="{FF2B5EF4-FFF2-40B4-BE49-F238E27FC236}">
                <a16:creationId xmlns:a16="http://schemas.microsoft.com/office/drawing/2014/main" id="{36E453EA-BD93-F4A5-14DB-76DE5C2E0C35}"/>
              </a:ext>
              <a:ext uri="{C183D7F6-B498-43B3-948B-1728B52AA6E4}">
                <adec:decorative xmlns:adec="http://schemas.microsoft.com/office/drawing/2017/decorative" val="1"/>
              </a:ext>
            </a:extLst>
          </p:cNvPr>
          <p:cNvGrpSpPr/>
          <p:nvPr/>
        </p:nvGrpSpPr>
        <p:grpSpPr>
          <a:xfrm>
            <a:off x="5769371" y="1992252"/>
            <a:ext cx="384843" cy="614724"/>
            <a:chOff x="5769371" y="1992252"/>
            <a:chExt cx="384843" cy="614724"/>
          </a:xfrm>
        </p:grpSpPr>
        <p:sp>
          <p:nvSpPr>
            <p:cNvPr id="92" name="TextBox 91">
              <a:extLst>
                <a:ext uri="{FF2B5EF4-FFF2-40B4-BE49-F238E27FC236}">
                  <a16:creationId xmlns:a16="http://schemas.microsoft.com/office/drawing/2014/main" id="{AF7478BC-463B-6EFB-3CC2-432C331A7DA8}"/>
                </a:ext>
              </a:extLst>
            </p:cNvPr>
            <p:cNvSpPr txBox="1"/>
            <p:nvPr/>
          </p:nvSpPr>
          <p:spPr>
            <a:xfrm>
              <a:off x="5795045" y="2437699"/>
              <a:ext cx="267702" cy="16927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mj-lt"/>
                </a:rPr>
                <a:t>LLM</a:t>
              </a:r>
            </a:p>
          </p:txBody>
        </p:sp>
        <p:sp>
          <p:nvSpPr>
            <p:cNvPr id="93" name="Graphic 142">
              <a:extLst>
                <a:ext uri="{FF2B5EF4-FFF2-40B4-BE49-F238E27FC236}">
                  <a16:creationId xmlns:a16="http://schemas.microsoft.com/office/drawing/2014/main" id="{67A80D13-938F-3901-47B4-F6A22D7C34F5}"/>
                </a:ext>
                <a:ext uri="{C183D7F6-B498-43B3-948B-1728B52AA6E4}">
                  <adec:decorative xmlns:adec="http://schemas.microsoft.com/office/drawing/2017/decorative" val="1"/>
                </a:ext>
              </a:extLst>
            </p:cNvPr>
            <p:cNvSpPr/>
            <p:nvPr/>
          </p:nvSpPr>
          <p:spPr>
            <a:xfrm>
              <a:off x="5769371" y="1992252"/>
              <a:ext cx="384843" cy="382552"/>
            </a:xfrm>
            <a:custGeom>
              <a:avLst/>
              <a:gdLst>
                <a:gd name="csX0" fmla="*/ 169637 w 384843"/>
                <a:gd name="csY0" fmla="*/ 382480 h 382552"/>
                <a:gd name="csX1" fmla="*/ 169420 w 384843"/>
                <a:gd name="csY1" fmla="*/ 382480 h 382552"/>
                <a:gd name="csX2" fmla="*/ 137350 w 384843"/>
                <a:gd name="csY2" fmla="*/ 369129 h 382552"/>
                <a:gd name="csX3" fmla="*/ 124144 w 384843"/>
                <a:gd name="csY3" fmla="*/ 337059 h 382552"/>
                <a:gd name="csX4" fmla="*/ 127119 w 384843"/>
                <a:gd name="csY4" fmla="*/ 321097 h 382552"/>
                <a:gd name="csX5" fmla="*/ 72847 w 384843"/>
                <a:gd name="csY5" fmla="*/ 272992 h 382552"/>
                <a:gd name="csX6" fmla="*/ 45493 w 384843"/>
                <a:gd name="csY6" fmla="*/ 281916 h 382552"/>
                <a:gd name="csX7" fmla="*/ 13205 w 384843"/>
                <a:gd name="csY7" fmla="*/ 268493 h 382552"/>
                <a:gd name="csX8" fmla="*/ 0 w 384843"/>
                <a:gd name="csY8" fmla="*/ 236423 h 382552"/>
                <a:gd name="csX9" fmla="*/ 45566 w 384843"/>
                <a:gd name="csY9" fmla="*/ 191293 h 382552"/>
                <a:gd name="csX10" fmla="*/ 45783 w 384843"/>
                <a:gd name="csY10" fmla="*/ 191293 h 382552"/>
                <a:gd name="csX11" fmla="*/ 77926 w 384843"/>
                <a:gd name="csY11" fmla="*/ 204716 h 382552"/>
                <a:gd name="csX12" fmla="*/ 85254 w 384843"/>
                <a:gd name="csY12" fmla="*/ 214293 h 382552"/>
                <a:gd name="csX13" fmla="*/ 111882 w 384843"/>
                <a:gd name="csY13" fmla="*/ 203918 h 382552"/>
                <a:gd name="csX14" fmla="*/ 83368 w 384843"/>
                <a:gd name="csY14" fmla="*/ 124613 h 382552"/>
                <a:gd name="csX15" fmla="*/ 77490 w 384843"/>
                <a:gd name="csY15" fmla="*/ 125049 h 382552"/>
                <a:gd name="csX16" fmla="*/ 74080 w 384843"/>
                <a:gd name="csY16" fmla="*/ 124686 h 382552"/>
                <a:gd name="csX17" fmla="*/ 44695 w 384843"/>
                <a:gd name="csY17" fmla="*/ 110682 h 382552"/>
                <a:gd name="csX18" fmla="*/ 31925 w 384843"/>
                <a:gd name="csY18" fmla="*/ 77887 h 382552"/>
                <a:gd name="csX19" fmla="*/ 79014 w 384843"/>
                <a:gd name="csY19" fmla="*/ 33047 h 382552"/>
                <a:gd name="csX20" fmla="*/ 119065 w 384843"/>
                <a:gd name="csY20" fmla="*/ 58079 h 382552"/>
                <a:gd name="csX21" fmla="*/ 238566 w 384843"/>
                <a:gd name="csY21" fmla="*/ 40012 h 382552"/>
                <a:gd name="csX22" fmla="*/ 268532 w 384843"/>
                <a:gd name="csY22" fmla="*/ 2646 h 382552"/>
                <a:gd name="csX23" fmla="*/ 326940 w 384843"/>
                <a:gd name="csY23" fmla="*/ 30145 h 382552"/>
                <a:gd name="csX24" fmla="*/ 325271 w 384843"/>
                <a:gd name="csY24" fmla="*/ 64899 h 382552"/>
                <a:gd name="csX25" fmla="*/ 310179 w 384843"/>
                <a:gd name="csY25" fmla="*/ 82748 h 382552"/>
                <a:gd name="csX26" fmla="*/ 310615 w 384843"/>
                <a:gd name="csY26" fmla="*/ 84272 h 382552"/>
                <a:gd name="csX27" fmla="*/ 327085 w 384843"/>
                <a:gd name="csY27" fmla="*/ 139125 h 382552"/>
                <a:gd name="csX28" fmla="*/ 327593 w 384843"/>
                <a:gd name="csY28" fmla="*/ 142027 h 382552"/>
                <a:gd name="csX29" fmla="*/ 342757 w 384843"/>
                <a:gd name="csY29" fmla="*/ 191583 h 382552"/>
                <a:gd name="csX30" fmla="*/ 372070 w 384843"/>
                <a:gd name="csY30" fmla="*/ 205006 h 382552"/>
                <a:gd name="csX31" fmla="*/ 384840 w 384843"/>
                <a:gd name="csY31" fmla="*/ 236858 h 382552"/>
                <a:gd name="csX32" fmla="*/ 339420 w 384843"/>
                <a:gd name="csY32" fmla="*/ 281916 h 382552"/>
                <a:gd name="csX33" fmla="*/ 316419 w 384843"/>
                <a:gd name="csY33" fmla="*/ 275676 h 382552"/>
                <a:gd name="csX34" fmla="*/ 215130 w 384843"/>
                <a:gd name="csY34" fmla="*/ 337277 h 382552"/>
                <a:gd name="csX35" fmla="*/ 169637 w 384843"/>
                <a:gd name="csY35" fmla="*/ 382552 h 382552"/>
                <a:gd name="csX36" fmla="*/ 169420 w 384843"/>
                <a:gd name="csY36" fmla="*/ 317324 h 382552"/>
                <a:gd name="csX37" fmla="*/ 155489 w 384843"/>
                <a:gd name="csY37" fmla="*/ 323128 h 382552"/>
                <a:gd name="csX38" fmla="*/ 149539 w 384843"/>
                <a:gd name="csY38" fmla="*/ 337132 h 382552"/>
                <a:gd name="csX39" fmla="*/ 155344 w 384843"/>
                <a:gd name="csY39" fmla="*/ 351208 h 382552"/>
                <a:gd name="csX40" fmla="*/ 169565 w 384843"/>
                <a:gd name="csY40" fmla="*/ 357157 h 382552"/>
                <a:gd name="csX41" fmla="*/ 169637 w 384843"/>
                <a:gd name="csY41" fmla="*/ 357157 h 382552"/>
                <a:gd name="csX42" fmla="*/ 189736 w 384843"/>
                <a:gd name="csY42" fmla="*/ 337349 h 382552"/>
                <a:gd name="csX43" fmla="*/ 189736 w 384843"/>
                <a:gd name="csY43" fmla="*/ 332053 h 382552"/>
                <a:gd name="csX44" fmla="*/ 169420 w 384843"/>
                <a:gd name="csY44" fmla="*/ 317396 h 382552"/>
                <a:gd name="csX45" fmla="*/ 169347 w 384843"/>
                <a:gd name="csY45" fmla="*/ 317396 h 382552"/>
                <a:gd name="csX46" fmla="*/ 191477 w 384843"/>
                <a:gd name="csY46" fmla="*/ 297661 h 382552"/>
                <a:gd name="csX47" fmla="*/ 207657 w 384843"/>
                <a:gd name="csY47" fmla="*/ 311882 h 382552"/>
                <a:gd name="csX48" fmla="*/ 298716 w 384843"/>
                <a:gd name="csY48" fmla="*/ 256594 h 382552"/>
                <a:gd name="csX49" fmla="*/ 294072 w 384843"/>
                <a:gd name="csY49" fmla="*/ 236713 h 382552"/>
                <a:gd name="csX50" fmla="*/ 294144 w 384843"/>
                <a:gd name="csY50" fmla="*/ 233956 h 382552"/>
                <a:gd name="csX51" fmla="*/ 228408 w 384843"/>
                <a:gd name="csY51" fmla="*/ 206893 h 382552"/>
                <a:gd name="csX52" fmla="*/ 200111 w 384843"/>
                <a:gd name="csY52" fmla="*/ 224669 h 382552"/>
                <a:gd name="csX53" fmla="*/ 199168 w 384843"/>
                <a:gd name="csY53" fmla="*/ 233521 h 382552"/>
                <a:gd name="csX54" fmla="*/ 191477 w 384843"/>
                <a:gd name="csY54" fmla="*/ 297661 h 382552"/>
                <a:gd name="csX55" fmla="*/ 88664 w 384843"/>
                <a:gd name="csY55" fmla="*/ 252240 h 382552"/>
                <a:gd name="csX56" fmla="*/ 143009 w 384843"/>
                <a:gd name="csY56" fmla="*/ 300563 h 382552"/>
                <a:gd name="csX57" fmla="*/ 146637 w 384843"/>
                <a:gd name="csY57" fmla="*/ 298169 h 382552"/>
                <a:gd name="csX58" fmla="*/ 122403 w 384843"/>
                <a:gd name="csY58" fmla="*/ 228659 h 382552"/>
                <a:gd name="csX59" fmla="*/ 91204 w 384843"/>
                <a:gd name="csY59" fmla="*/ 239688 h 382552"/>
                <a:gd name="csX60" fmla="*/ 88664 w 384843"/>
                <a:gd name="csY60" fmla="*/ 252240 h 382552"/>
                <a:gd name="csX61" fmla="*/ 145911 w 384843"/>
                <a:gd name="csY61" fmla="*/ 218864 h 382552"/>
                <a:gd name="csX62" fmla="*/ 167461 w 384843"/>
                <a:gd name="csY62" fmla="*/ 280175 h 382552"/>
                <a:gd name="csX63" fmla="*/ 174644 w 384843"/>
                <a:gd name="csY63" fmla="*/ 222202 h 382552"/>
                <a:gd name="csX64" fmla="*/ 160713 w 384843"/>
                <a:gd name="csY64" fmla="*/ 213350 h 382552"/>
                <a:gd name="csX65" fmla="*/ 145984 w 384843"/>
                <a:gd name="csY65" fmla="*/ 218864 h 382552"/>
                <a:gd name="csX66" fmla="*/ 45566 w 384843"/>
                <a:gd name="csY66" fmla="*/ 216688 h 382552"/>
                <a:gd name="csX67" fmla="*/ 25395 w 384843"/>
                <a:gd name="csY67" fmla="*/ 236568 h 382552"/>
                <a:gd name="csX68" fmla="*/ 31199 w 384843"/>
                <a:gd name="csY68" fmla="*/ 250644 h 382552"/>
                <a:gd name="csX69" fmla="*/ 45493 w 384843"/>
                <a:gd name="csY69" fmla="*/ 256594 h 382552"/>
                <a:gd name="csX70" fmla="*/ 45566 w 384843"/>
                <a:gd name="csY70" fmla="*/ 256594 h 382552"/>
                <a:gd name="csX71" fmla="*/ 62254 w 384843"/>
                <a:gd name="csY71" fmla="*/ 247960 h 382552"/>
                <a:gd name="csX72" fmla="*/ 62471 w 384843"/>
                <a:gd name="csY72" fmla="*/ 247669 h 382552"/>
                <a:gd name="csX73" fmla="*/ 62471 w 384843"/>
                <a:gd name="csY73" fmla="*/ 247669 h 382552"/>
                <a:gd name="csX74" fmla="*/ 62471 w 384843"/>
                <a:gd name="csY74" fmla="*/ 247669 h 382552"/>
                <a:gd name="csX75" fmla="*/ 62616 w 384843"/>
                <a:gd name="csY75" fmla="*/ 247452 h 382552"/>
                <a:gd name="csX76" fmla="*/ 65736 w 384843"/>
                <a:gd name="csY76" fmla="*/ 237366 h 382552"/>
                <a:gd name="csX77" fmla="*/ 59932 w 384843"/>
                <a:gd name="csY77" fmla="*/ 222637 h 382552"/>
                <a:gd name="csX78" fmla="*/ 45638 w 384843"/>
                <a:gd name="csY78" fmla="*/ 216688 h 382552"/>
                <a:gd name="csX79" fmla="*/ 45566 w 384843"/>
                <a:gd name="csY79" fmla="*/ 216688 h 382552"/>
                <a:gd name="csX80" fmla="*/ 319975 w 384843"/>
                <a:gd name="csY80" fmla="*/ 232215 h 382552"/>
                <a:gd name="csX81" fmla="*/ 319467 w 384843"/>
                <a:gd name="csY81" fmla="*/ 236641 h 382552"/>
                <a:gd name="csX82" fmla="*/ 339492 w 384843"/>
                <a:gd name="csY82" fmla="*/ 256449 h 382552"/>
                <a:gd name="csX83" fmla="*/ 359518 w 384843"/>
                <a:gd name="csY83" fmla="*/ 236641 h 382552"/>
                <a:gd name="csX84" fmla="*/ 354004 w 384843"/>
                <a:gd name="csY84" fmla="*/ 222710 h 382552"/>
                <a:gd name="csX85" fmla="*/ 340218 w 384843"/>
                <a:gd name="csY85" fmla="*/ 216833 h 382552"/>
                <a:gd name="csX86" fmla="*/ 339492 w 384843"/>
                <a:gd name="csY86" fmla="*/ 216833 h 382552"/>
                <a:gd name="csX87" fmla="*/ 321281 w 384843"/>
                <a:gd name="csY87" fmla="*/ 228369 h 382552"/>
                <a:gd name="csX88" fmla="*/ 320483 w 384843"/>
                <a:gd name="csY88" fmla="*/ 230981 h 382552"/>
                <a:gd name="csX89" fmla="*/ 319902 w 384843"/>
                <a:gd name="csY89" fmla="*/ 232142 h 382552"/>
                <a:gd name="csX90" fmla="*/ 237188 w 384843"/>
                <a:gd name="csY90" fmla="*/ 182949 h 382552"/>
                <a:gd name="csX91" fmla="*/ 302851 w 384843"/>
                <a:gd name="csY91" fmla="*/ 210012 h 382552"/>
                <a:gd name="csX92" fmla="*/ 317725 w 384843"/>
                <a:gd name="csY92" fmla="*/ 197025 h 382552"/>
                <a:gd name="csX93" fmla="*/ 302416 w 384843"/>
                <a:gd name="csY93" fmla="*/ 146308 h 382552"/>
                <a:gd name="csX94" fmla="*/ 301981 w 384843"/>
                <a:gd name="csY94" fmla="*/ 143841 h 382552"/>
                <a:gd name="csX95" fmla="*/ 289573 w 384843"/>
                <a:gd name="csY95" fmla="*/ 102846 h 382552"/>
                <a:gd name="csX96" fmla="*/ 286381 w 384843"/>
                <a:gd name="csY96" fmla="*/ 91745 h 382552"/>
                <a:gd name="csX97" fmla="*/ 283987 w 384843"/>
                <a:gd name="csY97" fmla="*/ 91890 h 382552"/>
                <a:gd name="csX98" fmla="*/ 272378 w 384843"/>
                <a:gd name="csY98" fmla="*/ 90367 h 382552"/>
                <a:gd name="csX99" fmla="*/ 227610 w 384843"/>
                <a:gd name="csY99" fmla="*/ 152112 h 382552"/>
                <a:gd name="csX100" fmla="*/ 237260 w 384843"/>
                <a:gd name="csY100" fmla="*/ 180264 h 382552"/>
                <a:gd name="csX101" fmla="*/ 237188 w 384843"/>
                <a:gd name="csY101" fmla="*/ 183021 h 382552"/>
                <a:gd name="csX102" fmla="*/ 189373 w 384843"/>
                <a:gd name="csY102" fmla="*/ 200000 h 382552"/>
                <a:gd name="csX103" fmla="*/ 191622 w 384843"/>
                <a:gd name="csY103" fmla="*/ 200000 h 382552"/>
                <a:gd name="csX104" fmla="*/ 211938 w 384843"/>
                <a:gd name="csY104" fmla="*/ 180047 h 382552"/>
                <a:gd name="csX105" fmla="*/ 206133 w 384843"/>
                <a:gd name="csY105" fmla="*/ 165898 h 382552"/>
                <a:gd name="csX106" fmla="*/ 191840 w 384843"/>
                <a:gd name="csY106" fmla="*/ 159948 h 382552"/>
                <a:gd name="csX107" fmla="*/ 191767 w 384843"/>
                <a:gd name="csY107" fmla="*/ 159948 h 382552"/>
                <a:gd name="csX108" fmla="*/ 171524 w 384843"/>
                <a:gd name="csY108" fmla="*/ 179901 h 382552"/>
                <a:gd name="csX109" fmla="*/ 171524 w 384843"/>
                <a:gd name="csY109" fmla="*/ 181062 h 382552"/>
                <a:gd name="csX110" fmla="*/ 174426 w 384843"/>
                <a:gd name="csY110" fmla="*/ 190422 h 382552"/>
                <a:gd name="csX111" fmla="*/ 174861 w 384843"/>
                <a:gd name="csY111" fmla="*/ 191003 h 382552"/>
                <a:gd name="csX112" fmla="*/ 175079 w 384843"/>
                <a:gd name="csY112" fmla="*/ 191365 h 382552"/>
                <a:gd name="csX113" fmla="*/ 189518 w 384843"/>
                <a:gd name="csY113" fmla="*/ 200072 h 382552"/>
                <a:gd name="csX114" fmla="*/ 106658 w 384843"/>
                <a:gd name="csY114" fmla="*/ 114020 h 382552"/>
                <a:gd name="csX115" fmla="*/ 117034 w 384843"/>
                <a:gd name="csY115" fmla="*/ 142970 h 382552"/>
                <a:gd name="csX116" fmla="*/ 135536 w 384843"/>
                <a:gd name="csY116" fmla="*/ 194558 h 382552"/>
                <a:gd name="csX117" fmla="*/ 146855 w 384843"/>
                <a:gd name="csY117" fmla="*/ 190712 h 382552"/>
                <a:gd name="csX118" fmla="*/ 145984 w 384843"/>
                <a:gd name="csY118" fmla="*/ 179466 h 382552"/>
                <a:gd name="csX119" fmla="*/ 154400 w 384843"/>
                <a:gd name="csY119" fmla="*/ 153781 h 382552"/>
                <a:gd name="csX120" fmla="*/ 109923 w 384843"/>
                <a:gd name="csY120" fmla="*/ 110900 h 382552"/>
                <a:gd name="csX121" fmla="*/ 106586 w 384843"/>
                <a:gd name="csY121" fmla="*/ 114020 h 382552"/>
                <a:gd name="csX122" fmla="*/ 122621 w 384843"/>
                <a:gd name="csY122" fmla="*/ 87827 h 382552"/>
                <a:gd name="csX123" fmla="*/ 174499 w 384843"/>
                <a:gd name="csY123" fmla="*/ 137891 h 382552"/>
                <a:gd name="csX124" fmla="*/ 191767 w 384843"/>
                <a:gd name="csY124" fmla="*/ 134554 h 382552"/>
                <a:gd name="csX125" fmla="*/ 206931 w 384843"/>
                <a:gd name="csY125" fmla="*/ 137166 h 382552"/>
                <a:gd name="csX126" fmla="*/ 250320 w 384843"/>
                <a:gd name="csY126" fmla="*/ 77379 h 382552"/>
                <a:gd name="csX127" fmla="*/ 241976 w 384843"/>
                <a:gd name="csY127" fmla="*/ 65189 h 382552"/>
                <a:gd name="csX128" fmla="*/ 228045 w 384843"/>
                <a:gd name="csY128" fmla="*/ 67366 h 382552"/>
                <a:gd name="csX129" fmla="*/ 123491 w 384843"/>
                <a:gd name="csY129" fmla="*/ 83256 h 382552"/>
                <a:gd name="csX130" fmla="*/ 122548 w 384843"/>
                <a:gd name="csY130" fmla="*/ 87900 h 382552"/>
                <a:gd name="csX131" fmla="*/ 77926 w 384843"/>
                <a:gd name="csY131" fmla="*/ 58369 h 382552"/>
                <a:gd name="csX132" fmla="*/ 57247 w 384843"/>
                <a:gd name="csY132" fmla="*/ 78395 h 382552"/>
                <a:gd name="csX133" fmla="*/ 62979 w 384843"/>
                <a:gd name="csY133" fmla="*/ 92979 h 382552"/>
                <a:gd name="csX134" fmla="*/ 77490 w 384843"/>
                <a:gd name="csY134" fmla="*/ 99364 h 382552"/>
                <a:gd name="csX135" fmla="*/ 78869 w 384843"/>
                <a:gd name="csY135" fmla="*/ 99436 h 382552"/>
                <a:gd name="csX136" fmla="*/ 85254 w 384843"/>
                <a:gd name="csY136" fmla="*/ 98130 h 382552"/>
                <a:gd name="csX137" fmla="*/ 85399 w 384843"/>
                <a:gd name="csY137" fmla="*/ 98058 h 382552"/>
                <a:gd name="csX138" fmla="*/ 98677 w 384843"/>
                <a:gd name="csY138" fmla="*/ 77887 h 382552"/>
                <a:gd name="csX139" fmla="*/ 78434 w 384843"/>
                <a:gd name="csY139" fmla="*/ 58369 h 382552"/>
                <a:gd name="csX140" fmla="*/ 77998 w 384843"/>
                <a:gd name="csY140" fmla="*/ 58369 h 382552"/>
                <a:gd name="csX141" fmla="*/ 274917 w 384843"/>
                <a:gd name="csY141" fmla="*/ 64391 h 382552"/>
                <a:gd name="csX142" fmla="*/ 283841 w 384843"/>
                <a:gd name="csY142" fmla="*/ 66495 h 382552"/>
                <a:gd name="csX143" fmla="*/ 289283 w 384843"/>
                <a:gd name="csY143" fmla="*/ 65044 h 382552"/>
                <a:gd name="csX144" fmla="*/ 290807 w 384843"/>
                <a:gd name="csY144" fmla="*/ 64391 h 382552"/>
                <a:gd name="csX145" fmla="*/ 302343 w 384843"/>
                <a:gd name="csY145" fmla="*/ 54016 h 382552"/>
                <a:gd name="csX146" fmla="*/ 303069 w 384843"/>
                <a:gd name="csY146" fmla="*/ 38779 h 382552"/>
                <a:gd name="csX147" fmla="*/ 277021 w 384843"/>
                <a:gd name="csY147" fmla="*/ 26589 h 382552"/>
                <a:gd name="csX148" fmla="*/ 263598 w 384843"/>
                <a:gd name="csY148" fmla="*/ 45382 h 382552"/>
                <a:gd name="csX149" fmla="*/ 263308 w 384843"/>
                <a:gd name="csY149" fmla="*/ 48066 h 382552"/>
                <a:gd name="csX150" fmla="*/ 263526 w 384843"/>
                <a:gd name="csY150" fmla="*/ 49517 h 382552"/>
                <a:gd name="csX151" fmla="*/ 272958 w 384843"/>
                <a:gd name="csY151" fmla="*/ 63376 h 382552"/>
                <a:gd name="csX152" fmla="*/ 274917 w 384843"/>
                <a:gd name="csY152" fmla="*/ 64464 h 3825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Lst>
              <a:rect l="l" t="t" r="r" b="b"/>
              <a:pathLst>
                <a:path w="384843" h="382552">
                  <a:moveTo>
                    <a:pt x="169637" y="382480"/>
                  </a:moveTo>
                  <a:lnTo>
                    <a:pt x="169420" y="382480"/>
                  </a:lnTo>
                  <a:cubicBezTo>
                    <a:pt x="157303" y="382480"/>
                    <a:pt x="145911" y="377691"/>
                    <a:pt x="137350" y="369129"/>
                  </a:cubicBezTo>
                  <a:cubicBezTo>
                    <a:pt x="128788" y="360567"/>
                    <a:pt x="124072" y="349103"/>
                    <a:pt x="124144" y="337059"/>
                  </a:cubicBezTo>
                  <a:cubicBezTo>
                    <a:pt x="124144" y="331545"/>
                    <a:pt x="125160" y="326176"/>
                    <a:pt x="127119" y="321097"/>
                  </a:cubicBezTo>
                  <a:cubicBezTo>
                    <a:pt x="108400" y="305932"/>
                    <a:pt x="90188" y="289825"/>
                    <a:pt x="72847" y="272992"/>
                  </a:cubicBezTo>
                  <a:cubicBezTo>
                    <a:pt x="65083" y="278796"/>
                    <a:pt x="55723" y="281916"/>
                    <a:pt x="45493" y="281916"/>
                  </a:cubicBezTo>
                  <a:cubicBezTo>
                    <a:pt x="33158" y="281916"/>
                    <a:pt x="21767" y="277127"/>
                    <a:pt x="13205" y="268493"/>
                  </a:cubicBezTo>
                  <a:cubicBezTo>
                    <a:pt x="4644" y="259931"/>
                    <a:pt x="0" y="248540"/>
                    <a:pt x="0" y="236423"/>
                  </a:cubicBezTo>
                  <a:cubicBezTo>
                    <a:pt x="145" y="211464"/>
                    <a:pt x="20534" y="191293"/>
                    <a:pt x="45566" y="191293"/>
                  </a:cubicBezTo>
                  <a:lnTo>
                    <a:pt x="45783" y="191293"/>
                  </a:lnTo>
                  <a:cubicBezTo>
                    <a:pt x="57973" y="191293"/>
                    <a:pt x="69364" y="196082"/>
                    <a:pt x="77926" y="204716"/>
                  </a:cubicBezTo>
                  <a:cubicBezTo>
                    <a:pt x="80828" y="207618"/>
                    <a:pt x="83295" y="210811"/>
                    <a:pt x="85254" y="214293"/>
                  </a:cubicBezTo>
                  <a:cubicBezTo>
                    <a:pt x="94033" y="210520"/>
                    <a:pt x="102885" y="207038"/>
                    <a:pt x="111882" y="203918"/>
                  </a:cubicBezTo>
                  <a:lnTo>
                    <a:pt x="83368" y="124613"/>
                  </a:lnTo>
                  <a:cubicBezTo>
                    <a:pt x="81409" y="124904"/>
                    <a:pt x="79449" y="125049"/>
                    <a:pt x="77490" y="125049"/>
                  </a:cubicBezTo>
                  <a:cubicBezTo>
                    <a:pt x="76330" y="125049"/>
                    <a:pt x="75169" y="124976"/>
                    <a:pt x="74080" y="124686"/>
                  </a:cubicBezTo>
                  <a:cubicBezTo>
                    <a:pt x="62907" y="123743"/>
                    <a:pt x="52531" y="118881"/>
                    <a:pt x="44695" y="110682"/>
                  </a:cubicBezTo>
                  <a:cubicBezTo>
                    <a:pt x="36133" y="101831"/>
                    <a:pt x="31635" y="90221"/>
                    <a:pt x="31925" y="77887"/>
                  </a:cubicBezTo>
                  <a:cubicBezTo>
                    <a:pt x="32505" y="52637"/>
                    <a:pt x="53764" y="32612"/>
                    <a:pt x="79014" y="33047"/>
                  </a:cubicBezTo>
                  <a:cubicBezTo>
                    <a:pt x="96573" y="33410"/>
                    <a:pt x="111665" y="43495"/>
                    <a:pt x="119065" y="58079"/>
                  </a:cubicBezTo>
                  <a:lnTo>
                    <a:pt x="238566" y="40012"/>
                  </a:lnTo>
                  <a:cubicBezTo>
                    <a:pt x="240670" y="23107"/>
                    <a:pt x="252207" y="8450"/>
                    <a:pt x="268532" y="2646"/>
                  </a:cubicBezTo>
                  <a:cubicBezTo>
                    <a:pt x="292258" y="-5771"/>
                    <a:pt x="318451" y="6564"/>
                    <a:pt x="326940" y="30145"/>
                  </a:cubicBezTo>
                  <a:cubicBezTo>
                    <a:pt x="331076" y="41536"/>
                    <a:pt x="330495" y="53871"/>
                    <a:pt x="325271" y="64899"/>
                  </a:cubicBezTo>
                  <a:cubicBezTo>
                    <a:pt x="321861" y="72155"/>
                    <a:pt x="316637" y="78250"/>
                    <a:pt x="310179" y="82748"/>
                  </a:cubicBezTo>
                  <a:cubicBezTo>
                    <a:pt x="310325" y="83256"/>
                    <a:pt x="310470" y="83764"/>
                    <a:pt x="310615" y="84272"/>
                  </a:cubicBezTo>
                  <a:lnTo>
                    <a:pt x="327085" y="139125"/>
                  </a:lnTo>
                  <a:cubicBezTo>
                    <a:pt x="327375" y="140068"/>
                    <a:pt x="327521" y="141084"/>
                    <a:pt x="327593" y="142027"/>
                  </a:cubicBezTo>
                  <a:lnTo>
                    <a:pt x="342757" y="191583"/>
                  </a:lnTo>
                  <a:cubicBezTo>
                    <a:pt x="353786" y="192236"/>
                    <a:pt x="364162" y="196952"/>
                    <a:pt x="372070" y="205006"/>
                  </a:cubicBezTo>
                  <a:cubicBezTo>
                    <a:pt x="380487" y="213568"/>
                    <a:pt x="384985" y="224887"/>
                    <a:pt x="384840" y="236858"/>
                  </a:cubicBezTo>
                  <a:cubicBezTo>
                    <a:pt x="384840" y="261600"/>
                    <a:pt x="364452" y="281916"/>
                    <a:pt x="339420" y="281916"/>
                  </a:cubicBezTo>
                  <a:cubicBezTo>
                    <a:pt x="331003" y="281916"/>
                    <a:pt x="323167" y="279667"/>
                    <a:pt x="316419" y="275676"/>
                  </a:cubicBezTo>
                  <a:cubicBezTo>
                    <a:pt x="288920" y="293453"/>
                    <a:pt x="247853" y="318702"/>
                    <a:pt x="215130" y="337277"/>
                  </a:cubicBezTo>
                  <a:cubicBezTo>
                    <a:pt x="214985" y="362381"/>
                    <a:pt x="194597" y="382552"/>
                    <a:pt x="169637" y="382552"/>
                  </a:cubicBezTo>
                  <a:close/>
                  <a:moveTo>
                    <a:pt x="169420" y="317324"/>
                  </a:moveTo>
                  <a:cubicBezTo>
                    <a:pt x="164341" y="317324"/>
                    <a:pt x="159334" y="319355"/>
                    <a:pt x="155489" y="323128"/>
                  </a:cubicBezTo>
                  <a:cubicBezTo>
                    <a:pt x="151716" y="326829"/>
                    <a:pt x="149612" y="331835"/>
                    <a:pt x="149539" y="337132"/>
                  </a:cubicBezTo>
                  <a:cubicBezTo>
                    <a:pt x="149467" y="342428"/>
                    <a:pt x="151571" y="347435"/>
                    <a:pt x="155344" y="351208"/>
                  </a:cubicBezTo>
                  <a:cubicBezTo>
                    <a:pt x="159117" y="354981"/>
                    <a:pt x="164196" y="357085"/>
                    <a:pt x="169565" y="357157"/>
                  </a:cubicBezTo>
                  <a:lnTo>
                    <a:pt x="169637" y="357157"/>
                  </a:lnTo>
                  <a:cubicBezTo>
                    <a:pt x="180666" y="357157"/>
                    <a:pt x="189663" y="348305"/>
                    <a:pt x="189736" y="337349"/>
                  </a:cubicBezTo>
                  <a:lnTo>
                    <a:pt x="189736" y="332053"/>
                  </a:lnTo>
                  <a:cubicBezTo>
                    <a:pt x="186688" y="323491"/>
                    <a:pt x="178707" y="317614"/>
                    <a:pt x="169420" y="317396"/>
                  </a:cubicBezTo>
                  <a:lnTo>
                    <a:pt x="169347" y="317396"/>
                  </a:lnTo>
                  <a:close/>
                  <a:moveTo>
                    <a:pt x="191477" y="297661"/>
                  </a:moveTo>
                  <a:cubicBezTo>
                    <a:pt x="197862" y="301071"/>
                    <a:pt x="203376" y="305932"/>
                    <a:pt x="207657" y="311882"/>
                  </a:cubicBezTo>
                  <a:lnTo>
                    <a:pt x="298716" y="256594"/>
                  </a:lnTo>
                  <a:cubicBezTo>
                    <a:pt x="295741" y="250572"/>
                    <a:pt x="294072" y="243896"/>
                    <a:pt x="294072" y="236713"/>
                  </a:cubicBezTo>
                  <a:cubicBezTo>
                    <a:pt x="294072" y="235770"/>
                    <a:pt x="294072" y="234899"/>
                    <a:pt x="294144" y="233956"/>
                  </a:cubicBezTo>
                  <a:lnTo>
                    <a:pt x="228408" y="206893"/>
                  </a:lnTo>
                  <a:cubicBezTo>
                    <a:pt x="221660" y="215962"/>
                    <a:pt x="211648" y="222492"/>
                    <a:pt x="200111" y="224669"/>
                  </a:cubicBezTo>
                  <a:cubicBezTo>
                    <a:pt x="199821" y="227499"/>
                    <a:pt x="199531" y="230473"/>
                    <a:pt x="199168" y="233521"/>
                  </a:cubicBezTo>
                  <a:cubicBezTo>
                    <a:pt x="196919" y="254780"/>
                    <a:pt x="194307" y="280247"/>
                    <a:pt x="191477" y="297661"/>
                  </a:cubicBezTo>
                  <a:close/>
                  <a:moveTo>
                    <a:pt x="88664" y="252240"/>
                  </a:moveTo>
                  <a:lnTo>
                    <a:pt x="143009" y="300563"/>
                  </a:lnTo>
                  <a:cubicBezTo>
                    <a:pt x="144170" y="299692"/>
                    <a:pt x="145403" y="298894"/>
                    <a:pt x="146637" y="298169"/>
                  </a:cubicBezTo>
                  <a:lnTo>
                    <a:pt x="122403" y="228659"/>
                  </a:lnTo>
                  <a:lnTo>
                    <a:pt x="91204" y="239688"/>
                  </a:lnTo>
                  <a:cubicBezTo>
                    <a:pt x="91059" y="243896"/>
                    <a:pt x="90188" y="248177"/>
                    <a:pt x="88664" y="252240"/>
                  </a:cubicBezTo>
                  <a:close/>
                  <a:moveTo>
                    <a:pt x="145911" y="218864"/>
                  </a:moveTo>
                  <a:cubicBezTo>
                    <a:pt x="153820" y="241212"/>
                    <a:pt x="161438" y="262616"/>
                    <a:pt x="167461" y="280175"/>
                  </a:cubicBezTo>
                  <a:lnTo>
                    <a:pt x="174644" y="222202"/>
                  </a:lnTo>
                  <a:cubicBezTo>
                    <a:pt x="169492" y="220098"/>
                    <a:pt x="164776" y="217123"/>
                    <a:pt x="160713" y="213350"/>
                  </a:cubicBezTo>
                  <a:lnTo>
                    <a:pt x="145984" y="218864"/>
                  </a:lnTo>
                  <a:close/>
                  <a:moveTo>
                    <a:pt x="45566" y="216688"/>
                  </a:moveTo>
                  <a:cubicBezTo>
                    <a:pt x="34464" y="216688"/>
                    <a:pt x="25467" y="225612"/>
                    <a:pt x="25395" y="236568"/>
                  </a:cubicBezTo>
                  <a:cubicBezTo>
                    <a:pt x="25395" y="241865"/>
                    <a:pt x="27426" y="246871"/>
                    <a:pt x="31199" y="250644"/>
                  </a:cubicBezTo>
                  <a:cubicBezTo>
                    <a:pt x="34972" y="254417"/>
                    <a:pt x="40051" y="256521"/>
                    <a:pt x="45493" y="256594"/>
                  </a:cubicBezTo>
                  <a:lnTo>
                    <a:pt x="45566" y="256594"/>
                  </a:lnTo>
                  <a:cubicBezTo>
                    <a:pt x="52313" y="256594"/>
                    <a:pt x="58553" y="253401"/>
                    <a:pt x="62254" y="247960"/>
                  </a:cubicBezTo>
                  <a:cubicBezTo>
                    <a:pt x="62254" y="247887"/>
                    <a:pt x="62399" y="247742"/>
                    <a:pt x="62471" y="247669"/>
                  </a:cubicBezTo>
                  <a:lnTo>
                    <a:pt x="62471" y="247669"/>
                  </a:lnTo>
                  <a:cubicBezTo>
                    <a:pt x="62471" y="247669"/>
                    <a:pt x="62471" y="247669"/>
                    <a:pt x="62471" y="247669"/>
                  </a:cubicBezTo>
                  <a:cubicBezTo>
                    <a:pt x="62471" y="247669"/>
                    <a:pt x="62544" y="247524"/>
                    <a:pt x="62616" y="247452"/>
                  </a:cubicBezTo>
                  <a:cubicBezTo>
                    <a:pt x="64793" y="244549"/>
                    <a:pt x="65881" y="240994"/>
                    <a:pt x="65736" y="237366"/>
                  </a:cubicBezTo>
                  <a:cubicBezTo>
                    <a:pt x="65736" y="231417"/>
                    <a:pt x="63705" y="226410"/>
                    <a:pt x="59932" y="222637"/>
                  </a:cubicBezTo>
                  <a:cubicBezTo>
                    <a:pt x="56159" y="218864"/>
                    <a:pt x="51080" y="216760"/>
                    <a:pt x="45638" y="216688"/>
                  </a:cubicBezTo>
                  <a:lnTo>
                    <a:pt x="45566" y="216688"/>
                  </a:lnTo>
                  <a:close/>
                  <a:moveTo>
                    <a:pt x="319975" y="232215"/>
                  </a:moveTo>
                  <a:cubicBezTo>
                    <a:pt x="319612" y="233666"/>
                    <a:pt x="319467" y="235117"/>
                    <a:pt x="319467" y="236641"/>
                  </a:cubicBezTo>
                  <a:cubicBezTo>
                    <a:pt x="319467" y="247524"/>
                    <a:pt x="328464" y="256449"/>
                    <a:pt x="339492" y="256449"/>
                  </a:cubicBezTo>
                  <a:cubicBezTo>
                    <a:pt x="350521" y="256449"/>
                    <a:pt x="359518" y="247597"/>
                    <a:pt x="359518" y="236641"/>
                  </a:cubicBezTo>
                  <a:cubicBezTo>
                    <a:pt x="359518" y="231344"/>
                    <a:pt x="357632" y="226410"/>
                    <a:pt x="354004" y="222710"/>
                  </a:cubicBezTo>
                  <a:cubicBezTo>
                    <a:pt x="350376" y="219009"/>
                    <a:pt x="345442" y="216905"/>
                    <a:pt x="340218" y="216833"/>
                  </a:cubicBezTo>
                  <a:cubicBezTo>
                    <a:pt x="340073" y="216833"/>
                    <a:pt x="339565" y="216833"/>
                    <a:pt x="339492" y="216833"/>
                  </a:cubicBezTo>
                  <a:cubicBezTo>
                    <a:pt x="331439" y="216833"/>
                    <a:pt x="324473" y="221549"/>
                    <a:pt x="321281" y="228369"/>
                  </a:cubicBezTo>
                  <a:cubicBezTo>
                    <a:pt x="321136" y="229240"/>
                    <a:pt x="320845" y="230111"/>
                    <a:pt x="320483" y="230981"/>
                  </a:cubicBezTo>
                  <a:cubicBezTo>
                    <a:pt x="320337" y="231417"/>
                    <a:pt x="320120" y="231779"/>
                    <a:pt x="319902" y="232142"/>
                  </a:cubicBezTo>
                  <a:close/>
                  <a:moveTo>
                    <a:pt x="237188" y="182949"/>
                  </a:moveTo>
                  <a:lnTo>
                    <a:pt x="302851" y="210012"/>
                  </a:lnTo>
                  <a:cubicBezTo>
                    <a:pt x="306769" y="204643"/>
                    <a:pt x="311848" y="200217"/>
                    <a:pt x="317725" y="197025"/>
                  </a:cubicBezTo>
                  <a:cubicBezTo>
                    <a:pt x="312066" y="179466"/>
                    <a:pt x="307205" y="162633"/>
                    <a:pt x="302416" y="146308"/>
                  </a:cubicBezTo>
                  <a:cubicBezTo>
                    <a:pt x="302198" y="145510"/>
                    <a:pt x="302053" y="144639"/>
                    <a:pt x="301981" y="143841"/>
                  </a:cubicBezTo>
                  <a:cubicBezTo>
                    <a:pt x="297119" y="129039"/>
                    <a:pt x="293129" y="115181"/>
                    <a:pt x="289573" y="102846"/>
                  </a:cubicBezTo>
                  <a:cubicBezTo>
                    <a:pt x="288485" y="99001"/>
                    <a:pt x="287397" y="95300"/>
                    <a:pt x="286381" y="91745"/>
                  </a:cubicBezTo>
                  <a:cubicBezTo>
                    <a:pt x="285583" y="91745"/>
                    <a:pt x="284785" y="91890"/>
                    <a:pt x="283987" y="91890"/>
                  </a:cubicBezTo>
                  <a:cubicBezTo>
                    <a:pt x="279996" y="91890"/>
                    <a:pt x="276078" y="91310"/>
                    <a:pt x="272378" y="90367"/>
                  </a:cubicBezTo>
                  <a:lnTo>
                    <a:pt x="227610" y="152112"/>
                  </a:lnTo>
                  <a:cubicBezTo>
                    <a:pt x="233923" y="160093"/>
                    <a:pt x="237333" y="169961"/>
                    <a:pt x="237260" y="180264"/>
                  </a:cubicBezTo>
                  <a:cubicBezTo>
                    <a:pt x="237260" y="181207"/>
                    <a:pt x="237260" y="182151"/>
                    <a:pt x="237188" y="183021"/>
                  </a:cubicBezTo>
                  <a:close/>
                  <a:moveTo>
                    <a:pt x="189373" y="200000"/>
                  </a:moveTo>
                  <a:lnTo>
                    <a:pt x="191622" y="200000"/>
                  </a:lnTo>
                  <a:cubicBezTo>
                    <a:pt x="202796" y="200000"/>
                    <a:pt x="211865" y="191075"/>
                    <a:pt x="211938" y="180047"/>
                  </a:cubicBezTo>
                  <a:cubicBezTo>
                    <a:pt x="211938" y="174677"/>
                    <a:pt x="209906" y="169671"/>
                    <a:pt x="206133" y="165898"/>
                  </a:cubicBezTo>
                  <a:cubicBezTo>
                    <a:pt x="202360" y="162053"/>
                    <a:pt x="197209" y="159948"/>
                    <a:pt x="191840" y="159948"/>
                  </a:cubicBezTo>
                  <a:lnTo>
                    <a:pt x="191767" y="159948"/>
                  </a:lnTo>
                  <a:cubicBezTo>
                    <a:pt x="180666" y="159948"/>
                    <a:pt x="171596" y="168873"/>
                    <a:pt x="171524" y="179901"/>
                  </a:cubicBezTo>
                  <a:cubicBezTo>
                    <a:pt x="171524" y="180264"/>
                    <a:pt x="171524" y="180700"/>
                    <a:pt x="171524" y="181062"/>
                  </a:cubicBezTo>
                  <a:cubicBezTo>
                    <a:pt x="171234" y="184473"/>
                    <a:pt x="172249" y="187738"/>
                    <a:pt x="174426" y="190422"/>
                  </a:cubicBezTo>
                  <a:cubicBezTo>
                    <a:pt x="174571" y="190567"/>
                    <a:pt x="174716" y="190785"/>
                    <a:pt x="174861" y="191003"/>
                  </a:cubicBezTo>
                  <a:cubicBezTo>
                    <a:pt x="174934" y="191148"/>
                    <a:pt x="175007" y="191220"/>
                    <a:pt x="175079" y="191365"/>
                  </a:cubicBezTo>
                  <a:cubicBezTo>
                    <a:pt x="178417" y="196227"/>
                    <a:pt x="183641" y="199347"/>
                    <a:pt x="189518" y="200072"/>
                  </a:cubicBezTo>
                  <a:close/>
                  <a:moveTo>
                    <a:pt x="106658" y="114020"/>
                  </a:moveTo>
                  <a:cubicBezTo>
                    <a:pt x="109560" y="122146"/>
                    <a:pt x="113116" y="132014"/>
                    <a:pt x="117034" y="142970"/>
                  </a:cubicBezTo>
                  <a:cubicBezTo>
                    <a:pt x="122621" y="158570"/>
                    <a:pt x="129078" y="176346"/>
                    <a:pt x="135536" y="194558"/>
                  </a:cubicBezTo>
                  <a:cubicBezTo>
                    <a:pt x="139309" y="193252"/>
                    <a:pt x="143154" y="191946"/>
                    <a:pt x="146855" y="190712"/>
                  </a:cubicBezTo>
                  <a:cubicBezTo>
                    <a:pt x="146056" y="187085"/>
                    <a:pt x="145694" y="183312"/>
                    <a:pt x="145984" y="179466"/>
                  </a:cubicBezTo>
                  <a:cubicBezTo>
                    <a:pt x="146129" y="169889"/>
                    <a:pt x="149249" y="161037"/>
                    <a:pt x="154400" y="153781"/>
                  </a:cubicBezTo>
                  <a:lnTo>
                    <a:pt x="109923" y="110900"/>
                  </a:lnTo>
                  <a:cubicBezTo>
                    <a:pt x="108835" y="111988"/>
                    <a:pt x="107747" y="113077"/>
                    <a:pt x="106586" y="114020"/>
                  </a:cubicBezTo>
                  <a:close/>
                  <a:moveTo>
                    <a:pt x="122621" y="87827"/>
                  </a:moveTo>
                  <a:lnTo>
                    <a:pt x="174499" y="137891"/>
                  </a:lnTo>
                  <a:cubicBezTo>
                    <a:pt x="179868" y="135714"/>
                    <a:pt x="185745" y="134554"/>
                    <a:pt x="191767" y="134554"/>
                  </a:cubicBezTo>
                  <a:cubicBezTo>
                    <a:pt x="196991" y="134554"/>
                    <a:pt x="202143" y="135497"/>
                    <a:pt x="206931" y="137166"/>
                  </a:cubicBezTo>
                  <a:lnTo>
                    <a:pt x="250320" y="77379"/>
                  </a:lnTo>
                  <a:cubicBezTo>
                    <a:pt x="246910" y="73824"/>
                    <a:pt x="244080" y="69688"/>
                    <a:pt x="241976" y="65189"/>
                  </a:cubicBezTo>
                  <a:lnTo>
                    <a:pt x="228045" y="67366"/>
                  </a:lnTo>
                  <a:cubicBezTo>
                    <a:pt x="191477" y="73026"/>
                    <a:pt x="150628" y="79411"/>
                    <a:pt x="123491" y="83256"/>
                  </a:cubicBezTo>
                  <a:cubicBezTo>
                    <a:pt x="123274" y="84852"/>
                    <a:pt x="122983" y="86376"/>
                    <a:pt x="122548" y="87900"/>
                  </a:cubicBezTo>
                  <a:close/>
                  <a:moveTo>
                    <a:pt x="77926" y="58369"/>
                  </a:moveTo>
                  <a:cubicBezTo>
                    <a:pt x="66752" y="58369"/>
                    <a:pt x="57465" y="67221"/>
                    <a:pt x="57247" y="78395"/>
                  </a:cubicBezTo>
                  <a:cubicBezTo>
                    <a:pt x="57102" y="83837"/>
                    <a:pt x="59134" y="88988"/>
                    <a:pt x="62979" y="92979"/>
                  </a:cubicBezTo>
                  <a:cubicBezTo>
                    <a:pt x="66825" y="96969"/>
                    <a:pt x="71976" y="99219"/>
                    <a:pt x="77490" y="99364"/>
                  </a:cubicBezTo>
                  <a:cubicBezTo>
                    <a:pt x="77926" y="99364"/>
                    <a:pt x="78361" y="99364"/>
                    <a:pt x="78869" y="99436"/>
                  </a:cubicBezTo>
                  <a:cubicBezTo>
                    <a:pt x="81046" y="99219"/>
                    <a:pt x="83222" y="98783"/>
                    <a:pt x="85254" y="98130"/>
                  </a:cubicBezTo>
                  <a:cubicBezTo>
                    <a:pt x="85254" y="98130"/>
                    <a:pt x="85327" y="98130"/>
                    <a:pt x="85399" y="98058"/>
                  </a:cubicBezTo>
                  <a:cubicBezTo>
                    <a:pt x="92945" y="93922"/>
                    <a:pt x="97879" y="86449"/>
                    <a:pt x="98677" y="77887"/>
                  </a:cubicBezTo>
                  <a:cubicBezTo>
                    <a:pt x="98169" y="67148"/>
                    <a:pt x="89390" y="58587"/>
                    <a:pt x="78434" y="58369"/>
                  </a:cubicBezTo>
                  <a:cubicBezTo>
                    <a:pt x="78289" y="58369"/>
                    <a:pt x="78143" y="58369"/>
                    <a:pt x="77998" y="58369"/>
                  </a:cubicBezTo>
                  <a:close/>
                  <a:moveTo>
                    <a:pt x="274917" y="64391"/>
                  </a:moveTo>
                  <a:cubicBezTo>
                    <a:pt x="277602" y="65697"/>
                    <a:pt x="280649" y="66423"/>
                    <a:pt x="283841" y="66495"/>
                  </a:cubicBezTo>
                  <a:cubicBezTo>
                    <a:pt x="285438" y="66495"/>
                    <a:pt x="287469" y="65988"/>
                    <a:pt x="289283" y="65044"/>
                  </a:cubicBezTo>
                  <a:cubicBezTo>
                    <a:pt x="289791" y="64827"/>
                    <a:pt x="290299" y="64609"/>
                    <a:pt x="290807" y="64391"/>
                  </a:cubicBezTo>
                  <a:cubicBezTo>
                    <a:pt x="295958" y="62577"/>
                    <a:pt x="300022" y="58877"/>
                    <a:pt x="302343" y="54016"/>
                  </a:cubicBezTo>
                  <a:cubicBezTo>
                    <a:pt x="304593" y="49227"/>
                    <a:pt x="304883" y="43785"/>
                    <a:pt x="303069" y="38779"/>
                  </a:cubicBezTo>
                  <a:cubicBezTo>
                    <a:pt x="299296" y="28331"/>
                    <a:pt x="287614" y="22889"/>
                    <a:pt x="277021" y="26589"/>
                  </a:cubicBezTo>
                  <a:cubicBezTo>
                    <a:pt x="269040" y="29419"/>
                    <a:pt x="263598" y="36965"/>
                    <a:pt x="263598" y="45382"/>
                  </a:cubicBezTo>
                  <a:cubicBezTo>
                    <a:pt x="263598" y="46252"/>
                    <a:pt x="263526" y="47195"/>
                    <a:pt x="263308" y="48066"/>
                  </a:cubicBezTo>
                  <a:cubicBezTo>
                    <a:pt x="263380" y="48501"/>
                    <a:pt x="263453" y="49009"/>
                    <a:pt x="263526" y="49517"/>
                  </a:cubicBezTo>
                  <a:cubicBezTo>
                    <a:pt x="264614" y="55394"/>
                    <a:pt x="268097" y="60401"/>
                    <a:pt x="272958" y="63376"/>
                  </a:cubicBezTo>
                  <a:cubicBezTo>
                    <a:pt x="273611" y="63666"/>
                    <a:pt x="274264" y="64029"/>
                    <a:pt x="274917" y="64464"/>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5141" b="1" dirty="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sp>
        <p:nvSpPr>
          <p:cNvPr id="94" name="TextBox 86">
            <a:extLst>
              <a:ext uri="{FF2B5EF4-FFF2-40B4-BE49-F238E27FC236}">
                <a16:creationId xmlns:a16="http://schemas.microsoft.com/office/drawing/2014/main" id="{203BE90A-B6F3-EA7A-6F56-6F5047B2B525}"/>
              </a:ext>
            </a:extLst>
          </p:cNvPr>
          <p:cNvSpPr txBox="1"/>
          <p:nvPr/>
        </p:nvSpPr>
        <p:spPr>
          <a:xfrm>
            <a:off x="8122920" y="1611441"/>
            <a:ext cx="3096623" cy="553998"/>
          </a:xfrm>
          <a:prstGeom prst="rect">
            <a:avLst/>
          </a:prstGeom>
          <a:noFill/>
        </p:spPr>
        <p:txBody>
          <a:bodyPr wrap="square" lIns="0" tIns="0" rIns="0" bIns="0" rtlCol="0">
            <a:no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Block prompt injection in </a:t>
            </a:r>
            <a:br>
              <a:rPr kumimoji="0" lang="en-US" sz="1800" b="0" i="0" u="none" strike="noStrike" kern="1200" cap="none" spc="0" normalizeH="0" baseline="0" noProof="0">
                <a:ln>
                  <a:noFill/>
                </a:ln>
                <a:solidFill>
                  <a:schemeClr val="tx1"/>
                </a:solidFill>
                <a:effectLst/>
                <a:uLnTx/>
                <a:uFillTx/>
                <a:latin typeface="+mn-lt"/>
              </a:rPr>
            </a:br>
            <a:r>
              <a:rPr kumimoji="0" lang="en-US" sz="1800" b="0" i="0" u="none" strike="noStrike" kern="1200" cap="none" spc="0" normalizeH="0" baseline="0" noProof="0">
                <a:ln>
                  <a:noFill/>
                </a:ln>
                <a:solidFill>
                  <a:schemeClr val="tx1"/>
                </a:solidFill>
                <a:effectLst/>
                <a:uLnTx/>
                <a:uFillTx/>
                <a:latin typeface="+mn-lt"/>
              </a:rPr>
              <a:t>real-time</a:t>
            </a:r>
          </a:p>
        </p:txBody>
      </p:sp>
      <p:sp>
        <p:nvSpPr>
          <p:cNvPr id="95" name="TextBox 86">
            <a:extLst>
              <a:ext uri="{FF2B5EF4-FFF2-40B4-BE49-F238E27FC236}">
                <a16:creationId xmlns:a16="http://schemas.microsoft.com/office/drawing/2014/main" id="{A3969501-4EF5-AE4C-69F8-87F63433EC6D}"/>
              </a:ext>
            </a:extLst>
          </p:cNvPr>
          <p:cNvSpPr txBox="1"/>
          <p:nvPr/>
        </p:nvSpPr>
        <p:spPr>
          <a:xfrm>
            <a:off x="8122920" y="2881175"/>
            <a:ext cx="3096623" cy="553998"/>
          </a:xfrm>
          <a:prstGeom prst="rect">
            <a:avLst/>
          </a:prstGeom>
          <a:noFill/>
        </p:spPr>
        <p:txBody>
          <a:bodyPr wrap="square" lIns="0" tIns="0" rIns="0" bIns="0" rtlCol="0" anchor="ctr">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Manage agent security posture</a:t>
            </a:r>
          </a:p>
        </p:txBody>
      </p:sp>
      <p:sp>
        <p:nvSpPr>
          <p:cNvPr id="96" name="TextBox 86">
            <a:extLst>
              <a:ext uri="{FF2B5EF4-FFF2-40B4-BE49-F238E27FC236}">
                <a16:creationId xmlns:a16="http://schemas.microsoft.com/office/drawing/2014/main" id="{D5D0958D-EDAA-080E-E145-82488D716E8E}"/>
              </a:ext>
            </a:extLst>
          </p:cNvPr>
          <p:cNvSpPr txBox="1"/>
          <p:nvPr/>
        </p:nvSpPr>
        <p:spPr>
          <a:xfrm>
            <a:off x="8122920" y="4150909"/>
            <a:ext cx="3096623" cy="553998"/>
          </a:xfrm>
          <a:prstGeom prst="rect">
            <a:avLst/>
          </a:prstGeom>
          <a:noFill/>
        </p:spPr>
        <p:txBody>
          <a:bodyPr wrap="square" lIns="0" tIns="0" rIns="0" bIns="0" rtlCol="0" anchor="ctr">
            <a:no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Detect emerging threats</a:t>
            </a:r>
          </a:p>
        </p:txBody>
      </p:sp>
      <p:sp>
        <p:nvSpPr>
          <p:cNvPr id="97" name="TextBox 86">
            <a:extLst>
              <a:ext uri="{FF2B5EF4-FFF2-40B4-BE49-F238E27FC236}">
                <a16:creationId xmlns:a16="http://schemas.microsoft.com/office/drawing/2014/main" id="{E09C9D31-FCAC-07F9-B2B5-63256D086361}"/>
              </a:ext>
            </a:extLst>
          </p:cNvPr>
          <p:cNvSpPr txBox="1"/>
          <p:nvPr/>
        </p:nvSpPr>
        <p:spPr>
          <a:xfrm>
            <a:off x="8122920" y="5420642"/>
            <a:ext cx="3096623" cy="553998"/>
          </a:xfrm>
          <a:prstGeom prst="rect">
            <a:avLst/>
          </a:prstGeom>
          <a:noFill/>
        </p:spPr>
        <p:txBody>
          <a:bodyPr wrap="square" lIns="0" tIns="0" rIns="0" bIns="0" rtlCol="0" anchor="ctr">
            <a:no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Hunt across agent data</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AI developers are expected to take greater responsibility for AI safety &amp; security</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Google Shape;3000;p241">
            <a:extLst>
              <a:ext uri="{FF2B5EF4-FFF2-40B4-BE49-F238E27FC236}">
                <a16:creationId xmlns:a16="http://schemas.microsoft.com/office/drawing/2014/main" id="{3E426266-7C5C-3F0A-84C0-CD7693219504}"/>
              </a:ext>
              <a:ext uri="{C183D7F6-B498-43B3-948B-1728B52AA6E4}">
                <adec:decorative xmlns:adec="http://schemas.microsoft.com/office/drawing/2017/decorative" val="1"/>
              </a:ext>
            </a:extLst>
          </p:cNvPr>
          <p:cNvSpPr txBox="1"/>
          <p:nvPr/>
        </p:nvSpPr>
        <p:spPr>
          <a:xfrm>
            <a:off x="586739" y="1933840"/>
            <a:ext cx="11049000" cy="4425563"/>
          </a:xfrm>
          <a:prstGeom prst="roundRect">
            <a:avLst>
              <a:gd name="adj" fmla="val 5616"/>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BE"/>
            </a:defPPr>
            <a:lvl1pPr defTabSz="932472" fontAlgn="base">
              <a:spcBef>
                <a:spcPct val="0"/>
              </a:spcBef>
              <a:spcAft>
                <a:spcPct val="0"/>
              </a:spcAft>
              <a:defRPr sz="2000">
                <a:solidFill>
                  <a:srgbClr val="FFFFFF"/>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8" name="TextBox 7">
            <a:extLst>
              <a:ext uri="{FF2B5EF4-FFF2-40B4-BE49-F238E27FC236}">
                <a16:creationId xmlns:a16="http://schemas.microsoft.com/office/drawing/2014/main" id="{371A48CC-6F1F-5C0A-11CD-E4B2B16ECCCF}"/>
              </a:ext>
              <a:ext uri="{C183D7F6-B498-43B3-948B-1728B52AA6E4}">
                <adec:decorative xmlns:adec="http://schemas.microsoft.com/office/drawing/2017/decorative" val="1"/>
              </a:ext>
            </a:extLst>
          </p:cNvPr>
          <p:cNvSpPr txBox="1">
            <a:spLocks/>
          </p:cNvSpPr>
          <p:nvPr/>
        </p:nvSpPr>
        <p:spPr>
          <a:xfrm>
            <a:off x="815339" y="3230446"/>
            <a:ext cx="3378200" cy="2907513"/>
          </a:xfrm>
          <a:prstGeom prst="roundRect">
            <a:avLst>
              <a:gd name="adj" fmla="val 51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defTabSz="932472" fontAlgn="base">
              <a:spcBef>
                <a:spcPct val="0"/>
              </a:spcBef>
              <a:spcAft>
                <a:spcPct val="0"/>
              </a:spcAft>
              <a:defRPr sz="1200" baseline="30000">
                <a:solidFill>
                  <a:schemeClr val="bg1"/>
                </a:soli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9" name="TextBox 8">
            <a:extLst>
              <a:ext uri="{FF2B5EF4-FFF2-40B4-BE49-F238E27FC236}">
                <a16:creationId xmlns:a16="http://schemas.microsoft.com/office/drawing/2014/main" id="{22CE2D15-699C-B43A-3DA6-6108E3D8AA83}"/>
              </a:ext>
              <a:ext uri="{C183D7F6-B498-43B3-948B-1728B52AA6E4}">
                <adec:decorative xmlns:adec="http://schemas.microsoft.com/office/drawing/2017/decorative" val="1"/>
              </a:ext>
            </a:extLst>
          </p:cNvPr>
          <p:cNvSpPr txBox="1">
            <a:spLocks/>
          </p:cNvSpPr>
          <p:nvPr/>
        </p:nvSpPr>
        <p:spPr>
          <a:xfrm>
            <a:off x="4422139" y="3230446"/>
            <a:ext cx="3378200" cy="2907513"/>
          </a:xfrm>
          <a:prstGeom prst="roundRect">
            <a:avLst>
              <a:gd name="adj" fmla="val 51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defTabSz="932472" fontAlgn="base">
              <a:spcBef>
                <a:spcPct val="0"/>
              </a:spcBef>
              <a:spcAft>
                <a:spcPct val="0"/>
              </a:spcAft>
              <a:defRPr sz="1200" baseline="30000">
                <a:solidFill>
                  <a:schemeClr val="bg1"/>
                </a:soli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10" name="TextBox 9">
            <a:extLst>
              <a:ext uri="{FF2B5EF4-FFF2-40B4-BE49-F238E27FC236}">
                <a16:creationId xmlns:a16="http://schemas.microsoft.com/office/drawing/2014/main" id="{F3652B05-9D2A-A7B8-D9A9-5CDE2B2301AF}"/>
              </a:ext>
              <a:ext uri="{C183D7F6-B498-43B3-948B-1728B52AA6E4}">
                <adec:decorative xmlns:adec="http://schemas.microsoft.com/office/drawing/2017/decorative" val="1"/>
              </a:ext>
            </a:extLst>
          </p:cNvPr>
          <p:cNvSpPr txBox="1">
            <a:spLocks/>
          </p:cNvSpPr>
          <p:nvPr/>
        </p:nvSpPr>
        <p:spPr>
          <a:xfrm>
            <a:off x="8028939" y="3223292"/>
            <a:ext cx="3378200" cy="2907513"/>
          </a:xfrm>
          <a:prstGeom prst="roundRect">
            <a:avLst>
              <a:gd name="adj" fmla="val 51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defTabSz="932472" fontAlgn="base">
              <a:spcBef>
                <a:spcPct val="0"/>
              </a:spcBef>
              <a:spcAft>
                <a:spcPct val="0"/>
              </a:spcAft>
              <a:defRPr sz="1200" baseline="30000">
                <a:solidFill>
                  <a:schemeClr val="bg1"/>
                </a:solidFill>
                <a:latin typeface="+mj-lt"/>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11" name="Rectangle 10">
            <a:extLst>
              <a:ext uri="{FF2B5EF4-FFF2-40B4-BE49-F238E27FC236}">
                <a16:creationId xmlns:a16="http://schemas.microsoft.com/office/drawing/2014/main" id="{9A8786AE-1A2A-CFC8-4273-F43844A87937}"/>
              </a:ext>
              <a:ext uri="{C183D7F6-B498-43B3-948B-1728B52AA6E4}">
                <adec:decorative xmlns:adec="http://schemas.microsoft.com/office/drawing/2017/decorative" val="1"/>
              </a:ext>
            </a:extLst>
          </p:cNvPr>
          <p:cNvSpPr/>
          <p:nvPr/>
        </p:nvSpPr>
        <p:spPr>
          <a:xfrm>
            <a:off x="586739" y="2353342"/>
            <a:ext cx="11049000" cy="126452"/>
          </a:xfrm>
          <a:prstGeom prst="rect">
            <a:avLst/>
          </a:prstGeom>
          <a:solidFill>
            <a:schemeClr val="tx2"/>
          </a:solidFill>
          <a:ln w="3175">
            <a:noFill/>
          </a:ln>
          <a:effectLst/>
        </p:spPr>
        <p:txBody>
          <a:bodyPr wrap="none" lIns="91440" tIns="18288" rIns="91440" bIns="36576" rtlCol="0" anchor="ctr" anchorCtr="0">
            <a:noAutofit/>
          </a:bodyPr>
          <a:lstStyle/>
          <a:p>
            <a:pPr algn="ctr" defTabSz="717626"/>
            <a:endParaRPr lang="en-GB" sz="1600" kern="0">
              <a:gradFill>
                <a:gsLst>
                  <a:gs pos="97248">
                    <a:srgbClr val="FFFFFF"/>
                  </a:gs>
                  <a:gs pos="83486">
                    <a:srgbClr val="FFFFFF"/>
                  </a:gs>
                </a:gsLst>
                <a:path path="circle">
                  <a:fillToRect l="100000" t="100000"/>
                </a:path>
              </a:gradFill>
              <a:latin typeface="Segoe UI Variable Display Semib" pitchFamily="2" charset="0"/>
              <a:cs typeface="Segoe UI" panose="020B0502040204020203" pitchFamily="34" charset="0"/>
            </a:endParaRPr>
          </a:p>
        </p:txBody>
      </p:sp>
      <p:grpSp>
        <p:nvGrpSpPr>
          <p:cNvPr id="12" name="Group 11">
            <a:extLst>
              <a:ext uri="{FF2B5EF4-FFF2-40B4-BE49-F238E27FC236}">
                <a16:creationId xmlns:a16="http://schemas.microsoft.com/office/drawing/2014/main" id="{CEF7434E-6780-0A19-A311-46F436EBD43D}"/>
              </a:ext>
              <a:ext uri="{C183D7F6-B498-43B3-948B-1728B52AA6E4}">
                <adec:decorative xmlns:adec="http://schemas.microsoft.com/office/drawing/2017/decorative" val="1"/>
              </a:ext>
            </a:extLst>
          </p:cNvPr>
          <p:cNvGrpSpPr/>
          <p:nvPr/>
        </p:nvGrpSpPr>
        <p:grpSpPr>
          <a:xfrm>
            <a:off x="2389591" y="2309148"/>
            <a:ext cx="229148" cy="921296"/>
            <a:chOff x="1808575" y="1975934"/>
            <a:chExt cx="229148" cy="921296"/>
          </a:xfrm>
        </p:grpSpPr>
        <p:cxnSp>
          <p:nvCxnSpPr>
            <p:cNvPr id="13" name="Straight Connector 12">
              <a:extLst>
                <a:ext uri="{FF2B5EF4-FFF2-40B4-BE49-F238E27FC236}">
                  <a16:creationId xmlns:a16="http://schemas.microsoft.com/office/drawing/2014/main" id="{5E6AE09D-59BA-CA6D-A98F-6197895EA4EF}"/>
                </a:ext>
                <a:ext uri="{C183D7F6-B498-43B3-948B-1728B52AA6E4}">
                  <adec:decorative xmlns:adec="http://schemas.microsoft.com/office/drawing/2017/decorative" val="1"/>
                </a:ext>
              </a:extLst>
            </p:cNvPr>
            <p:cNvCxnSpPr>
              <a:cxnSpLocks/>
            </p:cNvCxnSpPr>
            <p:nvPr/>
          </p:nvCxnSpPr>
          <p:spPr>
            <a:xfrm>
              <a:off x="1923149" y="2205081"/>
              <a:ext cx="0" cy="692149"/>
            </a:xfrm>
            <a:prstGeom prst="line">
              <a:avLst/>
            </a:prstGeom>
            <a:ln w="6350">
              <a:solidFill>
                <a:schemeClr val="bg1">
                  <a:lumMod val="7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14" name="Oval 13">
              <a:extLst>
                <a:ext uri="{FF2B5EF4-FFF2-40B4-BE49-F238E27FC236}">
                  <a16:creationId xmlns:a16="http://schemas.microsoft.com/office/drawing/2014/main" id="{7A39F8D6-14D2-05DF-6016-C48D47E9BACB}"/>
                </a:ext>
                <a:ext uri="{C183D7F6-B498-43B3-948B-1728B52AA6E4}">
                  <adec:decorative xmlns:adec="http://schemas.microsoft.com/office/drawing/2017/decorative" val="1"/>
                </a:ext>
              </a:extLst>
            </p:cNvPr>
            <p:cNvSpPr/>
            <p:nvPr/>
          </p:nvSpPr>
          <p:spPr>
            <a:xfrm>
              <a:off x="1808575" y="1975934"/>
              <a:ext cx="229148" cy="229148"/>
            </a:xfrm>
            <a:prstGeom prst="ellipse">
              <a:avLst/>
            </a:prstGeom>
            <a:solidFill>
              <a:srgbClr val="FFFFFF"/>
            </a:solidFill>
            <a:ln w="38100">
              <a:solidFill>
                <a:srgbClr val="0078D4"/>
              </a:solid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600"/>
                </a:spcAft>
                <a:buClr>
                  <a:srgbClr val="091F2C"/>
                </a:buClr>
                <a:buSzTx/>
                <a:buFontTx/>
                <a:buNone/>
                <a:tabLst/>
                <a:defRPr/>
              </a:pPr>
              <a:endParaRPr kumimoji="0" lang="en-GB" sz="1800" b="0" i="0" u="none" strike="noStrike" kern="1200" cap="none" spc="0" normalizeH="0" baseline="0" noProof="0">
                <a:ln>
                  <a:noFill/>
                </a:ln>
                <a:solidFill>
                  <a:srgbClr val="FFFFFF"/>
                </a:solidFill>
                <a:effectLst/>
                <a:uLnTx/>
                <a:uFillTx/>
                <a:latin typeface="Segoe Sans Display Semibold"/>
                <a:ea typeface="+mn-ea"/>
                <a:cs typeface="+mn-cs"/>
              </a:endParaRPr>
            </a:p>
          </p:txBody>
        </p:sp>
      </p:grpSp>
      <p:grpSp>
        <p:nvGrpSpPr>
          <p:cNvPr id="15" name="Group 14">
            <a:extLst>
              <a:ext uri="{FF2B5EF4-FFF2-40B4-BE49-F238E27FC236}">
                <a16:creationId xmlns:a16="http://schemas.microsoft.com/office/drawing/2014/main" id="{00512DF3-B64E-897D-FABB-86E89FDEBCE0}"/>
              </a:ext>
              <a:ext uri="{C183D7F6-B498-43B3-948B-1728B52AA6E4}">
                <adec:decorative xmlns:adec="http://schemas.microsoft.com/office/drawing/2017/decorative" val="1"/>
              </a:ext>
            </a:extLst>
          </p:cNvPr>
          <p:cNvGrpSpPr/>
          <p:nvPr/>
        </p:nvGrpSpPr>
        <p:grpSpPr>
          <a:xfrm>
            <a:off x="5996664" y="2301994"/>
            <a:ext cx="229148" cy="921296"/>
            <a:chOff x="5202767" y="1968780"/>
            <a:chExt cx="229148" cy="921296"/>
          </a:xfrm>
        </p:grpSpPr>
        <p:cxnSp>
          <p:nvCxnSpPr>
            <p:cNvPr id="16" name="Straight Connector 15">
              <a:extLst>
                <a:ext uri="{FF2B5EF4-FFF2-40B4-BE49-F238E27FC236}">
                  <a16:creationId xmlns:a16="http://schemas.microsoft.com/office/drawing/2014/main" id="{84648575-A083-4037-B074-F53C61D24029}"/>
                </a:ext>
                <a:ext uri="{C183D7F6-B498-43B3-948B-1728B52AA6E4}">
                  <adec:decorative xmlns:adec="http://schemas.microsoft.com/office/drawing/2017/decorative" val="1"/>
                </a:ext>
              </a:extLst>
            </p:cNvPr>
            <p:cNvCxnSpPr>
              <a:cxnSpLocks/>
            </p:cNvCxnSpPr>
            <p:nvPr/>
          </p:nvCxnSpPr>
          <p:spPr>
            <a:xfrm>
              <a:off x="5317341" y="2197927"/>
              <a:ext cx="0" cy="692149"/>
            </a:xfrm>
            <a:prstGeom prst="line">
              <a:avLst/>
            </a:prstGeom>
            <a:ln w="6350">
              <a:solidFill>
                <a:schemeClr val="bg1">
                  <a:lumMod val="7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25018B78-1DA2-8516-CF25-C68C5CBAF9E3}"/>
                </a:ext>
                <a:ext uri="{C183D7F6-B498-43B3-948B-1728B52AA6E4}">
                  <adec:decorative xmlns:adec="http://schemas.microsoft.com/office/drawing/2017/decorative" val="1"/>
                </a:ext>
              </a:extLst>
            </p:cNvPr>
            <p:cNvSpPr/>
            <p:nvPr/>
          </p:nvSpPr>
          <p:spPr>
            <a:xfrm>
              <a:off x="5202767" y="1968780"/>
              <a:ext cx="229148" cy="229148"/>
            </a:xfrm>
            <a:prstGeom prst="ellipse">
              <a:avLst/>
            </a:prstGeom>
            <a:solidFill>
              <a:srgbClr val="FFFFFF"/>
            </a:solidFill>
            <a:ln w="38100">
              <a:solidFill>
                <a:srgbClr val="4E5FCD"/>
              </a:solid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buClr>
                  <a:srgbClr val="091F2C"/>
                </a:buClr>
              </a:pPr>
              <a:endParaRPr lang="en-GB">
                <a:solidFill>
                  <a:srgbClr val="FFFFFF"/>
                </a:solidFill>
                <a:latin typeface="Segoe Sans Display Semibold"/>
              </a:endParaRPr>
            </a:p>
          </p:txBody>
        </p:sp>
      </p:grpSp>
      <p:grpSp>
        <p:nvGrpSpPr>
          <p:cNvPr id="18" name="Group 17">
            <a:extLst>
              <a:ext uri="{FF2B5EF4-FFF2-40B4-BE49-F238E27FC236}">
                <a16:creationId xmlns:a16="http://schemas.microsoft.com/office/drawing/2014/main" id="{D8253EEE-0DDE-5397-A227-3F07770696EF}"/>
              </a:ext>
              <a:ext uri="{C183D7F6-B498-43B3-948B-1728B52AA6E4}">
                <adec:decorative xmlns:adec="http://schemas.microsoft.com/office/drawing/2017/decorative" val="1"/>
              </a:ext>
            </a:extLst>
          </p:cNvPr>
          <p:cNvGrpSpPr/>
          <p:nvPr/>
        </p:nvGrpSpPr>
        <p:grpSpPr>
          <a:xfrm>
            <a:off x="9603177" y="2303019"/>
            <a:ext cx="229148" cy="920271"/>
            <a:chOff x="8596958" y="1969805"/>
            <a:chExt cx="229148" cy="920271"/>
          </a:xfrm>
        </p:grpSpPr>
        <p:cxnSp>
          <p:nvCxnSpPr>
            <p:cNvPr id="19" name="Straight Connector 18">
              <a:extLst>
                <a:ext uri="{FF2B5EF4-FFF2-40B4-BE49-F238E27FC236}">
                  <a16:creationId xmlns:a16="http://schemas.microsoft.com/office/drawing/2014/main" id="{DBD841FF-4296-802E-2E89-CB754D7BCE21}"/>
                </a:ext>
                <a:ext uri="{C183D7F6-B498-43B3-948B-1728B52AA6E4}">
                  <adec:decorative xmlns:adec="http://schemas.microsoft.com/office/drawing/2017/decorative" val="1"/>
                </a:ext>
              </a:extLst>
            </p:cNvPr>
            <p:cNvCxnSpPr>
              <a:cxnSpLocks/>
            </p:cNvCxnSpPr>
            <p:nvPr/>
          </p:nvCxnSpPr>
          <p:spPr>
            <a:xfrm>
              <a:off x="8711532" y="2197927"/>
              <a:ext cx="0" cy="692149"/>
            </a:xfrm>
            <a:prstGeom prst="line">
              <a:avLst/>
            </a:prstGeom>
            <a:ln w="6350">
              <a:solidFill>
                <a:schemeClr val="bg1">
                  <a:lumMod val="75000"/>
                </a:schemeClr>
              </a:solidFill>
              <a:prstDash val="dash"/>
              <a:tailEnd type="ova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433199F3-3BB1-7E16-225A-261E321D6E57}"/>
                </a:ext>
                <a:ext uri="{C183D7F6-B498-43B3-948B-1728B52AA6E4}">
                  <adec:decorative xmlns:adec="http://schemas.microsoft.com/office/drawing/2017/decorative" val="1"/>
                </a:ext>
              </a:extLst>
            </p:cNvPr>
            <p:cNvSpPr/>
            <p:nvPr/>
          </p:nvSpPr>
          <p:spPr>
            <a:xfrm>
              <a:off x="8596958" y="1969805"/>
              <a:ext cx="229148" cy="229148"/>
            </a:xfrm>
            <a:prstGeom prst="ellipse">
              <a:avLst/>
            </a:prstGeom>
            <a:solidFill>
              <a:srgbClr val="FFFFFF"/>
            </a:solidFill>
            <a:ln w="38100">
              <a:solidFill>
                <a:srgbClr val="924AC8"/>
              </a:solidFill>
              <a:headEnd type="none" w="med" len="med"/>
              <a:tailEnd type="none" w="med" len="med"/>
            </a:ln>
            <a:effectLst>
              <a:outerShdw blurRad="635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Aft>
                  <a:spcPts val="600"/>
                </a:spcAft>
                <a:buClr>
                  <a:srgbClr val="091F2C"/>
                </a:buClr>
              </a:pPr>
              <a:endParaRPr lang="en-GB">
                <a:solidFill>
                  <a:srgbClr val="FFFFFF"/>
                </a:solidFill>
                <a:latin typeface="Segoe Sans Display Semibold"/>
              </a:endParaRPr>
            </a:p>
          </p:txBody>
        </p:sp>
      </p:grpSp>
      <p:grpSp>
        <p:nvGrpSpPr>
          <p:cNvPr id="21" name="Group 20">
            <a:extLst>
              <a:ext uri="{FF2B5EF4-FFF2-40B4-BE49-F238E27FC236}">
                <a16:creationId xmlns:a16="http://schemas.microsoft.com/office/drawing/2014/main" id="{725B0AAE-197C-ACE3-70E2-48BF9FEC7C48}"/>
              </a:ext>
              <a:ext uri="{C183D7F6-B498-43B3-948B-1728B52AA6E4}">
                <adec:decorative xmlns:adec="http://schemas.microsoft.com/office/drawing/2017/decorative" val="1"/>
              </a:ext>
            </a:extLst>
          </p:cNvPr>
          <p:cNvGrpSpPr/>
          <p:nvPr/>
        </p:nvGrpSpPr>
        <p:grpSpPr>
          <a:xfrm>
            <a:off x="2089592" y="3481690"/>
            <a:ext cx="829694" cy="829689"/>
            <a:chOff x="996709" y="3126704"/>
            <a:chExt cx="829694" cy="829689"/>
          </a:xfrm>
        </p:grpSpPr>
        <p:sp>
          <p:nvSpPr>
            <p:cNvPr id="22" name="Oval 21">
              <a:extLst>
                <a:ext uri="{FF2B5EF4-FFF2-40B4-BE49-F238E27FC236}">
                  <a16:creationId xmlns:a16="http://schemas.microsoft.com/office/drawing/2014/main" id="{1F425385-CA81-53D0-15C8-A7DD99ADD5D1}"/>
                </a:ext>
                <a:ext uri="{C183D7F6-B498-43B3-948B-1728B52AA6E4}">
                  <adec:decorative xmlns:adec="http://schemas.microsoft.com/office/drawing/2017/decorative" val="1"/>
                </a:ext>
              </a:extLst>
            </p:cNvPr>
            <p:cNvSpPr/>
            <p:nvPr/>
          </p:nvSpPr>
          <p:spPr bwMode="auto">
            <a:xfrm>
              <a:off x="996709" y="3126704"/>
              <a:ext cx="829694" cy="829689"/>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2400" b="1" dirty="0">
                <a:ln w="3175">
                  <a:noFill/>
                </a:ln>
                <a:solidFill>
                  <a:schemeClr val="bg1"/>
                </a:solidFill>
                <a:latin typeface="+mj-lt"/>
                <a:cs typeface="Segoe Sans Display Semibold" pitchFamily="2" charset="0"/>
              </a:endParaRPr>
            </a:p>
          </p:txBody>
        </p:sp>
        <p:sp>
          <p:nvSpPr>
            <p:cNvPr id="23" name="Freeform: Shape 3" descr="Icon of a building with a curved section protruding from it">
              <a:extLst>
                <a:ext uri="{FF2B5EF4-FFF2-40B4-BE49-F238E27FC236}">
                  <a16:creationId xmlns:a16="http://schemas.microsoft.com/office/drawing/2014/main" id="{9D2F41FA-01D4-F689-E28F-9254E119A8BC}"/>
                </a:ext>
              </a:extLst>
            </p:cNvPr>
            <p:cNvSpPr/>
            <p:nvPr/>
          </p:nvSpPr>
          <p:spPr>
            <a:xfrm>
              <a:off x="1225597" y="3321812"/>
              <a:ext cx="371918" cy="439474"/>
            </a:xfrm>
            <a:custGeom>
              <a:avLst/>
              <a:gdLst>
                <a:gd name="connsiteX0" fmla="*/ 82517 w 302563"/>
                <a:gd name="connsiteY0" fmla="*/ 293345 h 357523"/>
                <a:gd name="connsiteX1" fmla="*/ 82517 w 302563"/>
                <a:gd name="connsiteY1" fmla="*/ 330018 h 357523"/>
                <a:gd name="connsiteX2" fmla="*/ 119192 w 302563"/>
                <a:gd name="connsiteY2" fmla="*/ 330018 h 357523"/>
                <a:gd name="connsiteX3" fmla="*/ 119192 w 302563"/>
                <a:gd name="connsiteY3" fmla="*/ 293345 h 357523"/>
                <a:gd name="connsiteX4" fmla="*/ 238384 w 302563"/>
                <a:gd name="connsiteY4" fmla="*/ 275009 h 357523"/>
                <a:gd name="connsiteX5" fmla="*/ 256721 w 302563"/>
                <a:gd name="connsiteY5" fmla="*/ 293345 h 357523"/>
                <a:gd name="connsiteX6" fmla="*/ 238384 w 302563"/>
                <a:gd name="connsiteY6" fmla="*/ 311681 h 357523"/>
                <a:gd name="connsiteX7" fmla="*/ 220047 w 302563"/>
                <a:gd name="connsiteY7" fmla="*/ 293345 h 357523"/>
                <a:gd name="connsiteX8" fmla="*/ 238384 w 302563"/>
                <a:gd name="connsiteY8" fmla="*/ 275009 h 357523"/>
                <a:gd name="connsiteX9" fmla="*/ 238384 w 302563"/>
                <a:gd name="connsiteY9" fmla="*/ 220000 h 357523"/>
                <a:gd name="connsiteX10" fmla="*/ 256721 w 302563"/>
                <a:gd name="connsiteY10" fmla="*/ 238336 h 357523"/>
                <a:gd name="connsiteX11" fmla="*/ 238384 w 302563"/>
                <a:gd name="connsiteY11" fmla="*/ 256672 h 357523"/>
                <a:gd name="connsiteX12" fmla="*/ 220047 w 302563"/>
                <a:gd name="connsiteY12" fmla="*/ 238336 h 357523"/>
                <a:gd name="connsiteX13" fmla="*/ 238384 w 302563"/>
                <a:gd name="connsiteY13" fmla="*/ 220000 h 357523"/>
                <a:gd name="connsiteX14" fmla="*/ 128361 w 302563"/>
                <a:gd name="connsiteY14" fmla="*/ 201663 h 357523"/>
                <a:gd name="connsiteX15" fmla="*/ 146698 w 302563"/>
                <a:gd name="connsiteY15" fmla="*/ 220000 h 357523"/>
                <a:gd name="connsiteX16" fmla="*/ 128361 w 302563"/>
                <a:gd name="connsiteY16" fmla="*/ 238336 h 357523"/>
                <a:gd name="connsiteX17" fmla="*/ 110024 w 302563"/>
                <a:gd name="connsiteY17" fmla="*/ 220000 h 357523"/>
                <a:gd name="connsiteX18" fmla="*/ 128361 w 302563"/>
                <a:gd name="connsiteY18" fmla="*/ 201663 h 357523"/>
                <a:gd name="connsiteX19" fmla="*/ 73349 w 302563"/>
                <a:gd name="connsiteY19" fmla="*/ 201663 h 357523"/>
                <a:gd name="connsiteX20" fmla="*/ 91686 w 302563"/>
                <a:gd name="connsiteY20" fmla="*/ 220000 h 357523"/>
                <a:gd name="connsiteX21" fmla="*/ 73349 w 302563"/>
                <a:gd name="connsiteY21" fmla="*/ 238336 h 357523"/>
                <a:gd name="connsiteX22" fmla="*/ 55012 w 302563"/>
                <a:gd name="connsiteY22" fmla="*/ 220000 h 357523"/>
                <a:gd name="connsiteX23" fmla="*/ 73349 w 302563"/>
                <a:gd name="connsiteY23" fmla="*/ 201663 h 357523"/>
                <a:gd name="connsiteX24" fmla="*/ 201709 w 302563"/>
                <a:gd name="connsiteY24" fmla="*/ 174306 h 357523"/>
                <a:gd name="connsiteX25" fmla="*/ 201709 w 302563"/>
                <a:gd name="connsiteY25" fmla="*/ 330018 h 357523"/>
                <a:gd name="connsiteX26" fmla="*/ 275058 w 302563"/>
                <a:gd name="connsiteY26" fmla="*/ 330018 h 357523"/>
                <a:gd name="connsiteX27" fmla="*/ 275058 w 302563"/>
                <a:gd name="connsiteY27" fmla="*/ 252088 h 357523"/>
                <a:gd name="connsiteX28" fmla="*/ 201709 w 302563"/>
                <a:gd name="connsiteY28" fmla="*/ 174306 h 357523"/>
                <a:gd name="connsiteX29" fmla="*/ 128361 w 302563"/>
                <a:gd name="connsiteY29" fmla="*/ 146654 h 357523"/>
                <a:gd name="connsiteX30" fmla="*/ 146698 w 302563"/>
                <a:gd name="connsiteY30" fmla="*/ 164990 h 357523"/>
                <a:gd name="connsiteX31" fmla="*/ 128361 w 302563"/>
                <a:gd name="connsiteY31" fmla="*/ 183327 h 357523"/>
                <a:gd name="connsiteX32" fmla="*/ 110024 w 302563"/>
                <a:gd name="connsiteY32" fmla="*/ 164990 h 357523"/>
                <a:gd name="connsiteX33" fmla="*/ 128361 w 302563"/>
                <a:gd name="connsiteY33" fmla="*/ 146654 h 357523"/>
                <a:gd name="connsiteX34" fmla="*/ 73349 w 302563"/>
                <a:gd name="connsiteY34" fmla="*/ 146654 h 357523"/>
                <a:gd name="connsiteX35" fmla="*/ 91686 w 302563"/>
                <a:gd name="connsiteY35" fmla="*/ 164990 h 357523"/>
                <a:gd name="connsiteX36" fmla="*/ 73349 w 302563"/>
                <a:gd name="connsiteY36" fmla="*/ 183327 h 357523"/>
                <a:gd name="connsiteX37" fmla="*/ 55012 w 302563"/>
                <a:gd name="connsiteY37" fmla="*/ 164990 h 357523"/>
                <a:gd name="connsiteX38" fmla="*/ 73349 w 302563"/>
                <a:gd name="connsiteY38" fmla="*/ 146654 h 357523"/>
                <a:gd name="connsiteX39" fmla="*/ 50427 w 302563"/>
                <a:gd name="connsiteY39" fmla="*/ 128318 h 357523"/>
                <a:gd name="connsiteX40" fmla="*/ 27506 w 302563"/>
                <a:gd name="connsiteY40" fmla="*/ 151238 h 357523"/>
                <a:gd name="connsiteX41" fmla="*/ 27506 w 302563"/>
                <a:gd name="connsiteY41" fmla="*/ 330018 h 357523"/>
                <a:gd name="connsiteX42" fmla="*/ 55012 w 302563"/>
                <a:gd name="connsiteY42" fmla="*/ 330018 h 357523"/>
                <a:gd name="connsiteX43" fmla="*/ 55012 w 302563"/>
                <a:gd name="connsiteY43" fmla="*/ 279593 h 357523"/>
                <a:gd name="connsiteX44" fmla="*/ 68764 w 302563"/>
                <a:gd name="connsiteY44" fmla="*/ 265841 h 357523"/>
                <a:gd name="connsiteX45" fmla="*/ 132944 w 302563"/>
                <a:gd name="connsiteY45" fmla="*/ 265841 h 357523"/>
                <a:gd name="connsiteX46" fmla="*/ 146697 w 302563"/>
                <a:gd name="connsiteY46" fmla="*/ 279593 h 357523"/>
                <a:gd name="connsiteX47" fmla="*/ 146697 w 302563"/>
                <a:gd name="connsiteY47" fmla="*/ 330018 h 357523"/>
                <a:gd name="connsiteX48" fmla="*/ 174203 w 302563"/>
                <a:gd name="connsiteY48" fmla="*/ 330018 h 357523"/>
                <a:gd name="connsiteX49" fmla="*/ 174203 w 302563"/>
                <a:gd name="connsiteY49" fmla="*/ 151238 h 357523"/>
                <a:gd name="connsiteX50" fmla="*/ 151282 w 302563"/>
                <a:gd name="connsiteY50" fmla="*/ 128318 h 357523"/>
                <a:gd name="connsiteX51" fmla="*/ 55012 w 302563"/>
                <a:gd name="connsiteY51" fmla="*/ 82477 h 357523"/>
                <a:gd name="connsiteX52" fmla="*/ 55012 w 302563"/>
                <a:gd name="connsiteY52" fmla="*/ 100813 h 357523"/>
                <a:gd name="connsiteX53" fmla="*/ 146752 w 302563"/>
                <a:gd name="connsiteY53" fmla="*/ 100813 h 357523"/>
                <a:gd name="connsiteX54" fmla="*/ 146752 w 302563"/>
                <a:gd name="connsiteY54" fmla="*/ 82477 h 357523"/>
                <a:gd name="connsiteX55" fmla="*/ 91686 w 302563"/>
                <a:gd name="connsiteY55" fmla="*/ 27505 h 357523"/>
                <a:gd name="connsiteX56" fmla="*/ 91686 w 302563"/>
                <a:gd name="connsiteY56" fmla="*/ 54972 h 357523"/>
                <a:gd name="connsiteX57" fmla="*/ 110023 w 302563"/>
                <a:gd name="connsiteY57" fmla="*/ 54972 h 357523"/>
                <a:gd name="connsiteX58" fmla="*/ 110023 w 302563"/>
                <a:gd name="connsiteY58" fmla="*/ 27505 h 357523"/>
                <a:gd name="connsiteX59" fmla="*/ 77933 w 302563"/>
                <a:gd name="connsiteY59" fmla="*/ 0 h 357523"/>
                <a:gd name="connsiteX60" fmla="*/ 123776 w 302563"/>
                <a:gd name="connsiteY60" fmla="*/ 0 h 357523"/>
                <a:gd name="connsiteX61" fmla="*/ 137529 w 302563"/>
                <a:gd name="connsiteY61" fmla="*/ 13752 h 357523"/>
                <a:gd name="connsiteX62" fmla="*/ 137529 w 302563"/>
                <a:gd name="connsiteY62" fmla="*/ 54972 h 357523"/>
                <a:gd name="connsiteX63" fmla="*/ 160505 w 302563"/>
                <a:gd name="connsiteY63" fmla="*/ 54972 h 357523"/>
                <a:gd name="connsiteX64" fmla="*/ 174258 w 302563"/>
                <a:gd name="connsiteY64" fmla="*/ 68725 h 357523"/>
                <a:gd name="connsiteX65" fmla="*/ 174258 w 302563"/>
                <a:gd name="connsiteY65" fmla="*/ 106351 h 357523"/>
                <a:gd name="connsiteX66" fmla="*/ 201525 w 302563"/>
                <a:gd name="connsiteY66" fmla="*/ 146746 h 357523"/>
                <a:gd name="connsiteX67" fmla="*/ 302563 w 302563"/>
                <a:gd name="connsiteY67" fmla="*/ 252088 h 357523"/>
                <a:gd name="connsiteX68" fmla="*/ 302563 w 302563"/>
                <a:gd name="connsiteY68" fmla="*/ 343770 h 357523"/>
                <a:gd name="connsiteX69" fmla="*/ 288810 w 302563"/>
                <a:gd name="connsiteY69" fmla="*/ 357523 h 357523"/>
                <a:gd name="connsiteX70" fmla="*/ 13753 w 302563"/>
                <a:gd name="connsiteY70" fmla="*/ 357523 h 357523"/>
                <a:gd name="connsiteX71" fmla="*/ 0 w 302563"/>
                <a:gd name="connsiteY71" fmla="*/ 343770 h 357523"/>
                <a:gd name="connsiteX72" fmla="*/ 0 w 302563"/>
                <a:gd name="connsiteY72" fmla="*/ 151238 h 357523"/>
                <a:gd name="connsiteX73" fmla="*/ 27506 w 302563"/>
                <a:gd name="connsiteY73" fmla="*/ 106314 h 357523"/>
                <a:gd name="connsiteX74" fmla="*/ 27506 w 302563"/>
                <a:gd name="connsiteY74" fmla="*/ 68725 h 357523"/>
                <a:gd name="connsiteX75" fmla="*/ 41259 w 302563"/>
                <a:gd name="connsiteY75" fmla="*/ 54972 h 357523"/>
                <a:gd name="connsiteX76" fmla="*/ 64180 w 302563"/>
                <a:gd name="connsiteY76" fmla="*/ 54972 h 357523"/>
                <a:gd name="connsiteX77" fmla="*/ 64180 w 302563"/>
                <a:gd name="connsiteY77" fmla="*/ 13752 h 357523"/>
                <a:gd name="connsiteX78" fmla="*/ 77933 w 302563"/>
                <a:gd name="connsiteY78" fmla="*/ 0 h 357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02563" h="357523">
                  <a:moveTo>
                    <a:pt x="82517" y="293345"/>
                  </a:moveTo>
                  <a:lnTo>
                    <a:pt x="82517" y="330018"/>
                  </a:lnTo>
                  <a:lnTo>
                    <a:pt x="119192" y="330018"/>
                  </a:lnTo>
                  <a:lnTo>
                    <a:pt x="119192" y="293345"/>
                  </a:lnTo>
                  <a:close/>
                  <a:moveTo>
                    <a:pt x="238384" y="275009"/>
                  </a:moveTo>
                  <a:cubicBezTo>
                    <a:pt x="248511" y="275009"/>
                    <a:pt x="256721" y="283218"/>
                    <a:pt x="256721" y="293345"/>
                  </a:cubicBezTo>
                  <a:cubicBezTo>
                    <a:pt x="256721" y="303472"/>
                    <a:pt x="248511" y="311681"/>
                    <a:pt x="238384" y="311681"/>
                  </a:cubicBezTo>
                  <a:cubicBezTo>
                    <a:pt x="228256" y="311681"/>
                    <a:pt x="220047" y="303472"/>
                    <a:pt x="220047" y="293345"/>
                  </a:cubicBezTo>
                  <a:cubicBezTo>
                    <a:pt x="220047" y="283218"/>
                    <a:pt x="228256" y="275009"/>
                    <a:pt x="238384" y="275009"/>
                  </a:cubicBezTo>
                  <a:close/>
                  <a:moveTo>
                    <a:pt x="238384" y="220000"/>
                  </a:moveTo>
                  <a:cubicBezTo>
                    <a:pt x="248511" y="220000"/>
                    <a:pt x="256721" y="228209"/>
                    <a:pt x="256721" y="238336"/>
                  </a:cubicBezTo>
                  <a:cubicBezTo>
                    <a:pt x="256721" y="248463"/>
                    <a:pt x="248511" y="256672"/>
                    <a:pt x="238384" y="256672"/>
                  </a:cubicBezTo>
                  <a:cubicBezTo>
                    <a:pt x="228256" y="256672"/>
                    <a:pt x="220047" y="248463"/>
                    <a:pt x="220047" y="238336"/>
                  </a:cubicBezTo>
                  <a:cubicBezTo>
                    <a:pt x="220047" y="228209"/>
                    <a:pt x="228256" y="220000"/>
                    <a:pt x="238384" y="220000"/>
                  </a:cubicBezTo>
                  <a:close/>
                  <a:moveTo>
                    <a:pt x="128361" y="201663"/>
                  </a:moveTo>
                  <a:cubicBezTo>
                    <a:pt x="138488" y="201663"/>
                    <a:pt x="146698" y="209872"/>
                    <a:pt x="146698" y="220000"/>
                  </a:cubicBezTo>
                  <a:cubicBezTo>
                    <a:pt x="146698" y="230127"/>
                    <a:pt x="138488" y="238336"/>
                    <a:pt x="128361" y="238336"/>
                  </a:cubicBezTo>
                  <a:cubicBezTo>
                    <a:pt x="118233" y="238336"/>
                    <a:pt x="110024" y="230127"/>
                    <a:pt x="110024" y="220000"/>
                  </a:cubicBezTo>
                  <a:cubicBezTo>
                    <a:pt x="110024" y="209872"/>
                    <a:pt x="118233" y="201663"/>
                    <a:pt x="128361" y="201663"/>
                  </a:cubicBezTo>
                  <a:close/>
                  <a:moveTo>
                    <a:pt x="73349" y="201663"/>
                  </a:moveTo>
                  <a:cubicBezTo>
                    <a:pt x="83477" y="201663"/>
                    <a:pt x="91686" y="209872"/>
                    <a:pt x="91686" y="220000"/>
                  </a:cubicBezTo>
                  <a:cubicBezTo>
                    <a:pt x="91686" y="230127"/>
                    <a:pt x="83477" y="238336"/>
                    <a:pt x="73349" y="238336"/>
                  </a:cubicBezTo>
                  <a:cubicBezTo>
                    <a:pt x="63222" y="238336"/>
                    <a:pt x="55012" y="230127"/>
                    <a:pt x="55012" y="220000"/>
                  </a:cubicBezTo>
                  <a:cubicBezTo>
                    <a:pt x="55012" y="209872"/>
                    <a:pt x="63222" y="201663"/>
                    <a:pt x="73349" y="201663"/>
                  </a:cubicBezTo>
                  <a:close/>
                  <a:moveTo>
                    <a:pt x="201709" y="174306"/>
                  </a:moveTo>
                  <a:lnTo>
                    <a:pt x="201709" y="330018"/>
                  </a:lnTo>
                  <a:lnTo>
                    <a:pt x="275058" y="330018"/>
                  </a:lnTo>
                  <a:lnTo>
                    <a:pt x="275058" y="252088"/>
                  </a:lnTo>
                  <a:cubicBezTo>
                    <a:pt x="275058" y="210593"/>
                    <a:pt x="242601" y="176671"/>
                    <a:pt x="201709" y="174306"/>
                  </a:cubicBezTo>
                  <a:close/>
                  <a:moveTo>
                    <a:pt x="128361" y="146654"/>
                  </a:moveTo>
                  <a:cubicBezTo>
                    <a:pt x="138488" y="146654"/>
                    <a:pt x="146698" y="154863"/>
                    <a:pt x="146698" y="164990"/>
                  </a:cubicBezTo>
                  <a:cubicBezTo>
                    <a:pt x="146698" y="175118"/>
                    <a:pt x="138488" y="183327"/>
                    <a:pt x="128361" y="183327"/>
                  </a:cubicBezTo>
                  <a:cubicBezTo>
                    <a:pt x="118233" y="183327"/>
                    <a:pt x="110024" y="175118"/>
                    <a:pt x="110024" y="164990"/>
                  </a:cubicBezTo>
                  <a:cubicBezTo>
                    <a:pt x="110024" y="154863"/>
                    <a:pt x="118233" y="146654"/>
                    <a:pt x="128361" y="146654"/>
                  </a:cubicBezTo>
                  <a:close/>
                  <a:moveTo>
                    <a:pt x="73349" y="146654"/>
                  </a:moveTo>
                  <a:cubicBezTo>
                    <a:pt x="83477" y="146654"/>
                    <a:pt x="91686" y="154863"/>
                    <a:pt x="91686" y="164990"/>
                  </a:cubicBezTo>
                  <a:cubicBezTo>
                    <a:pt x="91686" y="175118"/>
                    <a:pt x="83477" y="183327"/>
                    <a:pt x="73349" y="183327"/>
                  </a:cubicBezTo>
                  <a:cubicBezTo>
                    <a:pt x="63222" y="183327"/>
                    <a:pt x="55012" y="175118"/>
                    <a:pt x="55012" y="164990"/>
                  </a:cubicBezTo>
                  <a:cubicBezTo>
                    <a:pt x="55012" y="154863"/>
                    <a:pt x="63222" y="146654"/>
                    <a:pt x="73349" y="146654"/>
                  </a:cubicBezTo>
                  <a:close/>
                  <a:moveTo>
                    <a:pt x="50427" y="128318"/>
                  </a:moveTo>
                  <a:cubicBezTo>
                    <a:pt x="37775" y="128318"/>
                    <a:pt x="27506" y="138586"/>
                    <a:pt x="27506" y="151238"/>
                  </a:cubicBezTo>
                  <a:lnTo>
                    <a:pt x="27506" y="330018"/>
                  </a:lnTo>
                  <a:lnTo>
                    <a:pt x="55012" y="330018"/>
                  </a:lnTo>
                  <a:lnTo>
                    <a:pt x="55012" y="279593"/>
                  </a:lnTo>
                  <a:cubicBezTo>
                    <a:pt x="55012" y="271998"/>
                    <a:pt x="61169" y="265841"/>
                    <a:pt x="68764" y="265841"/>
                  </a:cubicBezTo>
                  <a:lnTo>
                    <a:pt x="132944" y="265841"/>
                  </a:lnTo>
                  <a:cubicBezTo>
                    <a:pt x="140540" y="265841"/>
                    <a:pt x="146697" y="271998"/>
                    <a:pt x="146697" y="279593"/>
                  </a:cubicBezTo>
                  <a:lnTo>
                    <a:pt x="146697" y="330018"/>
                  </a:lnTo>
                  <a:lnTo>
                    <a:pt x="174203" y="330018"/>
                  </a:lnTo>
                  <a:lnTo>
                    <a:pt x="174203" y="151238"/>
                  </a:lnTo>
                  <a:cubicBezTo>
                    <a:pt x="174203" y="138586"/>
                    <a:pt x="163934" y="128318"/>
                    <a:pt x="151282" y="128318"/>
                  </a:cubicBezTo>
                  <a:close/>
                  <a:moveTo>
                    <a:pt x="55012" y="82477"/>
                  </a:moveTo>
                  <a:lnTo>
                    <a:pt x="55012" y="100813"/>
                  </a:lnTo>
                  <a:lnTo>
                    <a:pt x="146752" y="100813"/>
                  </a:lnTo>
                  <a:lnTo>
                    <a:pt x="146752" y="82477"/>
                  </a:lnTo>
                  <a:close/>
                  <a:moveTo>
                    <a:pt x="91686" y="27505"/>
                  </a:moveTo>
                  <a:lnTo>
                    <a:pt x="91686" y="54972"/>
                  </a:lnTo>
                  <a:lnTo>
                    <a:pt x="110023" y="54972"/>
                  </a:lnTo>
                  <a:lnTo>
                    <a:pt x="110023" y="27505"/>
                  </a:lnTo>
                  <a:close/>
                  <a:moveTo>
                    <a:pt x="77933" y="0"/>
                  </a:moveTo>
                  <a:lnTo>
                    <a:pt x="123776" y="0"/>
                  </a:lnTo>
                  <a:cubicBezTo>
                    <a:pt x="131371" y="0"/>
                    <a:pt x="137529" y="6157"/>
                    <a:pt x="137529" y="13752"/>
                  </a:cubicBezTo>
                  <a:lnTo>
                    <a:pt x="137529" y="54972"/>
                  </a:lnTo>
                  <a:lnTo>
                    <a:pt x="160505" y="54972"/>
                  </a:lnTo>
                  <a:cubicBezTo>
                    <a:pt x="168100" y="54972"/>
                    <a:pt x="174258" y="61130"/>
                    <a:pt x="174258" y="68725"/>
                  </a:cubicBezTo>
                  <a:lnTo>
                    <a:pt x="174258" y="106351"/>
                  </a:lnTo>
                  <a:cubicBezTo>
                    <a:pt x="189681" y="114241"/>
                    <a:pt x="199976" y="129492"/>
                    <a:pt x="201525" y="146746"/>
                  </a:cubicBezTo>
                  <a:cubicBezTo>
                    <a:pt x="257997" y="149106"/>
                    <a:pt x="302563" y="195570"/>
                    <a:pt x="302563" y="252088"/>
                  </a:cubicBezTo>
                  <a:lnTo>
                    <a:pt x="302563" y="343770"/>
                  </a:lnTo>
                  <a:cubicBezTo>
                    <a:pt x="302563" y="351365"/>
                    <a:pt x="296406" y="357523"/>
                    <a:pt x="288810" y="357523"/>
                  </a:cubicBezTo>
                  <a:lnTo>
                    <a:pt x="13753" y="357523"/>
                  </a:lnTo>
                  <a:cubicBezTo>
                    <a:pt x="6161" y="357523"/>
                    <a:pt x="0" y="351380"/>
                    <a:pt x="0" y="343770"/>
                  </a:cubicBezTo>
                  <a:lnTo>
                    <a:pt x="0" y="151238"/>
                  </a:lnTo>
                  <a:cubicBezTo>
                    <a:pt x="-3" y="132285"/>
                    <a:pt x="10622" y="114930"/>
                    <a:pt x="27506" y="106314"/>
                  </a:cubicBezTo>
                  <a:lnTo>
                    <a:pt x="27506" y="68725"/>
                  </a:lnTo>
                  <a:cubicBezTo>
                    <a:pt x="27506" y="61130"/>
                    <a:pt x="33663" y="54972"/>
                    <a:pt x="41259" y="54972"/>
                  </a:cubicBezTo>
                  <a:lnTo>
                    <a:pt x="64180" y="54972"/>
                  </a:lnTo>
                  <a:lnTo>
                    <a:pt x="64180" y="13752"/>
                  </a:lnTo>
                  <a:cubicBezTo>
                    <a:pt x="64180" y="6157"/>
                    <a:pt x="70338" y="0"/>
                    <a:pt x="77933"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24" name="Group 23">
            <a:extLst>
              <a:ext uri="{FF2B5EF4-FFF2-40B4-BE49-F238E27FC236}">
                <a16:creationId xmlns:a16="http://schemas.microsoft.com/office/drawing/2014/main" id="{F2E38984-3886-49AF-FFB1-44A0D39C57F0}"/>
              </a:ext>
              <a:ext uri="{C183D7F6-B498-43B3-948B-1728B52AA6E4}">
                <adec:decorative xmlns:adec="http://schemas.microsoft.com/office/drawing/2017/decorative" val="1"/>
              </a:ext>
            </a:extLst>
          </p:cNvPr>
          <p:cNvGrpSpPr/>
          <p:nvPr/>
        </p:nvGrpSpPr>
        <p:grpSpPr>
          <a:xfrm>
            <a:off x="5696392" y="3474534"/>
            <a:ext cx="829694" cy="829689"/>
            <a:chOff x="4603509" y="3119548"/>
            <a:chExt cx="829694" cy="829689"/>
          </a:xfrm>
        </p:grpSpPr>
        <p:sp>
          <p:nvSpPr>
            <p:cNvPr id="25" name="Oval 24">
              <a:extLst>
                <a:ext uri="{FF2B5EF4-FFF2-40B4-BE49-F238E27FC236}">
                  <a16:creationId xmlns:a16="http://schemas.microsoft.com/office/drawing/2014/main" id="{B54AB406-F244-DEDD-36F5-1710E27AC7A8}"/>
                </a:ext>
                <a:ext uri="{C183D7F6-B498-43B3-948B-1728B52AA6E4}">
                  <adec:decorative xmlns:adec="http://schemas.microsoft.com/office/drawing/2017/decorative" val="1"/>
                </a:ext>
              </a:extLst>
            </p:cNvPr>
            <p:cNvSpPr/>
            <p:nvPr/>
          </p:nvSpPr>
          <p:spPr bwMode="auto">
            <a:xfrm>
              <a:off x="4603509" y="3119548"/>
              <a:ext cx="829694" cy="829689"/>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2400" b="1" dirty="0">
                <a:ln w="3175">
                  <a:noFill/>
                </a:ln>
                <a:solidFill>
                  <a:schemeClr val="bg1"/>
                </a:solidFill>
                <a:latin typeface="+mj-lt"/>
                <a:cs typeface="Segoe Sans Display Semibold" pitchFamily="2" charset="0"/>
              </a:endParaRPr>
            </a:p>
          </p:txBody>
        </p:sp>
        <p:sp>
          <p:nvSpPr>
            <p:cNvPr id="26" name="Graphic 9" descr="Icon of a warning sign">
              <a:extLst>
                <a:ext uri="{FF2B5EF4-FFF2-40B4-BE49-F238E27FC236}">
                  <a16:creationId xmlns:a16="http://schemas.microsoft.com/office/drawing/2014/main" id="{66FD3D44-6A32-BD2F-88D4-192102D4E3B5}"/>
                </a:ext>
              </a:extLst>
            </p:cNvPr>
            <p:cNvSpPr/>
            <p:nvPr/>
          </p:nvSpPr>
          <p:spPr>
            <a:xfrm>
              <a:off x="4791122" y="3298074"/>
              <a:ext cx="454468" cy="420254"/>
            </a:xfrm>
            <a:custGeom>
              <a:avLst/>
              <a:gdLst>
                <a:gd name="connsiteX0" fmla="*/ 118550 w 266105"/>
                <a:gd name="connsiteY0" fmla="*/ 3748 h 246072"/>
                <a:gd name="connsiteX1" fmla="*/ 158102 w 266105"/>
                <a:gd name="connsiteY1" fmla="*/ 13586 h 246072"/>
                <a:gd name="connsiteX2" fmla="*/ 159206 w 266105"/>
                <a:gd name="connsiteY2" fmla="*/ 15420 h 246072"/>
                <a:gd name="connsiteX3" fmla="*/ 262360 w 266105"/>
                <a:gd name="connsiteY3" fmla="*/ 201668 h 246072"/>
                <a:gd name="connsiteX4" fmla="*/ 250669 w 266105"/>
                <a:gd name="connsiteY4" fmla="*/ 242323 h 246072"/>
                <a:gd name="connsiteX5" fmla="*/ 238243 w 266105"/>
                <a:gd name="connsiteY5" fmla="*/ 245993 h 246072"/>
                <a:gd name="connsiteX6" fmla="*/ 236196 w 266105"/>
                <a:gd name="connsiteY6" fmla="*/ 246072 h 246072"/>
                <a:gd name="connsiteX7" fmla="*/ 29913 w 266105"/>
                <a:gd name="connsiteY7" fmla="*/ 246072 h 246072"/>
                <a:gd name="connsiteX8" fmla="*/ 0 w 266105"/>
                <a:gd name="connsiteY8" fmla="*/ 216159 h 246072"/>
                <a:gd name="connsiteX9" fmla="*/ 2779 w 266105"/>
                <a:gd name="connsiteY9" fmla="*/ 203569 h 246072"/>
                <a:gd name="connsiteX10" fmla="*/ 3736 w 266105"/>
                <a:gd name="connsiteY10" fmla="*/ 201668 h 246072"/>
                <a:gd name="connsiteX11" fmla="*/ 106864 w 266105"/>
                <a:gd name="connsiteY11" fmla="*/ 15420 h 246072"/>
                <a:gd name="connsiteX12" fmla="*/ 118537 w 266105"/>
                <a:gd name="connsiteY12" fmla="*/ 3748 h 246072"/>
                <a:gd name="connsiteX13" fmla="*/ 244917 w 266105"/>
                <a:gd name="connsiteY13" fmla="*/ 211320 h 246072"/>
                <a:gd name="connsiteX14" fmla="*/ 141750 w 266105"/>
                <a:gd name="connsiteY14" fmla="*/ 25086 h 246072"/>
                <a:gd name="connsiteX15" fmla="*/ 128191 w 266105"/>
                <a:gd name="connsiteY15" fmla="*/ 21211 h 246072"/>
                <a:gd name="connsiteX16" fmla="*/ 125078 w 266105"/>
                <a:gd name="connsiteY16" fmla="*/ 23916 h 246072"/>
                <a:gd name="connsiteX17" fmla="*/ 124320 w 266105"/>
                <a:gd name="connsiteY17" fmla="*/ 25086 h 246072"/>
                <a:gd name="connsiteX18" fmla="*/ 21192 w 266105"/>
                <a:gd name="connsiteY18" fmla="*/ 211320 h 246072"/>
                <a:gd name="connsiteX19" fmla="*/ 25070 w 266105"/>
                <a:gd name="connsiteY19" fmla="*/ 224878 h 246072"/>
                <a:gd name="connsiteX20" fmla="*/ 28650 w 266105"/>
                <a:gd name="connsiteY20" fmla="*/ 226050 h 246072"/>
                <a:gd name="connsiteX21" fmla="*/ 29913 w 266105"/>
                <a:gd name="connsiteY21" fmla="*/ 226130 h 246072"/>
                <a:gd name="connsiteX22" fmla="*/ 236196 w 266105"/>
                <a:gd name="connsiteY22" fmla="*/ 226130 h 246072"/>
                <a:gd name="connsiteX23" fmla="*/ 246159 w 266105"/>
                <a:gd name="connsiteY23" fmla="*/ 216151 h 246072"/>
                <a:gd name="connsiteX24" fmla="*/ 245449 w 266105"/>
                <a:gd name="connsiteY24" fmla="*/ 212463 h 246072"/>
                <a:gd name="connsiteX25" fmla="*/ 244917 w 266105"/>
                <a:gd name="connsiteY25" fmla="*/ 211320 h 246072"/>
                <a:gd name="connsiteX26" fmla="*/ 141750 w 266105"/>
                <a:gd name="connsiteY26" fmla="*/ 25086 h 246072"/>
                <a:gd name="connsiteX27" fmla="*/ 244917 w 266105"/>
                <a:gd name="connsiteY27" fmla="*/ 211320 h 246072"/>
                <a:gd name="connsiteX28" fmla="*/ 133041 w 266105"/>
                <a:gd name="connsiteY28" fmla="*/ 179505 h 246072"/>
                <a:gd name="connsiteX29" fmla="*/ 146736 w 266105"/>
                <a:gd name="connsiteY29" fmla="*/ 192360 h 246072"/>
                <a:gd name="connsiteX30" fmla="*/ 133882 w 266105"/>
                <a:gd name="connsiteY30" fmla="*/ 206055 h 246072"/>
                <a:gd name="connsiteX31" fmla="*/ 133041 w 266105"/>
                <a:gd name="connsiteY31" fmla="*/ 206055 h 246072"/>
                <a:gd name="connsiteX32" fmla="*/ 120187 w 266105"/>
                <a:gd name="connsiteY32" fmla="*/ 192360 h 246072"/>
                <a:gd name="connsiteX33" fmla="*/ 133041 w 266105"/>
                <a:gd name="connsiteY33" fmla="*/ 179505 h 246072"/>
                <a:gd name="connsiteX34" fmla="*/ 132975 w 266105"/>
                <a:gd name="connsiteY34" fmla="*/ 79767 h 246072"/>
                <a:gd name="connsiteX35" fmla="*/ 142866 w 266105"/>
                <a:gd name="connsiteY35" fmla="*/ 88369 h 246072"/>
                <a:gd name="connsiteX36" fmla="*/ 142959 w 266105"/>
                <a:gd name="connsiteY36" fmla="*/ 89725 h 246072"/>
                <a:gd name="connsiteX37" fmla="*/ 143013 w 266105"/>
                <a:gd name="connsiteY37" fmla="*/ 149579 h 246072"/>
                <a:gd name="connsiteX38" fmla="*/ 133158 w 266105"/>
                <a:gd name="connsiteY38" fmla="*/ 159665 h 246072"/>
                <a:gd name="connsiteX39" fmla="*/ 123150 w 266105"/>
                <a:gd name="connsiteY39" fmla="*/ 150948 h 246072"/>
                <a:gd name="connsiteX40" fmla="*/ 123070 w 266105"/>
                <a:gd name="connsiteY40" fmla="*/ 149592 h 246072"/>
                <a:gd name="connsiteX41" fmla="*/ 123017 w 266105"/>
                <a:gd name="connsiteY41" fmla="*/ 89738 h 246072"/>
                <a:gd name="connsiteX42" fmla="*/ 132988 w 266105"/>
                <a:gd name="connsiteY42" fmla="*/ 79767 h 246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6105" h="246072">
                  <a:moveTo>
                    <a:pt x="118550" y="3748"/>
                  </a:moveTo>
                  <a:cubicBezTo>
                    <a:pt x="132274" y="-3852"/>
                    <a:pt x="149538" y="442"/>
                    <a:pt x="158102" y="13586"/>
                  </a:cubicBezTo>
                  <a:lnTo>
                    <a:pt x="159206" y="15420"/>
                  </a:lnTo>
                  <a:lnTo>
                    <a:pt x="262360" y="201668"/>
                  </a:lnTo>
                  <a:cubicBezTo>
                    <a:pt x="270358" y="216123"/>
                    <a:pt x="265124" y="234325"/>
                    <a:pt x="250669" y="242323"/>
                  </a:cubicBezTo>
                  <a:cubicBezTo>
                    <a:pt x="246845" y="244440"/>
                    <a:pt x="242604" y="245692"/>
                    <a:pt x="238243" y="245993"/>
                  </a:cubicBezTo>
                  <a:lnTo>
                    <a:pt x="236196" y="246072"/>
                  </a:lnTo>
                  <a:lnTo>
                    <a:pt x="29913" y="246072"/>
                  </a:lnTo>
                  <a:cubicBezTo>
                    <a:pt x="13393" y="246072"/>
                    <a:pt x="0" y="232679"/>
                    <a:pt x="0" y="216159"/>
                  </a:cubicBezTo>
                  <a:cubicBezTo>
                    <a:pt x="0" y="211810"/>
                    <a:pt x="948" y="207513"/>
                    <a:pt x="2779" y="203569"/>
                  </a:cubicBezTo>
                  <a:lnTo>
                    <a:pt x="3736" y="201668"/>
                  </a:lnTo>
                  <a:lnTo>
                    <a:pt x="106864" y="15420"/>
                  </a:lnTo>
                  <a:cubicBezTo>
                    <a:pt x="109583" y="10512"/>
                    <a:pt x="113628" y="6467"/>
                    <a:pt x="118537" y="3748"/>
                  </a:cubicBezTo>
                  <a:close/>
                  <a:moveTo>
                    <a:pt x="244917" y="211320"/>
                  </a:moveTo>
                  <a:lnTo>
                    <a:pt x="141750" y="25086"/>
                  </a:lnTo>
                  <a:cubicBezTo>
                    <a:pt x="139076" y="20272"/>
                    <a:pt x="133006" y="18537"/>
                    <a:pt x="128191" y="21211"/>
                  </a:cubicBezTo>
                  <a:cubicBezTo>
                    <a:pt x="126976" y="21886"/>
                    <a:pt x="125915" y="22807"/>
                    <a:pt x="125078" y="23916"/>
                  </a:cubicBezTo>
                  <a:lnTo>
                    <a:pt x="124320" y="25086"/>
                  </a:lnTo>
                  <a:lnTo>
                    <a:pt x="21192" y="211320"/>
                  </a:lnTo>
                  <a:cubicBezTo>
                    <a:pt x="18519" y="216135"/>
                    <a:pt x="20256" y="222204"/>
                    <a:pt x="25070" y="224878"/>
                  </a:cubicBezTo>
                  <a:cubicBezTo>
                    <a:pt x="26178" y="225492"/>
                    <a:pt x="27393" y="225891"/>
                    <a:pt x="28650" y="226050"/>
                  </a:cubicBezTo>
                  <a:lnTo>
                    <a:pt x="29913" y="226130"/>
                  </a:lnTo>
                  <a:lnTo>
                    <a:pt x="236196" y="226130"/>
                  </a:lnTo>
                  <a:cubicBezTo>
                    <a:pt x="241703" y="226126"/>
                    <a:pt x="246163" y="221658"/>
                    <a:pt x="246159" y="216151"/>
                  </a:cubicBezTo>
                  <a:cubicBezTo>
                    <a:pt x="246159" y="214888"/>
                    <a:pt x="245917" y="213637"/>
                    <a:pt x="245449" y="212463"/>
                  </a:cubicBezTo>
                  <a:lnTo>
                    <a:pt x="244917" y="211320"/>
                  </a:lnTo>
                  <a:lnTo>
                    <a:pt x="141750" y="25086"/>
                  </a:lnTo>
                  <a:lnTo>
                    <a:pt x="244917" y="211320"/>
                  </a:lnTo>
                  <a:close/>
                  <a:moveTo>
                    <a:pt x="133041" y="179505"/>
                  </a:moveTo>
                  <a:cubicBezTo>
                    <a:pt x="140374" y="179273"/>
                    <a:pt x="146504" y="185028"/>
                    <a:pt x="146736" y="192360"/>
                  </a:cubicBezTo>
                  <a:cubicBezTo>
                    <a:pt x="146969" y="199692"/>
                    <a:pt x="141214" y="205822"/>
                    <a:pt x="133882" y="206055"/>
                  </a:cubicBezTo>
                  <a:cubicBezTo>
                    <a:pt x="133601" y="206064"/>
                    <a:pt x="133322" y="206064"/>
                    <a:pt x="133041" y="206055"/>
                  </a:cubicBezTo>
                  <a:cubicBezTo>
                    <a:pt x="125709" y="205822"/>
                    <a:pt x="119954" y="199692"/>
                    <a:pt x="120187" y="192360"/>
                  </a:cubicBezTo>
                  <a:cubicBezTo>
                    <a:pt x="120409" y="185355"/>
                    <a:pt x="126036" y="179727"/>
                    <a:pt x="133041" y="179505"/>
                  </a:cubicBezTo>
                  <a:close/>
                  <a:moveTo>
                    <a:pt x="132975" y="79767"/>
                  </a:moveTo>
                  <a:cubicBezTo>
                    <a:pt x="137958" y="79760"/>
                    <a:pt x="142182" y="83433"/>
                    <a:pt x="142866" y="88369"/>
                  </a:cubicBezTo>
                  <a:lnTo>
                    <a:pt x="142959" y="89725"/>
                  </a:lnTo>
                  <a:lnTo>
                    <a:pt x="143013" y="149579"/>
                  </a:lnTo>
                  <a:cubicBezTo>
                    <a:pt x="143076" y="155085"/>
                    <a:pt x="138665" y="159602"/>
                    <a:pt x="133158" y="159665"/>
                  </a:cubicBezTo>
                  <a:cubicBezTo>
                    <a:pt x="128092" y="159724"/>
                    <a:pt x="123787" y="155975"/>
                    <a:pt x="123150" y="150948"/>
                  </a:cubicBezTo>
                  <a:lnTo>
                    <a:pt x="123070" y="149592"/>
                  </a:lnTo>
                  <a:lnTo>
                    <a:pt x="123017" y="89738"/>
                  </a:lnTo>
                  <a:cubicBezTo>
                    <a:pt x="123017" y="84232"/>
                    <a:pt x="127482" y="79767"/>
                    <a:pt x="132988" y="79767"/>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27" name="Group 26">
            <a:extLst>
              <a:ext uri="{FF2B5EF4-FFF2-40B4-BE49-F238E27FC236}">
                <a16:creationId xmlns:a16="http://schemas.microsoft.com/office/drawing/2014/main" id="{9D878387-F14E-E5FE-F90F-2A9CFB8BCB24}"/>
              </a:ext>
              <a:ext uri="{C183D7F6-B498-43B3-948B-1728B52AA6E4}">
                <adec:decorative xmlns:adec="http://schemas.microsoft.com/office/drawing/2017/decorative" val="1"/>
              </a:ext>
            </a:extLst>
          </p:cNvPr>
          <p:cNvGrpSpPr/>
          <p:nvPr/>
        </p:nvGrpSpPr>
        <p:grpSpPr>
          <a:xfrm>
            <a:off x="9302904" y="3474534"/>
            <a:ext cx="829694" cy="829689"/>
            <a:chOff x="8210309" y="3119550"/>
            <a:chExt cx="829694" cy="829689"/>
          </a:xfrm>
        </p:grpSpPr>
        <p:sp>
          <p:nvSpPr>
            <p:cNvPr id="28" name="Oval 27">
              <a:extLst>
                <a:ext uri="{FF2B5EF4-FFF2-40B4-BE49-F238E27FC236}">
                  <a16:creationId xmlns:a16="http://schemas.microsoft.com/office/drawing/2014/main" id="{DD9CDB90-0A2F-C497-34CD-CBAB75C5F7E1}"/>
                </a:ext>
                <a:ext uri="{C183D7F6-B498-43B3-948B-1728B52AA6E4}">
                  <adec:decorative xmlns:adec="http://schemas.microsoft.com/office/drawing/2017/decorative" val="1"/>
                </a:ext>
              </a:extLst>
            </p:cNvPr>
            <p:cNvSpPr/>
            <p:nvPr/>
          </p:nvSpPr>
          <p:spPr bwMode="auto">
            <a:xfrm>
              <a:off x="8210309" y="3119550"/>
              <a:ext cx="829694" cy="829689"/>
            </a:xfrm>
            <a:prstGeom prst="ellipse">
              <a:avLst/>
            </a:prstGeom>
            <a:solidFill>
              <a:schemeClr val="accent1"/>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2400" b="1">
                <a:ln w="3175">
                  <a:noFill/>
                </a:ln>
                <a:solidFill>
                  <a:schemeClr val="bg1"/>
                </a:solidFill>
                <a:latin typeface="+mj-lt"/>
                <a:cs typeface="Segoe Sans Display Semibold" pitchFamily="2" charset="0"/>
              </a:endParaRPr>
            </a:p>
          </p:txBody>
        </p:sp>
        <p:sp>
          <p:nvSpPr>
            <p:cNvPr id="29" name="Graphic 188" descr="Icon of bulleted list with a critical sign">
              <a:extLst>
                <a:ext uri="{FF2B5EF4-FFF2-40B4-BE49-F238E27FC236}">
                  <a16:creationId xmlns:a16="http://schemas.microsoft.com/office/drawing/2014/main" id="{92BE3C18-7061-B597-00A8-4540DA96C978}"/>
                </a:ext>
              </a:extLst>
            </p:cNvPr>
            <p:cNvSpPr/>
            <p:nvPr/>
          </p:nvSpPr>
          <p:spPr>
            <a:xfrm>
              <a:off x="8437609" y="3333139"/>
              <a:ext cx="375094" cy="402512"/>
            </a:xfrm>
            <a:custGeom>
              <a:avLst/>
              <a:gdLst>
                <a:gd name="connsiteX0" fmla="*/ 34866 w 309918"/>
                <a:gd name="connsiteY0" fmla="*/ 0 h 309898"/>
                <a:gd name="connsiteX1" fmla="*/ 0 w 309918"/>
                <a:gd name="connsiteY1" fmla="*/ 34866 h 309898"/>
                <a:gd name="connsiteX2" fmla="*/ 0 w 309918"/>
                <a:gd name="connsiteY2" fmla="*/ 244061 h 309898"/>
                <a:gd name="connsiteX3" fmla="*/ 34866 w 309918"/>
                <a:gd name="connsiteY3" fmla="*/ 278927 h 309898"/>
                <a:gd name="connsiteX4" fmla="*/ 124745 w 309918"/>
                <a:gd name="connsiteY4" fmla="*/ 278927 h 309898"/>
                <a:gd name="connsiteX5" fmla="*/ 129084 w 309918"/>
                <a:gd name="connsiteY5" fmla="*/ 267402 h 309898"/>
                <a:gd name="connsiteX6" fmla="*/ 135788 w 309918"/>
                <a:gd name="connsiteY6" fmla="*/ 255683 h 309898"/>
                <a:gd name="connsiteX7" fmla="*/ 34866 w 309918"/>
                <a:gd name="connsiteY7" fmla="*/ 255683 h 309898"/>
                <a:gd name="connsiteX8" fmla="*/ 23244 w 309918"/>
                <a:gd name="connsiteY8" fmla="*/ 244061 h 309898"/>
                <a:gd name="connsiteX9" fmla="*/ 23244 w 309918"/>
                <a:gd name="connsiteY9" fmla="*/ 34866 h 309898"/>
                <a:gd name="connsiteX10" fmla="*/ 34866 w 309918"/>
                <a:gd name="connsiteY10" fmla="*/ 23244 h 309898"/>
                <a:gd name="connsiteX11" fmla="*/ 244061 w 309918"/>
                <a:gd name="connsiteY11" fmla="*/ 23244 h 309898"/>
                <a:gd name="connsiteX12" fmla="*/ 255683 w 309918"/>
                <a:gd name="connsiteY12" fmla="*/ 34866 h 309898"/>
                <a:gd name="connsiteX13" fmla="*/ 255683 w 309918"/>
                <a:gd name="connsiteY13" fmla="*/ 155020 h 309898"/>
                <a:gd name="connsiteX14" fmla="*/ 258263 w 309918"/>
                <a:gd name="connsiteY14" fmla="*/ 158956 h 309898"/>
                <a:gd name="connsiteX15" fmla="*/ 278927 w 309918"/>
                <a:gd name="connsiteY15" fmla="*/ 195081 h 309898"/>
                <a:gd name="connsiteX16" fmla="*/ 278927 w 309918"/>
                <a:gd name="connsiteY16" fmla="*/ 34866 h 309898"/>
                <a:gd name="connsiteX17" fmla="*/ 244061 w 309918"/>
                <a:gd name="connsiteY17" fmla="*/ 0 h 309898"/>
                <a:gd name="connsiteX18" fmla="*/ 34866 w 309918"/>
                <a:gd name="connsiteY18" fmla="*/ 0 h 309898"/>
                <a:gd name="connsiteX19" fmla="*/ 224689 w 309918"/>
                <a:gd name="connsiteY19" fmla="*/ 139463 h 309898"/>
                <a:gd name="connsiteX20" fmla="*/ 213067 w 309918"/>
                <a:gd name="connsiteY20" fmla="*/ 127841 h 309898"/>
                <a:gd name="connsiteX21" fmla="*/ 127843 w 309918"/>
                <a:gd name="connsiteY21" fmla="*/ 127841 h 309898"/>
                <a:gd name="connsiteX22" fmla="*/ 116221 w 309918"/>
                <a:gd name="connsiteY22" fmla="*/ 139463 h 309898"/>
                <a:gd name="connsiteX23" fmla="*/ 127843 w 309918"/>
                <a:gd name="connsiteY23" fmla="*/ 151085 h 309898"/>
                <a:gd name="connsiteX24" fmla="*/ 197051 w 309918"/>
                <a:gd name="connsiteY24" fmla="*/ 151085 h 309898"/>
                <a:gd name="connsiteX25" fmla="*/ 214546 w 309918"/>
                <a:gd name="connsiteY25" fmla="*/ 140822 h 309898"/>
                <a:gd name="connsiteX26" fmla="*/ 224689 w 309918"/>
                <a:gd name="connsiteY26" fmla="*/ 139463 h 309898"/>
                <a:gd name="connsiteX27" fmla="*/ 175673 w 309918"/>
                <a:gd name="connsiteY27" fmla="*/ 185951 h 309898"/>
                <a:gd name="connsiteX28" fmla="*/ 127843 w 309918"/>
                <a:gd name="connsiteY28" fmla="*/ 185951 h 309898"/>
                <a:gd name="connsiteX29" fmla="*/ 116221 w 309918"/>
                <a:gd name="connsiteY29" fmla="*/ 197573 h 309898"/>
                <a:gd name="connsiteX30" fmla="*/ 127843 w 309918"/>
                <a:gd name="connsiteY30" fmla="*/ 209195 h 309898"/>
                <a:gd name="connsiteX31" fmla="*/ 162377 w 309918"/>
                <a:gd name="connsiteY31" fmla="*/ 209195 h 309898"/>
                <a:gd name="connsiteX32" fmla="*/ 175673 w 309918"/>
                <a:gd name="connsiteY32" fmla="*/ 185951 h 309898"/>
                <a:gd name="connsiteX33" fmla="*/ 73606 w 309918"/>
                <a:gd name="connsiteY33" fmla="*/ 96849 h 309898"/>
                <a:gd name="connsiteX34" fmla="*/ 89102 w 309918"/>
                <a:gd name="connsiteY34" fmla="*/ 81354 h 309898"/>
                <a:gd name="connsiteX35" fmla="*/ 73606 w 309918"/>
                <a:gd name="connsiteY35" fmla="*/ 65858 h 309898"/>
                <a:gd name="connsiteX36" fmla="*/ 58110 w 309918"/>
                <a:gd name="connsiteY36" fmla="*/ 81354 h 309898"/>
                <a:gd name="connsiteX37" fmla="*/ 73606 w 309918"/>
                <a:gd name="connsiteY37" fmla="*/ 96849 h 309898"/>
                <a:gd name="connsiteX38" fmla="*/ 127841 w 309918"/>
                <a:gd name="connsiteY38" fmla="*/ 69732 h 309898"/>
                <a:gd name="connsiteX39" fmla="*/ 116219 w 309918"/>
                <a:gd name="connsiteY39" fmla="*/ 81354 h 309898"/>
                <a:gd name="connsiteX40" fmla="*/ 127841 w 309918"/>
                <a:gd name="connsiteY40" fmla="*/ 92976 h 309898"/>
                <a:gd name="connsiteX41" fmla="*/ 213069 w 309918"/>
                <a:gd name="connsiteY41" fmla="*/ 92976 h 309898"/>
                <a:gd name="connsiteX42" fmla="*/ 224691 w 309918"/>
                <a:gd name="connsiteY42" fmla="*/ 81354 h 309898"/>
                <a:gd name="connsiteX43" fmla="*/ 213069 w 309918"/>
                <a:gd name="connsiteY43" fmla="*/ 69732 h 309898"/>
                <a:gd name="connsiteX44" fmla="*/ 127841 w 309918"/>
                <a:gd name="connsiteY44" fmla="*/ 69732 h 309898"/>
                <a:gd name="connsiteX45" fmla="*/ 73606 w 309918"/>
                <a:gd name="connsiteY45" fmla="*/ 154959 h 309898"/>
                <a:gd name="connsiteX46" fmla="*/ 89102 w 309918"/>
                <a:gd name="connsiteY46" fmla="*/ 139463 h 309898"/>
                <a:gd name="connsiteX47" fmla="*/ 73606 w 309918"/>
                <a:gd name="connsiteY47" fmla="*/ 123967 h 309898"/>
                <a:gd name="connsiteX48" fmla="*/ 58110 w 309918"/>
                <a:gd name="connsiteY48" fmla="*/ 139463 h 309898"/>
                <a:gd name="connsiteX49" fmla="*/ 73606 w 309918"/>
                <a:gd name="connsiteY49" fmla="*/ 154959 h 309898"/>
                <a:gd name="connsiteX50" fmla="*/ 73606 w 309918"/>
                <a:gd name="connsiteY50" fmla="*/ 213069 h 309898"/>
                <a:gd name="connsiteX51" fmla="*/ 89102 w 309918"/>
                <a:gd name="connsiteY51" fmla="*/ 197573 h 309898"/>
                <a:gd name="connsiteX52" fmla="*/ 73606 w 309918"/>
                <a:gd name="connsiteY52" fmla="*/ 182077 h 309898"/>
                <a:gd name="connsiteX53" fmla="*/ 58110 w 309918"/>
                <a:gd name="connsiteY53" fmla="*/ 197573 h 309898"/>
                <a:gd name="connsiteX54" fmla="*/ 73606 w 309918"/>
                <a:gd name="connsiteY54" fmla="*/ 213069 h 309898"/>
                <a:gd name="connsiteX55" fmla="*/ 218613 w 309918"/>
                <a:gd name="connsiteY55" fmla="*/ 155776 h 309898"/>
                <a:gd name="connsiteX56" fmla="*/ 236214 w 309918"/>
                <a:gd name="connsiteY56" fmla="*/ 158037 h 309898"/>
                <a:gd name="connsiteX57" fmla="*/ 244812 w 309918"/>
                <a:gd name="connsiteY57" fmla="*/ 166649 h 309898"/>
                <a:gd name="connsiteX58" fmla="*/ 306842 w 309918"/>
                <a:gd name="connsiteY58" fmla="*/ 275096 h 309898"/>
                <a:gd name="connsiteX59" fmla="*/ 309102 w 309918"/>
                <a:gd name="connsiteY59" fmla="*/ 292749 h 309898"/>
                <a:gd name="connsiteX60" fmla="*/ 298244 w 309918"/>
                <a:gd name="connsiteY60" fmla="*/ 306825 h 309898"/>
                <a:gd name="connsiteX61" fmla="*/ 286718 w 309918"/>
                <a:gd name="connsiteY61" fmla="*/ 309898 h 309898"/>
                <a:gd name="connsiteX62" fmla="*/ 162658 w 309918"/>
                <a:gd name="connsiteY62" fmla="*/ 309898 h 309898"/>
                <a:gd name="connsiteX63" fmla="*/ 146261 w 309918"/>
                <a:gd name="connsiteY63" fmla="*/ 303094 h 309898"/>
                <a:gd name="connsiteX64" fmla="*/ 139463 w 309918"/>
                <a:gd name="connsiteY64" fmla="*/ 286654 h 309898"/>
                <a:gd name="connsiteX65" fmla="*/ 142535 w 309918"/>
                <a:gd name="connsiteY65" fmla="*/ 275096 h 309898"/>
                <a:gd name="connsiteX66" fmla="*/ 204565 w 309918"/>
                <a:gd name="connsiteY66" fmla="*/ 166649 h 309898"/>
                <a:gd name="connsiteX67" fmla="*/ 218613 w 309918"/>
                <a:gd name="connsiteY67" fmla="*/ 155776 h 309898"/>
                <a:gd name="connsiteX68" fmla="*/ 232371 w 309918"/>
                <a:gd name="connsiteY68" fmla="*/ 193699 h 309898"/>
                <a:gd name="connsiteX69" fmla="*/ 224623 w 309918"/>
                <a:gd name="connsiteY69" fmla="*/ 185951 h 309898"/>
                <a:gd name="connsiteX70" fmla="*/ 216875 w 309918"/>
                <a:gd name="connsiteY70" fmla="*/ 193699 h 309898"/>
                <a:gd name="connsiteX71" fmla="*/ 216875 w 309918"/>
                <a:gd name="connsiteY71" fmla="*/ 240187 h 309898"/>
                <a:gd name="connsiteX72" fmla="*/ 224623 w 309918"/>
                <a:gd name="connsiteY72" fmla="*/ 247935 h 309898"/>
                <a:gd name="connsiteX73" fmla="*/ 232371 w 309918"/>
                <a:gd name="connsiteY73" fmla="*/ 240187 h 309898"/>
                <a:gd name="connsiteX74" fmla="*/ 232371 w 309918"/>
                <a:gd name="connsiteY74" fmla="*/ 193699 h 309898"/>
                <a:gd name="connsiteX75" fmla="*/ 224691 w 309918"/>
                <a:gd name="connsiteY75" fmla="*/ 286674 h 309898"/>
                <a:gd name="connsiteX76" fmla="*/ 236313 w 309918"/>
                <a:gd name="connsiteY76" fmla="*/ 275053 h 309898"/>
                <a:gd name="connsiteX77" fmla="*/ 224691 w 309918"/>
                <a:gd name="connsiteY77" fmla="*/ 263431 h 309898"/>
                <a:gd name="connsiteX78" fmla="*/ 213069 w 309918"/>
                <a:gd name="connsiteY78" fmla="*/ 275053 h 309898"/>
                <a:gd name="connsiteX79" fmla="*/ 224691 w 309918"/>
                <a:gd name="connsiteY79" fmla="*/ 286674 h 309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309918" h="309898">
                  <a:moveTo>
                    <a:pt x="34866" y="0"/>
                  </a:moveTo>
                  <a:cubicBezTo>
                    <a:pt x="15610" y="0"/>
                    <a:pt x="0" y="15610"/>
                    <a:pt x="0" y="34866"/>
                  </a:cubicBezTo>
                  <a:lnTo>
                    <a:pt x="0" y="244061"/>
                  </a:lnTo>
                  <a:cubicBezTo>
                    <a:pt x="0" y="263316"/>
                    <a:pt x="15610" y="278927"/>
                    <a:pt x="34866" y="278927"/>
                  </a:cubicBezTo>
                  <a:lnTo>
                    <a:pt x="124745" y="278927"/>
                  </a:lnTo>
                  <a:cubicBezTo>
                    <a:pt x="125565" y="274894"/>
                    <a:pt x="127025" y="271002"/>
                    <a:pt x="129084" y="267402"/>
                  </a:cubicBezTo>
                  <a:lnTo>
                    <a:pt x="135788" y="255683"/>
                  </a:lnTo>
                  <a:lnTo>
                    <a:pt x="34866" y="255683"/>
                  </a:lnTo>
                  <a:cubicBezTo>
                    <a:pt x="28447" y="255683"/>
                    <a:pt x="23244" y="250479"/>
                    <a:pt x="23244" y="244061"/>
                  </a:cubicBezTo>
                  <a:lnTo>
                    <a:pt x="23244" y="34866"/>
                  </a:lnTo>
                  <a:cubicBezTo>
                    <a:pt x="23244" y="28447"/>
                    <a:pt x="28447" y="23244"/>
                    <a:pt x="34866" y="23244"/>
                  </a:cubicBezTo>
                  <a:lnTo>
                    <a:pt x="244061" y="23244"/>
                  </a:lnTo>
                  <a:cubicBezTo>
                    <a:pt x="250479" y="23244"/>
                    <a:pt x="255683" y="28447"/>
                    <a:pt x="255683" y="34866"/>
                  </a:cubicBezTo>
                  <a:lnTo>
                    <a:pt x="255683" y="155020"/>
                  </a:lnTo>
                  <a:cubicBezTo>
                    <a:pt x="256619" y="156275"/>
                    <a:pt x="257480" y="157589"/>
                    <a:pt x="258263" y="158956"/>
                  </a:cubicBezTo>
                  <a:lnTo>
                    <a:pt x="278927" y="195081"/>
                  </a:lnTo>
                  <a:lnTo>
                    <a:pt x="278927" y="34866"/>
                  </a:lnTo>
                  <a:cubicBezTo>
                    <a:pt x="278927" y="15610"/>
                    <a:pt x="263316" y="0"/>
                    <a:pt x="244061" y="0"/>
                  </a:cubicBezTo>
                  <a:lnTo>
                    <a:pt x="34866" y="0"/>
                  </a:lnTo>
                  <a:close/>
                  <a:moveTo>
                    <a:pt x="224689" y="139463"/>
                  </a:moveTo>
                  <a:cubicBezTo>
                    <a:pt x="224689" y="133045"/>
                    <a:pt x="219487" y="127841"/>
                    <a:pt x="213067" y="127841"/>
                  </a:cubicBezTo>
                  <a:lnTo>
                    <a:pt x="127843" y="127841"/>
                  </a:lnTo>
                  <a:cubicBezTo>
                    <a:pt x="121423" y="127841"/>
                    <a:pt x="116221" y="133045"/>
                    <a:pt x="116221" y="139463"/>
                  </a:cubicBezTo>
                  <a:cubicBezTo>
                    <a:pt x="116221" y="145882"/>
                    <a:pt x="121423" y="151085"/>
                    <a:pt x="127843" y="151085"/>
                  </a:cubicBezTo>
                  <a:lnTo>
                    <a:pt x="197051" y="151085"/>
                  </a:lnTo>
                  <a:cubicBezTo>
                    <a:pt x="201938" y="146088"/>
                    <a:pt x="208016" y="142600"/>
                    <a:pt x="214546" y="140822"/>
                  </a:cubicBezTo>
                  <a:cubicBezTo>
                    <a:pt x="217839" y="139928"/>
                    <a:pt x="221251" y="139466"/>
                    <a:pt x="224689" y="139463"/>
                  </a:cubicBezTo>
                  <a:close/>
                  <a:moveTo>
                    <a:pt x="175673" y="185951"/>
                  </a:moveTo>
                  <a:lnTo>
                    <a:pt x="127843" y="185951"/>
                  </a:lnTo>
                  <a:cubicBezTo>
                    <a:pt x="121423" y="185951"/>
                    <a:pt x="116221" y="191155"/>
                    <a:pt x="116221" y="197573"/>
                  </a:cubicBezTo>
                  <a:cubicBezTo>
                    <a:pt x="116221" y="203991"/>
                    <a:pt x="121423" y="209195"/>
                    <a:pt x="127843" y="209195"/>
                  </a:cubicBezTo>
                  <a:lnTo>
                    <a:pt x="162377" y="209195"/>
                  </a:lnTo>
                  <a:lnTo>
                    <a:pt x="175673" y="185951"/>
                  </a:lnTo>
                  <a:close/>
                  <a:moveTo>
                    <a:pt x="73606" y="96849"/>
                  </a:moveTo>
                  <a:cubicBezTo>
                    <a:pt x="82164" y="96849"/>
                    <a:pt x="89102" y="89912"/>
                    <a:pt x="89102" y="81354"/>
                  </a:cubicBezTo>
                  <a:cubicBezTo>
                    <a:pt x="89102" y="72795"/>
                    <a:pt x="82164" y="65858"/>
                    <a:pt x="73606" y="65858"/>
                  </a:cubicBezTo>
                  <a:cubicBezTo>
                    <a:pt x="65048" y="65858"/>
                    <a:pt x="58110" y="72795"/>
                    <a:pt x="58110" y="81354"/>
                  </a:cubicBezTo>
                  <a:cubicBezTo>
                    <a:pt x="58110" y="89912"/>
                    <a:pt x="65048" y="96849"/>
                    <a:pt x="73606" y="96849"/>
                  </a:cubicBezTo>
                  <a:close/>
                  <a:moveTo>
                    <a:pt x="127841" y="69732"/>
                  </a:moveTo>
                  <a:cubicBezTo>
                    <a:pt x="121423" y="69732"/>
                    <a:pt x="116219" y="74935"/>
                    <a:pt x="116219" y="81354"/>
                  </a:cubicBezTo>
                  <a:cubicBezTo>
                    <a:pt x="116219" y="87772"/>
                    <a:pt x="121423" y="92976"/>
                    <a:pt x="127841" y="92976"/>
                  </a:cubicBezTo>
                  <a:lnTo>
                    <a:pt x="213069" y="92976"/>
                  </a:lnTo>
                  <a:cubicBezTo>
                    <a:pt x="219487" y="92976"/>
                    <a:pt x="224691" y="87772"/>
                    <a:pt x="224691" y="81354"/>
                  </a:cubicBezTo>
                  <a:cubicBezTo>
                    <a:pt x="224691" y="74935"/>
                    <a:pt x="219487" y="69732"/>
                    <a:pt x="213069" y="69732"/>
                  </a:cubicBezTo>
                  <a:lnTo>
                    <a:pt x="127841" y="69732"/>
                  </a:lnTo>
                  <a:close/>
                  <a:moveTo>
                    <a:pt x="73606" y="154959"/>
                  </a:moveTo>
                  <a:cubicBezTo>
                    <a:pt x="82164" y="154959"/>
                    <a:pt x="89102" y="148022"/>
                    <a:pt x="89102" y="139463"/>
                  </a:cubicBezTo>
                  <a:cubicBezTo>
                    <a:pt x="89102" y="130905"/>
                    <a:pt x="82164" y="123967"/>
                    <a:pt x="73606" y="123967"/>
                  </a:cubicBezTo>
                  <a:cubicBezTo>
                    <a:pt x="65048" y="123967"/>
                    <a:pt x="58110" y="130905"/>
                    <a:pt x="58110" y="139463"/>
                  </a:cubicBezTo>
                  <a:cubicBezTo>
                    <a:pt x="58110" y="148022"/>
                    <a:pt x="65048" y="154959"/>
                    <a:pt x="73606" y="154959"/>
                  </a:cubicBezTo>
                  <a:close/>
                  <a:moveTo>
                    <a:pt x="73606" y="213069"/>
                  </a:moveTo>
                  <a:cubicBezTo>
                    <a:pt x="82164" y="213069"/>
                    <a:pt x="89102" y="206131"/>
                    <a:pt x="89102" y="197573"/>
                  </a:cubicBezTo>
                  <a:cubicBezTo>
                    <a:pt x="89102" y="189015"/>
                    <a:pt x="82164" y="182077"/>
                    <a:pt x="73606" y="182077"/>
                  </a:cubicBezTo>
                  <a:cubicBezTo>
                    <a:pt x="65048" y="182077"/>
                    <a:pt x="58110" y="189015"/>
                    <a:pt x="58110" y="197573"/>
                  </a:cubicBezTo>
                  <a:cubicBezTo>
                    <a:pt x="58110" y="206131"/>
                    <a:pt x="65048" y="213069"/>
                    <a:pt x="73606" y="213069"/>
                  </a:cubicBezTo>
                  <a:close/>
                  <a:moveTo>
                    <a:pt x="218613" y="155776"/>
                  </a:moveTo>
                  <a:cubicBezTo>
                    <a:pt x="224350" y="154215"/>
                    <a:pt x="230655" y="154848"/>
                    <a:pt x="236214" y="158037"/>
                  </a:cubicBezTo>
                  <a:cubicBezTo>
                    <a:pt x="239792" y="160090"/>
                    <a:pt x="242761" y="163062"/>
                    <a:pt x="244812" y="166649"/>
                  </a:cubicBezTo>
                  <a:lnTo>
                    <a:pt x="306842" y="275096"/>
                  </a:lnTo>
                  <a:cubicBezTo>
                    <a:pt x="310028" y="280668"/>
                    <a:pt x="310662" y="286994"/>
                    <a:pt x="309102" y="292749"/>
                  </a:cubicBezTo>
                  <a:cubicBezTo>
                    <a:pt x="307541" y="298504"/>
                    <a:pt x="303802" y="303636"/>
                    <a:pt x="298244" y="306825"/>
                  </a:cubicBezTo>
                  <a:cubicBezTo>
                    <a:pt x="294734" y="308840"/>
                    <a:pt x="290761" y="309898"/>
                    <a:pt x="286718" y="309898"/>
                  </a:cubicBezTo>
                  <a:lnTo>
                    <a:pt x="162658" y="309898"/>
                  </a:lnTo>
                  <a:cubicBezTo>
                    <a:pt x="156255" y="309898"/>
                    <a:pt x="150468" y="307309"/>
                    <a:pt x="146261" y="303094"/>
                  </a:cubicBezTo>
                  <a:cubicBezTo>
                    <a:pt x="142054" y="298881"/>
                    <a:pt x="139463" y="293079"/>
                    <a:pt x="139463" y="286654"/>
                  </a:cubicBezTo>
                  <a:cubicBezTo>
                    <a:pt x="139463" y="282598"/>
                    <a:pt x="140522" y="278613"/>
                    <a:pt x="142535" y="275096"/>
                  </a:cubicBezTo>
                  <a:lnTo>
                    <a:pt x="204565" y="166649"/>
                  </a:lnTo>
                  <a:cubicBezTo>
                    <a:pt x="207752" y="161077"/>
                    <a:pt x="212875" y="157336"/>
                    <a:pt x="218613" y="155776"/>
                  </a:cubicBezTo>
                  <a:close/>
                  <a:moveTo>
                    <a:pt x="232371" y="193699"/>
                  </a:moveTo>
                  <a:cubicBezTo>
                    <a:pt x="232371" y="189421"/>
                    <a:pt x="228901" y="185951"/>
                    <a:pt x="224623" y="185951"/>
                  </a:cubicBezTo>
                  <a:cubicBezTo>
                    <a:pt x="220344" y="185951"/>
                    <a:pt x="216875" y="189421"/>
                    <a:pt x="216875" y="193699"/>
                  </a:cubicBezTo>
                  <a:lnTo>
                    <a:pt x="216875" y="240187"/>
                  </a:lnTo>
                  <a:cubicBezTo>
                    <a:pt x="216875" y="244465"/>
                    <a:pt x="220344" y="247935"/>
                    <a:pt x="224623" y="247935"/>
                  </a:cubicBezTo>
                  <a:cubicBezTo>
                    <a:pt x="228901" y="247935"/>
                    <a:pt x="232371" y="244465"/>
                    <a:pt x="232371" y="240187"/>
                  </a:cubicBezTo>
                  <a:lnTo>
                    <a:pt x="232371" y="193699"/>
                  </a:lnTo>
                  <a:close/>
                  <a:moveTo>
                    <a:pt x="224691" y="286674"/>
                  </a:moveTo>
                  <a:cubicBezTo>
                    <a:pt x="231109" y="286674"/>
                    <a:pt x="236313" y="281471"/>
                    <a:pt x="236313" y="275053"/>
                  </a:cubicBezTo>
                  <a:cubicBezTo>
                    <a:pt x="236313" y="268634"/>
                    <a:pt x="231109" y="263431"/>
                    <a:pt x="224691" y="263431"/>
                  </a:cubicBezTo>
                  <a:cubicBezTo>
                    <a:pt x="218272" y="263431"/>
                    <a:pt x="213069" y="268634"/>
                    <a:pt x="213069" y="275053"/>
                  </a:cubicBezTo>
                  <a:cubicBezTo>
                    <a:pt x="213069" y="281471"/>
                    <a:pt x="218272" y="286674"/>
                    <a:pt x="224691" y="286674"/>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30" name="TextBox 29">
            <a:extLst>
              <a:ext uri="{FF2B5EF4-FFF2-40B4-BE49-F238E27FC236}">
                <a16:creationId xmlns:a16="http://schemas.microsoft.com/office/drawing/2014/main" id="{389D33C2-077E-CEB9-C502-60F96CE8F34C}"/>
              </a:ext>
            </a:extLst>
          </p:cNvPr>
          <p:cNvSpPr txBox="1"/>
          <p:nvPr/>
        </p:nvSpPr>
        <p:spPr>
          <a:xfrm>
            <a:off x="1102358" y="4513858"/>
            <a:ext cx="2804162" cy="923330"/>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More companies </a:t>
            </a:r>
            <a:br>
              <a:rPr kumimoji="0" lang="en-US" sz="2000" i="0" u="none" strike="noStrike" kern="1200" cap="none" spc="0" normalizeH="0" baseline="0" noProof="0">
                <a:ln>
                  <a:noFill/>
                </a:ln>
                <a:effectLst/>
                <a:uLnTx/>
                <a:uFillTx/>
                <a:ea typeface="+mj-ea"/>
                <a:cs typeface="+mj-cs"/>
              </a:rPr>
            </a:br>
            <a:r>
              <a:rPr kumimoji="0" lang="en-US" sz="2000" i="0" u="none" strike="noStrike" kern="1200" cap="none" spc="0" normalizeH="0" baseline="0" noProof="0">
                <a:ln>
                  <a:noFill/>
                </a:ln>
                <a:effectLst/>
                <a:uLnTx/>
                <a:uFillTx/>
                <a:ea typeface="+mj-ea"/>
                <a:cs typeface="+mj-cs"/>
              </a:rPr>
              <a:t>are building with </a:t>
            </a:r>
            <a:br>
              <a:rPr kumimoji="0" lang="en-US" sz="2000" i="0" u="none" strike="noStrike" kern="1200" cap="none" spc="0" normalizeH="0" baseline="0" noProof="0">
                <a:ln>
                  <a:noFill/>
                </a:ln>
                <a:effectLst/>
                <a:uLnTx/>
                <a:uFillTx/>
                <a:ea typeface="+mj-ea"/>
                <a:cs typeface="+mj-cs"/>
              </a:rPr>
            </a:br>
            <a:r>
              <a:rPr kumimoji="0" lang="en-US" sz="2000" i="0" u="none" strike="noStrike" kern="1200" cap="none" spc="0" normalizeH="0" baseline="0" noProof="0">
                <a:ln>
                  <a:noFill/>
                </a:ln>
                <a:effectLst/>
                <a:uLnTx/>
                <a:uFillTx/>
                <a:ea typeface="+mj-ea"/>
                <a:cs typeface="+mj-cs"/>
              </a:rPr>
              <a:t>open-source AI models</a:t>
            </a:r>
            <a:endParaRPr kumimoji="0" lang="en-GB" sz="2000" i="0" u="none" strike="noStrike" kern="1200" cap="none" spc="0" normalizeH="0" baseline="0" noProof="0">
              <a:ln>
                <a:noFill/>
              </a:ln>
              <a:effectLst/>
              <a:uLnTx/>
              <a:uFillTx/>
              <a:ea typeface="+mj-ea"/>
              <a:cs typeface="+mj-cs"/>
            </a:endParaRPr>
          </a:p>
        </p:txBody>
      </p:sp>
      <p:sp>
        <p:nvSpPr>
          <p:cNvPr id="31" name="TextBox 30">
            <a:extLst>
              <a:ext uri="{FF2B5EF4-FFF2-40B4-BE49-F238E27FC236}">
                <a16:creationId xmlns:a16="http://schemas.microsoft.com/office/drawing/2014/main" id="{A322AD63-B4F9-0C74-DCBD-768E913CBAEA}"/>
              </a:ext>
            </a:extLst>
          </p:cNvPr>
          <p:cNvSpPr txBox="1"/>
          <p:nvPr/>
        </p:nvSpPr>
        <p:spPr>
          <a:xfrm>
            <a:off x="4709158" y="4513858"/>
            <a:ext cx="2804162" cy="1231106"/>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Attackers are exploiting weaknesses in the AI supply chain and platform layers</a:t>
            </a:r>
            <a:endParaRPr kumimoji="0" lang="en-GB" sz="2000" i="0" u="none" strike="noStrike" kern="1200" cap="none" spc="0" normalizeH="0" baseline="0" noProof="0">
              <a:ln>
                <a:noFill/>
              </a:ln>
              <a:effectLst/>
              <a:uLnTx/>
              <a:uFillTx/>
              <a:ea typeface="+mj-ea"/>
              <a:cs typeface="+mj-cs"/>
            </a:endParaRPr>
          </a:p>
        </p:txBody>
      </p:sp>
      <p:sp>
        <p:nvSpPr>
          <p:cNvPr id="32" name="TextBox 31">
            <a:extLst>
              <a:ext uri="{FF2B5EF4-FFF2-40B4-BE49-F238E27FC236}">
                <a16:creationId xmlns:a16="http://schemas.microsoft.com/office/drawing/2014/main" id="{447D13C1-B963-7438-A347-30119AD65EFC}"/>
              </a:ext>
            </a:extLst>
          </p:cNvPr>
          <p:cNvSpPr txBox="1"/>
          <p:nvPr/>
        </p:nvSpPr>
        <p:spPr>
          <a:xfrm>
            <a:off x="8315958" y="4513858"/>
            <a:ext cx="2804162" cy="923330"/>
          </a:xfrm>
          <a:prstGeom prst="rect">
            <a:avLst/>
          </a:prstGeom>
          <a:noFill/>
        </p:spPr>
        <p:txBody>
          <a:bodyPr vert="horz"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i="0" u="none" strike="noStrike" kern="1200" cap="none" spc="0" normalizeH="0" baseline="0" noProof="0">
                <a:ln>
                  <a:noFill/>
                </a:ln>
                <a:effectLst/>
                <a:uLnTx/>
                <a:uFillTx/>
                <a:ea typeface="+mj-ea"/>
                <a:cs typeface="+mj-cs"/>
              </a:rPr>
              <a:t>Catching vulnerabilities early dramatically reduces cost and impact</a:t>
            </a:r>
            <a:endParaRPr kumimoji="0" lang="en-GB" sz="2000" i="0" u="none" strike="noStrike" kern="1200" cap="none" spc="0" normalizeH="0" baseline="0" noProof="0">
              <a:ln>
                <a:noFill/>
              </a:ln>
              <a:effectLst/>
              <a:uLnTx/>
              <a:uFillTx/>
              <a:ea typeface="+mj-ea"/>
              <a:cs typeface="+mj-cs"/>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Securing AI workloads is a team sport</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infinity">
            <a:extLst>
              <a:ext uri="{FF2B5EF4-FFF2-40B4-BE49-F238E27FC236}">
                <a16:creationId xmlns:a16="http://schemas.microsoft.com/office/drawing/2014/main" id="{15A9C0AD-A7D5-81AE-6D8F-0BCF4A23BFB8}"/>
              </a:ext>
              <a:ext uri="{C183D7F6-B498-43B3-948B-1728B52AA6E4}">
                <adec:decorative xmlns:adec="http://schemas.microsoft.com/office/drawing/2017/decorative" val="1"/>
              </a:ext>
            </a:extLst>
          </p:cNvPr>
          <p:cNvSpPr/>
          <p:nvPr/>
        </p:nvSpPr>
        <p:spPr>
          <a:xfrm>
            <a:off x="1989406" y="1547678"/>
            <a:ext cx="8215728" cy="3767143"/>
          </a:xfrm>
          <a:custGeom>
            <a:avLst/>
            <a:gdLst>
              <a:gd name="connsiteX0" fmla="*/ 1887855 w 8229154"/>
              <a:gd name="connsiteY0" fmla="*/ 0 h 3773297"/>
              <a:gd name="connsiteX1" fmla="*/ 1951291 w 8229154"/>
              <a:gd name="connsiteY1" fmla="*/ 3048 h 3773297"/>
              <a:gd name="connsiteX2" fmla="*/ 1963610 w 8229154"/>
              <a:gd name="connsiteY2" fmla="*/ 3620 h 3773297"/>
              <a:gd name="connsiteX3" fmla="*/ 1972182 w 8229154"/>
              <a:gd name="connsiteY3" fmla="*/ 4064 h 3773297"/>
              <a:gd name="connsiteX4" fmla="*/ 2002345 w 8229154"/>
              <a:gd name="connsiteY4" fmla="*/ 5525 h 3773297"/>
              <a:gd name="connsiteX5" fmla="*/ 2075179 w 8229154"/>
              <a:gd name="connsiteY5" fmla="*/ 9081 h 3773297"/>
              <a:gd name="connsiteX6" fmla="*/ 3221481 w 8229154"/>
              <a:gd name="connsiteY6" fmla="*/ 552641 h 3773297"/>
              <a:gd name="connsiteX7" fmla="*/ 4039361 w 8229154"/>
              <a:gd name="connsiteY7" fmla="*/ 1368425 h 3773297"/>
              <a:gd name="connsiteX8" fmla="*/ 4567491 w 8229154"/>
              <a:gd name="connsiteY8" fmla="*/ 1895158 h 3773297"/>
              <a:gd name="connsiteX9" fmla="*/ 5187123 w 8229154"/>
              <a:gd name="connsiteY9" fmla="*/ 2511044 h 3773297"/>
              <a:gd name="connsiteX10" fmla="*/ 5208459 w 8229154"/>
              <a:gd name="connsiteY10" fmla="*/ 2533079 h 3773297"/>
              <a:gd name="connsiteX11" fmla="*/ 5235193 w 8229154"/>
              <a:gd name="connsiteY11" fmla="*/ 2560638 h 3773297"/>
              <a:gd name="connsiteX12" fmla="*/ 5448807 w 8229154"/>
              <a:gd name="connsiteY12" fmla="*/ 2781110 h 3773297"/>
              <a:gd name="connsiteX13" fmla="*/ 6342950 w 8229154"/>
              <a:gd name="connsiteY13" fmla="*/ 3151569 h 3773297"/>
              <a:gd name="connsiteX14" fmla="*/ 7207185 w 8229154"/>
              <a:gd name="connsiteY14" fmla="*/ 2810129 h 3773297"/>
              <a:gd name="connsiteX15" fmla="*/ 7234554 w 8229154"/>
              <a:gd name="connsiteY15" fmla="*/ 2783713 h 3773297"/>
              <a:gd name="connsiteX16" fmla="*/ 7237157 w 8229154"/>
              <a:gd name="connsiteY16" fmla="*/ 2781110 h 3773297"/>
              <a:gd name="connsiteX17" fmla="*/ 7511921 w 8229154"/>
              <a:gd name="connsiteY17" fmla="*/ 2370963 h 3773297"/>
              <a:gd name="connsiteX18" fmla="*/ 7607553 w 8229154"/>
              <a:gd name="connsiteY18" fmla="*/ 1886648 h 3773297"/>
              <a:gd name="connsiteX19" fmla="*/ 7321676 w 8229154"/>
              <a:gd name="connsiteY19" fmla="*/ 1085342 h 3773297"/>
              <a:gd name="connsiteX20" fmla="*/ 7237157 w 8229154"/>
              <a:gd name="connsiteY20" fmla="*/ 992188 h 3773297"/>
              <a:gd name="connsiteX21" fmla="*/ 6938326 w 8229154"/>
              <a:gd name="connsiteY21" fmla="*/ 770001 h 3773297"/>
              <a:gd name="connsiteX22" fmla="*/ 6769924 w 8229154"/>
              <a:gd name="connsiteY22" fmla="*/ 695325 h 3773297"/>
              <a:gd name="connsiteX23" fmla="*/ 6769353 w 8229154"/>
              <a:gd name="connsiteY23" fmla="*/ 695135 h 3773297"/>
              <a:gd name="connsiteX24" fmla="*/ 6603808 w 8229154"/>
              <a:gd name="connsiteY24" fmla="*/ 649351 h 3773297"/>
              <a:gd name="connsiteX25" fmla="*/ 6555294 w 8229154"/>
              <a:gd name="connsiteY25" fmla="*/ 640652 h 3773297"/>
              <a:gd name="connsiteX26" fmla="*/ 6472490 w 8229154"/>
              <a:gd name="connsiteY26" fmla="*/ 628460 h 3773297"/>
              <a:gd name="connsiteX27" fmla="*/ 6468617 w 8229154"/>
              <a:gd name="connsiteY27" fmla="*/ 627825 h 3773297"/>
              <a:gd name="connsiteX28" fmla="*/ 6451535 w 8229154"/>
              <a:gd name="connsiteY28" fmla="*/ 626999 h 3773297"/>
              <a:gd name="connsiteX29" fmla="*/ 6373049 w 8229154"/>
              <a:gd name="connsiteY29" fmla="*/ 621729 h 3773297"/>
              <a:gd name="connsiteX30" fmla="*/ 6354825 w 8229154"/>
              <a:gd name="connsiteY30" fmla="*/ 622300 h 3773297"/>
              <a:gd name="connsiteX31" fmla="*/ 6342950 w 8229154"/>
              <a:gd name="connsiteY31" fmla="*/ 621729 h 3773297"/>
              <a:gd name="connsiteX32" fmla="*/ 6289039 w 8229154"/>
              <a:gd name="connsiteY32" fmla="*/ 624332 h 3773297"/>
              <a:gd name="connsiteX33" fmla="*/ 6248716 w 8229154"/>
              <a:gd name="connsiteY33" fmla="*/ 625602 h 3773297"/>
              <a:gd name="connsiteX34" fmla="*/ 6240017 w 8229154"/>
              <a:gd name="connsiteY34" fmla="*/ 626745 h 3773297"/>
              <a:gd name="connsiteX35" fmla="*/ 6229158 w 8229154"/>
              <a:gd name="connsiteY35" fmla="*/ 627253 h 3773297"/>
              <a:gd name="connsiteX36" fmla="*/ 6215125 w 8229154"/>
              <a:gd name="connsiteY36" fmla="*/ 628206 h 3773297"/>
              <a:gd name="connsiteX37" fmla="*/ 6139877 w 8229154"/>
              <a:gd name="connsiteY37" fmla="*/ 636588 h 3773297"/>
              <a:gd name="connsiteX38" fmla="*/ 6099555 w 8229154"/>
              <a:gd name="connsiteY38" fmla="*/ 640969 h 3773297"/>
              <a:gd name="connsiteX39" fmla="*/ 6092252 w 8229154"/>
              <a:gd name="connsiteY39" fmla="*/ 641668 h 3773297"/>
              <a:gd name="connsiteX40" fmla="*/ 6062661 w 8229154"/>
              <a:gd name="connsiteY40" fmla="*/ 646049 h 3773297"/>
              <a:gd name="connsiteX41" fmla="*/ 5559360 w 8229154"/>
              <a:gd name="connsiteY41" fmla="*/ 869315 h 3773297"/>
              <a:gd name="connsiteX42" fmla="*/ 5417184 w 8229154"/>
              <a:gd name="connsiteY42" fmla="*/ 992188 h 3773297"/>
              <a:gd name="connsiteX43" fmla="*/ 5417565 w 8229154"/>
              <a:gd name="connsiteY43" fmla="*/ 992632 h 3773297"/>
              <a:gd name="connsiteX44" fmla="*/ 4847907 w 8229154"/>
              <a:gd name="connsiteY44" fmla="*/ 1562418 h 3773297"/>
              <a:gd name="connsiteX45" fmla="*/ 4569586 w 8229154"/>
              <a:gd name="connsiteY45" fmla="*/ 1840802 h 3773297"/>
              <a:gd name="connsiteX46" fmla="*/ 4569583 w 8229154"/>
              <a:gd name="connsiteY46" fmla="*/ 1840799 h 3773297"/>
              <a:gd name="connsiteX47" fmla="*/ 4847906 w 8229154"/>
              <a:gd name="connsiteY47" fmla="*/ 1562419 h 3773297"/>
              <a:gd name="connsiteX48" fmla="*/ 4463794 w 8229154"/>
              <a:gd name="connsiteY48" fmla="*/ 1493902 h 3773297"/>
              <a:gd name="connsiteX49" fmla="*/ 4372672 w 8229154"/>
              <a:gd name="connsiteY49" fmla="*/ 1158495 h 3773297"/>
              <a:gd name="connsiteX50" fmla="*/ 4130065 w 8229154"/>
              <a:gd name="connsiteY50" fmla="*/ 1401217 h 3773297"/>
              <a:gd name="connsiteX51" fmla="*/ 4130039 w 8229154"/>
              <a:gd name="connsiteY51" fmla="*/ 1401191 h 3773297"/>
              <a:gd name="connsiteX52" fmla="*/ 4372673 w 8229154"/>
              <a:gd name="connsiteY52" fmla="*/ 1158494 h 3773297"/>
              <a:gd name="connsiteX53" fmla="*/ 4977827 w 8229154"/>
              <a:gd name="connsiteY53" fmla="*/ 553212 h 3773297"/>
              <a:gd name="connsiteX54" fmla="*/ 4977637 w 8229154"/>
              <a:gd name="connsiteY54" fmla="*/ 552641 h 3773297"/>
              <a:gd name="connsiteX55" fmla="*/ 5940487 w 8229154"/>
              <a:gd name="connsiteY55" fmla="*/ 36195 h 3773297"/>
              <a:gd name="connsiteX56" fmla="*/ 5974714 w 8229154"/>
              <a:gd name="connsiteY56" fmla="*/ 31179 h 3773297"/>
              <a:gd name="connsiteX57" fmla="*/ 5982461 w 8229154"/>
              <a:gd name="connsiteY57" fmla="*/ 30036 h 3773297"/>
              <a:gd name="connsiteX58" fmla="*/ 6018910 w 8229154"/>
              <a:gd name="connsiteY58" fmla="*/ 25273 h 3773297"/>
              <a:gd name="connsiteX59" fmla="*/ 6147815 w 8229154"/>
              <a:gd name="connsiteY59" fmla="*/ 10541 h 3773297"/>
              <a:gd name="connsiteX60" fmla="*/ 6184645 w 8229154"/>
              <a:gd name="connsiteY60" fmla="*/ 7684 h 3773297"/>
              <a:gd name="connsiteX61" fmla="*/ 6272338 w 8229154"/>
              <a:gd name="connsiteY61" fmla="*/ 3429 h 3773297"/>
              <a:gd name="connsiteX62" fmla="*/ 6358444 w 8229154"/>
              <a:gd name="connsiteY62" fmla="*/ 762 h 3773297"/>
              <a:gd name="connsiteX63" fmla="*/ 6503288 w 8229154"/>
              <a:gd name="connsiteY63" fmla="*/ 7811 h 3773297"/>
              <a:gd name="connsiteX64" fmla="*/ 6536498 w 8229154"/>
              <a:gd name="connsiteY64" fmla="*/ 10033 h 3773297"/>
              <a:gd name="connsiteX65" fmla="*/ 6705535 w 8229154"/>
              <a:gd name="connsiteY65" fmla="*/ 34989 h 3773297"/>
              <a:gd name="connsiteX66" fmla="*/ 6715695 w 8229154"/>
              <a:gd name="connsiteY66" fmla="*/ 36703 h 3773297"/>
              <a:gd name="connsiteX67" fmla="*/ 6889939 w 8229154"/>
              <a:gd name="connsiteY67" fmla="*/ 80264 h 3773297"/>
              <a:gd name="connsiteX68" fmla="*/ 6892987 w 8229154"/>
              <a:gd name="connsiteY68" fmla="*/ 81090 h 3773297"/>
              <a:gd name="connsiteX69" fmla="*/ 7064628 w 8229154"/>
              <a:gd name="connsiteY69" fmla="*/ 142494 h 3773297"/>
              <a:gd name="connsiteX70" fmla="*/ 7065263 w 8229154"/>
              <a:gd name="connsiteY70" fmla="*/ 142748 h 3773297"/>
              <a:gd name="connsiteX71" fmla="*/ 7230934 w 8229154"/>
              <a:gd name="connsiteY71" fmla="*/ 221171 h 3773297"/>
              <a:gd name="connsiteX72" fmla="*/ 7676641 w 8229154"/>
              <a:gd name="connsiteY72" fmla="*/ 552641 h 3773297"/>
              <a:gd name="connsiteX73" fmla="*/ 8192895 w 8229154"/>
              <a:gd name="connsiteY73" fmla="*/ 1515745 h 3773297"/>
              <a:gd name="connsiteX74" fmla="*/ 8198230 w 8229154"/>
              <a:gd name="connsiteY74" fmla="*/ 1551623 h 3773297"/>
              <a:gd name="connsiteX75" fmla="*/ 8220010 w 8229154"/>
              <a:gd name="connsiteY75" fmla="*/ 1699260 h 3773297"/>
              <a:gd name="connsiteX76" fmla="*/ 8229154 w 8229154"/>
              <a:gd name="connsiteY76" fmla="*/ 1886648 h 3773297"/>
              <a:gd name="connsiteX77" fmla="*/ 7676641 w 8229154"/>
              <a:gd name="connsiteY77" fmla="*/ 3220657 h 3773297"/>
              <a:gd name="connsiteX78" fmla="*/ 7676641 w 8229154"/>
              <a:gd name="connsiteY78" fmla="*/ 3220784 h 3773297"/>
              <a:gd name="connsiteX79" fmla="*/ 7666925 w 8229154"/>
              <a:gd name="connsiteY79" fmla="*/ 3230372 h 3773297"/>
              <a:gd name="connsiteX80" fmla="*/ 7633460 w 8229154"/>
              <a:gd name="connsiteY80" fmla="*/ 3262566 h 3773297"/>
              <a:gd name="connsiteX81" fmla="*/ 6342950 w 8229154"/>
              <a:gd name="connsiteY81" fmla="*/ 3773297 h 3773297"/>
              <a:gd name="connsiteX82" fmla="*/ 6342950 w 8229154"/>
              <a:gd name="connsiteY82" fmla="*/ 3773170 h 3773297"/>
              <a:gd name="connsiteX83" fmla="*/ 5009324 w 8229154"/>
              <a:gd name="connsiteY83" fmla="*/ 3220657 h 3773297"/>
              <a:gd name="connsiteX84" fmla="*/ 4789677 w 8229154"/>
              <a:gd name="connsiteY84" fmla="*/ 3005074 h 3773297"/>
              <a:gd name="connsiteX85" fmla="*/ 4755387 w 8229154"/>
              <a:gd name="connsiteY85" fmla="*/ 2972499 h 3773297"/>
              <a:gd name="connsiteX86" fmla="*/ 4754308 w 8229154"/>
              <a:gd name="connsiteY86" fmla="*/ 2971483 h 3773297"/>
              <a:gd name="connsiteX87" fmla="*/ 4755387 w 8229154"/>
              <a:gd name="connsiteY87" fmla="*/ 2970340 h 3773297"/>
              <a:gd name="connsiteX88" fmla="*/ 2782061 w 8229154"/>
              <a:gd name="connsiteY88" fmla="*/ 992188 h 3773297"/>
              <a:gd name="connsiteX89" fmla="*/ 2428239 w 8229154"/>
              <a:gd name="connsiteY89" fmla="*/ 742252 h 3773297"/>
              <a:gd name="connsiteX90" fmla="*/ 2013457 w 8229154"/>
              <a:gd name="connsiteY90" fmla="*/ 627825 h 3773297"/>
              <a:gd name="connsiteX91" fmla="*/ 1989455 w 8229154"/>
              <a:gd name="connsiteY91" fmla="*/ 626682 h 3773297"/>
              <a:gd name="connsiteX92" fmla="*/ 1971611 w 8229154"/>
              <a:gd name="connsiteY92" fmla="*/ 625793 h 3773297"/>
              <a:gd name="connsiteX93" fmla="*/ 1951291 w 8229154"/>
              <a:gd name="connsiteY93" fmla="*/ 624840 h 3773297"/>
              <a:gd name="connsiteX94" fmla="*/ 1943862 w 8229154"/>
              <a:gd name="connsiteY94" fmla="*/ 624459 h 3773297"/>
              <a:gd name="connsiteX95" fmla="*/ 1887855 w 8229154"/>
              <a:gd name="connsiteY95" fmla="*/ 621729 h 3773297"/>
              <a:gd name="connsiteX96" fmla="*/ 993648 w 8229154"/>
              <a:gd name="connsiteY96" fmla="*/ 992188 h 3773297"/>
              <a:gd name="connsiteX97" fmla="*/ 991997 w 8229154"/>
              <a:gd name="connsiteY97" fmla="*/ 990537 h 3773297"/>
              <a:gd name="connsiteX98" fmla="*/ 992124 w 8229154"/>
              <a:gd name="connsiteY98" fmla="*/ 990918 h 3773297"/>
              <a:gd name="connsiteX99" fmla="*/ 621728 w 8229154"/>
              <a:gd name="connsiteY99" fmla="*/ 1885379 h 3773297"/>
              <a:gd name="connsiteX100" fmla="*/ 769937 w 8229154"/>
              <a:gd name="connsiteY100" fmla="*/ 2480882 h 3773297"/>
              <a:gd name="connsiteX101" fmla="*/ 828929 w 8229154"/>
              <a:gd name="connsiteY101" fmla="*/ 2579243 h 3773297"/>
              <a:gd name="connsiteX102" fmla="*/ 829310 w 8229154"/>
              <a:gd name="connsiteY102" fmla="*/ 2579878 h 3773297"/>
              <a:gd name="connsiteX103" fmla="*/ 833437 w 8229154"/>
              <a:gd name="connsiteY103" fmla="*/ 2586800 h 3773297"/>
              <a:gd name="connsiteX104" fmla="*/ 838009 w 8229154"/>
              <a:gd name="connsiteY104" fmla="*/ 2592896 h 3773297"/>
              <a:gd name="connsiteX105" fmla="*/ 856107 w 8229154"/>
              <a:gd name="connsiteY105" fmla="*/ 2617280 h 3773297"/>
              <a:gd name="connsiteX106" fmla="*/ 907605 w 8229154"/>
              <a:gd name="connsiteY106" fmla="*/ 2686622 h 3773297"/>
              <a:gd name="connsiteX107" fmla="*/ 982916 w 8229154"/>
              <a:gd name="connsiteY107" fmla="*/ 2769680 h 3773297"/>
              <a:gd name="connsiteX108" fmla="*/ 983107 w 8229154"/>
              <a:gd name="connsiteY108" fmla="*/ 2769680 h 3773297"/>
              <a:gd name="connsiteX109" fmla="*/ 1877314 w 8229154"/>
              <a:gd name="connsiteY109" fmla="*/ 3140139 h 3773297"/>
              <a:gd name="connsiteX110" fmla="*/ 2678366 w 8229154"/>
              <a:gd name="connsiteY110" fmla="*/ 2854198 h 3773297"/>
              <a:gd name="connsiteX111" fmla="*/ 2750820 w 8229154"/>
              <a:gd name="connsiteY111" fmla="*/ 2788412 h 3773297"/>
              <a:gd name="connsiteX112" fmla="*/ 2750756 w 8229154"/>
              <a:gd name="connsiteY112" fmla="*/ 2788412 h 3773297"/>
              <a:gd name="connsiteX113" fmla="*/ 3510089 w 8229154"/>
              <a:gd name="connsiteY113" fmla="*/ 2028825 h 3773297"/>
              <a:gd name="connsiteX114" fmla="*/ 3953001 w 8229154"/>
              <a:gd name="connsiteY114" fmla="*/ 2471801 h 3773297"/>
              <a:gd name="connsiteX115" fmla="*/ 3190303 w 8229154"/>
              <a:gd name="connsiteY115" fmla="*/ 3228023 h 3773297"/>
              <a:gd name="connsiteX116" fmla="*/ 3072002 w 8229154"/>
              <a:gd name="connsiteY116" fmla="*/ 3335274 h 3773297"/>
              <a:gd name="connsiteX117" fmla="*/ 1877314 w 8229154"/>
              <a:gd name="connsiteY117" fmla="*/ 3761740 h 3773297"/>
              <a:gd name="connsiteX118" fmla="*/ 1877314 w 8229154"/>
              <a:gd name="connsiteY118" fmla="*/ 3761867 h 3773297"/>
              <a:gd name="connsiteX119" fmla="*/ 682561 w 8229154"/>
              <a:gd name="connsiteY119" fmla="*/ 3335401 h 3773297"/>
              <a:gd name="connsiteX120" fmla="*/ 553148 w 8229154"/>
              <a:gd name="connsiteY120" fmla="*/ 3218053 h 3773297"/>
              <a:gd name="connsiteX121" fmla="*/ 552640 w 8229154"/>
              <a:gd name="connsiteY121" fmla="*/ 3219514 h 3773297"/>
              <a:gd name="connsiteX122" fmla="*/ 552513 w 8229154"/>
              <a:gd name="connsiteY122" fmla="*/ 3219387 h 3773297"/>
              <a:gd name="connsiteX123" fmla="*/ 426466 w 8229154"/>
              <a:gd name="connsiteY123" fmla="*/ 3080449 h 3773297"/>
              <a:gd name="connsiteX124" fmla="*/ 352996 w 8229154"/>
              <a:gd name="connsiteY124" fmla="*/ 2981389 h 3773297"/>
              <a:gd name="connsiteX125" fmla="*/ 349186 w 8229154"/>
              <a:gd name="connsiteY125" fmla="*/ 2976309 h 3773297"/>
              <a:gd name="connsiteX126" fmla="*/ 334454 w 8229154"/>
              <a:gd name="connsiteY126" fmla="*/ 2956497 h 3773297"/>
              <a:gd name="connsiteX127" fmla="*/ 330327 w 8229154"/>
              <a:gd name="connsiteY127" fmla="*/ 2950909 h 3773297"/>
              <a:gd name="connsiteX128" fmla="*/ 315849 w 8229154"/>
              <a:gd name="connsiteY128" fmla="*/ 2931478 h 3773297"/>
              <a:gd name="connsiteX129" fmla="*/ 0 w 8229154"/>
              <a:gd name="connsiteY129" fmla="*/ 1885379 h 3773297"/>
              <a:gd name="connsiteX130" fmla="*/ 552513 w 8229154"/>
              <a:gd name="connsiteY130" fmla="*/ 551371 h 3773297"/>
              <a:gd name="connsiteX131" fmla="*/ 693102 w 8229154"/>
              <a:gd name="connsiteY131" fmla="*/ 426530 h 3773297"/>
              <a:gd name="connsiteX132" fmla="*/ 1887855 w 8229154"/>
              <a:gd name="connsiteY132" fmla="*/ 0 h 3773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8229154" h="3773297">
                <a:moveTo>
                  <a:pt x="1887855" y="0"/>
                </a:moveTo>
                <a:lnTo>
                  <a:pt x="1951291" y="3048"/>
                </a:lnTo>
                <a:lnTo>
                  <a:pt x="1963610" y="3620"/>
                </a:lnTo>
                <a:lnTo>
                  <a:pt x="1972182" y="4064"/>
                </a:lnTo>
                <a:lnTo>
                  <a:pt x="2002345" y="5525"/>
                </a:lnTo>
                <a:lnTo>
                  <a:pt x="2075179" y="9081"/>
                </a:lnTo>
                <a:cubicBezTo>
                  <a:pt x="2508186" y="51562"/>
                  <a:pt x="2909760" y="240792"/>
                  <a:pt x="3221481" y="552641"/>
                </a:cubicBezTo>
                <a:lnTo>
                  <a:pt x="4039361" y="1368425"/>
                </a:lnTo>
                <a:lnTo>
                  <a:pt x="4567491" y="1895158"/>
                </a:lnTo>
                <a:lnTo>
                  <a:pt x="5187123" y="2511044"/>
                </a:lnTo>
                <a:lnTo>
                  <a:pt x="5208459" y="2533079"/>
                </a:lnTo>
                <a:lnTo>
                  <a:pt x="5235193" y="2560638"/>
                </a:lnTo>
                <a:lnTo>
                  <a:pt x="5448807" y="2781110"/>
                </a:lnTo>
                <a:cubicBezTo>
                  <a:pt x="5687630" y="3019997"/>
                  <a:pt x="6005194" y="3151569"/>
                  <a:pt x="6342950" y="3151569"/>
                </a:cubicBezTo>
                <a:cubicBezTo>
                  <a:pt x="6680706" y="3151569"/>
                  <a:pt x="6972108" y="3030601"/>
                  <a:pt x="7207185" y="2810129"/>
                </a:cubicBezTo>
                <a:cubicBezTo>
                  <a:pt x="7216456" y="2801493"/>
                  <a:pt x="7225537" y="2792667"/>
                  <a:pt x="7234554" y="2783713"/>
                </a:cubicBezTo>
                <a:cubicBezTo>
                  <a:pt x="7235442" y="2782824"/>
                  <a:pt x="7236268" y="2781999"/>
                  <a:pt x="7237157" y="2781110"/>
                </a:cubicBezTo>
                <a:cubicBezTo>
                  <a:pt x="7356601" y="2661603"/>
                  <a:pt x="7449183" y="2522474"/>
                  <a:pt x="7511921" y="2370963"/>
                </a:cubicBezTo>
                <a:cubicBezTo>
                  <a:pt x="7574659" y="2219452"/>
                  <a:pt x="7607553" y="2055559"/>
                  <a:pt x="7607553" y="1886648"/>
                </a:cubicBezTo>
                <a:cubicBezTo>
                  <a:pt x="7607553" y="1590993"/>
                  <a:pt x="7506842" y="1310831"/>
                  <a:pt x="7321676" y="1085342"/>
                </a:cubicBezTo>
                <a:lnTo>
                  <a:pt x="7237157" y="992188"/>
                </a:lnTo>
                <a:cubicBezTo>
                  <a:pt x="7147622" y="902589"/>
                  <a:pt x="7046975" y="828104"/>
                  <a:pt x="6938326" y="770001"/>
                </a:cubicBezTo>
                <a:lnTo>
                  <a:pt x="6769924" y="695325"/>
                </a:lnTo>
                <a:lnTo>
                  <a:pt x="6769353" y="695135"/>
                </a:lnTo>
                <a:lnTo>
                  <a:pt x="6603808" y="649351"/>
                </a:lnTo>
                <a:lnTo>
                  <a:pt x="6555294" y="640652"/>
                </a:lnTo>
                <a:lnTo>
                  <a:pt x="6472490" y="628460"/>
                </a:lnTo>
                <a:lnTo>
                  <a:pt x="6468617" y="627825"/>
                </a:lnTo>
                <a:lnTo>
                  <a:pt x="6451535" y="626999"/>
                </a:lnTo>
                <a:lnTo>
                  <a:pt x="6373049" y="621729"/>
                </a:lnTo>
                <a:lnTo>
                  <a:pt x="6354825" y="622300"/>
                </a:lnTo>
                <a:lnTo>
                  <a:pt x="6342950" y="621729"/>
                </a:lnTo>
                <a:lnTo>
                  <a:pt x="6289039" y="624332"/>
                </a:lnTo>
                <a:lnTo>
                  <a:pt x="6248716" y="625602"/>
                </a:lnTo>
                <a:lnTo>
                  <a:pt x="6240017" y="626745"/>
                </a:lnTo>
                <a:lnTo>
                  <a:pt x="6229158" y="627253"/>
                </a:lnTo>
                <a:lnTo>
                  <a:pt x="6215125" y="628206"/>
                </a:lnTo>
                <a:cubicBezTo>
                  <a:pt x="6215125" y="628206"/>
                  <a:pt x="6174548" y="632714"/>
                  <a:pt x="6139877" y="636588"/>
                </a:cubicBezTo>
                <a:cubicBezTo>
                  <a:pt x="6123494" y="638366"/>
                  <a:pt x="6108445" y="640017"/>
                  <a:pt x="6099555" y="640969"/>
                </a:cubicBezTo>
                <a:cubicBezTo>
                  <a:pt x="6096062" y="641287"/>
                  <a:pt x="6093522" y="641541"/>
                  <a:pt x="6092252" y="641668"/>
                </a:cubicBezTo>
                <a:lnTo>
                  <a:pt x="6062661" y="646049"/>
                </a:lnTo>
                <a:cubicBezTo>
                  <a:pt x="5880416" y="682181"/>
                  <a:pt x="5709221" y="758000"/>
                  <a:pt x="5559360" y="869315"/>
                </a:cubicBezTo>
                <a:lnTo>
                  <a:pt x="5417184" y="992188"/>
                </a:lnTo>
                <a:lnTo>
                  <a:pt x="5417565" y="992632"/>
                </a:lnTo>
                <a:lnTo>
                  <a:pt x="4847907" y="1562418"/>
                </a:lnTo>
                <a:lnTo>
                  <a:pt x="4569586" y="1840802"/>
                </a:lnTo>
                <a:lnTo>
                  <a:pt x="4569583" y="1840799"/>
                </a:lnTo>
                <a:lnTo>
                  <a:pt x="4847906" y="1562419"/>
                </a:lnTo>
                <a:lnTo>
                  <a:pt x="4463794" y="1493902"/>
                </a:lnTo>
                <a:lnTo>
                  <a:pt x="4372672" y="1158495"/>
                </a:lnTo>
                <a:lnTo>
                  <a:pt x="4130065" y="1401217"/>
                </a:lnTo>
                <a:lnTo>
                  <a:pt x="4130039" y="1401191"/>
                </a:lnTo>
                <a:lnTo>
                  <a:pt x="4372673" y="1158494"/>
                </a:lnTo>
                <a:lnTo>
                  <a:pt x="4977827" y="553212"/>
                </a:lnTo>
                <a:lnTo>
                  <a:pt x="4977637" y="552641"/>
                </a:lnTo>
                <a:cubicBezTo>
                  <a:pt x="5244845" y="285369"/>
                  <a:pt x="5578093" y="108141"/>
                  <a:pt x="5940487" y="36195"/>
                </a:cubicBezTo>
                <a:lnTo>
                  <a:pt x="5974714" y="31179"/>
                </a:lnTo>
                <a:lnTo>
                  <a:pt x="5982461" y="30036"/>
                </a:lnTo>
                <a:cubicBezTo>
                  <a:pt x="5998780" y="27877"/>
                  <a:pt x="6009194" y="26480"/>
                  <a:pt x="6018910" y="25273"/>
                </a:cubicBezTo>
                <a:cubicBezTo>
                  <a:pt x="6042087" y="22225"/>
                  <a:pt x="6061455" y="20066"/>
                  <a:pt x="6147815" y="10541"/>
                </a:cubicBezTo>
                <a:lnTo>
                  <a:pt x="6184645" y="7684"/>
                </a:lnTo>
                <a:lnTo>
                  <a:pt x="6272338" y="3429"/>
                </a:lnTo>
                <a:lnTo>
                  <a:pt x="6358444" y="762"/>
                </a:lnTo>
                <a:lnTo>
                  <a:pt x="6503288" y="7811"/>
                </a:lnTo>
                <a:lnTo>
                  <a:pt x="6536498" y="10033"/>
                </a:lnTo>
                <a:lnTo>
                  <a:pt x="6705535" y="34989"/>
                </a:lnTo>
                <a:lnTo>
                  <a:pt x="6715695" y="36703"/>
                </a:lnTo>
                <a:lnTo>
                  <a:pt x="6889939" y="80264"/>
                </a:lnTo>
                <a:lnTo>
                  <a:pt x="6892987" y="81090"/>
                </a:lnTo>
                <a:lnTo>
                  <a:pt x="7064628" y="142494"/>
                </a:lnTo>
                <a:lnTo>
                  <a:pt x="7065263" y="142748"/>
                </a:lnTo>
                <a:lnTo>
                  <a:pt x="7230934" y="221171"/>
                </a:lnTo>
                <a:cubicBezTo>
                  <a:pt x="7392922" y="307848"/>
                  <a:pt x="7543036" y="418973"/>
                  <a:pt x="7676641" y="552641"/>
                </a:cubicBezTo>
                <a:cubicBezTo>
                  <a:pt x="7943848" y="819912"/>
                  <a:pt x="8121013" y="1153224"/>
                  <a:pt x="8192895" y="1515745"/>
                </a:cubicBezTo>
                <a:lnTo>
                  <a:pt x="8198230" y="1551623"/>
                </a:lnTo>
                <a:lnTo>
                  <a:pt x="8220010" y="1699260"/>
                </a:lnTo>
                <a:cubicBezTo>
                  <a:pt x="8226042" y="1761109"/>
                  <a:pt x="8229154" y="1823657"/>
                  <a:pt x="8229154" y="1886648"/>
                </a:cubicBezTo>
                <a:cubicBezTo>
                  <a:pt x="8229154" y="2390521"/>
                  <a:pt x="8032875" y="2864295"/>
                  <a:pt x="7676641" y="3220657"/>
                </a:cubicBezTo>
                <a:cubicBezTo>
                  <a:pt x="7676641" y="3220657"/>
                  <a:pt x="7676641" y="3220784"/>
                  <a:pt x="7676641" y="3220784"/>
                </a:cubicBezTo>
                <a:cubicBezTo>
                  <a:pt x="7673402" y="3224022"/>
                  <a:pt x="7670164" y="3227197"/>
                  <a:pt x="7666925" y="3230372"/>
                </a:cubicBezTo>
                <a:cubicBezTo>
                  <a:pt x="7655876" y="3241294"/>
                  <a:pt x="7644764" y="3252089"/>
                  <a:pt x="7633460" y="3262566"/>
                </a:cubicBezTo>
                <a:cubicBezTo>
                  <a:pt x="7282559" y="3592449"/>
                  <a:pt x="6826693" y="3773297"/>
                  <a:pt x="6342950" y="3773297"/>
                </a:cubicBezTo>
                <a:lnTo>
                  <a:pt x="6342950" y="3773170"/>
                </a:lnTo>
                <a:cubicBezTo>
                  <a:pt x="5839205" y="3773170"/>
                  <a:pt x="5365558" y="3576891"/>
                  <a:pt x="5009324" y="3220657"/>
                </a:cubicBezTo>
                <a:cubicBezTo>
                  <a:pt x="4933695" y="3146743"/>
                  <a:pt x="4879783" y="3091244"/>
                  <a:pt x="4789677" y="3005074"/>
                </a:cubicBezTo>
                <a:cubicBezTo>
                  <a:pt x="4778819" y="2994724"/>
                  <a:pt x="4767452" y="2983865"/>
                  <a:pt x="4755387" y="2972499"/>
                </a:cubicBezTo>
                <a:cubicBezTo>
                  <a:pt x="4755006" y="2972181"/>
                  <a:pt x="4754689" y="2971800"/>
                  <a:pt x="4754308" y="2971483"/>
                </a:cubicBezTo>
                <a:lnTo>
                  <a:pt x="4755387" y="2970340"/>
                </a:lnTo>
                <a:lnTo>
                  <a:pt x="2782061" y="992188"/>
                </a:lnTo>
                <a:cubicBezTo>
                  <a:pt x="2677540" y="887666"/>
                  <a:pt x="2557970" y="803720"/>
                  <a:pt x="2428239" y="742252"/>
                </a:cubicBezTo>
                <a:cubicBezTo>
                  <a:pt x="2298509" y="680911"/>
                  <a:pt x="2158619" y="642049"/>
                  <a:pt x="2013457" y="627825"/>
                </a:cubicBezTo>
                <a:lnTo>
                  <a:pt x="1989455" y="626682"/>
                </a:lnTo>
                <a:lnTo>
                  <a:pt x="1971611" y="625793"/>
                </a:lnTo>
                <a:lnTo>
                  <a:pt x="1951291" y="624840"/>
                </a:lnTo>
                <a:lnTo>
                  <a:pt x="1943862" y="624459"/>
                </a:lnTo>
                <a:lnTo>
                  <a:pt x="1887855" y="621729"/>
                </a:lnTo>
                <a:cubicBezTo>
                  <a:pt x="1550035" y="621729"/>
                  <a:pt x="1232471" y="753301"/>
                  <a:pt x="993648" y="992188"/>
                </a:cubicBezTo>
                <a:lnTo>
                  <a:pt x="991997" y="990537"/>
                </a:lnTo>
                <a:cubicBezTo>
                  <a:pt x="991997" y="990537"/>
                  <a:pt x="991997" y="990791"/>
                  <a:pt x="992124" y="990918"/>
                </a:cubicBezTo>
                <a:cubicBezTo>
                  <a:pt x="753237" y="1229868"/>
                  <a:pt x="621728" y="1547495"/>
                  <a:pt x="621728" y="1885379"/>
                </a:cubicBezTo>
                <a:cubicBezTo>
                  <a:pt x="621728" y="2096516"/>
                  <a:pt x="673100" y="2299780"/>
                  <a:pt x="769937" y="2480882"/>
                </a:cubicBezTo>
                <a:lnTo>
                  <a:pt x="828929" y="2579243"/>
                </a:lnTo>
                <a:lnTo>
                  <a:pt x="829310" y="2579878"/>
                </a:lnTo>
                <a:lnTo>
                  <a:pt x="833437" y="2586800"/>
                </a:lnTo>
                <a:lnTo>
                  <a:pt x="838009" y="2592896"/>
                </a:lnTo>
                <a:lnTo>
                  <a:pt x="856107" y="2617280"/>
                </a:lnTo>
                <a:lnTo>
                  <a:pt x="907605" y="2686622"/>
                </a:lnTo>
                <a:lnTo>
                  <a:pt x="982916" y="2769680"/>
                </a:lnTo>
                <a:lnTo>
                  <a:pt x="983107" y="2769680"/>
                </a:lnTo>
                <a:cubicBezTo>
                  <a:pt x="1221930" y="3008567"/>
                  <a:pt x="1539494" y="3140139"/>
                  <a:pt x="1877314" y="3140139"/>
                </a:cubicBezTo>
                <a:cubicBezTo>
                  <a:pt x="2172843" y="3140139"/>
                  <a:pt x="2452941" y="3039428"/>
                  <a:pt x="2678366" y="2854198"/>
                </a:cubicBezTo>
                <a:lnTo>
                  <a:pt x="2750820" y="2788412"/>
                </a:lnTo>
                <a:lnTo>
                  <a:pt x="2750756" y="2788412"/>
                </a:lnTo>
                <a:cubicBezTo>
                  <a:pt x="2750756" y="2788412"/>
                  <a:pt x="3510089" y="2028825"/>
                  <a:pt x="3510089" y="2028825"/>
                </a:cubicBezTo>
                <a:lnTo>
                  <a:pt x="3953001" y="2471801"/>
                </a:lnTo>
                <a:lnTo>
                  <a:pt x="3190303" y="3228023"/>
                </a:lnTo>
                <a:lnTo>
                  <a:pt x="3072002" y="3335274"/>
                </a:lnTo>
                <a:cubicBezTo>
                  <a:pt x="2735833" y="3611563"/>
                  <a:pt x="2318067" y="3761740"/>
                  <a:pt x="1877314" y="3761740"/>
                </a:cubicBezTo>
                <a:lnTo>
                  <a:pt x="1877314" y="3761867"/>
                </a:lnTo>
                <a:cubicBezTo>
                  <a:pt x="1436497" y="3761867"/>
                  <a:pt x="1018730" y="3611626"/>
                  <a:pt x="682561" y="3335401"/>
                </a:cubicBezTo>
                <a:lnTo>
                  <a:pt x="553148" y="3218053"/>
                </a:lnTo>
                <a:lnTo>
                  <a:pt x="552640" y="3219514"/>
                </a:lnTo>
                <a:cubicBezTo>
                  <a:pt x="552640" y="3219514"/>
                  <a:pt x="552513" y="3219450"/>
                  <a:pt x="552513" y="3219387"/>
                </a:cubicBezTo>
                <a:cubicBezTo>
                  <a:pt x="507936" y="3174873"/>
                  <a:pt x="465899" y="3128455"/>
                  <a:pt x="426466" y="3080449"/>
                </a:cubicBezTo>
                <a:lnTo>
                  <a:pt x="352996" y="2981389"/>
                </a:lnTo>
                <a:lnTo>
                  <a:pt x="349186" y="2976309"/>
                </a:lnTo>
                <a:lnTo>
                  <a:pt x="334454" y="2956497"/>
                </a:lnTo>
                <a:lnTo>
                  <a:pt x="330327" y="2950909"/>
                </a:lnTo>
                <a:lnTo>
                  <a:pt x="315849" y="2931478"/>
                </a:lnTo>
                <a:cubicBezTo>
                  <a:pt x="110363" y="2624265"/>
                  <a:pt x="0" y="2263267"/>
                  <a:pt x="0" y="1885379"/>
                </a:cubicBezTo>
                <a:cubicBezTo>
                  <a:pt x="0" y="1381506"/>
                  <a:pt x="196215" y="907733"/>
                  <a:pt x="552513" y="551371"/>
                </a:cubicBezTo>
                <a:lnTo>
                  <a:pt x="693102" y="426530"/>
                </a:lnTo>
                <a:cubicBezTo>
                  <a:pt x="1029335" y="150241"/>
                  <a:pt x="1447038" y="0"/>
                  <a:pt x="1887855"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p:spPr>
        <p:txBody>
          <a:bodyPr wrap="square" lIns="137160" tIns="18288" rIns="137160" bIns="54864" rtlCol="0" anchor="ctr" anchorCtr="0">
            <a:noAutofit/>
          </a:bodyPr>
          <a:lstStyle/>
          <a:p>
            <a:pPr marL="0" marR="0" lvl="0" indent="0" algn="ctr" defTabSz="914437" rtl="0" eaLnBrk="1" fontAlgn="base" latinLnBrk="0" hangingPunct="1">
              <a:lnSpc>
                <a:spcPct val="100000"/>
              </a:lnSpc>
              <a:spcBef>
                <a:spcPct val="0"/>
              </a:spcBef>
              <a:spcAft>
                <a:spcPct val="0"/>
              </a:spcAft>
              <a:buClrTx/>
              <a:buSzTx/>
              <a:buFontTx/>
              <a:buNone/>
              <a:tabLst>
                <a:tab pos="1487158" algn="l"/>
              </a:tabLst>
              <a:defRPr/>
            </a:pPr>
            <a:endParaRPr kumimoji="0" lang="en-US" sz="2400" b="1" i="0" u="none" strike="noStrike" kern="1200" cap="none" spc="0" normalizeH="0" baseline="0" noProof="0" dirty="0">
              <a:ln w="3175">
                <a:noFill/>
              </a:ln>
              <a:solidFill>
                <a:schemeClr val="bg1"/>
              </a:solidFill>
              <a:effectLst/>
              <a:uLnTx/>
              <a:uFillTx/>
              <a:latin typeface="Segoe UI Semibold"/>
              <a:ea typeface="+mn-ea"/>
              <a:cs typeface="Segoe UI" pitchFamily="34" charset="0"/>
            </a:endParaRPr>
          </a:p>
        </p:txBody>
      </p:sp>
      <p:sp>
        <p:nvSpPr>
          <p:cNvPr id="8" name="Freeform: Shape 7">
            <a:extLst>
              <a:ext uri="{FF2B5EF4-FFF2-40B4-BE49-F238E27FC236}">
                <a16:creationId xmlns:a16="http://schemas.microsoft.com/office/drawing/2014/main" id="{E2235F91-A58C-9A69-893D-1947D12CBCB6}"/>
              </a:ext>
              <a:ext uri="{C183D7F6-B498-43B3-948B-1728B52AA6E4}">
                <adec:decorative xmlns:adec="http://schemas.microsoft.com/office/drawing/2017/decorative" val="1"/>
              </a:ext>
            </a:extLst>
          </p:cNvPr>
          <p:cNvSpPr/>
          <p:nvPr/>
        </p:nvSpPr>
        <p:spPr>
          <a:xfrm rot="2283695">
            <a:off x="9035128" y="1794757"/>
            <a:ext cx="285657" cy="633808"/>
          </a:xfrm>
          <a:custGeom>
            <a:avLst/>
            <a:gdLst>
              <a:gd name="connsiteX0" fmla="*/ 277495 w 277494"/>
              <a:gd name="connsiteY0" fmla="*/ 611315 h 615696"/>
              <a:gd name="connsiteX1" fmla="*/ 237172 w 277494"/>
              <a:gd name="connsiteY1" fmla="*/ 615696 h 615696"/>
              <a:gd name="connsiteX2" fmla="*/ 0 w 277494"/>
              <a:gd name="connsiteY2" fmla="*/ 349949 h 615696"/>
              <a:gd name="connsiteX3" fmla="*/ 112331 w 277494"/>
              <a:gd name="connsiteY3" fmla="*/ 5905 h 615696"/>
              <a:gd name="connsiteX4" fmla="*/ 120078 w 277494"/>
              <a:gd name="connsiteY4" fmla="*/ 4763 h 615696"/>
              <a:gd name="connsiteX5" fmla="*/ 156527 w 277494"/>
              <a:gd name="connsiteY5" fmla="*/ 0 h 615696"/>
              <a:gd name="connsiteX6" fmla="*/ 40005 w 277494"/>
              <a:gd name="connsiteY6" fmla="*/ 344488 h 615696"/>
              <a:gd name="connsiteX7" fmla="*/ 277495 w 277494"/>
              <a:gd name="connsiteY7" fmla="*/ 611315 h 61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494" h="615696">
                <a:moveTo>
                  <a:pt x="277495" y="611315"/>
                </a:moveTo>
                <a:cubicBezTo>
                  <a:pt x="261112" y="613093"/>
                  <a:pt x="246062" y="614744"/>
                  <a:pt x="237172" y="615696"/>
                </a:cubicBezTo>
                <a:lnTo>
                  <a:pt x="0" y="349949"/>
                </a:lnTo>
                <a:lnTo>
                  <a:pt x="112331" y="5905"/>
                </a:lnTo>
                <a:lnTo>
                  <a:pt x="120078" y="4763"/>
                </a:lnTo>
                <a:cubicBezTo>
                  <a:pt x="136398" y="2603"/>
                  <a:pt x="146812" y="1207"/>
                  <a:pt x="156527" y="0"/>
                </a:cubicBezTo>
                <a:lnTo>
                  <a:pt x="40005" y="344488"/>
                </a:lnTo>
                <a:lnTo>
                  <a:pt x="277495" y="611315"/>
                </a:lnTo>
                <a:close/>
              </a:path>
            </a:pathLst>
          </a:custGeom>
          <a:solidFill>
            <a:schemeClr val="bg1"/>
          </a:solidFill>
          <a:ln w="63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a:ea typeface="+mn-ea"/>
              <a:cs typeface="+mn-cs"/>
            </a:endParaRPr>
          </a:p>
        </p:txBody>
      </p:sp>
      <p:sp>
        <p:nvSpPr>
          <p:cNvPr id="9" name="Freeform: Shape 8">
            <a:extLst>
              <a:ext uri="{FF2B5EF4-FFF2-40B4-BE49-F238E27FC236}">
                <a16:creationId xmlns:a16="http://schemas.microsoft.com/office/drawing/2014/main" id="{EF8AD329-49C6-E38D-29B9-223453E55A43}"/>
              </a:ext>
              <a:ext uri="{C183D7F6-B498-43B3-948B-1728B52AA6E4}">
                <adec:decorative xmlns:adec="http://schemas.microsoft.com/office/drawing/2017/decorative" val="1"/>
              </a:ext>
            </a:extLst>
          </p:cNvPr>
          <p:cNvSpPr/>
          <p:nvPr/>
        </p:nvSpPr>
        <p:spPr>
          <a:xfrm rot="1091100">
            <a:off x="8798595" y="4593417"/>
            <a:ext cx="459740" cy="478853"/>
          </a:xfrm>
          <a:custGeom>
            <a:avLst/>
            <a:gdLst>
              <a:gd name="connsiteX0" fmla="*/ 459740 w 459740"/>
              <a:gd name="connsiteY0" fmla="*/ 446659 h 478853"/>
              <a:gd name="connsiteX1" fmla="*/ 426275 w 459740"/>
              <a:gd name="connsiteY1" fmla="*/ 478853 h 478853"/>
              <a:gd name="connsiteX2" fmla="*/ 342519 w 459740"/>
              <a:gd name="connsiteY2" fmla="*/ 126365 h 478853"/>
              <a:gd name="connsiteX3" fmla="*/ 0 w 459740"/>
              <a:gd name="connsiteY3" fmla="*/ 26416 h 478853"/>
              <a:gd name="connsiteX4" fmla="*/ 27369 w 459740"/>
              <a:gd name="connsiteY4" fmla="*/ 0 h 478853"/>
              <a:gd name="connsiteX5" fmla="*/ 373507 w 459740"/>
              <a:gd name="connsiteY5" fmla="*/ 100520 h 478853"/>
              <a:gd name="connsiteX6" fmla="*/ 459740 w 459740"/>
              <a:gd name="connsiteY6" fmla="*/ 446659 h 478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9740" h="478853">
                <a:moveTo>
                  <a:pt x="459740" y="446659"/>
                </a:moveTo>
                <a:cubicBezTo>
                  <a:pt x="448691" y="457581"/>
                  <a:pt x="437579" y="468376"/>
                  <a:pt x="426275" y="478853"/>
                </a:cubicBezTo>
                <a:lnTo>
                  <a:pt x="342519" y="126365"/>
                </a:lnTo>
                <a:lnTo>
                  <a:pt x="0" y="26416"/>
                </a:lnTo>
                <a:cubicBezTo>
                  <a:pt x="9271" y="17780"/>
                  <a:pt x="18352" y="8954"/>
                  <a:pt x="27369" y="0"/>
                </a:cubicBezTo>
                <a:lnTo>
                  <a:pt x="373507" y="100520"/>
                </a:lnTo>
                <a:lnTo>
                  <a:pt x="459740" y="446659"/>
                </a:lnTo>
                <a:close/>
              </a:path>
            </a:pathLst>
          </a:custGeom>
          <a:solidFill>
            <a:schemeClr val="bg1"/>
          </a:solidFill>
          <a:ln w="63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a:ea typeface="+mn-ea"/>
              <a:cs typeface="+mn-cs"/>
            </a:endParaRPr>
          </a:p>
        </p:txBody>
      </p:sp>
      <p:sp>
        <p:nvSpPr>
          <p:cNvPr id="10" name="Freeform: Shape 9">
            <a:extLst>
              <a:ext uri="{FF2B5EF4-FFF2-40B4-BE49-F238E27FC236}">
                <a16:creationId xmlns:a16="http://schemas.microsoft.com/office/drawing/2014/main" id="{A1D5C980-A80E-954E-3094-8942403B5E86}"/>
              </a:ext>
              <a:ext uri="{C183D7F6-B498-43B3-948B-1728B52AA6E4}">
                <adec:decorative xmlns:adec="http://schemas.microsoft.com/office/drawing/2017/decorative" val="1"/>
              </a:ext>
            </a:extLst>
          </p:cNvPr>
          <p:cNvSpPr/>
          <p:nvPr/>
        </p:nvSpPr>
        <p:spPr>
          <a:xfrm>
            <a:off x="3800433" y="1547941"/>
            <a:ext cx="230695" cy="623062"/>
          </a:xfrm>
          <a:custGeom>
            <a:avLst/>
            <a:gdLst>
              <a:gd name="connsiteX0" fmla="*/ 230696 w 230695"/>
              <a:gd name="connsiteY0" fmla="*/ 315151 h 623062"/>
              <a:gd name="connsiteX1" fmla="*/ 45593 w 230695"/>
              <a:gd name="connsiteY1" fmla="*/ 623062 h 623062"/>
              <a:gd name="connsiteX2" fmla="*/ 27749 w 230695"/>
              <a:gd name="connsiteY2" fmla="*/ 622173 h 623062"/>
              <a:gd name="connsiteX3" fmla="*/ 7430 w 230695"/>
              <a:gd name="connsiteY3" fmla="*/ 621221 h 623062"/>
              <a:gd name="connsiteX4" fmla="*/ 0 w 230695"/>
              <a:gd name="connsiteY4" fmla="*/ 620840 h 623062"/>
              <a:gd name="connsiteX5" fmla="*/ 190564 w 230695"/>
              <a:gd name="connsiteY5" fmla="*/ 311468 h 623062"/>
              <a:gd name="connsiteX6" fmla="*/ 19749 w 230695"/>
              <a:gd name="connsiteY6" fmla="*/ 0 h 623062"/>
              <a:gd name="connsiteX7" fmla="*/ 28321 w 230695"/>
              <a:gd name="connsiteY7" fmla="*/ 444 h 623062"/>
              <a:gd name="connsiteX8" fmla="*/ 58483 w 230695"/>
              <a:gd name="connsiteY8" fmla="*/ 1905 h 623062"/>
              <a:gd name="connsiteX9" fmla="*/ 230696 w 230695"/>
              <a:gd name="connsiteY9" fmla="*/ 315151 h 62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0695" h="623062">
                <a:moveTo>
                  <a:pt x="230696" y="315151"/>
                </a:moveTo>
                <a:lnTo>
                  <a:pt x="45593" y="623062"/>
                </a:lnTo>
                <a:lnTo>
                  <a:pt x="27749" y="622173"/>
                </a:lnTo>
                <a:lnTo>
                  <a:pt x="7430" y="621221"/>
                </a:lnTo>
                <a:lnTo>
                  <a:pt x="0" y="620840"/>
                </a:lnTo>
                <a:lnTo>
                  <a:pt x="190564" y="311468"/>
                </a:lnTo>
                <a:lnTo>
                  <a:pt x="19749" y="0"/>
                </a:lnTo>
                <a:lnTo>
                  <a:pt x="28321" y="444"/>
                </a:lnTo>
                <a:lnTo>
                  <a:pt x="58483" y="1905"/>
                </a:lnTo>
                <a:lnTo>
                  <a:pt x="230696" y="315151"/>
                </a:lnTo>
                <a:close/>
              </a:path>
            </a:pathLst>
          </a:custGeom>
          <a:solidFill>
            <a:schemeClr val="bg1"/>
          </a:solidFill>
          <a:ln w="63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E53BE088-96D4-00E1-7DE7-7B45E54375A5}"/>
              </a:ext>
              <a:ext uri="{C183D7F6-B498-43B3-948B-1728B52AA6E4}">
                <adec:decorative xmlns:adec="http://schemas.microsoft.com/office/drawing/2017/decorative" val="1"/>
              </a:ext>
            </a:extLst>
          </p:cNvPr>
          <p:cNvSpPr txBox="1"/>
          <p:nvPr/>
        </p:nvSpPr>
        <p:spPr>
          <a:xfrm rot="16200000">
            <a:off x="2013511" y="2447452"/>
            <a:ext cx="2613984" cy="1967596"/>
          </a:xfrm>
          <a:prstGeom prst="rect">
            <a:avLst/>
          </a:prstGeom>
          <a:noFill/>
        </p:spPr>
        <p:txBody>
          <a:bodyPr wrap="square">
            <a:prstTxWarp prst="textArchUp">
              <a:avLst/>
            </a:prstTxWarp>
            <a:spAutoFit/>
          </a:bodyPr>
          <a:lstStyle/>
          <a:p>
            <a:pPr marL="0" marR="0" lvl="0" indent="0" algn="ctr" defTabSz="284858" rtl="0" eaLnBrk="1" fontAlgn="auto" latinLnBrk="0" hangingPunct="1">
              <a:lnSpc>
                <a:spcPct val="100000"/>
              </a:lnSpc>
              <a:spcBef>
                <a:spcPts val="300"/>
              </a:spcBef>
              <a:spcAft>
                <a:spcPts val="300"/>
              </a:spcAft>
              <a:buClr>
                <a:srgbClr val="091F2C"/>
              </a:buClr>
              <a:buSzTx/>
              <a:buFontTx/>
              <a:buNone/>
              <a:tabLst/>
              <a:defRPr/>
            </a:pPr>
            <a:r>
              <a:rPr kumimoji="0" lang="en-US" sz="1800" i="0" u="none" strike="noStrike" kern="1200" cap="none" spc="0" normalizeH="0" baseline="0" noProof="0">
                <a:ln>
                  <a:noFill/>
                </a:ln>
                <a:solidFill>
                  <a:schemeClr val="bg1"/>
                </a:solidFill>
                <a:effectLst/>
                <a:uLnTx/>
                <a:uFillTx/>
                <a:latin typeface="+mj-lt"/>
                <a:ea typeface="+mj-ea"/>
                <a:cs typeface="+mj-cs"/>
              </a:rPr>
              <a:t>Content Safety + AI Red Teaming</a:t>
            </a:r>
          </a:p>
        </p:txBody>
      </p:sp>
      <p:sp>
        <p:nvSpPr>
          <p:cNvPr id="12" name="TextBox 11">
            <a:extLst>
              <a:ext uri="{FF2B5EF4-FFF2-40B4-BE49-F238E27FC236}">
                <a16:creationId xmlns:a16="http://schemas.microsoft.com/office/drawing/2014/main" id="{73AD3F0E-1805-44C3-7622-B52A94FB1C08}"/>
              </a:ext>
              <a:ext uri="{C183D7F6-B498-43B3-948B-1728B52AA6E4}">
                <adec:decorative xmlns:adec="http://schemas.microsoft.com/office/drawing/2017/decorative" val="1"/>
              </a:ext>
            </a:extLst>
          </p:cNvPr>
          <p:cNvSpPr txBox="1"/>
          <p:nvPr/>
        </p:nvSpPr>
        <p:spPr>
          <a:xfrm rot="2708152">
            <a:off x="4118806" y="2632479"/>
            <a:ext cx="2654564" cy="276999"/>
          </a:xfrm>
          <a:prstGeom prst="rect">
            <a:avLst/>
          </a:prstGeom>
          <a:noFill/>
        </p:spPr>
        <p:txBody>
          <a:bodyPr wrap="square" lIns="0" tIns="0" rIns="0" bIns="0" rtlCol="0" anchor="t">
            <a:spAutoFit/>
          </a:bodyPr>
          <a:lstStyle/>
          <a:p>
            <a:pPr marL="0" marR="0" lvl="0" indent="0" algn="ctr" defTabSz="284858" rtl="0" eaLnBrk="1" fontAlgn="auto" latinLnBrk="0" hangingPunct="1">
              <a:lnSpc>
                <a:spcPct val="100000"/>
              </a:lnSpc>
              <a:spcBef>
                <a:spcPts val="300"/>
              </a:spcBef>
              <a:spcAft>
                <a:spcPts val="300"/>
              </a:spcAft>
              <a:buClr>
                <a:srgbClr val="091F2C"/>
              </a:buClr>
              <a:buSzTx/>
              <a:buFontTx/>
              <a:buNone/>
              <a:tabLst/>
              <a:defRPr/>
            </a:pPr>
            <a:r>
              <a:rPr kumimoji="0" lang="en-US" sz="1800" i="0" u="none" strike="noStrike" kern="1200" cap="none" spc="0" normalizeH="0" baseline="0" noProof="0" dirty="0">
                <a:ln>
                  <a:noFill/>
                </a:ln>
                <a:solidFill>
                  <a:schemeClr val="bg1"/>
                </a:solidFill>
                <a:effectLst/>
                <a:uLnTx/>
                <a:uFillTx/>
                <a:latin typeface="+mj-lt"/>
                <a:ea typeface="+mj-ea"/>
                <a:cs typeface="+mj-cs"/>
              </a:rPr>
              <a:t>Secure Dev Workflows</a:t>
            </a:r>
          </a:p>
        </p:txBody>
      </p:sp>
      <p:sp>
        <p:nvSpPr>
          <p:cNvPr id="13" name="TextBox 12">
            <a:extLst>
              <a:ext uri="{FF2B5EF4-FFF2-40B4-BE49-F238E27FC236}">
                <a16:creationId xmlns:a16="http://schemas.microsoft.com/office/drawing/2014/main" id="{5EC227C1-57E6-AEF8-3BBA-F61A2BEFE27E}"/>
              </a:ext>
              <a:ext uri="{C183D7F6-B498-43B3-948B-1728B52AA6E4}">
                <adec:decorative xmlns:adec="http://schemas.microsoft.com/office/drawing/2017/decorative" val="1"/>
              </a:ext>
            </a:extLst>
          </p:cNvPr>
          <p:cNvSpPr txBox="1"/>
          <p:nvPr/>
        </p:nvSpPr>
        <p:spPr>
          <a:xfrm rot="1183871">
            <a:off x="6965723" y="2169751"/>
            <a:ext cx="2729050" cy="2729626"/>
          </a:xfrm>
          <a:prstGeom prst="rect">
            <a:avLst/>
          </a:prstGeom>
          <a:noFill/>
        </p:spPr>
        <p:txBody>
          <a:bodyPr wrap="square" lIns="0" tIns="0" rIns="0" bIns="0" rtlCol="0" anchor="t">
            <a:prstTxWarp prst="textArchDown">
              <a:avLst/>
            </a:prstTxWarp>
            <a:spAutoFit/>
          </a:bodyPr>
          <a:lstStyle/>
          <a:p>
            <a:pPr marL="0" marR="0" lvl="0" indent="0" algn="ctr" defTabSz="284858" rtl="0" eaLnBrk="1" fontAlgn="auto" latinLnBrk="0" hangingPunct="1">
              <a:lnSpc>
                <a:spcPct val="100000"/>
              </a:lnSpc>
              <a:spcBef>
                <a:spcPts val="300"/>
              </a:spcBef>
              <a:spcAft>
                <a:spcPts val="300"/>
              </a:spcAft>
              <a:buClr>
                <a:srgbClr val="091F2C"/>
              </a:buClr>
              <a:buSzTx/>
              <a:buFontTx/>
              <a:buNone/>
              <a:tabLst/>
              <a:defRPr/>
            </a:pPr>
            <a:r>
              <a:rPr kumimoji="0" lang="en-US" sz="1800" i="0" u="none" strike="noStrike" kern="1200" cap="none" spc="0" normalizeH="0" baseline="0" noProof="0">
                <a:ln>
                  <a:noFill/>
                </a:ln>
                <a:solidFill>
                  <a:schemeClr val="bg1"/>
                </a:solidFill>
                <a:effectLst/>
                <a:uLnTx/>
                <a:uFillTx/>
                <a:latin typeface="+mj-lt"/>
                <a:ea typeface="+mj-ea"/>
                <a:cs typeface="+mj-cs"/>
              </a:rPr>
              <a:t>Identity + Access </a:t>
            </a:r>
            <a:br>
              <a:rPr kumimoji="0" lang="en-US" sz="1800" i="0" u="none" strike="noStrike" kern="1200" cap="none" spc="0" normalizeH="0" baseline="0" noProof="0">
                <a:ln>
                  <a:noFill/>
                </a:ln>
                <a:solidFill>
                  <a:schemeClr val="bg1"/>
                </a:solidFill>
                <a:effectLst/>
                <a:uLnTx/>
                <a:uFillTx/>
                <a:latin typeface="+mj-lt"/>
                <a:ea typeface="+mj-ea"/>
                <a:cs typeface="+mj-cs"/>
              </a:rPr>
            </a:br>
            <a:r>
              <a:rPr kumimoji="0" lang="en-US" sz="1800" i="0" u="none" strike="noStrike" kern="1200" cap="none" spc="0" normalizeH="0" baseline="0" noProof="0">
                <a:ln>
                  <a:noFill/>
                </a:ln>
                <a:solidFill>
                  <a:schemeClr val="bg1"/>
                </a:solidFill>
                <a:effectLst/>
                <a:uLnTx/>
                <a:uFillTx/>
                <a:latin typeface="+mj-lt"/>
                <a:ea typeface="+mj-ea"/>
                <a:cs typeface="+mj-cs"/>
              </a:rPr>
              <a:t>Management</a:t>
            </a:r>
          </a:p>
        </p:txBody>
      </p:sp>
      <p:sp>
        <p:nvSpPr>
          <p:cNvPr id="14" name="TextBox 13">
            <a:extLst>
              <a:ext uri="{FF2B5EF4-FFF2-40B4-BE49-F238E27FC236}">
                <a16:creationId xmlns:a16="http://schemas.microsoft.com/office/drawing/2014/main" id="{1A8E052D-2838-F343-5094-BECAC9EC0A42}"/>
              </a:ext>
              <a:ext uri="{C183D7F6-B498-43B3-948B-1728B52AA6E4}">
                <adec:decorative xmlns:adec="http://schemas.microsoft.com/office/drawing/2017/decorative" val="1"/>
              </a:ext>
            </a:extLst>
          </p:cNvPr>
          <p:cNvSpPr txBox="1"/>
          <p:nvPr/>
        </p:nvSpPr>
        <p:spPr>
          <a:xfrm rot="20417498">
            <a:off x="6824046" y="2029534"/>
            <a:ext cx="2985678" cy="2986310"/>
          </a:xfrm>
          <a:prstGeom prst="rect">
            <a:avLst/>
          </a:prstGeom>
          <a:noFill/>
        </p:spPr>
        <p:txBody>
          <a:bodyPr spcFirstLastPara="1" wrap="square" lIns="91440" tIns="45720" rIns="91440" bIns="45720" numCol="1" anchor="t">
            <a:prstTxWarp prst="textArchUp">
              <a:avLst/>
            </a:prstTxWarp>
            <a:spAutoFit/>
          </a:bodyPr>
          <a:lstStyle/>
          <a:p>
            <a:pPr marL="0" marR="0" lvl="0" indent="0" algn="ctr" defTabSz="284858" rtl="0" eaLnBrk="1" fontAlgn="auto" latinLnBrk="0" hangingPunct="1">
              <a:lnSpc>
                <a:spcPct val="100000"/>
              </a:lnSpc>
              <a:spcBef>
                <a:spcPts val="300"/>
              </a:spcBef>
              <a:spcAft>
                <a:spcPts val="300"/>
              </a:spcAft>
              <a:buClr>
                <a:srgbClr val="091F2C"/>
              </a:buClr>
              <a:buSzTx/>
              <a:buFontTx/>
              <a:buNone/>
              <a:tabLst/>
              <a:defRPr/>
            </a:pPr>
            <a:r>
              <a:rPr kumimoji="0" lang="en-US" sz="1800" i="0" u="none" strike="noStrike" kern="1200" cap="none" spc="0" normalizeH="0" baseline="0" noProof="0" dirty="0">
                <a:ln>
                  <a:noFill/>
                </a:ln>
                <a:solidFill>
                  <a:schemeClr val="bg1"/>
                </a:solidFill>
                <a:effectLst/>
                <a:uLnTx/>
                <a:uFillTx/>
                <a:latin typeface="+mj-lt"/>
                <a:ea typeface="+mj-ea"/>
                <a:cs typeface="+mj-cs"/>
              </a:rPr>
              <a:t>Security Posture + </a:t>
            </a:r>
            <a:br>
              <a:rPr kumimoji="0" lang="en-US" sz="1800" i="0" u="none" strike="noStrike" kern="1200" cap="none" spc="0" normalizeH="0" baseline="0" noProof="0" dirty="0">
                <a:ln>
                  <a:noFill/>
                </a:ln>
                <a:solidFill>
                  <a:schemeClr val="bg1"/>
                </a:solidFill>
                <a:effectLst/>
                <a:uLnTx/>
                <a:uFillTx/>
                <a:latin typeface="+mj-lt"/>
                <a:ea typeface="+mj-ea"/>
                <a:cs typeface="+mj-cs"/>
              </a:rPr>
            </a:br>
            <a:r>
              <a:rPr kumimoji="0" lang="en-US" sz="1800" i="0" u="none" strike="noStrike" kern="1200" cap="none" spc="0" normalizeH="0" baseline="0" noProof="0" dirty="0">
                <a:ln>
                  <a:noFill/>
                </a:ln>
                <a:solidFill>
                  <a:schemeClr val="bg1"/>
                </a:solidFill>
                <a:effectLst/>
                <a:uLnTx/>
                <a:uFillTx/>
                <a:latin typeface="+mj-lt"/>
                <a:ea typeface="+mj-ea"/>
                <a:cs typeface="+mj-cs"/>
              </a:rPr>
              <a:t>Threat Protection</a:t>
            </a:r>
          </a:p>
        </p:txBody>
      </p:sp>
      <p:sp>
        <p:nvSpPr>
          <p:cNvPr id="15" name="TextBox 14">
            <a:extLst>
              <a:ext uri="{FF2B5EF4-FFF2-40B4-BE49-F238E27FC236}">
                <a16:creationId xmlns:a16="http://schemas.microsoft.com/office/drawing/2014/main" id="{F4DEBAFE-2CD6-8999-6E5F-264D1C686B1F}"/>
              </a:ext>
              <a:ext uri="{C183D7F6-B498-43B3-948B-1728B52AA6E4}">
                <adec:decorative xmlns:adec="http://schemas.microsoft.com/office/drawing/2017/decorative" val="1"/>
              </a:ext>
            </a:extLst>
          </p:cNvPr>
          <p:cNvSpPr txBox="1"/>
          <p:nvPr/>
        </p:nvSpPr>
        <p:spPr>
          <a:xfrm rot="5400000">
            <a:off x="6880285" y="1973856"/>
            <a:ext cx="2986310" cy="2985678"/>
          </a:xfrm>
          <a:prstGeom prst="rect">
            <a:avLst/>
          </a:prstGeom>
          <a:noFill/>
        </p:spPr>
        <p:txBody>
          <a:bodyPr wrap="square">
            <a:prstTxWarp prst="textArchUp">
              <a:avLst/>
            </a:prstTxWarp>
            <a:spAutoFit/>
          </a:bodyPr>
          <a:lstStyle/>
          <a:p>
            <a:pPr marL="0" marR="0" lvl="0" indent="0" algn="ctr" defTabSz="284858" rtl="0" eaLnBrk="1" fontAlgn="auto" latinLnBrk="0" hangingPunct="1">
              <a:lnSpc>
                <a:spcPct val="100000"/>
              </a:lnSpc>
              <a:spcBef>
                <a:spcPts val="300"/>
              </a:spcBef>
              <a:spcAft>
                <a:spcPts val="300"/>
              </a:spcAft>
              <a:buClr>
                <a:srgbClr val="091F2C"/>
              </a:buClr>
              <a:buSzTx/>
              <a:buFontTx/>
              <a:buNone/>
              <a:tabLst/>
              <a:defRPr/>
            </a:pPr>
            <a:r>
              <a:rPr kumimoji="0" lang="en-US" sz="1800" i="0" u="none" strike="noStrike" kern="1200" cap="none" spc="0" normalizeH="0" baseline="0" noProof="0">
                <a:ln>
                  <a:noFill/>
                </a:ln>
                <a:solidFill>
                  <a:schemeClr val="bg1"/>
                </a:solidFill>
                <a:effectLst/>
                <a:uLnTx/>
                <a:uFillTx/>
                <a:latin typeface="+mj-lt"/>
                <a:ea typeface="+mj-ea"/>
                <a:cs typeface="+mj-cs"/>
              </a:rPr>
              <a:t>Data Security + Compliance</a:t>
            </a:r>
          </a:p>
        </p:txBody>
      </p:sp>
      <p:grpSp>
        <p:nvGrpSpPr>
          <p:cNvPr id="16" name="Group 15">
            <a:extLst>
              <a:ext uri="{FF2B5EF4-FFF2-40B4-BE49-F238E27FC236}">
                <a16:creationId xmlns:a16="http://schemas.microsoft.com/office/drawing/2014/main" id="{7CD5CAF3-FEDA-92D4-0369-65C772FECB38}"/>
              </a:ext>
              <a:ext uri="{C183D7F6-B498-43B3-948B-1728B52AA6E4}">
                <adec:decorative xmlns:adec="http://schemas.microsoft.com/office/drawing/2017/decorative" val="1"/>
              </a:ext>
            </a:extLst>
          </p:cNvPr>
          <p:cNvGrpSpPr>
            <a:grpSpLocks/>
          </p:cNvGrpSpPr>
          <p:nvPr/>
        </p:nvGrpSpPr>
        <p:grpSpPr>
          <a:xfrm>
            <a:off x="7204272" y="2373840"/>
            <a:ext cx="2130552" cy="2130552"/>
            <a:chOff x="10126987" y="2860862"/>
            <a:chExt cx="1410961" cy="1377483"/>
          </a:xfrm>
        </p:grpSpPr>
        <p:sp>
          <p:nvSpPr>
            <p:cNvPr id="17" name="Oval 16">
              <a:extLst>
                <a:ext uri="{FF2B5EF4-FFF2-40B4-BE49-F238E27FC236}">
                  <a16:creationId xmlns:a16="http://schemas.microsoft.com/office/drawing/2014/main" id="{491773B0-5565-85AD-A3F5-2A9FF92AD034}"/>
                </a:ext>
              </a:extLst>
            </p:cNvPr>
            <p:cNvSpPr/>
            <p:nvPr/>
          </p:nvSpPr>
          <p:spPr bwMode="auto">
            <a:xfrm>
              <a:off x="10126987" y="2860862"/>
              <a:ext cx="1410961" cy="1377483"/>
            </a:xfrm>
            <a:prstGeom prst="ellipse">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mj-lt"/>
                <a:cs typeface="Segoe UI" pitchFamily="34" charset="0"/>
              </a:endParaRPr>
            </a:p>
          </p:txBody>
        </p:sp>
        <p:sp>
          <p:nvSpPr>
            <p:cNvPr id="18" name="TextBox 17">
              <a:extLst>
                <a:ext uri="{FF2B5EF4-FFF2-40B4-BE49-F238E27FC236}">
                  <a16:creationId xmlns:a16="http://schemas.microsoft.com/office/drawing/2014/main" id="{7E346975-796F-08D7-1B9B-AB2A34318602}"/>
                </a:ext>
              </a:extLst>
            </p:cNvPr>
            <p:cNvSpPr txBox="1"/>
            <p:nvPr/>
          </p:nvSpPr>
          <p:spPr>
            <a:xfrm>
              <a:off x="10333710" y="3607791"/>
              <a:ext cx="997515" cy="358181"/>
            </a:xfrm>
            <a:prstGeom prst="rect">
              <a:avLst/>
            </a:prstGeom>
            <a:noFill/>
          </p:spPr>
          <p:txBody>
            <a:bodyPr wrap="square" lIns="0" tIns="0" rIns="0" bIns="0" rtlCol="0" anchor="t">
              <a:spAutoFit/>
            </a:bodyPr>
            <a:lstStyle/>
            <a:p>
              <a:pPr marL="0" marR="0" lvl="0" indent="0" algn="ctr" defTabSz="284858" rtl="0" eaLnBrk="1" fontAlgn="auto" latinLnBrk="0" hangingPunct="1">
                <a:lnSpc>
                  <a:spcPct val="100000"/>
                </a:lnSpc>
                <a:spcBef>
                  <a:spcPts val="0"/>
                </a:spcBef>
                <a:spcAft>
                  <a:spcPts val="0"/>
                </a:spcAft>
                <a:buClrTx/>
                <a:buSzTx/>
                <a:buFontTx/>
                <a:buNone/>
                <a:tabLst/>
                <a:defRPr/>
              </a:pPr>
              <a:r>
                <a:rPr kumimoji="0" lang="en-US" i="0" u="none" strike="noStrike" kern="0" cap="none" spc="0" normalizeH="0" baseline="0" noProof="0">
                  <a:ln>
                    <a:noFill/>
                  </a:ln>
                  <a:effectLst/>
                  <a:uLnTx/>
                  <a:uFillTx/>
                  <a:latin typeface="+mj-lt"/>
                  <a:ea typeface="+mj-ea"/>
                  <a:cs typeface="+mj-cs"/>
                </a:rPr>
                <a:t>Security </a:t>
              </a:r>
              <a:br>
                <a:rPr kumimoji="0" lang="en-US" i="0" u="none" strike="noStrike" kern="0" cap="none" spc="0" normalizeH="0" baseline="0" noProof="0">
                  <a:ln>
                    <a:noFill/>
                  </a:ln>
                  <a:effectLst/>
                  <a:uLnTx/>
                  <a:uFillTx/>
                  <a:latin typeface="+mj-lt"/>
                  <a:ea typeface="+mj-ea"/>
                  <a:cs typeface="+mj-cs"/>
                </a:rPr>
              </a:br>
              <a:r>
                <a:rPr kumimoji="0" lang="en-US" i="0" u="none" strike="noStrike" kern="0" cap="none" spc="0" normalizeH="0" baseline="0" noProof="0">
                  <a:ln>
                    <a:noFill/>
                  </a:ln>
                  <a:effectLst/>
                  <a:uLnTx/>
                  <a:uFillTx/>
                  <a:latin typeface="+mj-lt"/>
                  <a:ea typeface="+mj-ea"/>
                  <a:cs typeface="+mj-cs"/>
                </a:rPr>
                <a:t>Teams</a:t>
              </a:r>
            </a:p>
          </p:txBody>
        </p:sp>
        <p:sp>
          <p:nvSpPr>
            <p:cNvPr id="19" name="Graphic 186" descr="Icon of a shield">
              <a:extLst>
                <a:ext uri="{FF2B5EF4-FFF2-40B4-BE49-F238E27FC236}">
                  <a16:creationId xmlns:a16="http://schemas.microsoft.com/office/drawing/2014/main" id="{FDB6B614-8467-0C5D-54CA-D4B9248E5F42}"/>
                </a:ext>
              </a:extLst>
            </p:cNvPr>
            <p:cNvSpPr/>
            <p:nvPr/>
          </p:nvSpPr>
          <p:spPr>
            <a:xfrm>
              <a:off x="10690697" y="3106031"/>
              <a:ext cx="283538" cy="315040"/>
            </a:xfrm>
            <a:custGeom>
              <a:avLst/>
              <a:gdLst>
                <a:gd name="connsiteX0" fmla="*/ 0 w 296704"/>
                <a:gd name="connsiteY0" fmla="*/ 61813 h 329671"/>
                <a:gd name="connsiteX1" fmla="*/ 12363 w 296704"/>
                <a:gd name="connsiteY1" fmla="*/ 49451 h 329671"/>
                <a:gd name="connsiteX2" fmla="*/ 140935 w 296704"/>
                <a:gd name="connsiteY2" fmla="*/ 2473 h 329671"/>
                <a:gd name="connsiteX3" fmla="*/ 155770 w 296704"/>
                <a:gd name="connsiteY3" fmla="*/ 2473 h 329671"/>
                <a:gd name="connsiteX4" fmla="*/ 284342 w 296704"/>
                <a:gd name="connsiteY4" fmla="*/ 49451 h 329671"/>
                <a:gd name="connsiteX5" fmla="*/ 296705 w 296704"/>
                <a:gd name="connsiteY5" fmla="*/ 61813 h 329671"/>
                <a:gd name="connsiteX6" fmla="*/ 296705 w 296704"/>
                <a:gd name="connsiteY6" fmla="*/ 148352 h 329671"/>
                <a:gd name="connsiteX7" fmla="*/ 152884 w 296704"/>
                <a:gd name="connsiteY7" fmla="*/ 328811 h 329671"/>
                <a:gd name="connsiteX8" fmla="*/ 143821 w 296704"/>
                <a:gd name="connsiteY8" fmla="*/ 328811 h 329671"/>
                <a:gd name="connsiteX9" fmla="*/ 0 w 296704"/>
                <a:gd name="connsiteY9" fmla="*/ 148352 h 329671"/>
                <a:gd name="connsiteX10" fmla="*/ 0 w 296704"/>
                <a:gd name="connsiteY10" fmla="*/ 61813 h 329671"/>
                <a:gd name="connsiteX11" fmla="*/ 24725 w 296704"/>
                <a:gd name="connsiteY11" fmla="*/ 73812 h 329671"/>
                <a:gd name="connsiteX12" fmla="*/ 24725 w 296704"/>
                <a:gd name="connsiteY12" fmla="*/ 148352 h 329671"/>
                <a:gd name="connsiteX13" fmla="*/ 148352 w 296704"/>
                <a:gd name="connsiteY13" fmla="*/ 303989 h 329671"/>
                <a:gd name="connsiteX14" fmla="*/ 271979 w 296704"/>
                <a:gd name="connsiteY14" fmla="*/ 148352 h 329671"/>
                <a:gd name="connsiteX15" fmla="*/ 271979 w 296704"/>
                <a:gd name="connsiteY15" fmla="*/ 73812 h 329671"/>
                <a:gd name="connsiteX16" fmla="*/ 148352 w 296704"/>
                <a:gd name="connsiteY16" fmla="*/ 27656 h 329671"/>
                <a:gd name="connsiteX17" fmla="*/ 24725 w 296704"/>
                <a:gd name="connsiteY17" fmla="*/ 73812 h 3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704" h="329671">
                  <a:moveTo>
                    <a:pt x="0" y="61813"/>
                  </a:moveTo>
                  <a:cubicBezTo>
                    <a:pt x="0" y="54986"/>
                    <a:pt x="5535" y="49451"/>
                    <a:pt x="12363" y="49451"/>
                  </a:cubicBezTo>
                  <a:cubicBezTo>
                    <a:pt x="56265" y="49451"/>
                    <a:pt x="99033" y="33899"/>
                    <a:pt x="140935" y="2473"/>
                  </a:cubicBezTo>
                  <a:cubicBezTo>
                    <a:pt x="145331" y="-824"/>
                    <a:pt x="151374" y="-824"/>
                    <a:pt x="155770" y="2473"/>
                  </a:cubicBezTo>
                  <a:cubicBezTo>
                    <a:pt x="197671" y="33899"/>
                    <a:pt x="240439" y="49451"/>
                    <a:pt x="284342" y="49451"/>
                  </a:cubicBezTo>
                  <a:cubicBezTo>
                    <a:pt x="291169" y="49451"/>
                    <a:pt x="296705" y="54986"/>
                    <a:pt x="296705" y="61813"/>
                  </a:cubicBezTo>
                  <a:lnTo>
                    <a:pt x="296705" y="148352"/>
                  </a:lnTo>
                  <a:cubicBezTo>
                    <a:pt x="296705" y="230790"/>
                    <a:pt x="247953" y="291359"/>
                    <a:pt x="152884" y="328811"/>
                  </a:cubicBezTo>
                  <a:cubicBezTo>
                    <a:pt x="149971" y="329959"/>
                    <a:pt x="146734" y="329959"/>
                    <a:pt x="143821" y="328811"/>
                  </a:cubicBezTo>
                  <a:cubicBezTo>
                    <a:pt x="48751" y="291359"/>
                    <a:pt x="0" y="230790"/>
                    <a:pt x="0" y="148352"/>
                  </a:cubicBezTo>
                  <a:lnTo>
                    <a:pt x="0" y="61813"/>
                  </a:lnTo>
                  <a:close/>
                  <a:moveTo>
                    <a:pt x="24725" y="73812"/>
                  </a:moveTo>
                  <a:lnTo>
                    <a:pt x="24725" y="148352"/>
                  </a:lnTo>
                  <a:cubicBezTo>
                    <a:pt x="24725" y="218500"/>
                    <a:pt x="65166" y="269983"/>
                    <a:pt x="148352" y="303989"/>
                  </a:cubicBezTo>
                  <a:cubicBezTo>
                    <a:pt x="231538" y="269983"/>
                    <a:pt x="271979" y="218500"/>
                    <a:pt x="271979" y="148352"/>
                  </a:cubicBezTo>
                  <a:lnTo>
                    <a:pt x="271979" y="73812"/>
                  </a:lnTo>
                  <a:cubicBezTo>
                    <a:pt x="229496" y="71306"/>
                    <a:pt x="188229" y="55851"/>
                    <a:pt x="148352" y="27656"/>
                  </a:cubicBezTo>
                  <a:cubicBezTo>
                    <a:pt x="108476" y="55851"/>
                    <a:pt x="67209" y="71306"/>
                    <a:pt x="24725" y="73812"/>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a:ea typeface="+mn-ea"/>
                <a:cs typeface="+mn-cs"/>
              </a:endParaRPr>
            </a:p>
          </p:txBody>
        </p:sp>
      </p:grpSp>
      <p:sp>
        <p:nvSpPr>
          <p:cNvPr id="20" name="Oval 19">
            <a:extLst>
              <a:ext uri="{FF2B5EF4-FFF2-40B4-BE49-F238E27FC236}">
                <a16:creationId xmlns:a16="http://schemas.microsoft.com/office/drawing/2014/main" id="{F1287130-B1D2-172F-DA73-FB8E51878B37}"/>
              </a:ext>
              <a:ext uri="{C183D7F6-B498-43B3-948B-1728B52AA6E4}">
                <adec:decorative xmlns:adec="http://schemas.microsoft.com/office/drawing/2017/decorative" val="1"/>
              </a:ext>
            </a:extLst>
          </p:cNvPr>
          <p:cNvSpPr/>
          <p:nvPr/>
        </p:nvSpPr>
        <p:spPr bwMode="auto">
          <a:xfrm>
            <a:off x="2808700" y="2373840"/>
            <a:ext cx="2130552" cy="2130552"/>
          </a:xfrm>
          <a:prstGeom prst="ellipse">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mj-lt"/>
              <a:cs typeface="Segoe UI" pitchFamily="34" charset="0"/>
            </a:endParaRPr>
          </a:p>
        </p:txBody>
      </p:sp>
      <p:sp>
        <p:nvSpPr>
          <p:cNvPr id="21" name="TextBox 20">
            <a:extLst>
              <a:ext uri="{FF2B5EF4-FFF2-40B4-BE49-F238E27FC236}">
                <a16:creationId xmlns:a16="http://schemas.microsoft.com/office/drawing/2014/main" id="{18B9B53E-6E83-2930-E016-EEF96B94D0B5}"/>
              </a:ext>
              <a:ext uri="{C183D7F6-B498-43B3-948B-1728B52AA6E4}">
                <adec:decorative xmlns:adec="http://schemas.microsoft.com/office/drawing/2017/decorative" val="1"/>
              </a:ext>
            </a:extLst>
          </p:cNvPr>
          <p:cNvSpPr txBox="1"/>
          <p:nvPr/>
        </p:nvSpPr>
        <p:spPr>
          <a:xfrm>
            <a:off x="2928059" y="3571743"/>
            <a:ext cx="1891834" cy="276999"/>
          </a:xfrm>
          <a:prstGeom prst="rect">
            <a:avLst/>
          </a:prstGeom>
          <a:noFill/>
        </p:spPr>
        <p:txBody>
          <a:bodyPr wrap="square" lIns="0" tIns="0" rIns="0" bIns="0" rtlCol="0" anchor="t">
            <a:spAutoFit/>
          </a:bodyPr>
          <a:lstStyle/>
          <a:p>
            <a:pPr marL="0" marR="0" lvl="0" indent="0" algn="ctr" defTabSz="284858" rtl="0" eaLnBrk="1" fontAlgn="auto" latinLnBrk="0" hangingPunct="1">
              <a:lnSpc>
                <a:spcPct val="100000"/>
              </a:lnSpc>
              <a:spcBef>
                <a:spcPts val="0"/>
              </a:spcBef>
              <a:spcAft>
                <a:spcPts val="0"/>
              </a:spcAft>
              <a:buClrTx/>
              <a:buSzTx/>
              <a:buFontTx/>
              <a:buNone/>
              <a:tabLst/>
              <a:defRPr/>
            </a:pPr>
            <a:r>
              <a:rPr kumimoji="0" lang="en-US" i="0" u="none" strike="noStrike" kern="0" cap="none" spc="0" normalizeH="0" baseline="0" noProof="0">
                <a:ln>
                  <a:noFill/>
                </a:ln>
                <a:effectLst/>
                <a:uLnTx/>
                <a:uFillTx/>
                <a:latin typeface="+mj-lt"/>
                <a:ea typeface="+mj-ea"/>
                <a:cs typeface="+mj-cs"/>
              </a:rPr>
              <a:t>Developers</a:t>
            </a:r>
          </a:p>
        </p:txBody>
      </p:sp>
      <p:sp>
        <p:nvSpPr>
          <p:cNvPr id="22" name="Freeform: Shape 21">
            <a:extLst>
              <a:ext uri="{FF2B5EF4-FFF2-40B4-BE49-F238E27FC236}">
                <a16:creationId xmlns:a16="http://schemas.microsoft.com/office/drawing/2014/main" id="{B38EF615-A791-D92E-AD43-D2065431A087}"/>
              </a:ext>
              <a:ext uri="{C183D7F6-B498-43B3-948B-1728B52AA6E4}">
                <adec:decorative xmlns:adec="http://schemas.microsoft.com/office/drawing/2017/decorative" val="1"/>
              </a:ext>
            </a:extLst>
          </p:cNvPr>
          <p:cNvSpPr/>
          <p:nvPr/>
        </p:nvSpPr>
        <p:spPr>
          <a:xfrm rot="2756619">
            <a:off x="6575682" y="3706733"/>
            <a:ext cx="230695" cy="623062"/>
          </a:xfrm>
          <a:custGeom>
            <a:avLst/>
            <a:gdLst>
              <a:gd name="connsiteX0" fmla="*/ 230696 w 230695"/>
              <a:gd name="connsiteY0" fmla="*/ 315151 h 623062"/>
              <a:gd name="connsiteX1" fmla="*/ 45593 w 230695"/>
              <a:gd name="connsiteY1" fmla="*/ 623062 h 623062"/>
              <a:gd name="connsiteX2" fmla="*/ 27749 w 230695"/>
              <a:gd name="connsiteY2" fmla="*/ 622173 h 623062"/>
              <a:gd name="connsiteX3" fmla="*/ 7430 w 230695"/>
              <a:gd name="connsiteY3" fmla="*/ 621221 h 623062"/>
              <a:gd name="connsiteX4" fmla="*/ 0 w 230695"/>
              <a:gd name="connsiteY4" fmla="*/ 620840 h 623062"/>
              <a:gd name="connsiteX5" fmla="*/ 190564 w 230695"/>
              <a:gd name="connsiteY5" fmla="*/ 311468 h 623062"/>
              <a:gd name="connsiteX6" fmla="*/ 19749 w 230695"/>
              <a:gd name="connsiteY6" fmla="*/ 0 h 623062"/>
              <a:gd name="connsiteX7" fmla="*/ 28321 w 230695"/>
              <a:gd name="connsiteY7" fmla="*/ 444 h 623062"/>
              <a:gd name="connsiteX8" fmla="*/ 58483 w 230695"/>
              <a:gd name="connsiteY8" fmla="*/ 1905 h 623062"/>
              <a:gd name="connsiteX9" fmla="*/ 230696 w 230695"/>
              <a:gd name="connsiteY9" fmla="*/ 315151 h 62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0695" h="623062">
                <a:moveTo>
                  <a:pt x="230696" y="315151"/>
                </a:moveTo>
                <a:lnTo>
                  <a:pt x="45593" y="623062"/>
                </a:lnTo>
                <a:lnTo>
                  <a:pt x="27749" y="622173"/>
                </a:lnTo>
                <a:lnTo>
                  <a:pt x="7430" y="621221"/>
                </a:lnTo>
                <a:lnTo>
                  <a:pt x="0" y="620840"/>
                </a:lnTo>
                <a:lnTo>
                  <a:pt x="190564" y="311468"/>
                </a:lnTo>
                <a:lnTo>
                  <a:pt x="19749" y="0"/>
                </a:lnTo>
                <a:lnTo>
                  <a:pt x="28321" y="444"/>
                </a:lnTo>
                <a:lnTo>
                  <a:pt x="58483" y="1905"/>
                </a:lnTo>
                <a:lnTo>
                  <a:pt x="230696" y="315151"/>
                </a:lnTo>
                <a:close/>
              </a:path>
            </a:pathLst>
          </a:custGeom>
          <a:solidFill>
            <a:schemeClr val="bg1"/>
          </a:solidFill>
          <a:ln w="634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UI"/>
              <a:ea typeface="+mn-ea"/>
              <a:cs typeface="+mn-cs"/>
            </a:endParaRPr>
          </a:p>
        </p:txBody>
      </p:sp>
      <p:sp>
        <p:nvSpPr>
          <p:cNvPr id="23" name="!!asd">
            <a:extLst>
              <a:ext uri="{FF2B5EF4-FFF2-40B4-BE49-F238E27FC236}">
                <a16:creationId xmlns:a16="http://schemas.microsoft.com/office/drawing/2014/main" id="{41CD5075-AEE9-149F-26DC-F61EDA204B4E}"/>
              </a:ext>
              <a:ext uri="{C183D7F6-B498-43B3-948B-1728B52AA6E4}">
                <adec:decorative xmlns:adec="http://schemas.microsoft.com/office/drawing/2017/decorative" val="1"/>
              </a:ext>
            </a:extLst>
          </p:cNvPr>
          <p:cNvSpPr/>
          <p:nvPr/>
        </p:nvSpPr>
        <p:spPr bwMode="auto">
          <a:xfrm>
            <a:off x="733425" y="5747250"/>
            <a:ext cx="10722610" cy="525280"/>
          </a:xfrm>
          <a:prstGeom prst="roundRect">
            <a:avLst>
              <a:gd name="adj" fmla="val 50000"/>
            </a:avLst>
          </a:prstGeom>
          <a:solidFill>
            <a:schemeClr val="accent2">
              <a:lumMod val="20000"/>
              <a:lumOff val="80000"/>
              <a:alpha val="77000"/>
            </a:schemeClr>
          </a:solidFill>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a:ln>
                  <a:noFill/>
                </a:ln>
                <a:solidFill>
                  <a:schemeClr val="tx1"/>
                </a:solidFill>
                <a:effectLst/>
                <a:uLnTx/>
                <a:uFillTx/>
                <a:latin typeface="+mj-lt"/>
                <a:ea typeface="+mj-ea"/>
                <a:cs typeface="+mj-cs"/>
              </a:rPr>
              <a:t>Connecting developer workflows with runtime protection</a:t>
            </a:r>
          </a:p>
        </p:txBody>
      </p:sp>
      <p:sp>
        <p:nvSpPr>
          <p:cNvPr id="24" name="Graphic 7">
            <a:extLst>
              <a:ext uri="{FF2B5EF4-FFF2-40B4-BE49-F238E27FC236}">
                <a16:creationId xmlns:a16="http://schemas.microsoft.com/office/drawing/2014/main" id="{3841142A-809B-A3E3-BFB4-94351BCE9613}"/>
              </a:ext>
              <a:ext uri="{C183D7F6-B498-43B3-948B-1728B52AA6E4}">
                <adec:decorative xmlns:adec="http://schemas.microsoft.com/office/drawing/2017/decorative" val="1"/>
              </a:ext>
            </a:extLst>
          </p:cNvPr>
          <p:cNvSpPr/>
          <p:nvPr/>
        </p:nvSpPr>
        <p:spPr>
          <a:xfrm>
            <a:off x="11024220" y="5840519"/>
            <a:ext cx="338742" cy="338742"/>
          </a:xfrm>
          <a:custGeom>
            <a:avLst/>
            <a:gdLst>
              <a:gd name="csX0" fmla="*/ 90303 w 180606"/>
              <a:gd name="csY0" fmla="*/ 0 h 180606"/>
              <a:gd name="csX1" fmla="*/ 180607 w 180606"/>
              <a:gd name="csY1" fmla="*/ 90303 h 180606"/>
              <a:gd name="csX2" fmla="*/ 90303 w 180606"/>
              <a:gd name="csY2" fmla="*/ 180607 h 180606"/>
              <a:gd name="csX3" fmla="*/ 0 w 180606"/>
              <a:gd name="csY3" fmla="*/ 90303 h 180606"/>
              <a:gd name="csX4" fmla="*/ 90303 w 180606"/>
              <a:gd name="csY4" fmla="*/ 0 h 180606"/>
              <a:gd name="csX5" fmla="*/ 90303 w 180606"/>
              <a:gd name="csY5" fmla="*/ 13546 h 180606"/>
              <a:gd name="csX6" fmla="*/ 13546 w 180606"/>
              <a:gd name="csY6" fmla="*/ 90303 h 180606"/>
              <a:gd name="csX7" fmla="*/ 90303 w 180606"/>
              <a:gd name="csY7" fmla="*/ 167061 h 180606"/>
              <a:gd name="csX8" fmla="*/ 167061 w 180606"/>
              <a:gd name="csY8" fmla="*/ 90303 h 180606"/>
              <a:gd name="csX9" fmla="*/ 90303 w 180606"/>
              <a:gd name="csY9" fmla="*/ 13546 h 180606"/>
              <a:gd name="csX10" fmla="*/ 87125 w 180606"/>
              <a:gd name="csY10" fmla="*/ 50145 h 180606"/>
              <a:gd name="csX11" fmla="*/ 87775 w 180606"/>
              <a:gd name="csY11" fmla="*/ 49387 h 180606"/>
              <a:gd name="csX12" fmla="*/ 96597 w 180606"/>
              <a:gd name="csY12" fmla="*/ 48728 h 180606"/>
              <a:gd name="csX13" fmla="*/ 97356 w 180606"/>
              <a:gd name="csY13" fmla="*/ 49387 h 180606"/>
              <a:gd name="csX14" fmla="*/ 133477 w 180606"/>
              <a:gd name="csY14" fmla="*/ 85508 h 180606"/>
              <a:gd name="csX15" fmla="*/ 134137 w 180606"/>
              <a:gd name="csY15" fmla="*/ 94331 h 180606"/>
              <a:gd name="csX16" fmla="*/ 133486 w 180606"/>
              <a:gd name="csY16" fmla="*/ 95098 h 180606"/>
              <a:gd name="csX17" fmla="*/ 97347 w 180606"/>
              <a:gd name="csY17" fmla="*/ 131220 h 180606"/>
              <a:gd name="csX18" fmla="*/ 87769 w 180606"/>
              <a:gd name="csY18" fmla="*/ 131233 h 180606"/>
              <a:gd name="csX19" fmla="*/ 87116 w 180606"/>
              <a:gd name="csY19" fmla="*/ 122397 h 180606"/>
              <a:gd name="csX20" fmla="*/ 87775 w 180606"/>
              <a:gd name="csY20" fmla="*/ 121639 h 180606"/>
              <a:gd name="csX21" fmla="*/ 112355 w 180606"/>
              <a:gd name="csY21" fmla="*/ 97067 h 180606"/>
              <a:gd name="csX22" fmla="*/ 51924 w 180606"/>
              <a:gd name="csY22" fmla="*/ 97067 h 180606"/>
              <a:gd name="csX23" fmla="*/ 45215 w 180606"/>
              <a:gd name="csY23" fmla="*/ 91215 h 180606"/>
              <a:gd name="csX24" fmla="*/ 45152 w 180606"/>
              <a:gd name="csY24" fmla="*/ 90294 h 180606"/>
              <a:gd name="csX25" fmla="*/ 51003 w 180606"/>
              <a:gd name="csY25" fmla="*/ 83585 h 180606"/>
              <a:gd name="csX26" fmla="*/ 51924 w 180606"/>
              <a:gd name="csY26" fmla="*/ 83522 h 180606"/>
              <a:gd name="csX27" fmla="*/ 112337 w 180606"/>
              <a:gd name="csY27" fmla="*/ 83522 h 180606"/>
              <a:gd name="csX28" fmla="*/ 87775 w 180606"/>
              <a:gd name="csY28" fmla="*/ 58959 h 180606"/>
              <a:gd name="csX29" fmla="*/ 87125 w 180606"/>
              <a:gd name="csY29" fmla="*/ 50145 h 180606"/>
              <a:gd name="csX30" fmla="*/ 87775 w 180606"/>
              <a:gd name="csY30" fmla="*/ 49387 h 180606"/>
              <a:gd name="csX31" fmla="*/ 87125 w 180606"/>
              <a:gd name="csY31" fmla="*/ 50145 h 1806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0606" h="180606">
                <a:moveTo>
                  <a:pt x="90303" y="0"/>
                </a:moveTo>
                <a:cubicBezTo>
                  <a:pt x="140187" y="0"/>
                  <a:pt x="180607" y="40429"/>
                  <a:pt x="180607" y="90303"/>
                </a:cubicBezTo>
                <a:cubicBezTo>
                  <a:pt x="180607" y="140178"/>
                  <a:pt x="140187" y="180607"/>
                  <a:pt x="90303" y="180607"/>
                </a:cubicBezTo>
                <a:cubicBezTo>
                  <a:pt x="40438" y="180607"/>
                  <a:pt x="0" y="140178"/>
                  <a:pt x="0" y="90303"/>
                </a:cubicBezTo>
                <a:cubicBezTo>
                  <a:pt x="0" y="40429"/>
                  <a:pt x="40438" y="0"/>
                  <a:pt x="90303" y="0"/>
                </a:cubicBezTo>
                <a:close/>
                <a:moveTo>
                  <a:pt x="90303" y="13546"/>
                </a:moveTo>
                <a:cubicBezTo>
                  <a:pt x="47911" y="13546"/>
                  <a:pt x="13546" y="47911"/>
                  <a:pt x="13546" y="90303"/>
                </a:cubicBezTo>
                <a:cubicBezTo>
                  <a:pt x="13546" y="132695"/>
                  <a:pt x="47911" y="167061"/>
                  <a:pt x="90303" y="167061"/>
                </a:cubicBezTo>
                <a:cubicBezTo>
                  <a:pt x="132695" y="167061"/>
                  <a:pt x="167061" y="132695"/>
                  <a:pt x="167061" y="90303"/>
                </a:cubicBezTo>
                <a:cubicBezTo>
                  <a:pt x="167061" y="47911"/>
                  <a:pt x="132695" y="13546"/>
                  <a:pt x="90303" y="13546"/>
                </a:cubicBezTo>
                <a:close/>
                <a:moveTo>
                  <a:pt x="87125" y="50145"/>
                </a:moveTo>
                <a:lnTo>
                  <a:pt x="87775" y="49387"/>
                </a:lnTo>
                <a:cubicBezTo>
                  <a:pt x="90146" y="47011"/>
                  <a:pt x="93899" y="46731"/>
                  <a:pt x="96597" y="48728"/>
                </a:cubicBezTo>
                <a:lnTo>
                  <a:pt x="97356" y="49387"/>
                </a:lnTo>
                <a:lnTo>
                  <a:pt x="133477" y="85508"/>
                </a:lnTo>
                <a:cubicBezTo>
                  <a:pt x="135853" y="87880"/>
                  <a:pt x="136133" y="91633"/>
                  <a:pt x="134137" y="94331"/>
                </a:cubicBezTo>
                <a:lnTo>
                  <a:pt x="133486" y="95098"/>
                </a:lnTo>
                <a:lnTo>
                  <a:pt x="97347" y="131220"/>
                </a:lnTo>
                <a:cubicBezTo>
                  <a:pt x="94706" y="133868"/>
                  <a:pt x="90417" y="133874"/>
                  <a:pt x="87769" y="131233"/>
                </a:cubicBezTo>
                <a:cubicBezTo>
                  <a:pt x="85388" y="128858"/>
                  <a:pt x="85110" y="125096"/>
                  <a:pt x="87116" y="122397"/>
                </a:cubicBezTo>
                <a:lnTo>
                  <a:pt x="87775" y="121639"/>
                </a:lnTo>
                <a:lnTo>
                  <a:pt x="112355" y="97067"/>
                </a:lnTo>
                <a:lnTo>
                  <a:pt x="51924" y="97067"/>
                </a:lnTo>
                <a:cubicBezTo>
                  <a:pt x="48540" y="97067"/>
                  <a:pt x="45675" y="94568"/>
                  <a:pt x="45215" y="91215"/>
                </a:cubicBezTo>
                <a:lnTo>
                  <a:pt x="45152" y="90294"/>
                </a:lnTo>
                <a:cubicBezTo>
                  <a:pt x="45152" y="86910"/>
                  <a:pt x="47650" y="84045"/>
                  <a:pt x="51003" y="83585"/>
                </a:cubicBezTo>
                <a:lnTo>
                  <a:pt x="51924" y="83522"/>
                </a:lnTo>
                <a:lnTo>
                  <a:pt x="112337" y="83522"/>
                </a:lnTo>
                <a:lnTo>
                  <a:pt x="87775" y="58959"/>
                </a:lnTo>
                <a:cubicBezTo>
                  <a:pt x="85407" y="56587"/>
                  <a:pt x="85131" y="52839"/>
                  <a:pt x="87125" y="50145"/>
                </a:cubicBezTo>
                <a:lnTo>
                  <a:pt x="87775" y="49387"/>
                </a:lnTo>
                <a:lnTo>
                  <a:pt x="87125" y="50145"/>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25" name="Graphic 7">
            <a:extLst>
              <a:ext uri="{FF2B5EF4-FFF2-40B4-BE49-F238E27FC236}">
                <a16:creationId xmlns:a16="http://schemas.microsoft.com/office/drawing/2014/main" id="{55C310B0-1C11-7391-F705-AD9FCF1E2305}"/>
              </a:ext>
              <a:ext uri="{C183D7F6-B498-43B3-948B-1728B52AA6E4}">
                <adec:decorative xmlns:adec="http://schemas.microsoft.com/office/drawing/2017/decorative" val="1"/>
              </a:ext>
            </a:extLst>
          </p:cNvPr>
          <p:cNvSpPr/>
          <p:nvPr/>
        </p:nvSpPr>
        <p:spPr>
          <a:xfrm flipH="1">
            <a:off x="829037" y="5840519"/>
            <a:ext cx="338742" cy="338742"/>
          </a:xfrm>
          <a:custGeom>
            <a:avLst/>
            <a:gdLst>
              <a:gd name="csX0" fmla="*/ 90303 w 180606"/>
              <a:gd name="csY0" fmla="*/ 0 h 180606"/>
              <a:gd name="csX1" fmla="*/ 180607 w 180606"/>
              <a:gd name="csY1" fmla="*/ 90303 h 180606"/>
              <a:gd name="csX2" fmla="*/ 90303 w 180606"/>
              <a:gd name="csY2" fmla="*/ 180607 h 180606"/>
              <a:gd name="csX3" fmla="*/ 0 w 180606"/>
              <a:gd name="csY3" fmla="*/ 90303 h 180606"/>
              <a:gd name="csX4" fmla="*/ 90303 w 180606"/>
              <a:gd name="csY4" fmla="*/ 0 h 180606"/>
              <a:gd name="csX5" fmla="*/ 90303 w 180606"/>
              <a:gd name="csY5" fmla="*/ 13546 h 180606"/>
              <a:gd name="csX6" fmla="*/ 13546 w 180606"/>
              <a:gd name="csY6" fmla="*/ 90303 h 180606"/>
              <a:gd name="csX7" fmla="*/ 90303 w 180606"/>
              <a:gd name="csY7" fmla="*/ 167061 h 180606"/>
              <a:gd name="csX8" fmla="*/ 167061 w 180606"/>
              <a:gd name="csY8" fmla="*/ 90303 h 180606"/>
              <a:gd name="csX9" fmla="*/ 90303 w 180606"/>
              <a:gd name="csY9" fmla="*/ 13546 h 180606"/>
              <a:gd name="csX10" fmla="*/ 87125 w 180606"/>
              <a:gd name="csY10" fmla="*/ 50145 h 180606"/>
              <a:gd name="csX11" fmla="*/ 87775 w 180606"/>
              <a:gd name="csY11" fmla="*/ 49387 h 180606"/>
              <a:gd name="csX12" fmla="*/ 96597 w 180606"/>
              <a:gd name="csY12" fmla="*/ 48728 h 180606"/>
              <a:gd name="csX13" fmla="*/ 97356 w 180606"/>
              <a:gd name="csY13" fmla="*/ 49387 h 180606"/>
              <a:gd name="csX14" fmla="*/ 133477 w 180606"/>
              <a:gd name="csY14" fmla="*/ 85508 h 180606"/>
              <a:gd name="csX15" fmla="*/ 134137 w 180606"/>
              <a:gd name="csY15" fmla="*/ 94331 h 180606"/>
              <a:gd name="csX16" fmla="*/ 133486 w 180606"/>
              <a:gd name="csY16" fmla="*/ 95098 h 180606"/>
              <a:gd name="csX17" fmla="*/ 97347 w 180606"/>
              <a:gd name="csY17" fmla="*/ 131220 h 180606"/>
              <a:gd name="csX18" fmla="*/ 87769 w 180606"/>
              <a:gd name="csY18" fmla="*/ 131233 h 180606"/>
              <a:gd name="csX19" fmla="*/ 87116 w 180606"/>
              <a:gd name="csY19" fmla="*/ 122397 h 180606"/>
              <a:gd name="csX20" fmla="*/ 87775 w 180606"/>
              <a:gd name="csY20" fmla="*/ 121639 h 180606"/>
              <a:gd name="csX21" fmla="*/ 112355 w 180606"/>
              <a:gd name="csY21" fmla="*/ 97067 h 180606"/>
              <a:gd name="csX22" fmla="*/ 51924 w 180606"/>
              <a:gd name="csY22" fmla="*/ 97067 h 180606"/>
              <a:gd name="csX23" fmla="*/ 45215 w 180606"/>
              <a:gd name="csY23" fmla="*/ 91215 h 180606"/>
              <a:gd name="csX24" fmla="*/ 45152 w 180606"/>
              <a:gd name="csY24" fmla="*/ 90294 h 180606"/>
              <a:gd name="csX25" fmla="*/ 51003 w 180606"/>
              <a:gd name="csY25" fmla="*/ 83585 h 180606"/>
              <a:gd name="csX26" fmla="*/ 51924 w 180606"/>
              <a:gd name="csY26" fmla="*/ 83522 h 180606"/>
              <a:gd name="csX27" fmla="*/ 112337 w 180606"/>
              <a:gd name="csY27" fmla="*/ 83522 h 180606"/>
              <a:gd name="csX28" fmla="*/ 87775 w 180606"/>
              <a:gd name="csY28" fmla="*/ 58959 h 180606"/>
              <a:gd name="csX29" fmla="*/ 87125 w 180606"/>
              <a:gd name="csY29" fmla="*/ 50145 h 180606"/>
              <a:gd name="csX30" fmla="*/ 87775 w 180606"/>
              <a:gd name="csY30" fmla="*/ 49387 h 180606"/>
              <a:gd name="csX31" fmla="*/ 87125 w 180606"/>
              <a:gd name="csY31" fmla="*/ 50145 h 1806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0606" h="180606">
                <a:moveTo>
                  <a:pt x="90303" y="0"/>
                </a:moveTo>
                <a:cubicBezTo>
                  <a:pt x="140187" y="0"/>
                  <a:pt x="180607" y="40429"/>
                  <a:pt x="180607" y="90303"/>
                </a:cubicBezTo>
                <a:cubicBezTo>
                  <a:pt x="180607" y="140178"/>
                  <a:pt x="140187" y="180607"/>
                  <a:pt x="90303" y="180607"/>
                </a:cubicBezTo>
                <a:cubicBezTo>
                  <a:pt x="40438" y="180607"/>
                  <a:pt x="0" y="140178"/>
                  <a:pt x="0" y="90303"/>
                </a:cubicBezTo>
                <a:cubicBezTo>
                  <a:pt x="0" y="40429"/>
                  <a:pt x="40438" y="0"/>
                  <a:pt x="90303" y="0"/>
                </a:cubicBezTo>
                <a:close/>
                <a:moveTo>
                  <a:pt x="90303" y="13546"/>
                </a:moveTo>
                <a:cubicBezTo>
                  <a:pt x="47911" y="13546"/>
                  <a:pt x="13546" y="47911"/>
                  <a:pt x="13546" y="90303"/>
                </a:cubicBezTo>
                <a:cubicBezTo>
                  <a:pt x="13546" y="132695"/>
                  <a:pt x="47911" y="167061"/>
                  <a:pt x="90303" y="167061"/>
                </a:cubicBezTo>
                <a:cubicBezTo>
                  <a:pt x="132695" y="167061"/>
                  <a:pt x="167061" y="132695"/>
                  <a:pt x="167061" y="90303"/>
                </a:cubicBezTo>
                <a:cubicBezTo>
                  <a:pt x="167061" y="47911"/>
                  <a:pt x="132695" y="13546"/>
                  <a:pt x="90303" y="13546"/>
                </a:cubicBezTo>
                <a:close/>
                <a:moveTo>
                  <a:pt x="87125" y="50145"/>
                </a:moveTo>
                <a:lnTo>
                  <a:pt x="87775" y="49387"/>
                </a:lnTo>
                <a:cubicBezTo>
                  <a:pt x="90146" y="47011"/>
                  <a:pt x="93899" y="46731"/>
                  <a:pt x="96597" y="48728"/>
                </a:cubicBezTo>
                <a:lnTo>
                  <a:pt x="97356" y="49387"/>
                </a:lnTo>
                <a:lnTo>
                  <a:pt x="133477" y="85508"/>
                </a:lnTo>
                <a:cubicBezTo>
                  <a:pt x="135853" y="87880"/>
                  <a:pt x="136133" y="91633"/>
                  <a:pt x="134137" y="94331"/>
                </a:cubicBezTo>
                <a:lnTo>
                  <a:pt x="133486" y="95098"/>
                </a:lnTo>
                <a:lnTo>
                  <a:pt x="97347" y="131220"/>
                </a:lnTo>
                <a:cubicBezTo>
                  <a:pt x="94706" y="133868"/>
                  <a:pt x="90417" y="133874"/>
                  <a:pt x="87769" y="131233"/>
                </a:cubicBezTo>
                <a:cubicBezTo>
                  <a:pt x="85388" y="128858"/>
                  <a:pt x="85110" y="125096"/>
                  <a:pt x="87116" y="122397"/>
                </a:cubicBezTo>
                <a:lnTo>
                  <a:pt x="87775" y="121639"/>
                </a:lnTo>
                <a:lnTo>
                  <a:pt x="112355" y="97067"/>
                </a:lnTo>
                <a:lnTo>
                  <a:pt x="51924" y="97067"/>
                </a:lnTo>
                <a:cubicBezTo>
                  <a:pt x="48540" y="97067"/>
                  <a:pt x="45675" y="94568"/>
                  <a:pt x="45215" y="91215"/>
                </a:cubicBezTo>
                <a:lnTo>
                  <a:pt x="45152" y="90294"/>
                </a:lnTo>
                <a:cubicBezTo>
                  <a:pt x="45152" y="86910"/>
                  <a:pt x="47650" y="84045"/>
                  <a:pt x="51003" y="83585"/>
                </a:cubicBezTo>
                <a:lnTo>
                  <a:pt x="51924" y="83522"/>
                </a:lnTo>
                <a:lnTo>
                  <a:pt x="112337" y="83522"/>
                </a:lnTo>
                <a:lnTo>
                  <a:pt x="87775" y="58959"/>
                </a:lnTo>
                <a:cubicBezTo>
                  <a:pt x="85407" y="56587"/>
                  <a:pt x="85131" y="52839"/>
                  <a:pt x="87125" y="50145"/>
                </a:cubicBezTo>
                <a:lnTo>
                  <a:pt x="87775" y="49387"/>
                </a:lnTo>
                <a:lnTo>
                  <a:pt x="87125" y="50145"/>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5141" b="1">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26" name="Rectangle 25" descr="Infinity loop diagram illustrating collaboration between developers and security teams. Flow starts with Content Safety and AI Red Teaming, moves through Secure Dev Workflows, Identity and Access Management, Data Security and Compliance, and ends with Security Posture and Threat Protection.">
            <a:extLst>
              <a:ext uri="{FF2B5EF4-FFF2-40B4-BE49-F238E27FC236}">
                <a16:creationId xmlns:a16="http://schemas.microsoft.com/office/drawing/2014/main" id="{462871D5-4ECB-62D7-0525-1256CA2DE63F}"/>
              </a:ext>
            </a:extLst>
          </p:cNvPr>
          <p:cNvSpPr/>
          <p:nvPr/>
        </p:nvSpPr>
        <p:spPr bwMode="auto">
          <a:xfrm>
            <a:off x="11434984" y="5469536"/>
            <a:ext cx="228600" cy="11430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r>
              <a:rPr lang="en-US" sz="2000" dirty="0">
                <a:solidFill>
                  <a:schemeClr val="bg1"/>
                </a:solidFill>
                <a:ea typeface="Segoe UI" pitchFamily="34" charset="0"/>
                <a:cs typeface="Segoe UI" pitchFamily="34" charset="0"/>
              </a:rPr>
              <a:t>z</a:t>
            </a:r>
          </a:p>
        </p:txBody>
      </p:sp>
      <p:sp>
        <p:nvSpPr>
          <p:cNvPr id="27" name="Graphic 186">
            <a:extLst>
              <a:ext uri="{FF2B5EF4-FFF2-40B4-BE49-F238E27FC236}">
                <a16:creationId xmlns:a16="http://schemas.microsoft.com/office/drawing/2014/main" id="{C9B95CB7-D99D-EBC5-1C3B-64EDE1819CC4}"/>
              </a:ext>
              <a:ext uri="{C183D7F6-B498-43B3-948B-1728B52AA6E4}">
                <adec:decorative xmlns:adec="http://schemas.microsoft.com/office/drawing/2017/decorative" val="1"/>
              </a:ext>
            </a:extLst>
          </p:cNvPr>
          <p:cNvSpPr/>
          <p:nvPr/>
        </p:nvSpPr>
        <p:spPr>
          <a:xfrm>
            <a:off x="8062451" y="2776986"/>
            <a:ext cx="414192" cy="471396"/>
          </a:xfrm>
          <a:custGeom>
            <a:avLst/>
            <a:gdLst>
              <a:gd name="connsiteX0" fmla="*/ 0 w 296704"/>
              <a:gd name="connsiteY0" fmla="*/ 61813 h 329671"/>
              <a:gd name="connsiteX1" fmla="*/ 12363 w 296704"/>
              <a:gd name="connsiteY1" fmla="*/ 49451 h 329671"/>
              <a:gd name="connsiteX2" fmla="*/ 140935 w 296704"/>
              <a:gd name="connsiteY2" fmla="*/ 2473 h 329671"/>
              <a:gd name="connsiteX3" fmla="*/ 155770 w 296704"/>
              <a:gd name="connsiteY3" fmla="*/ 2473 h 329671"/>
              <a:gd name="connsiteX4" fmla="*/ 284342 w 296704"/>
              <a:gd name="connsiteY4" fmla="*/ 49451 h 329671"/>
              <a:gd name="connsiteX5" fmla="*/ 296705 w 296704"/>
              <a:gd name="connsiteY5" fmla="*/ 61813 h 329671"/>
              <a:gd name="connsiteX6" fmla="*/ 296705 w 296704"/>
              <a:gd name="connsiteY6" fmla="*/ 148352 h 329671"/>
              <a:gd name="connsiteX7" fmla="*/ 152884 w 296704"/>
              <a:gd name="connsiteY7" fmla="*/ 328811 h 329671"/>
              <a:gd name="connsiteX8" fmla="*/ 143821 w 296704"/>
              <a:gd name="connsiteY8" fmla="*/ 328811 h 329671"/>
              <a:gd name="connsiteX9" fmla="*/ 0 w 296704"/>
              <a:gd name="connsiteY9" fmla="*/ 148352 h 329671"/>
              <a:gd name="connsiteX10" fmla="*/ 0 w 296704"/>
              <a:gd name="connsiteY10" fmla="*/ 61813 h 329671"/>
              <a:gd name="connsiteX11" fmla="*/ 24725 w 296704"/>
              <a:gd name="connsiteY11" fmla="*/ 73812 h 329671"/>
              <a:gd name="connsiteX12" fmla="*/ 24725 w 296704"/>
              <a:gd name="connsiteY12" fmla="*/ 148352 h 329671"/>
              <a:gd name="connsiteX13" fmla="*/ 148352 w 296704"/>
              <a:gd name="connsiteY13" fmla="*/ 303989 h 329671"/>
              <a:gd name="connsiteX14" fmla="*/ 271979 w 296704"/>
              <a:gd name="connsiteY14" fmla="*/ 148352 h 329671"/>
              <a:gd name="connsiteX15" fmla="*/ 271979 w 296704"/>
              <a:gd name="connsiteY15" fmla="*/ 73812 h 329671"/>
              <a:gd name="connsiteX16" fmla="*/ 148352 w 296704"/>
              <a:gd name="connsiteY16" fmla="*/ 27656 h 329671"/>
              <a:gd name="connsiteX17" fmla="*/ 24725 w 296704"/>
              <a:gd name="connsiteY17" fmla="*/ 73812 h 329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6704" h="329671">
                <a:moveTo>
                  <a:pt x="0" y="61813"/>
                </a:moveTo>
                <a:cubicBezTo>
                  <a:pt x="0" y="54986"/>
                  <a:pt x="5535" y="49451"/>
                  <a:pt x="12363" y="49451"/>
                </a:cubicBezTo>
                <a:cubicBezTo>
                  <a:pt x="56265" y="49451"/>
                  <a:pt x="99033" y="33899"/>
                  <a:pt x="140935" y="2473"/>
                </a:cubicBezTo>
                <a:cubicBezTo>
                  <a:pt x="145331" y="-824"/>
                  <a:pt x="151374" y="-824"/>
                  <a:pt x="155770" y="2473"/>
                </a:cubicBezTo>
                <a:cubicBezTo>
                  <a:pt x="197671" y="33899"/>
                  <a:pt x="240439" y="49451"/>
                  <a:pt x="284342" y="49451"/>
                </a:cubicBezTo>
                <a:cubicBezTo>
                  <a:pt x="291169" y="49451"/>
                  <a:pt x="296705" y="54986"/>
                  <a:pt x="296705" y="61813"/>
                </a:cubicBezTo>
                <a:lnTo>
                  <a:pt x="296705" y="148352"/>
                </a:lnTo>
                <a:cubicBezTo>
                  <a:pt x="296705" y="230790"/>
                  <a:pt x="247953" y="291359"/>
                  <a:pt x="152884" y="328811"/>
                </a:cubicBezTo>
                <a:cubicBezTo>
                  <a:pt x="149971" y="329959"/>
                  <a:pt x="146734" y="329959"/>
                  <a:pt x="143821" y="328811"/>
                </a:cubicBezTo>
                <a:cubicBezTo>
                  <a:pt x="48751" y="291359"/>
                  <a:pt x="0" y="230790"/>
                  <a:pt x="0" y="148352"/>
                </a:cubicBezTo>
                <a:lnTo>
                  <a:pt x="0" y="61813"/>
                </a:lnTo>
                <a:close/>
                <a:moveTo>
                  <a:pt x="24725" y="73812"/>
                </a:moveTo>
                <a:lnTo>
                  <a:pt x="24725" y="148352"/>
                </a:lnTo>
                <a:cubicBezTo>
                  <a:pt x="24725" y="218500"/>
                  <a:pt x="65166" y="269983"/>
                  <a:pt x="148352" y="303989"/>
                </a:cubicBezTo>
                <a:cubicBezTo>
                  <a:pt x="231538" y="269983"/>
                  <a:pt x="271979" y="218500"/>
                  <a:pt x="271979" y="148352"/>
                </a:cubicBezTo>
                <a:lnTo>
                  <a:pt x="271979" y="73812"/>
                </a:lnTo>
                <a:cubicBezTo>
                  <a:pt x="229496" y="71306"/>
                  <a:pt x="188229" y="55851"/>
                  <a:pt x="148352" y="27656"/>
                </a:cubicBezTo>
                <a:cubicBezTo>
                  <a:pt x="108476" y="55851"/>
                  <a:pt x="67209" y="71306"/>
                  <a:pt x="24725" y="73812"/>
                </a:cubicBezTo>
                <a:close/>
              </a:path>
            </a:pathLst>
          </a:custGeom>
          <a:solidFill>
            <a:schemeClr val="tx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Segoe UI"/>
              <a:ea typeface="+mn-ea"/>
              <a:cs typeface="+mn-cs"/>
            </a:endParaRPr>
          </a:p>
        </p:txBody>
      </p:sp>
      <p:sp>
        <p:nvSpPr>
          <p:cNvPr id="28" name="Graphic 117">
            <a:extLst>
              <a:ext uri="{FF2B5EF4-FFF2-40B4-BE49-F238E27FC236}">
                <a16:creationId xmlns:a16="http://schemas.microsoft.com/office/drawing/2014/main" id="{AAB6994C-1AB2-EF73-72F4-A252F56E1D4A}"/>
              </a:ext>
              <a:ext uri="{C183D7F6-B498-43B3-948B-1728B52AA6E4}">
                <adec:decorative xmlns:adec="http://schemas.microsoft.com/office/drawing/2017/decorative" val="1"/>
              </a:ext>
            </a:extLst>
          </p:cNvPr>
          <p:cNvSpPr/>
          <p:nvPr/>
        </p:nvSpPr>
        <p:spPr>
          <a:xfrm>
            <a:off x="3582352" y="2779379"/>
            <a:ext cx="583248" cy="466610"/>
          </a:xfrm>
          <a:custGeom>
            <a:avLst/>
            <a:gdLst>
              <a:gd name="connsiteX0" fmla="*/ 110735 w 365124"/>
              <a:gd name="connsiteY0" fmla="*/ 272810 h 292107"/>
              <a:gd name="connsiteX1" fmla="*/ 229401 w 365124"/>
              <a:gd name="connsiteY1" fmla="*/ 8095 h 292107"/>
              <a:gd name="connsiteX2" fmla="*/ 247496 w 365124"/>
              <a:gd name="connsiteY2" fmla="*/ 1201 h 292107"/>
              <a:gd name="connsiteX3" fmla="*/ 255036 w 365124"/>
              <a:gd name="connsiteY3" fmla="*/ 17550 h 292107"/>
              <a:gd name="connsiteX4" fmla="*/ 254390 w 365124"/>
              <a:gd name="connsiteY4" fmla="*/ 19297 h 292107"/>
              <a:gd name="connsiteX5" fmla="*/ 135724 w 365124"/>
              <a:gd name="connsiteY5" fmla="*/ 284012 h 292107"/>
              <a:gd name="connsiteX6" fmla="*/ 117629 w 365124"/>
              <a:gd name="connsiteY6" fmla="*/ 290906 h 292107"/>
              <a:gd name="connsiteX7" fmla="*/ 110090 w 365124"/>
              <a:gd name="connsiteY7" fmla="*/ 274558 h 292107"/>
              <a:gd name="connsiteX8" fmla="*/ 110735 w 365124"/>
              <a:gd name="connsiteY8" fmla="*/ 272810 h 292107"/>
              <a:gd name="connsiteX9" fmla="*/ 229401 w 365124"/>
              <a:gd name="connsiteY9" fmla="*/ 8095 h 292107"/>
              <a:gd name="connsiteX10" fmla="*/ 110735 w 365124"/>
              <a:gd name="connsiteY10" fmla="*/ 272810 h 292107"/>
              <a:gd name="connsiteX11" fmla="*/ 4010 w 365124"/>
              <a:gd name="connsiteY11" fmla="*/ 136372 h 292107"/>
              <a:gd name="connsiteX12" fmla="*/ 81599 w 365124"/>
              <a:gd name="connsiteY12" fmla="*/ 58783 h 292107"/>
              <a:gd name="connsiteX13" fmla="*/ 100963 w 365124"/>
              <a:gd name="connsiteY13" fmla="*/ 58783 h 292107"/>
              <a:gd name="connsiteX14" fmla="*/ 102289 w 365124"/>
              <a:gd name="connsiteY14" fmla="*/ 76611 h 292107"/>
              <a:gd name="connsiteX15" fmla="*/ 100963 w 365124"/>
              <a:gd name="connsiteY15" fmla="*/ 78146 h 292107"/>
              <a:gd name="connsiteX16" fmla="*/ 33056 w 365124"/>
              <a:gd name="connsiteY16" fmla="*/ 146054 h 292107"/>
              <a:gd name="connsiteX17" fmla="*/ 100963 w 365124"/>
              <a:gd name="connsiteY17" fmla="*/ 213961 h 292107"/>
              <a:gd name="connsiteX18" fmla="*/ 100963 w 365124"/>
              <a:gd name="connsiteY18" fmla="*/ 233324 h 292107"/>
              <a:gd name="connsiteX19" fmla="*/ 83135 w 365124"/>
              <a:gd name="connsiteY19" fmla="*/ 234649 h 292107"/>
              <a:gd name="connsiteX20" fmla="*/ 81599 w 365124"/>
              <a:gd name="connsiteY20" fmla="*/ 233324 h 292107"/>
              <a:gd name="connsiteX21" fmla="*/ 4010 w 365124"/>
              <a:gd name="connsiteY21" fmla="*/ 155735 h 292107"/>
              <a:gd name="connsiteX22" fmla="*/ 2685 w 365124"/>
              <a:gd name="connsiteY22" fmla="*/ 137908 h 292107"/>
              <a:gd name="connsiteX23" fmla="*/ 4010 w 365124"/>
              <a:gd name="connsiteY23" fmla="*/ 136372 h 292107"/>
              <a:gd name="connsiteX24" fmla="*/ 81599 w 365124"/>
              <a:gd name="connsiteY24" fmla="*/ 58783 h 292107"/>
              <a:gd name="connsiteX25" fmla="*/ 4010 w 365124"/>
              <a:gd name="connsiteY25" fmla="*/ 136372 h 292107"/>
              <a:gd name="connsiteX26" fmla="*/ 264162 w 365124"/>
              <a:gd name="connsiteY26" fmla="*/ 58783 h 292107"/>
              <a:gd name="connsiteX27" fmla="*/ 281990 w 365124"/>
              <a:gd name="connsiteY27" fmla="*/ 57457 h 292107"/>
              <a:gd name="connsiteX28" fmla="*/ 283525 w 365124"/>
              <a:gd name="connsiteY28" fmla="*/ 58783 h 292107"/>
              <a:gd name="connsiteX29" fmla="*/ 361114 w 365124"/>
              <a:gd name="connsiteY29" fmla="*/ 136372 h 292107"/>
              <a:gd name="connsiteX30" fmla="*/ 362440 w 365124"/>
              <a:gd name="connsiteY30" fmla="*/ 154200 h 292107"/>
              <a:gd name="connsiteX31" fmla="*/ 361114 w 365124"/>
              <a:gd name="connsiteY31" fmla="*/ 155735 h 292107"/>
              <a:gd name="connsiteX32" fmla="*/ 283525 w 365124"/>
              <a:gd name="connsiteY32" fmla="*/ 233324 h 292107"/>
              <a:gd name="connsiteX33" fmla="*/ 264162 w 365124"/>
              <a:gd name="connsiteY33" fmla="*/ 233324 h 292107"/>
              <a:gd name="connsiteX34" fmla="*/ 262837 w 365124"/>
              <a:gd name="connsiteY34" fmla="*/ 215497 h 292107"/>
              <a:gd name="connsiteX35" fmla="*/ 264162 w 365124"/>
              <a:gd name="connsiteY35" fmla="*/ 213961 h 292107"/>
              <a:gd name="connsiteX36" fmla="*/ 332068 w 365124"/>
              <a:gd name="connsiteY36" fmla="*/ 146054 h 292107"/>
              <a:gd name="connsiteX37" fmla="*/ 264162 w 365124"/>
              <a:gd name="connsiteY37" fmla="*/ 78146 h 292107"/>
              <a:gd name="connsiteX38" fmla="*/ 264162 w 365124"/>
              <a:gd name="connsiteY38" fmla="*/ 58783 h 292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65124" h="292107">
                <a:moveTo>
                  <a:pt x="110735" y="272810"/>
                </a:moveTo>
                <a:lnTo>
                  <a:pt x="229401" y="8095"/>
                </a:lnTo>
                <a:cubicBezTo>
                  <a:pt x="232495" y="1194"/>
                  <a:pt x="240595" y="-1892"/>
                  <a:pt x="247496" y="1201"/>
                </a:cubicBezTo>
                <a:cubicBezTo>
                  <a:pt x="253822" y="4037"/>
                  <a:pt x="256942" y="11081"/>
                  <a:pt x="255036" y="17550"/>
                </a:cubicBezTo>
                <a:lnTo>
                  <a:pt x="254390" y="19297"/>
                </a:lnTo>
                <a:lnTo>
                  <a:pt x="135724" y="284012"/>
                </a:lnTo>
                <a:cubicBezTo>
                  <a:pt x="132631" y="290913"/>
                  <a:pt x="124529" y="293999"/>
                  <a:pt x="117629" y="290906"/>
                </a:cubicBezTo>
                <a:cubicBezTo>
                  <a:pt x="111303" y="288071"/>
                  <a:pt x="108183" y="281026"/>
                  <a:pt x="110090" y="274558"/>
                </a:cubicBezTo>
                <a:lnTo>
                  <a:pt x="110735" y="272810"/>
                </a:lnTo>
                <a:lnTo>
                  <a:pt x="229401" y="8095"/>
                </a:lnTo>
                <a:lnTo>
                  <a:pt x="110735" y="272810"/>
                </a:lnTo>
                <a:close/>
                <a:moveTo>
                  <a:pt x="4010" y="136372"/>
                </a:moveTo>
                <a:lnTo>
                  <a:pt x="81599" y="58783"/>
                </a:lnTo>
                <a:cubicBezTo>
                  <a:pt x="86946" y="53435"/>
                  <a:pt x="95616" y="53435"/>
                  <a:pt x="100963" y="58783"/>
                </a:cubicBezTo>
                <a:cubicBezTo>
                  <a:pt x="105824" y="63643"/>
                  <a:pt x="106266" y="71250"/>
                  <a:pt x="102289" y="76611"/>
                </a:cubicBezTo>
                <a:lnTo>
                  <a:pt x="100963" y="78146"/>
                </a:lnTo>
                <a:lnTo>
                  <a:pt x="33056" y="146054"/>
                </a:lnTo>
                <a:lnTo>
                  <a:pt x="100963" y="213961"/>
                </a:lnTo>
                <a:cubicBezTo>
                  <a:pt x="106310" y="219307"/>
                  <a:pt x="106310" y="227977"/>
                  <a:pt x="100963" y="233324"/>
                </a:cubicBezTo>
                <a:cubicBezTo>
                  <a:pt x="96102" y="238186"/>
                  <a:pt x="88495" y="238627"/>
                  <a:pt x="83135" y="234649"/>
                </a:cubicBezTo>
                <a:lnTo>
                  <a:pt x="81599" y="233324"/>
                </a:lnTo>
                <a:lnTo>
                  <a:pt x="4010" y="155735"/>
                </a:lnTo>
                <a:cubicBezTo>
                  <a:pt x="-851" y="150873"/>
                  <a:pt x="-1293" y="143268"/>
                  <a:pt x="2685" y="137908"/>
                </a:cubicBezTo>
                <a:lnTo>
                  <a:pt x="4010" y="136372"/>
                </a:lnTo>
                <a:lnTo>
                  <a:pt x="81599" y="58783"/>
                </a:lnTo>
                <a:lnTo>
                  <a:pt x="4010" y="136372"/>
                </a:lnTo>
                <a:close/>
                <a:moveTo>
                  <a:pt x="264162" y="58783"/>
                </a:moveTo>
                <a:cubicBezTo>
                  <a:pt x="269022" y="53921"/>
                  <a:pt x="276630" y="53480"/>
                  <a:pt x="281990" y="57457"/>
                </a:cubicBezTo>
                <a:lnTo>
                  <a:pt x="283525" y="58783"/>
                </a:lnTo>
                <a:lnTo>
                  <a:pt x="361114" y="136372"/>
                </a:lnTo>
                <a:cubicBezTo>
                  <a:pt x="365976" y="141232"/>
                  <a:pt x="366418" y="148840"/>
                  <a:pt x="362440" y="154200"/>
                </a:cubicBezTo>
                <a:lnTo>
                  <a:pt x="361114" y="155735"/>
                </a:lnTo>
                <a:lnTo>
                  <a:pt x="283525" y="233324"/>
                </a:lnTo>
                <a:cubicBezTo>
                  <a:pt x="278178" y="238671"/>
                  <a:pt x="269510" y="238671"/>
                  <a:pt x="264162" y="233324"/>
                </a:cubicBezTo>
                <a:cubicBezTo>
                  <a:pt x="259301" y="228464"/>
                  <a:pt x="258859" y="220857"/>
                  <a:pt x="262837" y="215497"/>
                </a:cubicBezTo>
                <a:lnTo>
                  <a:pt x="264162" y="213961"/>
                </a:lnTo>
                <a:lnTo>
                  <a:pt x="332068" y="146054"/>
                </a:lnTo>
                <a:lnTo>
                  <a:pt x="264162" y="78146"/>
                </a:lnTo>
                <a:cubicBezTo>
                  <a:pt x="258815" y="72799"/>
                  <a:pt x="258815" y="64130"/>
                  <a:pt x="264162" y="58783"/>
                </a:cubicBezTo>
                <a:close/>
              </a:path>
            </a:pathLst>
          </a:custGeom>
          <a:solidFill>
            <a:schemeClr val="tx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chemeClr val="bg1"/>
              </a:solidFill>
              <a:latin typeface="Segoe UI"/>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outVertical)">
                                      <p:cBhvr>
                                        <p:cTn id="7" dur="500"/>
                                        <p:tgtEl>
                                          <p:spTgt spid="2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2000"/>
                            </p:stCondLst>
                            <p:childTnLst>
                              <p:par>
                                <p:cTn id="21" presetID="22" presetClass="entr" presetSubtype="4" fill="hold" grpId="0" nodeType="after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down)">
                                      <p:cBhvr>
                                        <p:cTn id="23" dur="500"/>
                                        <p:tgtEl>
                                          <p:spTgt spid="15"/>
                                        </p:tgtEl>
                                      </p:cBhvr>
                                    </p:animEffect>
                                  </p:childTnLst>
                                </p:cTn>
                              </p:par>
                              <p:par>
                                <p:cTn id="24" presetID="22" presetClass="entr" presetSubtype="2" fill="hold" grpId="0" nodeType="withEffect">
                                  <p:stCondLst>
                                    <p:cond delay="50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2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200" b="1">
                <a:solidFill>
                  <a:srgbClr val="FFFFFF"/>
                </a:solidFill>
                <a:latin typeface="Segoe UI Semibold"/>
              </a:defRPr>
            </a:pPr>
            <a:r>
              <a:rPr kumimoji="0" sz="2200" b="1" i="0" u="none" strike="noStrike" kern="1200" cap="none" spc="0" normalizeH="0" baseline="0" noProof="0">
                <a:ln>
                  <a:noFill/>
                </a:ln>
                <a:solidFill>
                  <a:srgbClr val="FFFFFF"/>
                </a:solidFill>
                <a:effectLst/>
                <a:uLnTx/>
                <a:uFillTx/>
                <a:latin typeface="Segoe UI Semibold"/>
                <a:ea typeface="+mn-ea"/>
                <a:cs typeface="+mn-cs"/>
              </a:rPr>
              <a:t>Microsoft Agent Readiness Survey – Data Privacy and Compliance</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Rectangle 4"/>
          <p:cNvSpPr/>
          <p:nvPr/>
        </p:nvSpPr>
        <p:spPr>
          <a:xfrm>
            <a:off x="73152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73152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Responsible AI</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Framework</a:t>
            </a:r>
          </a:p>
        </p:txBody>
      </p:sp>
      <p:sp>
        <p:nvSpPr>
          <p:cNvPr id="7" name="Rectangle 6"/>
          <p:cNvSpPr/>
          <p:nvPr/>
        </p:nvSpPr>
        <p:spPr>
          <a:xfrm>
            <a:off x="342900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p:cNvSpPr txBox="1"/>
          <p:nvPr/>
        </p:nvSpPr>
        <p:spPr>
          <a:xfrm>
            <a:off x="342900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Governance</a:t>
            </a:r>
          </a:p>
        </p:txBody>
      </p:sp>
      <p:sp>
        <p:nvSpPr>
          <p:cNvPr id="9" name="Rectangle 8"/>
          <p:cNvSpPr/>
          <p:nvPr/>
        </p:nvSpPr>
        <p:spPr>
          <a:xfrm>
            <a:off x="6126480" y="1417320"/>
            <a:ext cx="2560320" cy="502920"/>
          </a:xfrm>
          <a:prstGeom prst="roundRect">
            <a:avLst/>
          </a:prstGeom>
          <a:solidFill>
            <a:srgbClr val="50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612648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AI Security &amp;</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Risk Mitigation</a:t>
            </a:r>
          </a:p>
        </p:txBody>
      </p:sp>
      <p:sp>
        <p:nvSpPr>
          <p:cNvPr id="11" name="Rectangle 10"/>
          <p:cNvSpPr/>
          <p:nvPr/>
        </p:nvSpPr>
        <p:spPr>
          <a:xfrm>
            <a:off x="8823960" y="1417320"/>
            <a:ext cx="2560320" cy="50292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11"/>
          <p:cNvSpPr txBox="1"/>
          <p:nvPr/>
        </p:nvSpPr>
        <p:spPr>
          <a:xfrm>
            <a:off x="8823960" y="1463040"/>
            <a:ext cx="2560320" cy="4572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Data Privacy</a:t>
            </a:r>
            <a:br>
              <a:rPr kumimoji="0" sz="800" b="1" i="0" u="none" strike="noStrike" kern="1200" cap="none" spc="0" normalizeH="0" baseline="0" noProof="0">
                <a:ln>
                  <a:noFill/>
                </a:ln>
                <a:solidFill>
                  <a:srgbClr val="FFFFFF"/>
                </a:solidFill>
                <a:effectLst/>
                <a:uLnTx/>
                <a:uFillTx/>
                <a:latin typeface="Segoe UI"/>
                <a:ea typeface="+mn-ea"/>
                <a:cs typeface="+mn-cs"/>
              </a:rPr>
            </a:br>
            <a:r>
              <a:rPr kumimoji="0" sz="800" b="1" i="0" u="none" strike="noStrike" kern="1200" cap="none" spc="0" normalizeH="0" baseline="0" noProof="0">
                <a:ln>
                  <a:noFill/>
                </a:ln>
                <a:solidFill>
                  <a:srgbClr val="FFFFFF"/>
                </a:solidFill>
                <a:effectLst/>
                <a:uLnTx/>
                <a:uFillTx/>
                <a:latin typeface="Segoe UI"/>
                <a:ea typeface="+mn-ea"/>
                <a:cs typeface="+mn-cs"/>
              </a:rPr>
              <a:t>&amp; Compliance</a:t>
            </a:r>
          </a:p>
        </p:txBody>
      </p:sp>
      <p:sp>
        <p:nvSpPr>
          <p:cNvPr id="13" name="TextBox 12"/>
          <p:cNvSpPr txBox="1"/>
          <p:nvPr/>
        </p:nvSpPr>
        <p:spPr>
          <a:xfrm>
            <a:off x="731520" y="224028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01</a:t>
            </a:r>
          </a:p>
        </p:txBody>
      </p:sp>
      <p:sp>
        <p:nvSpPr>
          <p:cNvPr id="14" name="TextBox 13"/>
          <p:cNvSpPr txBox="1"/>
          <p:nvPr/>
        </p:nvSpPr>
        <p:spPr>
          <a:xfrm>
            <a:off x="1371600" y="219456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Are you enforcing rigorous data privacy controls for all AI and agentic workloads?</a:t>
            </a:r>
          </a:p>
        </p:txBody>
      </p:sp>
      <p:sp>
        <p:nvSpPr>
          <p:cNvPr id="15" name="TextBox 14"/>
          <p:cNvSpPr txBox="1"/>
          <p:nvPr/>
        </p:nvSpPr>
        <p:spPr>
          <a:xfrm>
            <a:off x="1371600" y="260604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AI systems can inadvertently expose or mis-handle sensitive information. Rigorous privacy governance prevents unintended access and protects regulated data (PII, PHI, PCI).</a:t>
            </a:r>
          </a:p>
        </p:txBody>
      </p:sp>
      <p:sp>
        <p:nvSpPr>
          <p:cNvPr id="16" name="Rectangle 15"/>
          <p:cNvSpPr/>
          <p:nvPr/>
        </p:nvSpPr>
        <p:spPr>
          <a:xfrm>
            <a:off x="731520" y="317296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7" name="TextBox 16"/>
          <p:cNvSpPr txBox="1"/>
          <p:nvPr/>
        </p:nvSpPr>
        <p:spPr>
          <a:xfrm>
            <a:off x="731520" y="329184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02</a:t>
            </a:r>
          </a:p>
        </p:txBody>
      </p:sp>
      <p:sp>
        <p:nvSpPr>
          <p:cNvPr id="18" name="TextBox 17"/>
          <p:cNvSpPr txBox="1"/>
          <p:nvPr/>
        </p:nvSpPr>
        <p:spPr>
          <a:xfrm>
            <a:off x="1371600" y="324612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How are you conducting security assessments for AI systems to ensure compliance with regulations?</a:t>
            </a:r>
          </a:p>
        </p:txBody>
      </p:sp>
      <p:sp>
        <p:nvSpPr>
          <p:cNvPr id="19" name="TextBox 18"/>
          <p:cNvSpPr txBox="1"/>
          <p:nvPr/>
        </p:nvSpPr>
        <p:spPr>
          <a:xfrm>
            <a:off x="1371600" y="365760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AI introduces new compliance considerations: data residency, lawful basis, model behavior risks, and agent-to-system interactions. Formal assessments ensure AI workloads meet standards before production.</a:t>
            </a:r>
          </a:p>
        </p:txBody>
      </p:sp>
      <p:sp>
        <p:nvSpPr>
          <p:cNvPr id="20" name="Rectangle 19"/>
          <p:cNvSpPr/>
          <p:nvPr/>
        </p:nvSpPr>
        <p:spPr>
          <a:xfrm>
            <a:off x="731520" y="422452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731520" y="434340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03</a:t>
            </a:r>
          </a:p>
        </p:txBody>
      </p:sp>
      <p:sp>
        <p:nvSpPr>
          <p:cNvPr id="22" name="TextBox 21"/>
          <p:cNvSpPr txBox="1"/>
          <p:nvPr/>
        </p:nvSpPr>
        <p:spPr>
          <a:xfrm>
            <a:off x="1371600" y="429768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Are Legal and Compliance teams integrated into the AI lifecycle reviewing use cases?</a:t>
            </a:r>
          </a:p>
        </p:txBody>
      </p:sp>
      <p:sp>
        <p:nvSpPr>
          <p:cNvPr id="23" name="TextBox 22"/>
          <p:cNvSpPr txBox="1"/>
          <p:nvPr/>
        </p:nvSpPr>
        <p:spPr>
          <a:xfrm>
            <a:off x="1371600" y="470916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Regulators worldwide are rapidly introducing AI-specific rules (EU AI Act, NIST RMF, AIDA). Cross-functional involvement ensures AI systems remain compliant and obligations are implemented correctly.</a:t>
            </a:r>
          </a:p>
        </p:txBody>
      </p:sp>
      <p:sp>
        <p:nvSpPr>
          <p:cNvPr id="24" name="Rectangle 23"/>
          <p:cNvSpPr/>
          <p:nvPr/>
        </p:nvSpPr>
        <p:spPr>
          <a:xfrm>
            <a:off x="731520" y="5276088"/>
            <a:ext cx="10515600" cy="13716"/>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31520" y="5394960"/>
            <a:ext cx="548640" cy="4572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000" b="1">
                <a:solidFill>
                  <a:srgbClr val="243A5E"/>
                </a:solidFill>
                <a:latin typeface="Segoe UI Semibold"/>
              </a:defRPr>
            </a:pPr>
            <a:r>
              <a:rPr kumimoji="0" sz="2000" b="1" i="0" u="none" strike="noStrike" kern="1200" cap="none" spc="0" normalizeH="0" baseline="0" noProof="0">
                <a:ln>
                  <a:noFill/>
                </a:ln>
                <a:solidFill>
                  <a:srgbClr val="243A5E"/>
                </a:solidFill>
                <a:effectLst/>
                <a:uLnTx/>
                <a:uFillTx/>
                <a:latin typeface="Segoe UI Semibold"/>
                <a:ea typeface="+mn-ea"/>
                <a:cs typeface="+mn-cs"/>
              </a:rPr>
              <a:t>04</a:t>
            </a:r>
          </a:p>
        </p:txBody>
      </p:sp>
      <p:sp>
        <p:nvSpPr>
          <p:cNvPr id="26" name="TextBox 25"/>
          <p:cNvSpPr txBox="1"/>
          <p:nvPr/>
        </p:nvSpPr>
        <p:spPr>
          <a:xfrm>
            <a:off x="1371600" y="5349240"/>
            <a:ext cx="9875520" cy="4114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100" b="1">
                <a:solidFill>
                  <a:srgbClr val="0078D4"/>
                </a:solidFill>
                <a:latin typeface="Segoe UI Semibold"/>
              </a:defRPr>
            </a:pPr>
            <a:r>
              <a:rPr kumimoji="0" sz="1100" b="1" i="0" u="none" strike="noStrike" kern="1200" cap="none" spc="0" normalizeH="0" baseline="0" noProof="0">
                <a:ln>
                  <a:noFill/>
                </a:ln>
                <a:solidFill>
                  <a:srgbClr val="0078D4"/>
                </a:solidFill>
                <a:effectLst/>
                <a:uLnTx/>
                <a:uFillTx/>
                <a:latin typeface="Segoe UI Semibold"/>
                <a:ea typeface="+mn-ea"/>
                <a:cs typeface="+mn-cs"/>
              </a:rPr>
              <a:t>Have you deployed model monitoring tools to catch drift or anomalies signaling issues?</a:t>
            </a:r>
          </a:p>
        </p:txBody>
      </p:sp>
      <p:sp>
        <p:nvSpPr>
          <p:cNvPr id="27" name="TextBox 26"/>
          <p:cNvSpPr txBox="1"/>
          <p:nvPr/>
        </p:nvSpPr>
        <p:spPr>
          <a:xfrm>
            <a:off x="1371600" y="5760720"/>
            <a:ext cx="9875520" cy="54864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000000"/>
                </a:solidFill>
                <a:latin typeface="Segoe UI"/>
              </a:defRPr>
            </a:pPr>
            <a:r>
              <a:rPr kumimoji="0" sz="900" b="0" i="0" u="none" strike="noStrike" kern="1200" cap="none" spc="0" normalizeH="0" baseline="0" noProof="0">
                <a:ln>
                  <a:noFill/>
                </a:ln>
                <a:solidFill>
                  <a:srgbClr val="000000"/>
                </a:solidFill>
                <a:effectLst/>
                <a:uLnTx/>
                <a:uFillTx/>
                <a:latin typeface="Segoe UI"/>
                <a:ea typeface="+mn-ea"/>
                <a:cs typeface="+mn-cs"/>
              </a:rPr>
              <a:t>Drift or unexpected model behavior can lead to privacy breaches, inaccurate outputs, or biased outcomes. Continuous monitoring ensures issues are caught early — becoming a regulatory requirement in several jurisdictions.</a:t>
            </a:r>
          </a:p>
        </p:txBody>
      </p:sp>
      <p:sp>
        <p:nvSpPr>
          <p:cNvPr id="28" name="TextBox 27"/>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Data risks for GenAI applications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6BE8074-C4D2-A8DC-4CF0-4C79A90BF492}"/>
              </a:ext>
              <a:ext uri="{C183D7F6-B498-43B3-948B-1728B52AA6E4}">
                <adec:decorative xmlns:adec="http://schemas.microsoft.com/office/drawing/2017/decorative" val="1"/>
              </a:ext>
            </a:extLst>
          </p:cNvPr>
          <p:cNvSpPr>
            <a:spLocks/>
          </p:cNvSpPr>
          <p:nvPr/>
        </p:nvSpPr>
        <p:spPr bwMode="auto">
          <a:xfrm>
            <a:off x="513620" y="1324993"/>
            <a:ext cx="11038300" cy="5057519"/>
          </a:xfrm>
          <a:prstGeom prst="roundRect">
            <a:avLst>
              <a:gd name="adj" fmla="val 2652"/>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8" name="Freeform: Shape 7">
            <a:extLst>
              <a:ext uri="{FF2B5EF4-FFF2-40B4-BE49-F238E27FC236}">
                <a16:creationId xmlns:a16="http://schemas.microsoft.com/office/drawing/2014/main" id="{D684B51F-4E42-0AF0-4763-1E0C2194B250}"/>
              </a:ext>
              <a:ext uri="{C183D7F6-B498-43B3-948B-1728B52AA6E4}">
                <adec:decorative xmlns:adec="http://schemas.microsoft.com/office/drawing/2017/decorative" val="1"/>
              </a:ext>
            </a:extLst>
          </p:cNvPr>
          <p:cNvSpPr>
            <a:spLocks/>
          </p:cNvSpPr>
          <p:nvPr/>
        </p:nvSpPr>
        <p:spPr>
          <a:xfrm>
            <a:off x="650780" y="1462152"/>
            <a:ext cx="5289698" cy="2314169"/>
          </a:xfrm>
          <a:custGeom>
            <a:avLst/>
            <a:gdLst>
              <a:gd name="connsiteX0" fmla="*/ 109956 w 5432426"/>
              <a:gd name="connsiteY0" fmla="*/ 0 h 2388804"/>
              <a:gd name="connsiteX1" fmla="*/ 5322472 w 5432426"/>
              <a:gd name="connsiteY1" fmla="*/ 0 h 2388804"/>
              <a:gd name="connsiteX2" fmla="*/ 5432426 w 5432426"/>
              <a:gd name="connsiteY2" fmla="*/ 109961 h 2388804"/>
              <a:gd name="connsiteX3" fmla="*/ 5432426 w 5432426"/>
              <a:gd name="connsiteY3" fmla="*/ 482059 h 2388804"/>
              <a:gd name="connsiteX4" fmla="*/ 5340714 w 5432426"/>
              <a:gd name="connsiteY4" fmla="*/ 578390 h 2388804"/>
              <a:gd name="connsiteX5" fmla="*/ 5254900 w 5432426"/>
              <a:gd name="connsiteY5" fmla="*/ 588040 h 2388804"/>
              <a:gd name="connsiteX6" fmla="*/ 3629337 w 5432426"/>
              <a:gd name="connsiteY6" fmla="*/ 2279318 h 2388804"/>
              <a:gd name="connsiteX7" fmla="*/ 3509700 w 5432426"/>
              <a:gd name="connsiteY7" fmla="*/ 2388784 h 2388804"/>
              <a:gd name="connsiteX8" fmla="*/ 109956 w 5432426"/>
              <a:gd name="connsiteY8" fmla="*/ 2388784 h 2388804"/>
              <a:gd name="connsiteX9" fmla="*/ 0 w 5432426"/>
              <a:gd name="connsiteY9" fmla="*/ 2278824 h 2388804"/>
              <a:gd name="connsiteX10" fmla="*/ 0 w 5432426"/>
              <a:gd name="connsiteY10" fmla="*/ 109961 h 2388804"/>
              <a:gd name="connsiteX11" fmla="*/ 109956 w 5432426"/>
              <a:gd name="connsiteY11" fmla="*/ 0 h 238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4">
                <a:moveTo>
                  <a:pt x="109956" y="0"/>
                </a:moveTo>
                <a:lnTo>
                  <a:pt x="5322472" y="0"/>
                </a:lnTo>
                <a:cubicBezTo>
                  <a:pt x="5383201" y="0"/>
                  <a:pt x="5432426" y="49232"/>
                  <a:pt x="5432426" y="109961"/>
                </a:cubicBezTo>
                <a:lnTo>
                  <a:pt x="5432426" y="482059"/>
                </a:lnTo>
                <a:cubicBezTo>
                  <a:pt x="5432426" y="533432"/>
                  <a:pt x="5392103" y="575793"/>
                  <a:pt x="5340714" y="578390"/>
                </a:cubicBezTo>
                <a:cubicBezTo>
                  <a:pt x="5334643" y="578695"/>
                  <a:pt x="5296120" y="582197"/>
                  <a:pt x="5254900" y="588040"/>
                </a:cubicBezTo>
                <a:cubicBezTo>
                  <a:pt x="4393756" y="710021"/>
                  <a:pt x="3717847" y="1407850"/>
                  <a:pt x="3629337" y="2279318"/>
                </a:cubicBezTo>
                <a:cubicBezTo>
                  <a:pt x="3625019" y="2341807"/>
                  <a:pt x="3572411" y="2389945"/>
                  <a:pt x="3509700" y="2388784"/>
                </a:cubicBezTo>
                <a:lnTo>
                  <a:pt x="109956" y="2388784"/>
                </a:lnTo>
                <a:cubicBezTo>
                  <a:pt x="49229" y="2388784"/>
                  <a:pt x="0" y="2339552"/>
                  <a:pt x="0" y="2278824"/>
                </a:cubicBezTo>
                <a:lnTo>
                  <a:pt x="0" y="109961"/>
                </a:lnTo>
                <a:cubicBezTo>
                  <a:pt x="0" y="49232"/>
                  <a:pt x="49229" y="0"/>
                  <a:pt x="109956" y="0"/>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9" name="Freeform: Shape 8">
            <a:extLst>
              <a:ext uri="{FF2B5EF4-FFF2-40B4-BE49-F238E27FC236}">
                <a16:creationId xmlns:a16="http://schemas.microsoft.com/office/drawing/2014/main" id="{0B093851-4354-43B1-3CFD-8C4333780100}"/>
              </a:ext>
              <a:ext uri="{C183D7F6-B498-43B3-948B-1728B52AA6E4}">
                <adec:decorative xmlns:adec="http://schemas.microsoft.com/office/drawing/2017/decorative" val="1"/>
              </a:ext>
            </a:extLst>
          </p:cNvPr>
          <p:cNvSpPr>
            <a:spLocks/>
          </p:cNvSpPr>
          <p:nvPr/>
        </p:nvSpPr>
        <p:spPr>
          <a:xfrm>
            <a:off x="6119904" y="1462152"/>
            <a:ext cx="5289698" cy="2314169"/>
          </a:xfrm>
          <a:custGeom>
            <a:avLst/>
            <a:gdLst>
              <a:gd name="connsiteX0" fmla="*/ 109955 w 5432426"/>
              <a:gd name="connsiteY0" fmla="*/ 0 h 2388804"/>
              <a:gd name="connsiteX1" fmla="*/ 5322470 w 5432426"/>
              <a:gd name="connsiteY1" fmla="*/ 0 h 2388804"/>
              <a:gd name="connsiteX2" fmla="*/ 5432426 w 5432426"/>
              <a:gd name="connsiteY2" fmla="*/ 109961 h 2388804"/>
              <a:gd name="connsiteX3" fmla="*/ 5432426 w 5432426"/>
              <a:gd name="connsiteY3" fmla="*/ 2278824 h 2388804"/>
              <a:gd name="connsiteX4" fmla="*/ 5322470 w 5432426"/>
              <a:gd name="connsiteY4" fmla="*/ 2388784 h 2388804"/>
              <a:gd name="connsiteX5" fmla="*/ 1922727 w 5432426"/>
              <a:gd name="connsiteY5" fmla="*/ 2388784 h 2388804"/>
              <a:gd name="connsiteX6" fmla="*/ 1803090 w 5432426"/>
              <a:gd name="connsiteY6" fmla="*/ 2279318 h 2388804"/>
              <a:gd name="connsiteX7" fmla="*/ 177526 w 5432426"/>
              <a:gd name="connsiteY7" fmla="*/ 588040 h 2388804"/>
              <a:gd name="connsiteX8" fmla="*/ 91713 w 5432426"/>
              <a:gd name="connsiteY8" fmla="*/ 578390 h 2388804"/>
              <a:gd name="connsiteX9" fmla="*/ 0 w 5432426"/>
              <a:gd name="connsiteY9" fmla="*/ 482059 h 2388804"/>
              <a:gd name="connsiteX10" fmla="*/ 0 w 5432426"/>
              <a:gd name="connsiteY10" fmla="*/ 109961 h 2388804"/>
              <a:gd name="connsiteX11" fmla="*/ 109955 w 5432426"/>
              <a:gd name="connsiteY11" fmla="*/ 0 h 238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4">
                <a:moveTo>
                  <a:pt x="109955" y="0"/>
                </a:moveTo>
                <a:lnTo>
                  <a:pt x="5322470" y="0"/>
                </a:lnTo>
                <a:cubicBezTo>
                  <a:pt x="5383197" y="0"/>
                  <a:pt x="5432426" y="49232"/>
                  <a:pt x="5432426" y="109961"/>
                </a:cubicBezTo>
                <a:lnTo>
                  <a:pt x="5432426" y="2278824"/>
                </a:lnTo>
                <a:cubicBezTo>
                  <a:pt x="5432426" y="2339552"/>
                  <a:pt x="5383197" y="2388784"/>
                  <a:pt x="5322470" y="2388784"/>
                </a:cubicBezTo>
                <a:lnTo>
                  <a:pt x="1922727" y="2388784"/>
                </a:lnTo>
                <a:cubicBezTo>
                  <a:pt x="1860015" y="2389945"/>
                  <a:pt x="1807407" y="2341807"/>
                  <a:pt x="1803090" y="2279318"/>
                </a:cubicBezTo>
                <a:cubicBezTo>
                  <a:pt x="1714579" y="1407850"/>
                  <a:pt x="1038670" y="710021"/>
                  <a:pt x="177526" y="588040"/>
                </a:cubicBezTo>
                <a:cubicBezTo>
                  <a:pt x="136306" y="582197"/>
                  <a:pt x="97784" y="578695"/>
                  <a:pt x="91713" y="578390"/>
                </a:cubicBezTo>
                <a:cubicBezTo>
                  <a:pt x="40324" y="575793"/>
                  <a:pt x="0" y="533432"/>
                  <a:pt x="0" y="482059"/>
                </a:cubicBezTo>
                <a:lnTo>
                  <a:pt x="0" y="109961"/>
                </a:lnTo>
                <a:cubicBezTo>
                  <a:pt x="0" y="49232"/>
                  <a:pt x="49225" y="0"/>
                  <a:pt x="109955" y="0"/>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10" name="Freeform: Shape 9">
            <a:extLst>
              <a:ext uri="{FF2B5EF4-FFF2-40B4-BE49-F238E27FC236}">
                <a16:creationId xmlns:a16="http://schemas.microsoft.com/office/drawing/2014/main" id="{299B3A5B-DD42-5C9B-6AA1-B73E3C388504}"/>
              </a:ext>
              <a:ext uri="{C183D7F6-B498-43B3-948B-1728B52AA6E4}">
                <adec:decorative xmlns:adec="http://schemas.microsoft.com/office/drawing/2017/decorative" val="1"/>
              </a:ext>
            </a:extLst>
          </p:cNvPr>
          <p:cNvSpPr>
            <a:spLocks/>
          </p:cNvSpPr>
          <p:nvPr/>
        </p:nvSpPr>
        <p:spPr>
          <a:xfrm>
            <a:off x="650780" y="3941889"/>
            <a:ext cx="5289698" cy="2314170"/>
          </a:xfrm>
          <a:custGeom>
            <a:avLst/>
            <a:gdLst>
              <a:gd name="connsiteX0" fmla="*/ 109956 w 5432426"/>
              <a:gd name="connsiteY0" fmla="*/ 21 h 2388805"/>
              <a:gd name="connsiteX1" fmla="*/ 3509700 w 5432426"/>
              <a:gd name="connsiteY1" fmla="*/ 21 h 2388805"/>
              <a:gd name="connsiteX2" fmla="*/ 3629337 w 5432426"/>
              <a:gd name="connsiteY2" fmla="*/ 109487 h 2388805"/>
              <a:gd name="connsiteX3" fmla="*/ 5254900 w 5432426"/>
              <a:gd name="connsiteY3" fmla="*/ 1800765 h 2388805"/>
              <a:gd name="connsiteX4" fmla="*/ 5340714 w 5432426"/>
              <a:gd name="connsiteY4" fmla="*/ 1810415 h 2388805"/>
              <a:gd name="connsiteX5" fmla="*/ 5432426 w 5432426"/>
              <a:gd name="connsiteY5" fmla="*/ 1906747 h 2388805"/>
              <a:gd name="connsiteX6" fmla="*/ 5432426 w 5432426"/>
              <a:gd name="connsiteY6" fmla="*/ 2278845 h 2388805"/>
              <a:gd name="connsiteX7" fmla="*/ 5322472 w 5432426"/>
              <a:gd name="connsiteY7" fmla="*/ 2388805 h 2388805"/>
              <a:gd name="connsiteX8" fmla="*/ 109956 w 5432426"/>
              <a:gd name="connsiteY8" fmla="*/ 2388805 h 2388805"/>
              <a:gd name="connsiteX9" fmla="*/ 0 w 5432426"/>
              <a:gd name="connsiteY9" fmla="*/ 2278845 h 2388805"/>
              <a:gd name="connsiteX10" fmla="*/ 0 w 5432426"/>
              <a:gd name="connsiteY10" fmla="*/ 109981 h 2388805"/>
              <a:gd name="connsiteX11" fmla="*/ 109956 w 5432426"/>
              <a:gd name="connsiteY11" fmla="*/ 21 h 238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5">
                <a:moveTo>
                  <a:pt x="109956" y="21"/>
                </a:moveTo>
                <a:lnTo>
                  <a:pt x="3509700" y="21"/>
                </a:lnTo>
                <a:cubicBezTo>
                  <a:pt x="3572411" y="-1140"/>
                  <a:pt x="3625019" y="46998"/>
                  <a:pt x="3629337" y="109487"/>
                </a:cubicBezTo>
                <a:cubicBezTo>
                  <a:pt x="3717847" y="980955"/>
                  <a:pt x="4393756" y="1678785"/>
                  <a:pt x="5254900" y="1800765"/>
                </a:cubicBezTo>
                <a:cubicBezTo>
                  <a:pt x="5296120" y="1806608"/>
                  <a:pt x="5334643" y="1810110"/>
                  <a:pt x="5340714" y="1810415"/>
                </a:cubicBezTo>
                <a:cubicBezTo>
                  <a:pt x="5392103" y="1813013"/>
                  <a:pt x="5432426" y="1855373"/>
                  <a:pt x="5432426" y="1906747"/>
                </a:cubicBezTo>
                <a:lnTo>
                  <a:pt x="5432426" y="2278845"/>
                </a:lnTo>
                <a:cubicBezTo>
                  <a:pt x="5432426" y="2339573"/>
                  <a:pt x="5383201" y="2388805"/>
                  <a:pt x="5322472" y="2388805"/>
                </a:cubicBezTo>
                <a:lnTo>
                  <a:pt x="109956" y="2388805"/>
                </a:lnTo>
                <a:cubicBezTo>
                  <a:pt x="49229" y="2388805"/>
                  <a:pt x="0" y="2339573"/>
                  <a:pt x="0" y="2278845"/>
                </a:cubicBezTo>
                <a:lnTo>
                  <a:pt x="0" y="109981"/>
                </a:lnTo>
                <a:cubicBezTo>
                  <a:pt x="0" y="49253"/>
                  <a:pt x="49229" y="21"/>
                  <a:pt x="109956" y="21"/>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11" name="Freeform: Shape 10">
            <a:extLst>
              <a:ext uri="{FF2B5EF4-FFF2-40B4-BE49-F238E27FC236}">
                <a16:creationId xmlns:a16="http://schemas.microsoft.com/office/drawing/2014/main" id="{767A6CCD-F046-CBF1-B4F9-72C453AE8D3D}"/>
              </a:ext>
              <a:ext uri="{C183D7F6-B498-43B3-948B-1728B52AA6E4}">
                <adec:decorative xmlns:adec="http://schemas.microsoft.com/office/drawing/2017/decorative" val="1"/>
              </a:ext>
            </a:extLst>
          </p:cNvPr>
          <p:cNvSpPr>
            <a:spLocks/>
          </p:cNvSpPr>
          <p:nvPr/>
        </p:nvSpPr>
        <p:spPr>
          <a:xfrm>
            <a:off x="6119904" y="3941889"/>
            <a:ext cx="5289698" cy="2314170"/>
          </a:xfrm>
          <a:custGeom>
            <a:avLst/>
            <a:gdLst>
              <a:gd name="connsiteX0" fmla="*/ 1922727 w 5432426"/>
              <a:gd name="connsiteY0" fmla="*/ 21 h 2388805"/>
              <a:gd name="connsiteX1" fmla="*/ 5322470 w 5432426"/>
              <a:gd name="connsiteY1" fmla="*/ 21 h 2388805"/>
              <a:gd name="connsiteX2" fmla="*/ 5432426 w 5432426"/>
              <a:gd name="connsiteY2" fmla="*/ 109981 h 2388805"/>
              <a:gd name="connsiteX3" fmla="*/ 5432426 w 5432426"/>
              <a:gd name="connsiteY3" fmla="*/ 2278845 h 2388805"/>
              <a:gd name="connsiteX4" fmla="*/ 5322470 w 5432426"/>
              <a:gd name="connsiteY4" fmla="*/ 2388805 h 2388805"/>
              <a:gd name="connsiteX5" fmla="*/ 109955 w 5432426"/>
              <a:gd name="connsiteY5" fmla="*/ 2388805 h 2388805"/>
              <a:gd name="connsiteX6" fmla="*/ 0 w 5432426"/>
              <a:gd name="connsiteY6" fmla="*/ 2278845 h 2388805"/>
              <a:gd name="connsiteX7" fmla="*/ 0 w 5432426"/>
              <a:gd name="connsiteY7" fmla="*/ 1906747 h 2388805"/>
              <a:gd name="connsiteX8" fmla="*/ 91713 w 5432426"/>
              <a:gd name="connsiteY8" fmla="*/ 1810415 h 2388805"/>
              <a:gd name="connsiteX9" fmla="*/ 177526 w 5432426"/>
              <a:gd name="connsiteY9" fmla="*/ 1800765 h 2388805"/>
              <a:gd name="connsiteX10" fmla="*/ 1803090 w 5432426"/>
              <a:gd name="connsiteY10" fmla="*/ 109487 h 2388805"/>
              <a:gd name="connsiteX11" fmla="*/ 1922727 w 5432426"/>
              <a:gd name="connsiteY11" fmla="*/ 21 h 238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5">
                <a:moveTo>
                  <a:pt x="1922727" y="21"/>
                </a:moveTo>
                <a:lnTo>
                  <a:pt x="5322470" y="21"/>
                </a:lnTo>
                <a:cubicBezTo>
                  <a:pt x="5383197" y="21"/>
                  <a:pt x="5432426" y="49253"/>
                  <a:pt x="5432426" y="109981"/>
                </a:cubicBezTo>
                <a:lnTo>
                  <a:pt x="5432426" y="2278845"/>
                </a:lnTo>
                <a:cubicBezTo>
                  <a:pt x="5432426" y="2339573"/>
                  <a:pt x="5383197" y="2388805"/>
                  <a:pt x="5322470" y="2388805"/>
                </a:cubicBezTo>
                <a:lnTo>
                  <a:pt x="109955" y="2388805"/>
                </a:lnTo>
                <a:cubicBezTo>
                  <a:pt x="49225" y="2388805"/>
                  <a:pt x="0" y="2339573"/>
                  <a:pt x="0" y="2278845"/>
                </a:cubicBezTo>
                <a:lnTo>
                  <a:pt x="0" y="1906747"/>
                </a:lnTo>
                <a:cubicBezTo>
                  <a:pt x="0" y="1855373"/>
                  <a:pt x="40324" y="1813013"/>
                  <a:pt x="91713" y="1810415"/>
                </a:cubicBezTo>
                <a:cubicBezTo>
                  <a:pt x="97784" y="1810110"/>
                  <a:pt x="136306" y="1806608"/>
                  <a:pt x="177526" y="1800765"/>
                </a:cubicBezTo>
                <a:cubicBezTo>
                  <a:pt x="1038670" y="1678785"/>
                  <a:pt x="1714579" y="980955"/>
                  <a:pt x="1803090" y="109487"/>
                </a:cubicBezTo>
                <a:cubicBezTo>
                  <a:pt x="1807407" y="46998"/>
                  <a:pt x="1860015" y="-1140"/>
                  <a:pt x="1922727" y="21"/>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12" name="Oval 11">
            <a:extLst>
              <a:ext uri="{FF2B5EF4-FFF2-40B4-BE49-F238E27FC236}">
                <a16:creationId xmlns:a16="http://schemas.microsoft.com/office/drawing/2014/main" id="{DE0B0F67-1023-4B59-0360-71BDF4876AC7}"/>
              </a:ext>
              <a:ext uri="{C183D7F6-B498-43B3-948B-1728B52AA6E4}">
                <adec:decorative xmlns:adec="http://schemas.microsoft.com/office/drawing/2017/decorative" val="1"/>
              </a:ext>
            </a:extLst>
          </p:cNvPr>
          <p:cNvSpPr/>
          <p:nvPr/>
        </p:nvSpPr>
        <p:spPr bwMode="auto">
          <a:xfrm>
            <a:off x="4338551" y="2167465"/>
            <a:ext cx="3383280" cy="3383280"/>
          </a:xfrm>
          <a:prstGeom prst="ellipse">
            <a:avLst/>
          </a:prstGeom>
          <a:solidFill>
            <a:schemeClr val="bg1"/>
          </a:solidFill>
          <a:ln w="76200">
            <a:solidFill>
              <a:schemeClr val="bg1">
                <a:lumMod val="85000"/>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13" name="TextBox 12">
            <a:extLst>
              <a:ext uri="{FF2B5EF4-FFF2-40B4-BE49-F238E27FC236}">
                <a16:creationId xmlns:a16="http://schemas.microsoft.com/office/drawing/2014/main" id="{C6E8080F-B0DF-38D5-528D-7DB8003DDE90}"/>
              </a:ext>
              <a:ext uri="{C183D7F6-B498-43B3-948B-1728B52AA6E4}">
                <adec:decorative xmlns:adec="http://schemas.microsoft.com/office/drawing/2017/decorative" val="1"/>
              </a:ext>
            </a:extLst>
          </p:cNvPr>
          <p:cNvSpPr txBox="1">
            <a:spLocks/>
          </p:cNvSpPr>
          <p:nvPr/>
        </p:nvSpPr>
        <p:spPr>
          <a:xfrm>
            <a:off x="5171856" y="3674439"/>
            <a:ext cx="1716671" cy="369332"/>
          </a:xfrm>
          <a:prstGeom prst="rect">
            <a:avLst/>
          </a:prstGeom>
          <a:noFill/>
          <a:effectLst/>
        </p:spPr>
        <p:txBody>
          <a:bodyPr wrap="square" lIns="0" tIns="0" rIns="0" bIns="0" rtlCol="0" anchor="ctr">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i="0" u="none" strike="noStrike" kern="1200" cap="none" spc="0" normalizeH="0" baseline="0" noProof="0">
                <a:ln>
                  <a:noFill/>
                </a:ln>
                <a:solidFill>
                  <a:schemeClr val="accent2"/>
                </a:solidFill>
                <a:effectLst/>
                <a:uLnTx/>
                <a:uFillTx/>
                <a:latin typeface="+mj-lt"/>
                <a:ea typeface="+mj-ea"/>
                <a:cs typeface="+mj-cs"/>
              </a:rPr>
              <a:t>AI Apps</a:t>
            </a:r>
          </a:p>
        </p:txBody>
      </p:sp>
      <p:grpSp>
        <p:nvGrpSpPr>
          <p:cNvPr id="14" name="Group 13">
            <a:extLst>
              <a:ext uri="{FF2B5EF4-FFF2-40B4-BE49-F238E27FC236}">
                <a16:creationId xmlns:a16="http://schemas.microsoft.com/office/drawing/2014/main" id="{0AE01F7E-715B-1261-05FA-27D2273DE711}"/>
              </a:ext>
              <a:ext uri="{C183D7F6-B498-43B3-948B-1728B52AA6E4}">
                <adec:decorative xmlns:adec="http://schemas.microsoft.com/office/drawing/2017/decorative" val="1"/>
              </a:ext>
            </a:extLst>
          </p:cNvPr>
          <p:cNvGrpSpPr/>
          <p:nvPr/>
        </p:nvGrpSpPr>
        <p:grpSpPr>
          <a:xfrm>
            <a:off x="4452496" y="2281410"/>
            <a:ext cx="814118" cy="814118"/>
            <a:chOff x="4527139" y="2167936"/>
            <a:chExt cx="814118" cy="814118"/>
          </a:xfrm>
        </p:grpSpPr>
        <p:sp>
          <p:nvSpPr>
            <p:cNvPr id="15" name="Oval 14">
              <a:extLst>
                <a:ext uri="{FF2B5EF4-FFF2-40B4-BE49-F238E27FC236}">
                  <a16:creationId xmlns:a16="http://schemas.microsoft.com/office/drawing/2014/main" id="{AF68897B-F164-D787-522E-F6806A7E7092}"/>
                </a:ext>
                <a:ext uri="{C183D7F6-B498-43B3-948B-1728B52AA6E4}">
                  <adec:decorative xmlns:adec="http://schemas.microsoft.com/office/drawing/2017/decorative" val="1"/>
                </a:ext>
              </a:extLst>
            </p:cNvPr>
            <p:cNvSpPr/>
            <p:nvPr/>
          </p:nvSpPr>
          <p:spPr>
            <a:xfrm>
              <a:off x="4527139" y="2167936"/>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dirty="0">
                <a:ln w="3175">
                  <a:noFill/>
                </a:ln>
                <a:solidFill>
                  <a:schemeClr val="bg1"/>
                </a:solidFill>
                <a:latin typeface="+mj-lt"/>
              </a:endParaRPr>
            </a:p>
          </p:txBody>
        </p:sp>
        <p:sp>
          <p:nvSpPr>
            <p:cNvPr id="16" name="Graphic 30" descr="Icon of a finger tapping on a screen">
              <a:extLst>
                <a:ext uri="{FF2B5EF4-FFF2-40B4-BE49-F238E27FC236}">
                  <a16:creationId xmlns:a16="http://schemas.microsoft.com/office/drawing/2014/main" id="{F97432E2-07A8-7791-5FA1-18EBDE598C36}"/>
                </a:ext>
              </a:extLst>
            </p:cNvPr>
            <p:cNvSpPr/>
            <p:nvPr/>
          </p:nvSpPr>
          <p:spPr>
            <a:xfrm>
              <a:off x="4769346" y="2355455"/>
              <a:ext cx="329704" cy="439080"/>
            </a:xfrm>
            <a:custGeom>
              <a:avLst/>
              <a:gdLst>
                <a:gd name="connsiteX0" fmla="*/ 94561 w 194496"/>
                <a:gd name="connsiteY0" fmla="*/ 48996 h 259018"/>
                <a:gd name="connsiteX1" fmla="*/ 126003 w 194496"/>
                <a:gd name="connsiteY1" fmla="*/ 81599 h 259018"/>
                <a:gd name="connsiteX2" fmla="*/ 126059 w 194496"/>
                <a:gd name="connsiteY2" fmla="*/ 84119 h 259018"/>
                <a:gd name="connsiteX3" fmla="*/ 126059 w 194496"/>
                <a:gd name="connsiteY3" fmla="*/ 113727 h 259018"/>
                <a:gd name="connsiteX4" fmla="*/ 157136 w 194496"/>
                <a:gd name="connsiteY4" fmla="*/ 119368 h 259018"/>
                <a:gd name="connsiteX5" fmla="*/ 193749 w 194496"/>
                <a:gd name="connsiteY5" fmla="*/ 172325 h 259018"/>
                <a:gd name="connsiteX6" fmla="*/ 193547 w 194496"/>
                <a:gd name="connsiteY6" fmla="*/ 173362 h 259018"/>
                <a:gd name="connsiteX7" fmla="*/ 192945 w 194496"/>
                <a:gd name="connsiteY7" fmla="*/ 175882 h 259018"/>
                <a:gd name="connsiteX8" fmla="*/ 178274 w 194496"/>
                <a:gd name="connsiteY8" fmla="*/ 230785 h 259018"/>
                <a:gd name="connsiteX9" fmla="*/ 154630 w 194496"/>
                <a:gd name="connsiteY9" fmla="*/ 253422 h 259018"/>
                <a:gd name="connsiteX10" fmla="*/ 152321 w 194496"/>
                <a:gd name="connsiteY10" fmla="*/ 253842 h 259018"/>
                <a:gd name="connsiteX11" fmla="*/ 118471 w 194496"/>
                <a:gd name="connsiteY11" fmla="*/ 258699 h 259018"/>
                <a:gd name="connsiteX12" fmla="*/ 86554 w 194496"/>
                <a:gd name="connsiteY12" fmla="*/ 242964 h 259018"/>
                <a:gd name="connsiteX13" fmla="*/ 85434 w 194496"/>
                <a:gd name="connsiteY13" fmla="*/ 240809 h 259018"/>
                <a:gd name="connsiteX14" fmla="*/ 85028 w 194496"/>
                <a:gd name="connsiteY14" fmla="*/ 239927 h 259018"/>
                <a:gd name="connsiteX15" fmla="*/ 70665 w 194496"/>
                <a:gd name="connsiteY15" fmla="*/ 221966 h 259018"/>
                <a:gd name="connsiteX16" fmla="*/ 67949 w 194496"/>
                <a:gd name="connsiteY16" fmla="*/ 220020 h 259018"/>
                <a:gd name="connsiteX17" fmla="*/ 41589 w 194496"/>
                <a:gd name="connsiteY17" fmla="*/ 202452 h 259018"/>
                <a:gd name="connsiteX18" fmla="*/ 40274 w 194496"/>
                <a:gd name="connsiteY18" fmla="*/ 201626 h 259018"/>
                <a:gd name="connsiteX19" fmla="*/ 38902 w 194496"/>
                <a:gd name="connsiteY19" fmla="*/ 200898 h 259018"/>
                <a:gd name="connsiteX20" fmla="*/ 5836 w 194496"/>
                <a:gd name="connsiteY20" fmla="*/ 184435 h 259018"/>
                <a:gd name="connsiteX21" fmla="*/ 13 w 194496"/>
                <a:gd name="connsiteY21" fmla="*/ 175266 h 259018"/>
                <a:gd name="connsiteX22" fmla="*/ 19877 w 194496"/>
                <a:gd name="connsiteY22" fmla="*/ 141109 h 259018"/>
                <a:gd name="connsiteX23" fmla="*/ 59438 w 194496"/>
                <a:gd name="connsiteY23" fmla="*/ 141347 h 259018"/>
                <a:gd name="connsiteX24" fmla="*/ 63078 w 194496"/>
                <a:gd name="connsiteY24" fmla="*/ 142453 h 259018"/>
                <a:gd name="connsiteX25" fmla="*/ 63078 w 194496"/>
                <a:gd name="connsiteY25" fmla="*/ 84105 h 259018"/>
                <a:gd name="connsiteX26" fmla="*/ 94561 w 194496"/>
                <a:gd name="connsiteY26" fmla="*/ 48996 h 259018"/>
                <a:gd name="connsiteX27" fmla="*/ 94561 w 194496"/>
                <a:gd name="connsiteY27" fmla="*/ 69994 h 259018"/>
                <a:gd name="connsiteX28" fmla="*/ 84118 w 194496"/>
                <a:gd name="connsiteY28" fmla="*/ 82117 h 259018"/>
                <a:gd name="connsiteX29" fmla="*/ 84062 w 194496"/>
                <a:gd name="connsiteY29" fmla="*/ 84105 h 259018"/>
                <a:gd name="connsiteX30" fmla="*/ 84062 w 194496"/>
                <a:gd name="connsiteY30" fmla="*/ 157515 h 259018"/>
                <a:gd name="connsiteX31" fmla="*/ 73573 w 194496"/>
                <a:gd name="connsiteY31" fmla="*/ 168024 h 259018"/>
                <a:gd name="connsiteX32" fmla="*/ 69559 w 194496"/>
                <a:gd name="connsiteY32" fmla="*/ 167231 h 259018"/>
                <a:gd name="connsiteX33" fmla="*/ 29270 w 194496"/>
                <a:gd name="connsiteY33" fmla="*/ 159895 h 259018"/>
                <a:gd name="connsiteX34" fmla="*/ 22131 w 194496"/>
                <a:gd name="connsiteY34" fmla="*/ 167147 h 259018"/>
                <a:gd name="connsiteX35" fmla="*/ 21585 w 194496"/>
                <a:gd name="connsiteY35" fmla="*/ 168826 h 259018"/>
                <a:gd name="connsiteX36" fmla="*/ 48267 w 194496"/>
                <a:gd name="connsiteY36" fmla="*/ 182097 h 259018"/>
                <a:gd name="connsiteX37" fmla="*/ 50787 w 194496"/>
                <a:gd name="connsiteY37" fmla="*/ 183455 h 259018"/>
                <a:gd name="connsiteX38" fmla="*/ 53236 w 194496"/>
                <a:gd name="connsiteY38" fmla="*/ 184967 h 259018"/>
                <a:gd name="connsiteX39" fmla="*/ 79596 w 194496"/>
                <a:gd name="connsiteY39" fmla="*/ 202550 h 259018"/>
                <a:gd name="connsiteX40" fmla="*/ 102359 w 194496"/>
                <a:gd name="connsiteY40" fmla="*/ 227650 h 259018"/>
                <a:gd name="connsiteX41" fmla="*/ 104066 w 194496"/>
                <a:gd name="connsiteY41" fmla="*/ 231065 h 259018"/>
                <a:gd name="connsiteX42" fmla="*/ 104486 w 194496"/>
                <a:gd name="connsiteY42" fmla="*/ 231947 h 259018"/>
                <a:gd name="connsiteX43" fmla="*/ 113964 w 194496"/>
                <a:gd name="connsiteY43" fmla="*/ 238023 h 259018"/>
                <a:gd name="connsiteX44" fmla="*/ 115489 w 194496"/>
                <a:gd name="connsiteY44" fmla="*/ 237911 h 259018"/>
                <a:gd name="connsiteX45" fmla="*/ 149339 w 194496"/>
                <a:gd name="connsiteY45" fmla="*/ 233053 h 259018"/>
                <a:gd name="connsiteX46" fmla="*/ 157486 w 194496"/>
                <a:gd name="connsiteY46" fmla="*/ 226838 h 259018"/>
                <a:gd name="connsiteX47" fmla="*/ 157990 w 194496"/>
                <a:gd name="connsiteY47" fmla="*/ 225368 h 259018"/>
                <a:gd name="connsiteX48" fmla="*/ 172661 w 194496"/>
                <a:gd name="connsiteY48" fmla="*/ 170450 h 259018"/>
                <a:gd name="connsiteX49" fmla="*/ 155316 w 194496"/>
                <a:gd name="connsiteY49" fmla="*/ 140465 h 259018"/>
                <a:gd name="connsiteX50" fmla="*/ 154350 w 194496"/>
                <a:gd name="connsiteY50" fmla="*/ 140227 h 259018"/>
                <a:gd name="connsiteX51" fmla="*/ 113684 w 194496"/>
                <a:gd name="connsiteY51" fmla="*/ 132807 h 259018"/>
                <a:gd name="connsiteX52" fmla="*/ 105172 w 194496"/>
                <a:gd name="connsiteY52" fmla="*/ 123988 h 259018"/>
                <a:gd name="connsiteX53" fmla="*/ 105060 w 194496"/>
                <a:gd name="connsiteY53" fmla="*/ 122490 h 259018"/>
                <a:gd name="connsiteX54" fmla="*/ 105060 w 194496"/>
                <a:gd name="connsiteY54" fmla="*/ 84105 h 259018"/>
                <a:gd name="connsiteX55" fmla="*/ 94561 w 194496"/>
                <a:gd name="connsiteY55" fmla="*/ 69994 h 259018"/>
                <a:gd name="connsiteX56" fmla="*/ 94547 w 194496"/>
                <a:gd name="connsiteY56" fmla="*/ 0 h 259018"/>
                <a:gd name="connsiteX57" fmla="*/ 175064 w 194496"/>
                <a:gd name="connsiteY57" fmla="*/ 80470 h 259018"/>
                <a:gd name="connsiteX58" fmla="*/ 170043 w 194496"/>
                <a:gd name="connsiteY58" fmla="*/ 108477 h 259018"/>
                <a:gd name="connsiteX59" fmla="*/ 168027 w 194496"/>
                <a:gd name="connsiteY59" fmla="*/ 107735 h 259018"/>
                <a:gd name="connsiteX60" fmla="*/ 159530 w 194496"/>
                <a:gd name="connsiteY60" fmla="*/ 105286 h 259018"/>
                <a:gd name="connsiteX61" fmla="*/ 149353 w 194496"/>
                <a:gd name="connsiteY61" fmla="*/ 103718 h 259018"/>
                <a:gd name="connsiteX62" fmla="*/ 117764 w 194496"/>
                <a:gd name="connsiteY62" fmla="*/ 25733 h 259018"/>
                <a:gd name="connsiteX63" fmla="*/ 39780 w 194496"/>
                <a:gd name="connsiteY63" fmla="*/ 57321 h 259018"/>
                <a:gd name="connsiteX64" fmla="*/ 49065 w 194496"/>
                <a:gd name="connsiteY64" fmla="*/ 118850 h 259018"/>
                <a:gd name="connsiteX65" fmla="*/ 37530 w 194496"/>
                <a:gd name="connsiteY65" fmla="*/ 120572 h 259018"/>
                <a:gd name="connsiteX66" fmla="*/ 26989 w 194496"/>
                <a:gd name="connsiteY66" fmla="*/ 124254 h 259018"/>
                <a:gd name="connsiteX67" fmla="*/ 50787 w 194496"/>
                <a:gd name="connsiteY67" fmla="*/ 12934 h 259018"/>
                <a:gd name="connsiteX68" fmla="*/ 94561 w 194496"/>
                <a:gd name="connsiteY68" fmla="*/ 0 h 259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94496" h="259018">
                  <a:moveTo>
                    <a:pt x="94561" y="48996"/>
                  </a:moveTo>
                  <a:cubicBezTo>
                    <a:pt x="113446" y="48996"/>
                    <a:pt x="125065" y="62561"/>
                    <a:pt x="126003" y="81599"/>
                  </a:cubicBezTo>
                  <a:lnTo>
                    <a:pt x="126059" y="84119"/>
                  </a:lnTo>
                  <a:lnTo>
                    <a:pt x="126059" y="113727"/>
                  </a:lnTo>
                  <a:lnTo>
                    <a:pt x="157136" y="119368"/>
                  </a:lnTo>
                  <a:cubicBezTo>
                    <a:pt x="181871" y="123882"/>
                    <a:pt x="198262" y="147592"/>
                    <a:pt x="193749" y="172325"/>
                  </a:cubicBezTo>
                  <a:cubicBezTo>
                    <a:pt x="193686" y="172672"/>
                    <a:pt x="193619" y="173018"/>
                    <a:pt x="193547" y="173362"/>
                  </a:cubicBezTo>
                  <a:lnTo>
                    <a:pt x="192945" y="175882"/>
                  </a:lnTo>
                  <a:lnTo>
                    <a:pt x="178274" y="230785"/>
                  </a:lnTo>
                  <a:cubicBezTo>
                    <a:pt x="175241" y="242155"/>
                    <a:pt x="166122" y="250885"/>
                    <a:pt x="154630" y="253422"/>
                  </a:cubicBezTo>
                  <a:lnTo>
                    <a:pt x="152321" y="253842"/>
                  </a:lnTo>
                  <a:lnTo>
                    <a:pt x="118471" y="258699"/>
                  </a:lnTo>
                  <a:cubicBezTo>
                    <a:pt x="105605" y="260543"/>
                    <a:pt x="92927" y="254292"/>
                    <a:pt x="86554" y="242964"/>
                  </a:cubicBezTo>
                  <a:lnTo>
                    <a:pt x="85434" y="240809"/>
                  </a:lnTo>
                  <a:lnTo>
                    <a:pt x="85028" y="239927"/>
                  </a:lnTo>
                  <a:cubicBezTo>
                    <a:pt x="81749" y="232875"/>
                    <a:pt x="76823" y="226715"/>
                    <a:pt x="70665" y="221966"/>
                  </a:cubicBezTo>
                  <a:lnTo>
                    <a:pt x="67949" y="220020"/>
                  </a:lnTo>
                  <a:lnTo>
                    <a:pt x="41589" y="202452"/>
                  </a:lnTo>
                  <a:lnTo>
                    <a:pt x="40274" y="201626"/>
                  </a:lnTo>
                  <a:lnTo>
                    <a:pt x="38902" y="200898"/>
                  </a:lnTo>
                  <a:lnTo>
                    <a:pt x="5836" y="184435"/>
                  </a:lnTo>
                  <a:cubicBezTo>
                    <a:pt x="2342" y="182698"/>
                    <a:pt x="99" y="179167"/>
                    <a:pt x="13" y="175266"/>
                  </a:cubicBezTo>
                  <a:cubicBezTo>
                    <a:pt x="-337" y="159755"/>
                    <a:pt x="6522" y="147786"/>
                    <a:pt x="19877" y="141109"/>
                  </a:cubicBezTo>
                  <a:cubicBezTo>
                    <a:pt x="29704" y="136195"/>
                    <a:pt x="42765" y="136475"/>
                    <a:pt x="59438" y="141347"/>
                  </a:cubicBezTo>
                  <a:lnTo>
                    <a:pt x="63078" y="142453"/>
                  </a:lnTo>
                  <a:lnTo>
                    <a:pt x="63078" y="84105"/>
                  </a:lnTo>
                  <a:cubicBezTo>
                    <a:pt x="63064" y="63765"/>
                    <a:pt x="74851" y="48996"/>
                    <a:pt x="94561" y="48996"/>
                  </a:cubicBezTo>
                  <a:close/>
                  <a:moveTo>
                    <a:pt x="94561" y="69994"/>
                  </a:moveTo>
                  <a:cubicBezTo>
                    <a:pt x="88122" y="69994"/>
                    <a:pt x="84594" y="73844"/>
                    <a:pt x="84118" y="82117"/>
                  </a:cubicBezTo>
                  <a:lnTo>
                    <a:pt x="84062" y="84105"/>
                  </a:lnTo>
                  <a:lnTo>
                    <a:pt x="84062" y="157515"/>
                  </a:lnTo>
                  <a:cubicBezTo>
                    <a:pt x="84068" y="163314"/>
                    <a:pt x="79371" y="168019"/>
                    <a:pt x="73573" y="168024"/>
                  </a:cubicBezTo>
                  <a:cubicBezTo>
                    <a:pt x="72195" y="168026"/>
                    <a:pt x="70832" y="167756"/>
                    <a:pt x="69559" y="167231"/>
                  </a:cubicBezTo>
                  <a:cubicBezTo>
                    <a:pt x="49121" y="158789"/>
                    <a:pt x="35388" y="156829"/>
                    <a:pt x="29270" y="159895"/>
                  </a:cubicBezTo>
                  <a:cubicBezTo>
                    <a:pt x="25715" y="161673"/>
                    <a:pt x="23391" y="163955"/>
                    <a:pt x="22131" y="167147"/>
                  </a:cubicBezTo>
                  <a:lnTo>
                    <a:pt x="21585" y="168826"/>
                  </a:lnTo>
                  <a:lnTo>
                    <a:pt x="48267" y="182097"/>
                  </a:lnTo>
                  <a:lnTo>
                    <a:pt x="50787" y="183455"/>
                  </a:lnTo>
                  <a:lnTo>
                    <a:pt x="53236" y="184967"/>
                  </a:lnTo>
                  <a:lnTo>
                    <a:pt x="79596" y="202550"/>
                  </a:lnTo>
                  <a:cubicBezTo>
                    <a:pt x="89138" y="208911"/>
                    <a:pt x="96958" y="217534"/>
                    <a:pt x="102359" y="227650"/>
                  </a:cubicBezTo>
                  <a:lnTo>
                    <a:pt x="104066" y="231065"/>
                  </a:lnTo>
                  <a:lnTo>
                    <a:pt x="104486" y="231947"/>
                  </a:lnTo>
                  <a:cubicBezTo>
                    <a:pt x="106201" y="235637"/>
                    <a:pt x="109894" y="238006"/>
                    <a:pt x="113964" y="238023"/>
                  </a:cubicBezTo>
                  <a:lnTo>
                    <a:pt x="115489" y="237911"/>
                  </a:lnTo>
                  <a:lnTo>
                    <a:pt x="149339" y="233053"/>
                  </a:lnTo>
                  <a:cubicBezTo>
                    <a:pt x="152950" y="232538"/>
                    <a:pt x="156034" y="230185"/>
                    <a:pt x="157486" y="226838"/>
                  </a:cubicBezTo>
                  <a:lnTo>
                    <a:pt x="157990" y="225368"/>
                  </a:lnTo>
                  <a:lnTo>
                    <a:pt x="172661" y="170450"/>
                  </a:lnTo>
                  <a:cubicBezTo>
                    <a:pt x="176149" y="157381"/>
                    <a:pt x="168384" y="143957"/>
                    <a:pt x="155316" y="140465"/>
                  </a:cubicBezTo>
                  <a:lnTo>
                    <a:pt x="154350" y="140227"/>
                  </a:lnTo>
                  <a:lnTo>
                    <a:pt x="113684" y="132807"/>
                  </a:lnTo>
                  <a:cubicBezTo>
                    <a:pt x="109247" y="132001"/>
                    <a:pt x="105820" y="128451"/>
                    <a:pt x="105172" y="123988"/>
                  </a:cubicBezTo>
                  <a:lnTo>
                    <a:pt x="105060" y="122490"/>
                  </a:lnTo>
                  <a:lnTo>
                    <a:pt x="105060" y="84105"/>
                  </a:lnTo>
                  <a:cubicBezTo>
                    <a:pt x="105060" y="74446"/>
                    <a:pt x="101491" y="69994"/>
                    <a:pt x="94561" y="69994"/>
                  </a:cubicBezTo>
                  <a:close/>
                  <a:moveTo>
                    <a:pt x="94547" y="0"/>
                  </a:moveTo>
                  <a:cubicBezTo>
                    <a:pt x="139002" y="-13"/>
                    <a:pt x="175051" y="36015"/>
                    <a:pt x="175064" y="80470"/>
                  </a:cubicBezTo>
                  <a:cubicBezTo>
                    <a:pt x="175067" y="90030"/>
                    <a:pt x="173366" y="99514"/>
                    <a:pt x="170043" y="108477"/>
                  </a:cubicBezTo>
                  <a:lnTo>
                    <a:pt x="168027" y="107735"/>
                  </a:lnTo>
                  <a:cubicBezTo>
                    <a:pt x="165243" y="106760"/>
                    <a:pt x="162407" y="105942"/>
                    <a:pt x="159530" y="105286"/>
                  </a:cubicBezTo>
                  <a:cubicBezTo>
                    <a:pt x="156181" y="104513"/>
                    <a:pt x="152780" y="103989"/>
                    <a:pt x="149353" y="103718"/>
                  </a:cubicBezTo>
                  <a:cubicBezTo>
                    <a:pt x="162165" y="73460"/>
                    <a:pt x="148023" y="38545"/>
                    <a:pt x="117764" y="25733"/>
                  </a:cubicBezTo>
                  <a:cubicBezTo>
                    <a:pt x="87507" y="12921"/>
                    <a:pt x="52593" y="27064"/>
                    <a:pt x="39780" y="57321"/>
                  </a:cubicBezTo>
                  <a:cubicBezTo>
                    <a:pt x="31048" y="77944"/>
                    <a:pt x="34636" y="101723"/>
                    <a:pt x="49065" y="118850"/>
                  </a:cubicBezTo>
                  <a:cubicBezTo>
                    <a:pt x="45183" y="119140"/>
                    <a:pt x="41327" y="119716"/>
                    <a:pt x="37530" y="120572"/>
                  </a:cubicBezTo>
                  <a:cubicBezTo>
                    <a:pt x="32616" y="121762"/>
                    <a:pt x="29298" y="122952"/>
                    <a:pt x="26989" y="124254"/>
                  </a:cubicBezTo>
                  <a:cubicBezTo>
                    <a:pt x="2820" y="86942"/>
                    <a:pt x="13475" y="37103"/>
                    <a:pt x="50787" y="12934"/>
                  </a:cubicBezTo>
                  <a:cubicBezTo>
                    <a:pt x="63825" y="4490"/>
                    <a:pt x="79028" y="-3"/>
                    <a:pt x="94561" y="0"/>
                  </a:cubicBezTo>
                  <a:close/>
                </a:path>
              </a:pathLst>
            </a:custGeom>
            <a:solidFill>
              <a:schemeClr val="bg1"/>
            </a:solidFill>
            <a:ln w="15081" cap="flat">
              <a:noFill/>
              <a:prstDash val="solid"/>
              <a:miter/>
            </a:ln>
          </p:spPr>
          <p:txBody>
            <a:bodyPr rtlCol="0" anchor="ctr"/>
            <a:lstStyle/>
            <a:p>
              <a:endParaRPr lang="en-US"/>
            </a:p>
          </p:txBody>
        </p:sp>
      </p:grpSp>
      <p:grpSp>
        <p:nvGrpSpPr>
          <p:cNvPr id="17" name="Group 16">
            <a:extLst>
              <a:ext uri="{FF2B5EF4-FFF2-40B4-BE49-F238E27FC236}">
                <a16:creationId xmlns:a16="http://schemas.microsoft.com/office/drawing/2014/main" id="{1F0FCC6B-7A0B-9840-3877-CE4DCDF80EA9}"/>
              </a:ext>
              <a:ext uri="{C183D7F6-B498-43B3-948B-1728B52AA6E4}">
                <adec:decorative xmlns:adec="http://schemas.microsoft.com/office/drawing/2017/decorative" val="1"/>
              </a:ext>
            </a:extLst>
          </p:cNvPr>
          <p:cNvGrpSpPr/>
          <p:nvPr/>
        </p:nvGrpSpPr>
        <p:grpSpPr>
          <a:xfrm>
            <a:off x="6793768" y="2281410"/>
            <a:ext cx="814118" cy="814118"/>
            <a:chOff x="6868411" y="2167936"/>
            <a:chExt cx="814118" cy="814118"/>
          </a:xfrm>
        </p:grpSpPr>
        <p:sp>
          <p:nvSpPr>
            <p:cNvPr id="18" name="Oval 17">
              <a:extLst>
                <a:ext uri="{FF2B5EF4-FFF2-40B4-BE49-F238E27FC236}">
                  <a16:creationId xmlns:a16="http://schemas.microsoft.com/office/drawing/2014/main" id="{B5E8F900-AD2D-BEB6-0F27-2AD1436E5E76}"/>
                </a:ext>
                <a:ext uri="{C183D7F6-B498-43B3-948B-1728B52AA6E4}">
                  <adec:decorative xmlns:adec="http://schemas.microsoft.com/office/drawing/2017/decorative" val="1"/>
                </a:ext>
              </a:extLst>
            </p:cNvPr>
            <p:cNvSpPr/>
            <p:nvPr/>
          </p:nvSpPr>
          <p:spPr>
            <a:xfrm>
              <a:off x="6868411" y="2167936"/>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solidFill>
                  <a:schemeClr val="bg1"/>
                </a:solidFill>
                <a:latin typeface="+mj-lt"/>
              </a:endParaRPr>
            </a:p>
          </p:txBody>
        </p:sp>
        <p:sp>
          <p:nvSpPr>
            <p:cNvPr id="19" name="Graphic 58" descr="Icon of a square grid">
              <a:extLst>
                <a:ext uri="{FF2B5EF4-FFF2-40B4-BE49-F238E27FC236}">
                  <a16:creationId xmlns:a16="http://schemas.microsoft.com/office/drawing/2014/main" id="{1E5ECBF1-8615-03F7-70E6-704863140A72}"/>
                </a:ext>
              </a:extLst>
            </p:cNvPr>
            <p:cNvSpPr>
              <a:spLocks noChangeAspect="1"/>
            </p:cNvSpPr>
            <p:nvPr/>
          </p:nvSpPr>
          <p:spPr>
            <a:xfrm>
              <a:off x="7088102" y="2387628"/>
              <a:ext cx="374736" cy="374734"/>
            </a:xfrm>
            <a:custGeom>
              <a:avLst/>
              <a:gdLst>
                <a:gd name="connsiteX0" fmla="*/ 88883 w 278241"/>
                <a:gd name="connsiteY0" fmla="*/ 154578 h 278241"/>
                <a:gd name="connsiteX1" fmla="*/ 123663 w 278241"/>
                <a:gd name="connsiteY1" fmla="*/ 189358 h 278241"/>
                <a:gd name="connsiteX2" fmla="*/ 123663 w 278241"/>
                <a:gd name="connsiteY2" fmla="*/ 243461 h 278241"/>
                <a:gd name="connsiteX3" fmla="*/ 88883 w 278241"/>
                <a:gd name="connsiteY3" fmla="*/ 278241 h 278241"/>
                <a:gd name="connsiteX4" fmla="*/ 34780 w 278241"/>
                <a:gd name="connsiteY4" fmla="*/ 278241 h 278241"/>
                <a:gd name="connsiteX5" fmla="*/ 0 w 278241"/>
                <a:gd name="connsiteY5" fmla="*/ 243461 h 278241"/>
                <a:gd name="connsiteX6" fmla="*/ 0 w 278241"/>
                <a:gd name="connsiteY6" fmla="*/ 189358 h 278241"/>
                <a:gd name="connsiteX7" fmla="*/ 34780 w 278241"/>
                <a:gd name="connsiteY7" fmla="*/ 154578 h 278241"/>
                <a:gd name="connsiteX8" fmla="*/ 88883 w 278241"/>
                <a:gd name="connsiteY8" fmla="*/ 154578 h 278241"/>
                <a:gd name="connsiteX9" fmla="*/ 243461 w 278241"/>
                <a:gd name="connsiteY9" fmla="*/ 154578 h 278241"/>
                <a:gd name="connsiteX10" fmla="*/ 278241 w 278241"/>
                <a:gd name="connsiteY10" fmla="*/ 189358 h 278241"/>
                <a:gd name="connsiteX11" fmla="*/ 278241 w 278241"/>
                <a:gd name="connsiteY11" fmla="*/ 243461 h 278241"/>
                <a:gd name="connsiteX12" fmla="*/ 243461 w 278241"/>
                <a:gd name="connsiteY12" fmla="*/ 278241 h 278241"/>
                <a:gd name="connsiteX13" fmla="*/ 189358 w 278241"/>
                <a:gd name="connsiteY13" fmla="*/ 278241 h 278241"/>
                <a:gd name="connsiteX14" fmla="*/ 154578 w 278241"/>
                <a:gd name="connsiteY14" fmla="*/ 243461 h 278241"/>
                <a:gd name="connsiteX15" fmla="*/ 154578 w 278241"/>
                <a:gd name="connsiteY15" fmla="*/ 189358 h 278241"/>
                <a:gd name="connsiteX16" fmla="*/ 189358 w 278241"/>
                <a:gd name="connsiteY16" fmla="*/ 154578 h 278241"/>
                <a:gd name="connsiteX17" fmla="*/ 243461 w 278241"/>
                <a:gd name="connsiteY17" fmla="*/ 154578 h 278241"/>
                <a:gd name="connsiteX18" fmla="*/ 88883 w 278241"/>
                <a:gd name="connsiteY18" fmla="*/ 177765 h 278241"/>
                <a:gd name="connsiteX19" fmla="*/ 34780 w 278241"/>
                <a:gd name="connsiteY19" fmla="*/ 177765 h 278241"/>
                <a:gd name="connsiteX20" fmla="*/ 23187 w 278241"/>
                <a:gd name="connsiteY20" fmla="*/ 189358 h 278241"/>
                <a:gd name="connsiteX21" fmla="*/ 23187 w 278241"/>
                <a:gd name="connsiteY21" fmla="*/ 243461 h 278241"/>
                <a:gd name="connsiteX22" fmla="*/ 34780 w 278241"/>
                <a:gd name="connsiteY22" fmla="*/ 255054 h 278241"/>
                <a:gd name="connsiteX23" fmla="*/ 88883 w 278241"/>
                <a:gd name="connsiteY23" fmla="*/ 255054 h 278241"/>
                <a:gd name="connsiteX24" fmla="*/ 100476 w 278241"/>
                <a:gd name="connsiteY24" fmla="*/ 243461 h 278241"/>
                <a:gd name="connsiteX25" fmla="*/ 100476 w 278241"/>
                <a:gd name="connsiteY25" fmla="*/ 189358 h 278241"/>
                <a:gd name="connsiteX26" fmla="*/ 88883 w 278241"/>
                <a:gd name="connsiteY26" fmla="*/ 177765 h 278241"/>
                <a:gd name="connsiteX27" fmla="*/ 243461 w 278241"/>
                <a:gd name="connsiteY27" fmla="*/ 177765 h 278241"/>
                <a:gd name="connsiteX28" fmla="*/ 189358 w 278241"/>
                <a:gd name="connsiteY28" fmla="*/ 177765 h 278241"/>
                <a:gd name="connsiteX29" fmla="*/ 177765 w 278241"/>
                <a:gd name="connsiteY29" fmla="*/ 189358 h 278241"/>
                <a:gd name="connsiteX30" fmla="*/ 177765 w 278241"/>
                <a:gd name="connsiteY30" fmla="*/ 243461 h 278241"/>
                <a:gd name="connsiteX31" fmla="*/ 189358 w 278241"/>
                <a:gd name="connsiteY31" fmla="*/ 255054 h 278241"/>
                <a:gd name="connsiteX32" fmla="*/ 243461 w 278241"/>
                <a:gd name="connsiteY32" fmla="*/ 255054 h 278241"/>
                <a:gd name="connsiteX33" fmla="*/ 255054 w 278241"/>
                <a:gd name="connsiteY33" fmla="*/ 243461 h 278241"/>
                <a:gd name="connsiteX34" fmla="*/ 255054 w 278241"/>
                <a:gd name="connsiteY34" fmla="*/ 189358 h 278241"/>
                <a:gd name="connsiteX35" fmla="*/ 243461 w 278241"/>
                <a:gd name="connsiteY35" fmla="*/ 177765 h 278241"/>
                <a:gd name="connsiteX36" fmla="*/ 88883 w 278241"/>
                <a:gd name="connsiteY36" fmla="*/ 0 h 278241"/>
                <a:gd name="connsiteX37" fmla="*/ 123663 w 278241"/>
                <a:gd name="connsiteY37" fmla="*/ 34780 h 278241"/>
                <a:gd name="connsiteX38" fmla="*/ 123663 w 278241"/>
                <a:gd name="connsiteY38" fmla="*/ 88883 h 278241"/>
                <a:gd name="connsiteX39" fmla="*/ 88883 w 278241"/>
                <a:gd name="connsiteY39" fmla="*/ 123663 h 278241"/>
                <a:gd name="connsiteX40" fmla="*/ 34780 w 278241"/>
                <a:gd name="connsiteY40" fmla="*/ 123663 h 278241"/>
                <a:gd name="connsiteX41" fmla="*/ 0 w 278241"/>
                <a:gd name="connsiteY41" fmla="*/ 88883 h 278241"/>
                <a:gd name="connsiteX42" fmla="*/ 0 w 278241"/>
                <a:gd name="connsiteY42" fmla="*/ 34780 h 278241"/>
                <a:gd name="connsiteX43" fmla="*/ 34780 w 278241"/>
                <a:gd name="connsiteY43" fmla="*/ 0 h 278241"/>
                <a:gd name="connsiteX44" fmla="*/ 88883 w 278241"/>
                <a:gd name="connsiteY44" fmla="*/ 0 h 278241"/>
                <a:gd name="connsiteX45" fmla="*/ 243461 w 278241"/>
                <a:gd name="connsiteY45" fmla="*/ 0 h 278241"/>
                <a:gd name="connsiteX46" fmla="*/ 278241 w 278241"/>
                <a:gd name="connsiteY46" fmla="*/ 34780 h 278241"/>
                <a:gd name="connsiteX47" fmla="*/ 278241 w 278241"/>
                <a:gd name="connsiteY47" fmla="*/ 88883 h 278241"/>
                <a:gd name="connsiteX48" fmla="*/ 243461 w 278241"/>
                <a:gd name="connsiteY48" fmla="*/ 123663 h 278241"/>
                <a:gd name="connsiteX49" fmla="*/ 189358 w 278241"/>
                <a:gd name="connsiteY49" fmla="*/ 123663 h 278241"/>
                <a:gd name="connsiteX50" fmla="*/ 154578 w 278241"/>
                <a:gd name="connsiteY50" fmla="*/ 88883 h 278241"/>
                <a:gd name="connsiteX51" fmla="*/ 154578 w 278241"/>
                <a:gd name="connsiteY51" fmla="*/ 34780 h 278241"/>
                <a:gd name="connsiteX52" fmla="*/ 189358 w 278241"/>
                <a:gd name="connsiteY52" fmla="*/ 0 h 278241"/>
                <a:gd name="connsiteX53" fmla="*/ 243461 w 278241"/>
                <a:gd name="connsiteY53" fmla="*/ 0 h 278241"/>
                <a:gd name="connsiteX54" fmla="*/ 88883 w 278241"/>
                <a:gd name="connsiteY54" fmla="*/ 23187 h 278241"/>
                <a:gd name="connsiteX55" fmla="*/ 34780 w 278241"/>
                <a:gd name="connsiteY55" fmla="*/ 23187 h 278241"/>
                <a:gd name="connsiteX56" fmla="*/ 23187 w 278241"/>
                <a:gd name="connsiteY56" fmla="*/ 34780 h 278241"/>
                <a:gd name="connsiteX57" fmla="*/ 23187 w 278241"/>
                <a:gd name="connsiteY57" fmla="*/ 88883 h 278241"/>
                <a:gd name="connsiteX58" fmla="*/ 34780 w 278241"/>
                <a:gd name="connsiteY58" fmla="*/ 100476 h 278241"/>
                <a:gd name="connsiteX59" fmla="*/ 88883 w 278241"/>
                <a:gd name="connsiteY59" fmla="*/ 100476 h 278241"/>
                <a:gd name="connsiteX60" fmla="*/ 100476 w 278241"/>
                <a:gd name="connsiteY60" fmla="*/ 88883 h 278241"/>
                <a:gd name="connsiteX61" fmla="*/ 100476 w 278241"/>
                <a:gd name="connsiteY61" fmla="*/ 34780 h 278241"/>
                <a:gd name="connsiteX62" fmla="*/ 88883 w 278241"/>
                <a:gd name="connsiteY62" fmla="*/ 23187 h 278241"/>
                <a:gd name="connsiteX63" fmla="*/ 243461 w 278241"/>
                <a:gd name="connsiteY63" fmla="*/ 23187 h 278241"/>
                <a:gd name="connsiteX64" fmla="*/ 189358 w 278241"/>
                <a:gd name="connsiteY64" fmla="*/ 23187 h 278241"/>
                <a:gd name="connsiteX65" fmla="*/ 177765 w 278241"/>
                <a:gd name="connsiteY65" fmla="*/ 34780 h 278241"/>
                <a:gd name="connsiteX66" fmla="*/ 177765 w 278241"/>
                <a:gd name="connsiteY66" fmla="*/ 88883 h 278241"/>
                <a:gd name="connsiteX67" fmla="*/ 189358 w 278241"/>
                <a:gd name="connsiteY67" fmla="*/ 100476 h 278241"/>
                <a:gd name="connsiteX68" fmla="*/ 243461 w 278241"/>
                <a:gd name="connsiteY68" fmla="*/ 100476 h 278241"/>
                <a:gd name="connsiteX69" fmla="*/ 255054 w 278241"/>
                <a:gd name="connsiteY69" fmla="*/ 88883 h 278241"/>
                <a:gd name="connsiteX70" fmla="*/ 255054 w 278241"/>
                <a:gd name="connsiteY70" fmla="*/ 34780 h 278241"/>
                <a:gd name="connsiteX71" fmla="*/ 243461 w 278241"/>
                <a:gd name="connsiteY71" fmla="*/ 23187 h 278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278241" h="278241">
                  <a:moveTo>
                    <a:pt x="88883" y="154578"/>
                  </a:moveTo>
                  <a:cubicBezTo>
                    <a:pt x="108091" y="154578"/>
                    <a:pt x="123663" y="170151"/>
                    <a:pt x="123663" y="189358"/>
                  </a:cubicBezTo>
                  <a:lnTo>
                    <a:pt x="123663" y="243461"/>
                  </a:lnTo>
                  <a:cubicBezTo>
                    <a:pt x="123663" y="262669"/>
                    <a:pt x="108091" y="278241"/>
                    <a:pt x="88883" y="278241"/>
                  </a:cubicBezTo>
                  <a:lnTo>
                    <a:pt x="34780" y="278241"/>
                  </a:lnTo>
                  <a:cubicBezTo>
                    <a:pt x="15572" y="278241"/>
                    <a:pt x="0" y="262669"/>
                    <a:pt x="0" y="243461"/>
                  </a:cubicBezTo>
                  <a:lnTo>
                    <a:pt x="0" y="189358"/>
                  </a:lnTo>
                  <a:cubicBezTo>
                    <a:pt x="0" y="170151"/>
                    <a:pt x="15572" y="154578"/>
                    <a:pt x="34780" y="154578"/>
                  </a:cubicBezTo>
                  <a:lnTo>
                    <a:pt x="88883" y="154578"/>
                  </a:lnTo>
                  <a:close/>
                  <a:moveTo>
                    <a:pt x="243461" y="154578"/>
                  </a:moveTo>
                  <a:cubicBezTo>
                    <a:pt x="262669" y="154578"/>
                    <a:pt x="278241" y="170151"/>
                    <a:pt x="278241" y="189358"/>
                  </a:cubicBezTo>
                  <a:lnTo>
                    <a:pt x="278241" y="243461"/>
                  </a:lnTo>
                  <a:cubicBezTo>
                    <a:pt x="278241" y="262669"/>
                    <a:pt x="262669" y="278241"/>
                    <a:pt x="243461" y="278241"/>
                  </a:cubicBezTo>
                  <a:lnTo>
                    <a:pt x="189358" y="278241"/>
                  </a:lnTo>
                  <a:cubicBezTo>
                    <a:pt x="170151" y="278241"/>
                    <a:pt x="154578" y="262669"/>
                    <a:pt x="154578" y="243461"/>
                  </a:cubicBezTo>
                  <a:lnTo>
                    <a:pt x="154578" y="189358"/>
                  </a:lnTo>
                  <a:cubicBezTo>
                    <a:pt x="154578" y="170151"/>
                    <a:pt x="170151" y="154578"/>
                    <a:pt x="189358" y="154578"/>
                  </a:cubicBezTo>
                  <a:lnTo>
                    <a:pt x="243461" y="154578"/>
                  </a:lnTo>
                  <a:close/>
                  <a:moveTo>
                    <a:pt x="88883" y="177765"/>
                  </a:moveTo>
                  <a:lnTo>
                    <a:pt x="34780" y="177765"/>
                  </a:lnTo>
                  <a:cubicBezTo>
                    <a:pt x="28377" y="177765"/>
                    <a:pt x="23187" y="182956"/>
                    <a:pt x="23187" y="189358"/>
                  </a:cubicBezTo>
                  <a:lnTo>
                    <a:pt x="23187" y="243461"/>
                  </a:lnTo>
                  <a:cubicBezTo>
                    <a:pt x="23187" y="249864"/>
                    <a:pt x="28377" y="255054"/>
                    <a:pt x="34780" y="255054"/>
                  </a:cubicBezTo>
                  <a:lnTo>
                    <a:pt x="88883" y="255054"/>
                  </a:lnTo>
                  <a:cubicBezTo>
                    <a:pt x="95285" y="255054"/>
                    <a:pt x="100476" y="249864"/>
                    <a:pt x="100476" y="243461"/>
                  </a:cubicBezTo>
                  <a:lnTo>
                    <a:pt x="100476" y="189358"/>
                  </a:lnTo>
                  <a:cubicBezTo>
                    <a:pt x="100476" y="182956"/>
                    <a:pt x="95285" y="177765"/>
                    <a:pt x="88883" y="177765"/>
                  </a:cubicBezTo>
                  <a:close/>
                  <a:moveTo>
                    <a:pt x="243461" y="177765"/>
                  </a:moveTo>
                  <a:lnTo>
                    <a:pt x="189358" y="177765"/>
                  </a:lnTo>
                  <a:cubicBezTo>
                    <a:pt x="182956" y="177765"/>
                    <a:pt x="177765" y="182956"/>
                    <a:pt x="177765" y="189358"/>
                  </a:cubicBezTo>
                  <a:lnTo>
                    <a:pt x="177765" y="243461"/>
                  </a:lnTo>
                  <a:cubicBezTo>
                    <a:pt x="177765" y="249864"/>
                    <a:pt x="182956" y="255054"/>
                    <a:pt x="189358" y="255054"/>
                  </a:cubicBezTo>
                  <a:lnTo>
                    <a:pt x="243461" y="255054"/>
                  </a:lnTo>
                  <a:cubicBezTo>
                    <a:pt x="249864" y="255054"/>
                    <a:pt x="255054" y="249864"/>
                    <a:pt x="255054" y="243461"/>
                  </a:cubicBezTo>
                  <a:lnTo>
                    <a:pt x="255054" y="189358"/>
                  </a:lnTo>
                  <a:cubicBezTo>
                    <a:pt x="255054" y="182956"/>
                    <a:pt x="249864" y="177765"/>
                    <a:pt x="243461" y="177765"/>
                  </a:cubicBezTo>
                  <a:close/>
                  <a:moveTo>
                    <a:pt x="88883" y="0"/>
                  </a:moveTo>
                  <a:cubicBezTo>
                    <a:pt x="108091" y="0"/>
                    <a:pt x="123663" y="15572"/>
                    <a:pt x="123663" y="34780"/>
                  </a:cubicBezTo>
                  <a:lnTo>
                    <a:pt x="123663" y="88883"/>
                  </a:lnTo>
                  <a:cubicBezTo>
                    <a:pt x="123663" y="108091"/>
                    <a:pt x="108091" y="123663"/>
                    <a:pt x="88883" y="123663"/>
                  </a:cubicBezTo>
                  <a:lnTo>
                    <a:pt x="34780" y="123663"/>
                  </a:lnTo>
                  <a:cubicBezTo>
                    <a:pt x="15572" y="123663"/>
                    <a:pt x="0" y="108091"/>
                    <a:pt x="0" y="88883"/>
                  </a:cubicBezTo>
                  <a:lnTo>
                    <a:pt x="0" y="34780"/>
                  </a:lnTo>
                  <a:cubicBezTo>
                    <a:pt x="0" y="15572"/>
                    <a:pt x="15572" y="0"/>
                    <a:pt x="34780" y="0"/>
                  </a:cubicBezTo>
                  <a:lnTo>
                    <a:pt x="88883" y="0"/>
                  </a:lnTo>
                  <a:close/>
                  <a:moveTo>
                    <a:pt x="243461" y="0"/>
                  </a:moveTo>
                  <a:cubicBezTo>
                    <a:pt x="262669" y="0"/>
                    <a:pt x="278241" y="15572"/>
                    <a:pt x="278241" y="34780"/>
                  </a:cubicBezTo>
                  <a:lnTo>
                    <a:pt x="278241" y="88883"/>
                  </a:lnTo>
                  <a:cubicBezTo>
                    <a:pt x="278241" y="108091"/>
                    <a:pt x="262669" y="123663"/>
                    <a:pt x="243461" y="123663"/>
                  </a:cubicBezTo>
                  <a:lnTo>
                    <a:pt x="189358" y="123663"/>
                  </a:lnTo>
                  <a:cubicBezTo>
                    <a:pt x="170151" y="123663"/>
                    <a:pt x="154578" y="108091"/>
                    <a:pt x="154578" y="88883"/>
                  </a:cubicBezTo>
                  <a:lnTo>
                    <a:pt x="154578" y="34780"/>
                  </a:lnTo>
                  <a:cubicBezTo>
                    <a:pt x="154578" y="15572"/>
                    <a:pt x="170151" y="0"/>
                    <a:pt x="189358" y="0"/>
                  </a:cubicBezTo>
                  <a:lnTo>
                    <a:pt x="243461" y="0"/>
                  </a:lnTo>
                  <a:close/>
                  <a:moveTo>
                    <a:pt x="88883" y="23187"/>
                  </a:moveTo>
                  <a:lnTo>
                    <a:pt x="34780" y="23187"/>
                  </a:lnTo>
                  <a:cubicBezTo>
                    <a:pt x="28377" y="23187"/>
                    <a:pt x="23187" y="28377"/>
                    <a:pt x="23187" y="34780"/>
                  </a:cubicBezTo>
                  <a:lnTo>
                    <a:pt x="23187" y="88883"/>
                  </a:lnTo>
                  <a:cubicBezTo>
                    <a:pt x="23187" y="95285"/>
                    <a:pt x="28377" y="100476"/>
                    <a:pt x="34780" y="100476"/>
                  </a:cubicBezTo>
                  <a:lnTo>
                    <a:pt x="88883" y="100476"/>
                  </a:lnTo>
                  <a:cubicBezTo>
                    <a:pt x="95285" y="100476"/>
                    <a:pt x="100476" y="95285"/>
                    <a:pt x="100476" y="88883"/>
                  </a:cubicBezTo>
                  <a:lnTo>
                    <a:pt x="100476" y="34780"/>
                  </a:lnTo>
                  <a:cubicBezTo>
                    <a:pt x="100476" y="28377"/>
                    <a:pt x="95285" y="23187"/>
                    <a:pt x="88883" y="23187"/>
                  </a:cubicBezTo>
                  <a:close/>
                  <a:moveTo>
                    <a:pt x="243461" y="23187"/>
                  </a:moveTo>
                  <a:lnTo>
                    <a:pt x="189358" y="23187"/>
                  </a:lnTo>
                  <a:cubicBezTo>
                    <a:pt x="182956" y="23187"/>
                    <a:pt x="177765" y="28377"/>
                    <a:pt x="177765" y="34780"/>
                  </a:cubicBezTo>
                  <a:lnTo>
                    <a:pt x="177765" y="88883"/>
                  </a:lnTo>
                  <a:cubicBezTo>
                    <a:pt x="177765" y="95285"/>
                    <a:pt x="182956" y="100476"/>
                    <a:pt x="189358" y="100476"/>
                  </a:cubicBezTo>
                  <a:lnTo>
                    <a:pt x="243461" y="100476"/>
                  </a:lnTo>
                  <a:cubicBezTo>
                    <a:pt x="249864" y="100476"/>
                    <a:pt x="255054" y="95285"/>
                    <a:pt x="255054" y="88883"/>
                  </a:cubicBezTo>
                  <a:lnTo>
                    <a:pt x="255054" y="34780"/>
                  </a:lnTo>
                  <a:cubicBezTo>
                    <a:pt x="255054" y="28377"/>
                    <a:pt x="249864" y="23187"/>
                    <a:pt x="243461" y="23187"/>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20" name="Group 19">
            <a:extLst>
              <a:ext uri="{FF2B5EF4-FFF2-40B4-BE49-F238E27FC236}">
                <a16:creationId xmlns:a16="http://schemas.microsoft.com/office/drawing/2014/main" id="{77391BEB-08D5-35FD-A877-B4069671D6D1}"/>
              </a:ext>
              <a:ext uri="{C183D7F6-B498-43B3-948B-1728B52AA6E4}">
                <adec:decorative xmlns:adec="http://schemas.microsoft.com/office/drawing/2017/decorative" val="1"/>
              </a:ext>
            </a:extLst>
          </p:cNvPr>
          <p:cNvGrpSpPr/>
          <p:nvPr/>
        </p:nvGrpSpPr>
        <p:grpSpPr>
          <a:xfrm>
            <a:off x="4452496" y="4622682"/>
            <a:ext cx="814118" cy="814118"/>
            <a:chOff x="4527139" y="4509208"/>
            <a:chExt cx="814118" cy="814118"/>
          </a:xfrm>
        </p:grpSpPr>
        <p:sp>
          <p:nvSpPr>
            <p:cNvPr id="21" name="Oval 20">
              <a:extLst>
                <a:ext uri="{FF2B5EF4-FFF2-40B4-BE49-F238E27FC236}">
                  <a16:creationId xmlns:a16="http://schemas.microsoft.com/office/drawing/2014/main" id="{293B9030-5C5F-0EA5-3191-D5962447C937}"/>
                </a:ext>
                <a:ext uri="{C183D7F6-B498-43B3-948B-1728B52AA6E4}">
                  <adec:decorative xmlns:adec="http://schemas.microsoft.com/office/drawing/2017/decorative" val="1"/>
                </a:ext>
              </a:extLst>
            </p:cNvPr>
            <p:cNvSpPr/>
            <p:nvPr/>
          </p:nvSpPr>
          <p:spPr>
            <a:xfrm>
              <a:off x="4527139" y="4509208"/>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dirty="0">
                <a:ln w="3175">
                  <a:noFill/>
                </a:ln>
                <a:gradFill flip="none" rotWithShape="1">
                  <a:gsLst>
                    <a:gs pos="20183">
                      <a:srgbClr val="FFFFFF"/>
                    </a:gs>
                    <a:gs pos="42000">
                      <a:srgbClr val="FFFFFF"/>
                    </a:gs>
                  </a:gsLst>
                  <a:lin ang="2700000" scaled="0"/>
                  <a:tileRect/>
                </a:gradFill>
                <a:latin typeface="+mj-lt"/>
                <a:ea typeface="+mj-ea"/>
                <a:cs typeface="+mj-cs"/>
              </a:endParaRPr>
            </a:p>
          </p:txBody>
        </p:sp>
        <p:sp>
          <p:nvSpPr>
            <p:cNvPr id="22" name="Graphic 113" descr="Icon of a flowchart">
              <a:extLst>
                <a:ext uri="{FF2B5EF4-FFF2-40B4-BE49-F238E27FC236}">
                  <a16:creationId xmlns:a16="http://schemas.microsoft.com/office/drawing/2014/main" id="{B819FFAC-EC5E-8203-9624-F1AFFB656F2B}"/>
                </a:ext>
              </a:extLst>
            </p:cNvPr>
            <p:cNvSpPr/>
            <p:nvPr/>
          </p:nvSpPr>
          <p:spPr>
            <a:xfrm>
              <a:off x="4729658" y="4711664"/>
              <a:ext cx="409080" cy="409206"/>
            </a:xfrm>
            <a:custGeom>
              <a:avLst/>
              <a:gdLst>
                <a:gd name="connsiteX0" fmla="*/ 53777 w 357377"/>
                <a:gd name="connsiteY0" fmla="*/ 0 h 357487"/>
                <a:gd name="connsiteX1" fmla="*/ 10409 w 357377"/>
                <a:gd name="connsiteY1" fmla="*/ 43368 h 357487"/>
                <a:gd name="connsiteX2" fmla="*/ 10409 w 357377"/>
                <a:gd name="connsiteY2" fmla="*/ 91695 h 357487"/>
                <a:gd name="connsiteX3" fmla="*/ 53777 w 357377"/>
                <a:gd name="connsiteY3" fmla="*/ 135064 h 357487"/>
                <a:gd name="connsiteX4" fmla="*/ 63462 w 357377"/>
                <a:gd name="connsiteY4" fmla="*/ 135064 h 357487"/>
                <a:gd name="connsiteX5" fmla="*/ 63462 w 357377"/>
                <a:gd name="connsiteY5" fmla="*/ 206499 h 357487"/>
                <a:gd name="connsiteX6" fmla="*/ 60879 w 357377"/>
                <a:gd name="connsiteY6" fmla="*/ 208741 h 357487"/>
                <a:gd name="connsiteX7" fmla="*/ 7060 w 357377"/>
                <a:gd name="connsiteY7" fmla="*/ 262542 h 357487"/>
                <a:gd name="connsiteX8" fmla="*/ 7058 w 357377"/>
                <a:gd name="connsiteY8" fmla="*/ 296620 h 357487"/>
                <a:gd name="connsiteX9" fmla="*/ 60877 w 357377"/>
                <a:gd name="connsiteY9" fmla="*/ 350433 h 357487"/>
                <a:gd name="connsiteX10" fmla="*/ 94952 w 357377"/>
                <a:gd name="connsiteY10" fmla="*/ 350427 h 357487"/>
                <a:gd name="connsiteX11" fmla="*/ 148742 w 357377"/>
                <a:gd name="connsiteY11" fmla="*/ 296614 h 357487"/>
                <a:gd name="connsiteX12" fmla="*/ 150984 w 357377"/>
                <a:gd name="connsiteY12" fmla="*/ 294033 h 357487"/>
                <a:gd name="connsiteX13" fmla="*/ 222572 w 357377"/>
                <a:gd name="connsiteY13" fmla="*/ 294033 h 357487"/>
                <a:gd name="connsiteX14" fmla="*/ 222572 w 357377"/>
                <a:gd name="connsiteY14" fmla="*/ 303742 h 357487"/>
                <a:gd name="connsiteX15" fmla="*/ 265940 w 357377"/>
                <a:gd name="connsiteY15" fmla="*/ 347110 h 357487"/>
                <a:gd name="connsiteX16" fmla="*/ 314009 w 357377"/>
                <a:gd name="connsiteY16" fmla="*/ 347110 h 357487"/>
                <a:gd name="connsiteX17" fmla="*/ 357377 w 357377"/>
                <a:gd name="connsiteY17" fmla="*/ 303742 h 357487"/>
                <a:gd name="connsiteX18" fmla="*/ 357377 w 357377"/>
                <a:gd name="connsiteY18" fmla="*/ 255474 h 357487"/>
                <a:gd name="connsiteX19" fmla="*/ 314009 w 357377"/>
                <a:gd name="connsiteY19" fmla="*/ 212106 h 357487"/>
                <a:gd name="connsiteX20" fmla="*/ 265940 w 357377"/>
                <a:gd name="connsiteY20" fmla="*/ 212106 h 357487"/>
                <a:gd name="connsiteX21" fmla="*/ 222572 w 357377"/>
                <a:gd name="connsiteY21" fmla="*/ 255474 h 357487"/>
                <a:gd name="connsiteX22" fmla="*/ 222572 w 357377"/>
                <a:gd name="connsiteY22" fmla="*/ 265121 h 357487"/>
                <a:gd name="connsiteX23" fmla="*/ 150976 w 357377"/>
                <a:gd name="connsiteY23" fmla="*/ 265121 h 357487"/>
                <a:gd name="connsiteX24" fmla="*/ 148740 w 357377"/>
                <a:gd name="connsiteY24" fmla="*/ 262546 h 357487"/>
                <a:gd name="connsiteX25" fmla="*/ 94951 w 357377"/>
                <a:gd name="connsiteY25" fmla="*/ 208747 h 357487"/>
                <a:gd name="connsiteX26" fmla="*/ 92374 w 357377"/>
                <a:gd name="connsiteY26" fmla="*/ 206507 h 357487"/>
                <a:gd name="connsiteX27" fmla="*/ 92374 w 357377"/>
                <a:gd name="connsiteY27" fmla="*/ 135064 h 357487"/>
                <a:gd name="connsiteX28" fmla="*/ 102099 w 357377"/>
                <a:gd name="connsiteY28" fmla="*/ 135064 h 357487"/>
                <a:gd name="connsiteX29" fmla="*/ 145468 w 357377"/>
                <a:gd name="connsiteY29" fmla="*/ 91695 h 357487"/>
                <a:gd name="connsiteX30" fmla="*/ 145468 w 357377"/>
                <a:gd name="connsiteY30" fmla="*/ 43368 h 357487"/>
                <a:gd name="connsiteX31" fmla="*/ 102099 w 357377"/>
                <a:gd name="connsiteY31" fmla="*/ 0 h 357487"/>
                <a:gd name="connsiteX32" fmla="*/ 53777 w 357377"/>
                <a:gd name="connsiteY32" fmla="*/ 0 h 357487"/>
                <a:gd name="connsiteX33" fmla="*/ 39321 w 357377"/>
                <a:gd name="connsiteY33" fmla="*/ 43368 h 357487"/>
                <a:gd name="connsiteX34" fmla="*/ 53777 w 357377"/>
                <a:gd name="connsiteY34" fmla="*/ 28912 h 357487"/>
                <a:gd name="connsiteX35" fmla="*/ 102099 w 357377"/>
                <a:gd name="connsiteY35" fmla="*/ 28912 h 357487"/>
                <a:gd name="connsiteX36" fmla="*/ 116555 w 357377"/>
                <a:gd name="connsiteY36" fmla="*/ 43368 h 357487"/>
                <a:gd name="connsiteX37" fmla="*/ 116555 w 357377"/>
                <a:gd name="connsiteY37" fmla="*/ 91695 h 357487"/>
                <a:gd name="connsiteX38" fmla="*/ 102099 w 357377"/>
                <a:gd name="connsiteY38" fmla="*/ 106151 h 357487"/>
                <a:gd name="connsiteX39" fmla="*/ 53777 w 357377"/>
                <a:gd name="connsiteY39" fmla="*/ 106151 h 357487"/>
                <a:gd name="connsiteX40" fmla="*/ 39321 w 357377"/>
                <a:gd name="connsiteY40" fmla="*/ 91695 h 357487"/>
                <a:gd name="connsiteX41" fmla="*/ 39321 w 357377"/>
                <a:gd name="connsiteY41" fmla="*/ 43368 h 357487"/>
                <a:gd name="connsiteX42" fmla="*/ 30909 w 357377"/>
                <a:gd name="connsiteY42" fmla="*/ 279581 h 357487"/>
                <a:gd name="connsiteX43" fmla="*/ 77911 w 357377"/>
                <a:gd name="connsiteY43" fmla="*/ 232595 h 357487"/>
                <a:gd name="connsiteX44" fmla="*/ 124889 w 357377"/>
                <a:gd name="connsiteY44" fmla="*/ 279581 h 357487"/>
                <a:gd name="connsiteX45" fmla="*/ 77911 w 357377"/>
                <a:gd name="connsiteY45" fmla="*/ 326581 h 357487"/>
                <a:gd name="connsiteX46" fmla="*/ 30909 w 357377"/>
                <a:gd name="connsiteY46" fmla="*/ 279581 h 357487"/>
                <a:gd name="connsiteX47" fmla="*/ 265940 w 357377"/>
                <a:gd name="connsiteY47" fmla="*/ 241018 h 357487"/>
                <a:gd name="connsiteX48" fmla="*/ 314009 w 357377"/>
                <a:gd name="connsiteY48" fmla="*/ 241018 h 357487"/>
                <a:gd name="connsiteX49" fmla="*/ 328465 w 357377"/>
                <a:gd name="connsiteY49" fmla="*/ 255474 h 357487"/>
                <a:gd name="connsiteX50" fmla="*/ 328465 w 357377"/>
                <a:gd name="connsiteY50" fmla="*/ 303742 h 357487"/>
                <a:gd name="connsiteX51" fmla="*/ 314009 w 357377"/>
                <a:gd name="connsiteY51" fmla="*/ 318198 h 357487"/>
                <a:gd name="connsiteX52" fmla="*/ 265940 w 357377"/>
                <a:gd name="connsiteY52" fmla="*/ 318198 h 357487"/>
                <a:gd name="connsiteX53" fmla="*/ 251484 w 357377"/>
                <a:gd name="connsiteY53" fmla="*/ 303742 h 357487"/>
                <a:gd name="connsiteX54" fmla="*/ 251484 w 357377"/>
                <a:gd name="connsiteY54" fmla="*/ 255474 h 357487"/>
                <a:gd name="connsiteX55" fmla="*/ 265940 w 357377"/>
                <a:gd name="connsiteY55" fmla="*/ 241018 h 35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57377" h="357487">
                  <a:moveTo>
                    <a:pt x="53777" y="0"/>
                  </a:moveTo>
                  <a:cubicBezTo>
                    <a:pt x="29826" y="0"/>
                    <a:pt x="10409" y="19417"/>
                    <a:pt x="10409" y="43368"/>
                  </a:cubicBezTo>
                  <a:lnTo>
                    <a:pt x="10409" y="91695"/>
                  </a:lnTo>
                  <a:cubicBezTo>
                    <a:pt x="10409" y="115646"/>
                    <a:pt x="29826" y="135064"/>
                    <a:pt x="53777" y="135064"/>
                  </a:cubicBezTo>
                  <a:lnTo>
                    <a:pt x="63462" y="135064"/>
                  </a:lnTo>
                  <a:lnTo>
                    <a:pt x="63462" y="206499"/>
                  </a:lnTo>
                  <a:cubicBezTo>
                    <a:pt x="62561" y="207174"/>
                    <a:pt x="61698" y="207922"/>
                    <a:pt x="60879" y="208741"/>
                  </a:cubicBezTo>
                  <a:lnTo>
                    <a:pt x="7060" y="262542"/>
                  </a:lnTo>
                  <a:cubicBezTo>
                    <a:pt x="-2352" y="271950"/>
                    <a:pt x="-2353" y="287210"/>
                    <a:pt x="7058" y="296620"/>
                  </a:cubicBezTo>
                  <a:lnTo>
                    <a:pt x="60877" y="350433"/>
                  </a:lnTo>
                  <a:cubicBezTo>
                    <a:pt x="70287" y="359841"/>
                    <a:pt x="85544" y="359839"/>
                    <a:pt x="94952" y="350427"/>
                  </a:cubicBezTo>
                  <a:lnTo>
                    <a:pt x="148742" y="296614"/>
                  </a:lnTo>
                  <a:cubicBezTo>
                    <a:pt x="149561" y="295795"/>
                    <a:pt x="150307" y="294933"/>
                    <a:pt x="150984" y="294033"/>
                  </a:cubicBezTo>
                  <a:lnTo>
                    <a:pt x="222572" y="294033"/>
                  </a:lnTo>
                  <a:lnTo>
                    <a:pt x="222572" y="303742"/>
                  </a:lnTo>
                  <a:cubicBezTo>
                    <a:pt x="222572" y="327693"/>
                    <a:pt x="241987" y="347110"/>
                    <a:pt x="265940" y="347110"/>
                  </a:cubicBezTo>
                  <a:lnTo>
                    <a:pt x="314009" y="347110"/>
                  </a:lnTo>
                  <a:cubicBezTo>
                    <a:pt x="337960" y="347110"/>
                    <a:pt x="357377" y="327693"/>
                    <a:pt x="357377" y="303742"/>
                  </a:cubicBezTo>
                  <a:lnTo>
                    <a:pt x="357377" y="255474"/>
                  </a:lnTo>
                  <a:cubicBezTo>
                    <a:pt x="357377" y="231522"/>
                    <a:pt x="337960" y="212106"/>
                    <a:pt x="314009" y="212106"/>
                  </a:cubicBezTo>
                  <a:lnTo>
                    <a:pt x="265940" y="212106"/>
                  </a:lnTo>
                  <a:cubicBezTo>
                    <a:pt x="241987" y="212106"/>
                    <a:pt x="222572" y="231522"/>
                    <a:pt x="222572" y="255474"/>
                  </a:cubicBezTo>
                  <a:lnTo>
                    <a:pt x="222572" y="265121"/>
                  </a:lnTo>
                  <a:lnTo>
                    <a:pt x="150976" y="265121"/>
                  </a:lnTo>
                  <a:cubicBezTo>
                    <a:pt x="150302" y="264223"/>
                    <a:pt x="149558" y="263363"/>
                    <a:pt x="148740" y="262546"/>
                  </a:cubicBezTo>
                  <a:lnTo>
                    <a:pt x="94951" y="208747"/>
                  </a:lnTo>
                  <a:cubicBezTo>
                    <a:pt x="94133" y="207930"/>
                    <a:pt x="93272" y="207182"/>
                    <a:pt x="92374" y="206507"/>
                  </a:cubicBezTo>
                  <a:lnTo>
                    <a:pt x="92374" y="135064"/>
                  </a:lnTo>
                  <a:lnTo>
                    <a:pt x="102099" y="135064"/>
                  </a:lnTo>
                  <a:cubicBezTo>
                    <a:pt x="126050" y="135064"/>
                    <a:pt x="145468" y="115646"/>
                    <a:pt x="145468" y="91695"/>
                  </a:cubicBezTo>
                  <a:lnTo>
                    <a:pt x="145468" y="43368"/>
                  </a:lnTo>
                  <a:cubicBezTo>
                    <a:pt x="145468" y="19417"/>
                    <a:pt x="126050" y="0"/>
                    <a:pt x="102099" y="0"/>
                  </a:cubicBezTo>
                  <a:lnTo>
                    <a:pt x="53777" y="0"/>
                  </a:lnTo>
                  <a:close/>
                  <a:moveTo>
                    <a:pt x="39321" y="43368"/>
                  </a:moveTo>
                  <a:cubicBezTo>
                    <a:pt x="39321" y="35384"/>
                    <a:pt x="45793" y="28912"/>
                    <a:pt x="53777" y="28912"/>
                  </a:cubicBezTo>
                  <a:lnTo>
                    <a:pt x="102099" y="28912"/>
                  </a:lnTo>
                  <a:cubicBezTo>
                    <a:pt x="110083" y="28912"/>
                    <a:pt x="116555" y="35384"/>
                    <a:pt x="116555" y="43368"/>
                  </a:cubicBezTo>
                  <a:lnTo>
                    <a:pt x="116555" y="91695"/>
                  </a:lnTo>
                  <a:cubicBezTo>
                    <a:pt x="116555" y="99679"/>
                    <a:pt x="110083" y="106151"/>
                    <a:pt x="102099" y="106151"/>
                  </a:cubicBezTo>
                  <a:lnTo>
                    <a:pt x="53777" y="106151"/>
                  </a:lnTo>
                  <a:cubicBezTo>
                    <a:pt x="45793" y="106151"/>
                    <a:pt x="39321" y="99679"/>
                    <a:pt x="39321" y="91695"/>
                  </a:cubicBezTo>
                  <a:lnTo>
                    <a:pt x="39321" y="43368"/>
                  </a:lnTo>
                  <a:close/>
                  <a:moveTo>
                    <a:pt x="30909" y="279581"/>
                  </a:moveTo>
                  <a:lnTo>
                    <a:pt x="77911" y="232595"/>
                  </a:lnTo>
                  <a:lnTo>
                    <a:pt x="124889" y="279581"/>
                  </a:lnTo>
                  <a:lnTo>
                    <a:pt x="77911" y="326581"/>
                  </a:lnTo>
                  <a:lnTo>
                    <a:pt x="30909" y="279581"/>
                  </a:lnTo>
                  <a:close/>
                  <a:moveTo>
                    <a:pt x="265940" y="241018"/>
                  </a:moveTo>
                  <a:lnTo>
                    <a:pt x="314009" y="241018"/>
                  </a:lnTo>
                  <a:cubicBezTo>
                    <a:pt x="321993" y="241018"/>
                    <a:pt x="328465" y="247491"/>
                    <a:pt x="328465" y="255474"/>
                  </a:cubicBezTo>
                  <a:lnTo>
                    <a:pt x="328465" y="303742"/>
                  </a:lnTo>
                  <a:cubicBezTo>
                    <a:pt x="328465" y="311726"/>
                    <a:pt x="321993" y="318198"/>
                    <a:pt x="314009" y="318198"/>
                  </a:cubicBezTo>
                  <a:lnTo>
                    <a:pt x="265940" y="318198"/>
                  </a:lnTo>
                  <a:cubicBezTo>
                    <a:pt x="257956" y="318198"/>
                    <a:pt x="251484" y="311726"/>
                    <a:pt x="251484" y="303742"/>
                  </a:cubicBezTo>
                  <a:lnTo>
                    <a:pt x="251484" y="255474"/>
                  </a:lnTo>
                  <a:cubicBezTo>
                    <a:pt x="251484" y="247491"/>
                    <a:pt x="257956" y="241018"/>
                    <a:pt x="265940" y="24101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23" name="Group 22">
            <a:extLst>
              <a:ext uri="{FF2B5EF4-FFF2-40B4-BE49-F238E27FC236}">
                <a16:creationId xmlns:a16="http://schemas.microsoft.com/office/drawing/2014/main" id="{445F14D5-989E-222A-2B09-762B0F70C2BC}"/>
              </a:ext>
              <a:ext uri="{C183D7F6-B498-43B3-948B-1728B52AA6E4}">
                <adec:decorative xmlns:adec="http://schemas.microsoft.com/office/drawing/2017/decorative" val="1"/>
              </a:ext>
            </a:extLst>
          </p:cNvPr>
          <p:cNvGrpSpPr/>
          <p:nvPr/>
        </p:nvGrpSpPr>
        <p:grpSpPr>
          <a:xfrm>
            <a:off x="6793768" y="4622682"/>
            <a:ext cx="814118" cy="814118"/>
            <a:chOff x="6868411" y="4509208"/>
            <a:chExt cx="814118" cy="814118"/>
          </a:xfrm>
        </p:grpSpPr>
        <p:sp>
          <p:nvSpPr>
            <p:cNvPr id="24" name="Oval 23">
              <a:extLst>
                <a:ext uri="{FF2B5EF4-FFF2-40B4-BE49-F238E27FC236}">
                  <a16:creationId xmlns:a16="http://schemas.microsoft.com/office/drawing/2014/main" id="{843F680B-02D7-D463-FC6B-855855FB9A97}"/>
                </a:ext>
                <a:ext uri="{C183D7F6-B498-43B3-948B-1728B52AA6E4}">
                  <adec:decorative xmlns:adec="http://schemas.microsoft.com/office/drawing/2017/decorative" val="1"/>
                </a:ext>
              </a:extLst>
            </p:cNvPr>
            <p:cNvSpPr/>
            <p:nvPr/>
          </p:nvSpPr>
          <p:spPr>
            <a:xfrm>
              <a:off x="6868411" y="4509208"/>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gradFill flip="none" rotWithShape="1">
                  <a:gsLst>
                    <a:gs pos="20183">
                      <a:srgbClr val="FFFFFF"/>
                    </a:gs>
                    <a:gs pos="42000">
                      <a:srgbClr val="FFFFFF"/>
                    </a:gs>
                  </a:gsLst>
                  <a:lin ang="2700000" scaled="0"/>
                  <a:tileRect/>
                </a:gradFill>
                <a:latin typeface="+mj-lt"/>
                <a:ea typeface="+mj-ea"/>
                <a:cs typeface="+mj-cs"/>
              </a:endParaRPr>
            </a:p>
          </p:txBody>
        </p:sp>
        <p:sp>
          <p:nvSpPr>
            <p:cNvPr id="25" name="Graphic 55" descr="Icon of a shield with a checkmark">
              <a:extLst>
                <a:ext uri="{FF2B5EF4-FFF2-40B4-BE49-F238E27FC236}">
                  <a16:creationId xmlns:a16="http://schemas.microsoft.com/office/drawing/2014/main" id="{FA5B5C33-5568-8189-31B9-E8D9E1B72EAD}"/>
                </a:ext>
              </a:extLst>
            </p:cNvPr>
            <p:cNvSpPr/>
            <p:nvPr/>
          </p:nvSpPr>
          <p:spPr>
            <a:xfrm>
              <a:off x="7083340" y="4702790"/>
              <a:ext cx="384260" cy="426954"/>
            </a:xfrm>
            <a:custGeom>
              <a:avLst/>
              <a:gdLst>
                <a:gd name="connsiteX0" fmla="*/ 339367 w 444042"/>
                <a:gd name="connsiteY0" fmla="*/ 180155 h 493380"/>
                <a:gd name="connsiteX1" fmla="*/ 340504 w 444042"/>
                <a:gd name="connsiteY1" fmla="*/ 154014 h 493380"/>
                <a:gd name="connsiteX2" fmla="*/ 314363 w 444042"/>
                <a:gd name="connsiteY2" fmla="*/ 152878 h 493380"/>
                <a:gd name="connsiteX3" fmla="*/ 179408 w 444042"/>
                <a:gd name="connsiteY3" fmla="*/ 276587 h 493380"/>
                <a:gd name="connsiteX4" fmla="*/ 130261 w 444042"/>
                <a:gd name="connsiteY4" fmla="*/ 227441 h 493380"/>
                <a:gd name="connsiteX5" fmla="*/ 104095 w 444042"/>
                <a:gd name="connsiteY5" fmla="*/ 227441 h 493380"/>
                <a:gd name="connsiteX6" fmla="*/ 104095 w 444042"/>
                <a:gd name="connsiteY6" fmla="*/ 253605 h 493380"/>
                <a:gd name="connsiteX7" fmla="*/ 165768 w 444042"/>
                <a:gd name="connsiteY7" fmla="*/ 315278 h 493380"/>
                <a:gd name="connsiteX8" fmla="*/ 191353 w 444042"/>
                <a:gd name="connsiteY8" fmla="*/ 315835 h 493380"/>
                <a:gd name="connsiteX9" fmla="*/ 339367 w 444042"/>
                <a:gd name="connsiteY9" fmla="*/ 180155 h 493380"/>
                <a:gd name="connsiteX10" fmla="*/ 425541 w 444042"/>
                <a:gd name="connsiteY10" fmla="*/ 74007 h 493380"/>
                <a:gd name="connsiteX11" fmla="*/ 233122 w 444042"/>
                <a:gd name="connsiteY11" fmla="*/ 3700 h 493380"/>
                <a:gd name="connsiteX12" fmla="*/ 210920 w 444042"/>
                <a:gd name="connsiteY12" fmla="*/ 3700 h 493380"/>
                <a:gd name="connsiteX13" fmla="*/ 18502 w 444042"/>
                <a:gd name="connsiteY13" fmla="*/ 74007 h 493380"/>
                <a:gd name="connsiteX14" fmla="*/ 0 w 444042"/>
                <a:gd name="connsiteY14" fmla="*/ 92509 h 493380"/>
                <a:gd name="connsiteX15" fmla="*/ 0 w 444042"/>
                <a:gd name="connsiteY15" fmla="*/ 222021 h 493380"/>
                <a:gd name="connsiteX16" fmla="*/ 215240 w 444042"/>
                <a:gd name="connsiteY16" fmla="*/ 492093 h 493380"/>
                <a:gd name="connsiteX17" fmla="*/ 228803 w 444042"/>
                <a:gd name="connsiteY17" fmla="*/ 492093 h 493380"/>
                <a:gd name="connsiteX18" fmla="*/ 444043 w 444042"/>
                <a:gd name="connsiteY18" fmla="*/ 222021 h 493380"/>
                <a:gd name="connsiteX19" fmla="*/ 444043 w 444042"/>
                <a:gd name="connsiteY19" fmla="*/ 92509 h 493380"/>
                <a:gd name="connsiteX20" fmla="*/ 425541 w 444042"/>
                <a:gd name="connsiteY20" fmla="*/ 74007 h 493380"/>
                <a:gd name="connsiteX21" fmla="*/ 37004 w 444042"/>
                <a:gd name="connsiteY21" fmla="*/ 110466 h 493380"/>
                <a:gd name="connsiteX22" fmla="*/ 222021 w 444042"/>
                <a:gd name="connsiteY22" fmla="*/ 41390 h 493380"/>
                <a:gd name="connsiteX23" fmla="*/ 407039 w 444042"/>
                <a:gd name="connsiteY23" fmla="*/ 110466 h 493380"/>
                <a:gd name="connsiteX24" fmla="*/ 407039 w 444042"/>
                <a:gd name="connsiteY24" fmla="*/ 222021 h 493380"/>
                <a:gd name="connsiteX25" fmla="*/ 222021 w 444042"/>
                <a:gd name="connsiteY25" fmla="*/ 454944 h 493380"/>
                <a:gd name="connsiteX26" fmla="*/ 37004 w 444042"/>
                <a:gd name="connsiteY26" fmla="*/ 222021 h 493380"/>
                <a:gd name="connsiteX27" fmla="*/ 37004 w 444042"/>
                <a:gd name="connsiteY27" fmla="*/ 110466 h 49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4042" h="493380">
                  <a:moveTo>
                    <a:pt x="339367" y="180155"/>
                  </a:moveTo>
                  <a:cubicBezTo>
                    <a:pt x="346899" y="173250"/>
                    <a:pt x="347409" y="161546"/>
                    <a:pt x="340504" y="154014"/>
                  </a:cubicBezTo>
                  <a:cubicBezTo>
                    <a:pt x="333599" y="146482"/>
                    <a:pt x="321894" y="145973"/>
                    <a:pt x="314363" y="152878"/>
                  </a:cubicBezTo>
                  <a:lnTo>
                    <a:pt x="179408" y="276587"/>
                  </a:lnTo>
                  <a:lnTo>
                    <a:pt x="130261" y="227441"/>
                  </a:lnTo>
                  <a:cubicBezTo>
                    <a:pt x="123035" y="220216"/>
                    <a:pt x="111321" y="220216"/>
                    <a:pt x="104095" y="227441"/>
                  </a:cubicBezTo>
                  <a:cubicBezTo>
                    <a:pt x="96870" y="234667"/>
                    <a:pt x="96870" y="246380"/>
                    <a:pt x="104095" y="253605"/>
                  </a:cubicBezTo>
                  <a:lnTo>
                    <a:pt x="165768" y="315278"/>
                  </a:lnTo>
                  <a:cubicBezTo>
                    <a:pt x="172772" y="322284"/>
                    <a:pt x="184051" y="322528"/>
                    <a:pt x="191353" y="315835"/>
                  </a:cubicBezTo>
                  <a:lnTo>
                    <a:pt x="339367" y="180155"/>
                  </a:lnTo>
                  <a:close/>
                  <a:moveTo>
                    <a:pt x="425541" y="74007"/>
                  </a:moveTo>
                  <a:cubicBezTo>
                    <a:pt x="359837" y="74007"/>
                    <a:pt x="295831" y="50732"/>
                    <a:pt x="233122" y="3700"/>
                  </a:cubicBezTo>
                  <a:cubicBezTo>
                    <a:pt x="226543" y="-1233"/>
                    <a:pt x="217500" y="-1233"/>
                    <a:pt x="210920" y="3700"/>
                  </a:cubicBezTo>
                  <a:cubicBezTo>
                    <a:pt x="148211" y="50732"/>
                    <a:pt x="84206" y="74007"/>
                    <a:pt x="18502" y="74007"/>
                  </a:cubicBezTo>
                  <a:cubicBezTo>
                    <a:pt x="8284" y="74007"/>
                    <a:pt x="0" y="82291"/>
                    <a:pt x="0" y="92509"/>
                  </a:cubicBezTo>
                  <a:lnTo>
                    <a:pt x="0" y="222021"/>
                  </a:lnTo>
                  <a:cubicBezTo>
                    <a:pt x="0" y="345396"/>
                    <a:pt x="72960" y="436043"/>
                    <a:pt x="215240" y="492093"/>
                  </a:cubicBezTo>
                  <a:cubicBezTo>
                    <a:pt x="219599" y="493810"/>
                    <a:pt x="224444" y="493810"/>
                    <a:pt x="228803" y="492093"/>
                  </a:cubicBezTo>
                  <a:cubicBezTo>
                    <a:pt x="371082" y="436043"/>
                    <a:pt x="444043" y="345396"/>
                    <a:pt x="444043" y="222021"/>
                  </a:cubicBezTo>
                  <a:lnTo>
                    <a:pt x="444043" y="92509"/>
                  </a:lnTo>
                  <a:cubicBezTo>
                    <a:pt x="444043" y="82291"/>
                    <a:pt x="435759" y="74007"/>
                    <a:pt x="425541" y="74007"/>
                  </a:cubicBezTo>
                  <a:close/>
                  <a:moveTo>
                    <a:pt x="37004" y="110466"/>
                  </a:moveTo>
                  <a:cubicBezTo>
                    <a:pt x="100584" y="106715"/>
                    <a:pt x="162343" y="83586"/>
                    <a:pt x="222021" y="41390"/>
                  </a:cubicBezTo>
                  <a:cubicBezTo>
                    <a:pt x="281701" y="83586"/>
                    <a:pt x="343460" y="106715"/>
                    <a:pt x="407039" y="110466"/>
                  </a:cubicBezTo>
                  <a:lnTo>
                    <a:pt x="407039" y="222021"/>
                  </a:lnTo>
                  <a:cubicBezTo>
                    <a:pt x="407039" y="327003"/>
                    <a:pt x="346516" y="404052"/>
                    <a:pt x="222021" y="454944"/>
                  </a:cubicBezTo>
                  <a:cubicBezTo>
                    <a:pt x="97526" y="404052"/>
                    <a:pt x="37004" y="327003"/>
                    <a:pt x="37004" y="222021"/>
                  </a:cubicBezTo>
                  <a:lnTo>
                    <a:pt x="37004" y="110466"/>
                  </a:ln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sp>
        <p:nvSpPr>
          <p:cNvPr id="26" name="TextBox 25">
            <a:extLst>
              <a:ext uri="{FF2B5EF4-FFF2-40B4-BE49-F238E27FC236}">
                <a16:creationId xmlns:a16="http://schemas.microsoft.com/office/drawing/2014/main" id="{B9EB9682-B132-AEB8-8344-E34290511D7B}"/>
              </a:ext>
              <a:ext uri="{C183D7F6-B498-43B3-948B-1728B52AA6E4}">
                <adec:decorative xmlns:adec="http://schemas.microsoft.com/office/drawing/2017/decorative" val="1"/>
              </a:ext>
            </a:extLst>
          </p:cNvPr>
          <p:cNvSpPr txBox="1">
            <a:spLocks/>
          </p:cNvSpPr>
          <p:nvPr/>
        </p:nvSpPr>
        <p:spPr>
          <a:xfrm>
            <a:off x="510574" y="1131053"/>
            <a:ext cx="182880" cy="91440"/>
          </a:xfrm>
          <a:prstGeom prst="rect">
            <a:avLst/>
          </a:prstGeom>
          <a:noFill/>
          <a:effectLst/>
        </p:spPr>
        <p:txBody>
          <a:bodyPr wrap="square" lIns="0" tIns="0" rIns="0" bIns="0" rtlCol="0" anchor="ctr">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300" i="0" u="none" strike="noStrike" kern="1200" cap="none" spc="0" normalizeH="0" baseline="0" noProof="0">
                <a:ln>
                  <a:noFill/>
                </a:ln>
                <a:noFill/>
                <a:effectLst/>
                <a:uLnTx/>
                <a:uFillTx/>
                <a:latin typeface="+mj-lt"/>
                <a:ea typeface="+mj-ea"/>
                <a:cs typeface="+mj-cs"/>
              </a:rPr>
              <a:t>AI Apps</a:t>
            </a:r>
          </a:p>
        </p:txBody>
      </p:sp>
      <p:sp>
        <p:nvSpPr>
          <p:cNvPr id="27" name="04R">
            <a:extLst>
              <a:ext uri="{FF2B5EF4-FFF2-40B4-BE49-F238E27FC236}">
                <a16:creationId xmlns:a16="http://schemas.microsoft.com/office/drawing/2014/main" id="{94318F38-756A-8DD0-EC7B-6693961637E6}"/>
              </a:ext>
              <a:ext uri="{C183D7F6-B498-43B3-948B-1728B52AA6E4}">
                <adec:decorative xmlns:adec="http://schemas.microsoft.com/office/drawing/2017/decorative" val="0"/>
              </a:ext>
            </a:extLst>
          </p:cNvPr>
          <p:cNvSpPr>
            <a:spLocks/>
          </p:cNvSpPr>
          <p:nvPr/>
        </p:nvSpPr>
        <p:spPr bwMode="auto">
          <a:xfrm>
            <a:off x="833660" y="2157572"/>
            <a:ext cx="3321280" cy="92333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Who’s using GenAI in your organization and how are you governing access?</a:t>
            </a:r>
          </a:p>
        </p:txBody>
      </p:sp>
      <p:sp>
        <p:nvSpPr>
          <p:cNvPr id="28" name="04R">
            <a:extLst>
              <a:ext uri="{FF2B5EF4-FFF2-40B4-BE49-F238E27FC236}">
                <a16:creationId xmlns:a16="http://schemas.microsoft.com/office/drawing/2014/main" id="{880DC306-CACF-4247-0171-3847274D4631}"/>
              </a:ext>
              <a:ext uri="{C183D7F6-B498-43B3-948B-1728B52AA6E4}">
                <adec:decorative xmlns:adec="http://schemas.microsoft.com/office/drawing/2017/decorative" val="0"/>
              </a:ext>
            </a:extLst>
          </p:cNvPr>
          <p:cNvSpPr>
            <a:spLocks/>
          </p:cNvSpPr>
          <p:nvPr/>
        </p:nvSpPr>
        <p:spPr bwMode="auto">
          <a:xfrm>
            <a:off x="7344150" y="2080628"/>
            <a:ext cx="3882572" cy="100027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L="0" marR="0" lvl="0" indent="0" algn="r"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What types of GenAI apps </a:t>
            </a:r>
          </a:p>
          <a:p>
            <a:pPr marL="0" marR="0" lvl="0" indent="0" algn="r"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are being used in your organizations? </a:t>
            </a:r>
          </a:p>
        </p:txBody>
      </p:sp>
      <p:sp>
        <p:nvSpPr>
          <p:cNvPr id="29" name="04R">
            <a:extLst>
              <a:ext uri="{FF2B5EF4-FFF2-40B4-BE49-F238E27FC236}">
                <a16:creationId xmlns:a16="http://schemas.microsoft.com/office/drawing/2014/main" id="{814FF546-0E39-7C36-8B11-7F47D8B9E232}"/>
              </a:ext>
              <a:ext uri="{C183D7F6-B498-43B3-948B-1728B52AA6E4}">
                <adec:decorative xmlns:adec="http://schemas.microsoft.com/office/drawing/2017/decorative" val="0"/>
              </a:ext>
            </a:extLst>
          </p:cNvPr>
          <p:cNvSpPr>
            <a:spLocks/>
          </p:cNvSpPr>
          <p:nvPr/>
        </p:nvSpPr>
        <p:spPr bwMode="auto">
          <a:xfrm>
            <a:off x="833660" y="4637309"/>
            <a:ext cx="3537180" cy="92333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L="0" marR="0" lvl="0" indent="0" algn="l"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What type </a:t>
            </a:r>
            <a:br>
              <a:rPr kumimoji="0" lang="en-US" sz="2000" b="0" i="0" u="none" strike="noStrike" kern="1200" cap="none" spc="0" normalizeH="0" baseline="0" noProof="0">
                <a:ln>
                  <a:noFill/>
                </a:ln>
                <a:solidFill>
                  <a:schemeClr val="tx1"/>
                </a:solidFill>
                <a:effectLst/>
                <a:uLnTx/>
                <a:uFillTx/>
              </a:rPr>
            </a:br>
            <a:r>
              <a:rPr kumimoji="0" lang="en-US" sz="2000" b="0" i="0" u="none" strike="noStrike" kern="1200" cap="none" spc="0" normalizeH="0" baseline="0" noProof="0">
                <a:ln>
                  <a:noFill/>
                </a:ln>
                <a:solidFill>
                  <a:schemeClr val="tx1"/>
                </a:solidFill>
                <a:effectLst/>
                <a:uLnTx/>
                <a:uFillTx/>
              </a:rPr>
              <a:t>of sensitive data is </a:t>
            </a:r>
            <a:br>
              <a:rPr kumimoji="0" lang="en-US" sz="2000" b="0" i="0" u="none" strike="noStrike" kern="1200" cap="none" spc="0" normalizeH="0" baseline="0" noProof="0">
                <a:ln>
                  <a:noFill/>
                </a:ln>
                <a:solidFill>
                  <a:schemeClr val="tx1"/>
                </a:solidFill>
                <a:effectLst/>
                <a:uLnTx/>
                <a:uFillTx/>
              </a:rPr>
            </a:br>
            <a:r>
              <a:rPr kumimoji="0" lang="en-US" sz="2000" b="0" i="0" u="none" strike="noStrike" kern="1200" cap="none" spc="0" normalizeH="0" baseline="0" noProof="0">
                <a:ln>
                  <a:noFill/>
                </a:ln>
                <a:solidFill>
                  <a:schemeClr val="tx1"/>
                </a:solidFill>
                <a:effectLst/>
                <a:uLnTx/>
                <a:uFillTx/>
              </a:rPr>
              <a:t>flowing into your GenAI apps?</a:t>
            </a:r>
          </a:p>
        </p:txBody>
      </p:sp>
      <p:sp>
        <p:nvSpPr>
          <p:cNvPr id="30" name="04R">
            <a:extLst>
              <a:ext uri="{FF2B5EF4-FFF2-40B4-BE49-F238E27FC236}">
                <a16:creationId xmlns:a16="http://schemas.microsoft.com/office/drawing/2014/main" id="{C45C9B86-EAEF-9D50-FEFD-D9BBEB274339}"/>
              </a:ext>
              <a:ext uri="{C183D7F6-B498-43B3-948B-1728B52AA6E4}">
                <adec:decorative xmlns:adec="http://schemas.microsoft.com/office/drawing/2017/decorative" val="0"/>
              </a:ext>
            </a:extLst>
          </p:cNvPr>
          <p:cNvSpPr>
            <a:spLocks/>
          </p:cNvSpPr>
          <p:nvPr/>
        </p:nvSpPr>
        <p:spPr bwMode="auto">
          <a:xfrm>
            <a:off x="7863101" y="4637309"/>
            <a:ext cx="3363621" cy="92333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r"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Are outputs </a:t>
            </a:r>
            <a:br>
              <a:rPr kumimoji="0" lang="en-US" sz="2000" b="0" i="0" u="none" strike="noStrike" kern="1200" cap="none" spc="0" normalizeH="0" baseline="0" noProof="0">
                <a:ln>
                  <a:noFill/>
                </a:ln>
                <a:solidFill>
                  <a:schemeClr val="tx1"/>
                </a:solidFill>
                <a:effectLst/>
                <a:uLnTx/>
                <a:uFillTx/>
              </a:rPr>
            </a:br>
            <a:r>
              <a:rPr kumimoji="0" lang="en-US" sz="2000" b="0" i="0" u="none" strike="noStrike" kern="1200" cap="none" spc="0" normalizeH="0" baseline="0" noProof="0">
                <a:ln>
                  <a:noFill/>
                </a:ln>
                <a:solidFill>
                  <a:schemeClr val="tx1"/>
                </a:solidFill>
                <a:effectLst/>
                <a:uLnTx/>
                <a:uFillTx/>
              </a:rPr>
              <a:t>and interactions </a:t>
            </a:r>
            <a:br>
              <a:rPr kumimoji="0" lang="en-US" sz="2000" b="0" i="0" u="none" strike="noStrike" kern="1200" cap="none" spc="0" normalizeH="0" baseline="0" noProof="0">
                <a:ln>
                  <a:noFill/>
                </a:ln>
                <a:solidFill>
                  <a:schemeClr val="tx1"/>
                </a:solidFill>
                <a:effectLst/>
                <a:uLnTx/>
                <a:uFillTx/>
              </a:rPr>
            </a:br>
            <a:r>
              <a:rPr kumimoji="0" lang="en-US" sz="2000" b="0" i="0" u="none" strike="noStrike" kern="1200" cap="none" spc="0" normalizeH="0" baseline="0" noProof="0">
                <a:ln>
                  <a:noFill/>
                </a:ln>
                <a:solidFill>
                  <a:schemeClr val="tx1"/>
                </a:solidFill>
                <a:effectLst/>
                <a:uLnTx/>
                <a:uFillTx/>
              </a:rPr>
              <a:t>protected and well governed?</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Preventing data oversharing and leaks in GenAI applications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7">
            <a:extLst>
              <a:ext uri="{FF2B5EF4-FFF2-40B4-BE49-F238E27FC236}">
                <a16:creationId xmlns:a16="http://schemas.microsoft.com/office/drawing/2014/main" id="{601BD789-6202-6587-87D9-D4EB2C1A1A5B}"/>
              </a:ext>
              <a:ext uri="{C183D7F6-B498-43B3-948B-1728B52AA6E4}">
                <adec:decorative xmlns:adec="http://schemas.microsoft.com/office/drawing/2017/decorative" val="1"/>
              </a:ext>
            </a:extLst>
          </p:cNvPr>
          <p:cNvSpPr/>
          <p:nvPr/>
        </p:nvSpPr>
        <p:spPr bwMode="auto">
          <a:xfrm>
            <a:off x="588963" y="1436664"/>
            <a:ext cx="11017819" cy="4926036"/>
          </a:xfrm>
          <a:prstGeom prst="roundRect">
            <a:avLst>
              <a:gd name="adj" fmla="val 4102"/>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8" name="Trapezoid 7">
            <a:extLst>
              <a:ext uri="{FF2B5EF4-FFF2-40B4-BE49-F238E27FC236}">
                <a16:creationId xmlns:a16="http://schemas.microsoft.com/office/drawing/2014/main" id="{3A3944EF-22DF-C11F-F397-2D953AA15D75}"/>
              </a:ext>
              <a:ext uri="{C183D7F6-B498-43B3-948B-1728B52AA6E4}">
                <adec:decorative xmlns:adec="http://schemas.microsoft.com/office/drawing/2017/decorative" val="1"/>
              </a:ext>
            </a:extLst>
          </p:cNvPr>
          <p:cNvSpPr/>
          <p:nvPr/>
        </p:nvSpPr>
        <p:spPr bwMode="auto">
          <a:xfrm rot="16200000">
            <a:off x="5584545" y="3272351"/>
            <a:ext cx="1703364" cy="1266906"/>
          </a:xfrm>
          <a:prstGeom prst="trapezoid">
            <a:avLst>
              <a:gd name="adj" fmla="val 55196"/>
            </a:avLst>
          </a:prstGeom>
          <a:gradFill flip="none" rotWithShape="1">
            <a:gsLst>
              <a:gs pos="0">
                <a:schemeClr val="accent2">
                  <a:lumMod val="60000"/>
                  <a:lumOff val="40000"/>
                </a:schemeClr>
              </a:gs>
              <a:gs pos="58000">
                <a:schemeClr val="accent2">
                  <a:lumMod val="20000"/>
                  <a:lumOff val="80000"/>
                  <a:alpha val="4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tx1"/>
              </a:solidFill>
              <a:latin typeface="Segoe Sans Display"/>
              <a:cs typeface="Segoe UI" pitchFamily="34" charset="0"/>
            </a:endParaRPr>
          </a:p>
        </p:txBody>
      </p:sp>
      <p:cxnSp>
        <p:nvCxnSpPr>
          <p:cNvPr id="9" name="Connector: Elbow 8">
            <a:extLst>
              <a:ext uri="{FF2B5EF4-FFF2-40B4-BE49-F238E27FC236}">
                <a16:creationId xmlns:a16="http://schemas.microsoft.com/office/drawing/2014/main" id="{0C927D69-C917-E022-5250-A530A5A388AC}"/>
              </a:ext>
              <a:ext uri="{C183D7F6-B498-43B3-948B-1728B52AA6E4}">
                <adec:decorative xmlns:adec="http://schemas.microsoft.com/office/drawing/2017/decorative" val="1"/>
              </a:ext>
            </a:extLst>
          </p:cNvPr>
          <p:cNvCxnSpPr>
            <a:cxnSpLocks/>
            <a:endCxn id="40" idx="3"/>
          </p:cNvCxnSpPr>
          <p:nvPr/>
        </p:nvCxnSpPr>
        <p:spPr>
          <a:xfrm rot="16200000" flipV="1">
            <a:off x="4787864" y="2590141"/>
            <a:ext cx="1489248" cy="525855"/>
          </a:xfrm>
          <a:prstGeom prst="bentConnector2">
            <a:avLst/>
          </a:prstGeom>
          <a:ln w="9525">
            <a:solidFill>
              <a:schemeClr val="bg1">
                <a:lumMod val="75000"/>
              </a:schemeClr>
            </a:solidFill>
            <a:prstDash val="solid"/>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1A3739D5-7B6B-6D4F-636B-86BE8D569227}"/>
              </a:ext>
              <a:ext uri="{C183D7F6-B498-43B3-948B-1728B52AA6E4}">
                <adec:decorative xmlns:adec="http://schemas.microsoft.com/office/drawing/2017/decorative" val="1"/>
              </a:ext>
            </a:extLst>
          </p:cNvPr>
          <p:cNvCxnSpPr>
            <a:cxnSpLocks/>
            <a:endCxn id="43" idx="3"/>
          </p:cNvCxnSpPr>
          <p:nvPr/>
        </p:nvCxnSpPr>
        <p:spPr>
          <a:xfrm rot="5400000">
            <a:off x="4787864" y="4683368"/>
            <a:ext cx="1489248" cy="525855"/>
          </a:xfrm>
          <a:prstGeom prst="bentConnector2">
            <a:avLst/>
          </a:prstGeom>
          <a:ln w="9525">
            <a:solidFill>
              <a:schemeClr val="bg1">
                <a:lumMod val="75000"/>
              </a:schemeClr>
            </a:solidFill>
            <a:prstDash val="solid"/>
            <a:headEnd type="none" w="lg" len="med"/>
            <a:tailEnd type="arrow" w="lg"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8104C830-D407-DE39-80C5-AF46AE00C810}"/>
              </a:ext>
              <a:ext uri="{C183D7F6-B498-43B3-948B-1728B52AA6E4}">
                <adec:decorative xmlns:adec="http://schemas.microsoft.com/office/drawing/2017/decorative" val="1"/>
              </a:ext>
            </a:extLst>
          </p:cNvPr>
          <p:cNvGrpSpPr/>
          <p:nvPr/>
        </p:nvGrpSpPr>
        <p:grpSpPr>
          <a:xfrm>
            <a:off x="5493426" y="3597693"/>
            <a:ext cx="603978" cy="603978"/>
            <a:chOff x="5493426" y="3591571"/>
            <a:chExt cx="603978" cy="603978"/>
          </a:xfrm>
        </p:grpSpPr>
        <p:sp>
          <p:nvSpPr>
            <p:cNvPr id="12" name="Oval 11">
              <a:extLst>
                <a:ext uri="{FF2B5EF4-FFF2-40B4-BE49-F238E27FC236}">
                  <a16:creationId xmlns:a16="http://schemas.microsoft.com/office/drawing/2014/main" id="{20300935-18E7-854D-FCBA-2D6C77668082}"/>
                </a:ext>
              </a:extLst>
            </p:cNvPr>
            <p:cNvSpPr/>
            <p:nvPr/>
          </p:nvSpPr>
          <p:spPr bwMode="auto">
            <a:xfrm>
              <a:off x="5493426" y="3591571"/>
              <a:ext cx="603978" cy="603978"/>
            </a:xfrm>
            <a:prstGeom prst="ellipse">
              <a:avLst/>
            </a:prstGeom>
            <a:solidFill>
              <a:schemeClr val="bg1"/>
            </a:solidFill>
            <a:ln>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
          <p:nvSpPr>
            <p:cNvPr id="13" name="Graphic 7">
              <a:extLst>
                <a:ext uri="{FF2B5EF4-FFF2-40B4-BE49-F238E27FC236}">
                  <a16:creationId xmlns:a16="http://schemas.microsoft.com/office/drawing/2014/main" id="{FCABDF00-7416-5A57-47C8-E9D6A95F1C94}"/>
                </a:ext>
                <a:ext uri="{C183D7F6-B498-43B3-948B-1728B52AA6E4}">
                  <adec:decorative xmlns:adec="http://schemas.microsoft.com/office/drawing/2017/decorative" val="1"/>
                </a:ext>
              </a:extLst>
            </p:cNvPr>
            <p:cNvSpPr/>
            <p:nvPr/>
          </p:nvSpPr>
          <p:spPr>
            <a:xfrm>
              <a:off x="5493426" y="3591571"/>
              <a:ext cx="603978" cy="603978"/>
            </a:xfrm>
            <a:custGeom>
              <a:avLst/>
              <a:gdLst>
                <a:gd name="csX0" fmla="*/ 90303 w 180606"/>
                <a:gd name="csY0" fmla="*/ 0 h 180606"/>
                <a:gd name="csX1" fmla="*/ 180607 w 180606"/>
                <a:gd name="csY1" fmla="*/ 90303 h 180606"/>
                <a:gd name="csX2" fmla="*/ 90303 w 180606"/>
                <a:gd name="csY2" fmla="*/ 180607 h 180606"/>
                <a:gd name="csX3" fmla="*/ 0 w 180606"/>
                <a:gd name="csY3" fmla="*/ 90303 h 180606"/>
                <a:gd name="csX4" fmla="*/ 90303 w 180606"/>
                <a:gd name="csY4" fmla="*/ 0 h 180606"/>
                <a:gd name="csX5" fmla="*/ 90303 w 180606"/>
                <a:gd name="csY5" fmla="*/ 13546 h 180606"/>
                <a:gd name="csX6" fmla="*/ 13546 w 180606"/>
                <a:gd name="csY6" fmla="*/ 90303 h 180606"/>
                <a:gd name="csX7" fmla="*/ 90303 w 180606"/>
                <a:gd name="csY7" fmla="*/ 167061 h 180606"/>
                <a:gd name="csX8" fmla="*/ 167061 w 180606"/>
                <a:gd name="csY8" fmla="*/ 90303 h 180606"/>
                <a:gd name="csX9" fmla="*/ 90303 w 180606"/>
                <a:gd name="csY9" fmla="*/ 13546 h 180606"/>
                <a:gd name="csX10" fmla="*/ 87125 w 180606"/>
                <a:gd name="csY10" fmla="*/ 50145 h 180606"/>
                <a:gd name="csX11" fmla="*/ 87775 w 180606"/>
                <a:gd name="csY11" fmla="*/ 49387 h 180606"/>
                <a:gd name="csX12" fmla="*/ 96597 w 180606"/>
                <a:gd name="csY12" fmla="*/ 48728 h 180606"/>
                <a:gd name="csX13" fmla="*/ 97356 w 180606"/>
                <a:gd name="csY13" fmla="*/ 49387 h 180606"/>
                <a:gd name="csX14" fmla="*/ 133477 w 180606"/>
                <a:gd name="csY14" fmla="*/ 85508 h 180606"/>
                <a:gd name="csX15" fmla="*/ 134137 w 180606"/>
                <a:gd name="csY15" fmla="*/ 94331 h 180606"/>
                <a:gd name="csX16" fmla="*/ 133486 w 180606"/>
                <a:gd name="csY16" fmla="*/ 95098 h 180606"/>
                <a:gd name="csX17" fmla="*/ 97347 w 180606"/>
                <a:gd name="csY17" fmla="*/ 131220 h 180606"/>
                <a:gd name="csX18" fmla="*/ 87769 w 180606"/>
                <a:gd name="csY18" fmla="*/ 131233 h 180606"/>
                <a:gd name="csX19" fmla="*/ 87116 w 180606"/>
                <a:gd name="csY19" fmla="*/ 122397 h 180606"/>
                <a:gd name="csX20" fmla="*/ 87775 w 180606"/>
                <a:gd name="csY20" fmla="*/ 121639 h 180606"/>
                <a:gd name="csX21" fmla="*/ 112355 w 180606"/>
                <a:gd name="csY21" fmla="*/ 97067 h 180606"/>
                <a:gd name="csX22" fmla="*/ 51924 w 180606"/>
                <a:gd name="csY22" fmla="*/ 97067 h 180606"/>
                <a:gd name="csX23" fmla="*/ 45215 w 180606"/>
                <a:gd name="csY23" fmla="*/ 91215 h 180606"/>
                <a:gd name="csX24" fmla="*/ 45152 w 180606"/>
                <a:gd name="csY24" fmla="*/ 90294 h 180606"/>
                <a:gd name="csX25" fmla="*/ 51003 w 180606"/>
                <a:gd name="csY25" fmla="*/ 83585 h 180606"/>
                <a:gd name="csX26" fmla="*/ 51924 w 180606"/>
                <a:gd name="csY26" fmla="*/ 83522 h 180606"/>
                <a:gd name="csX27" fmla="*/ 112337 w 180606"/>
                <a:gd name="csY27" fmla="*/ 83522 h 180606"/>
                <a:gd name="csX28" fmla="*/ 87775 w 180606"/>
                <a:gd name="csY28" fmla="*/ 58959 h 180606"/>
                <a:gd name="csX29" fmla="*/ 87125 w 180606"/>
                <a:gd name="csY29" fmla="*/ 50145 h 180606"/>
                <a:gd name="csX30" fmla="*/ 87775 w 180606"/>
                <a:gd name="csY30" fmla="*/ 49387 h 180606"/>
                <a:gd name="csX31" fmla="*/ 87125 w 180606"/>
                <a:gd name="csY31" fmla="*/ 50145 h 1806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0606" h="180606">
                  <a:moveTo>
                    <a:pt x="90303" y="0"/>
                  </a:moveTo>
                  <a:cubicBezTo>
                    <a:pt x="140187" y="0"/>
                    <a:pt x="180607" y="40429"/>
                    <a:pt x="180607" y="90303"/>
                  </a:cubicBezTo>
                  <a:cubicBezTo>
                    <a:pt x="180607" y="140178"/>
                    <a:pt x="140187" y="180607"/>
                    <a:pt x="90303" y="180607"/>
                  </a:cubicBezTo>
                  <a:cubicBezTo>
                    <a:pt x="40438" y="180607"/>
                    <a:pt x="0" y="140178"/>
                    <a:pt x="0" y="90303"/>
                  </a:cubicBezTo>
                  <a:cubicBezTo>
                    <a:pt x="0" y="40429"/>
                    <a:pt x="40438" y="0"/>
                    <a:pt x="90303" y="0"/>
                  </a:cubicBezTo>
                  <a:close/>
                  <a:moveTo>
                    <a:pt x="90303" y="13546"/>
                  </a:moveTo>
                  <a:cubicBezTo>
                    <a:pt x="47911" y="13546"/>
                    <a:pt x="13546" y="47911"/>
                    <a:pt x="13546" y="90303"/>
                  </a:cubicBezTo>
                  <a:cubicBezTo>
                    <a:pt x="13546" y="132695"/>
                    <a:pt x="47911" y="167061"/>
                    <a:pt x="90303" y="167061"/>
                  </a:cubicBezTo>
                  <a:cubicBezTo>
                    <a:pt x="132695" y="167061"/>
                    <a:pt x="167061" y="132695"/>
                    <a:pt x="167061" y="90303"/>
                  </a:cubicBezTo>
                  <a:cubicBezTo>
                    <a:pt x="167061" y="47911"/>
                    <a:pt x="132695" y="13546"/>
                    <a:pt x="90303" y="13546"/>
                  </a:cubicBezTo>
                  <a:close/>
                  <a:moveTo>
                    <a:pt x="87125" y="50145"/>
                  </a:moveTo>
                  <a:lnTo>
                    <a:pt x="87775" y="49387"/>
                  </a:lnTo>
                  <a:cubicBezTo>
                    <a:pt x="90146" y="47011"/>
                    <a:pt x="93899" y="46731"/>
                    <a:pt x="96597" y="48728"/>
                  </a:cubicBezTo>
                  <a:lnTo>
                    <a:pt x="97356" y="49387"/>
                  </a:lnTo>
                  <a:lnTo>
                    <a:pt x="133477" y="85508"/>
                  </a:lnTo>
                  <a:cubicBezTo>
                    <a:pt x="135853" y="87880"/>
                    <a:pt x="136133" y="91633"/>
                    <a:pt x="134137" y="94331"/>
                  </a:cubicBezTo>
                  <a:lnTo>
                    <a:pt x="133486" y="95098"/>
                  </a:lnTo>
                  <a:lnTo>
                    <a:pt x="97347" y="131220"/>
                  </a:lnTo>
                  <a:cubicBezTo>
                    <a:pt x="94706" y="133868"/>
                    <a:pt x="90417" y="133874"/>
                    <a:pt x="87769" y="131233"/>
                  </a:cubicBezTo>
                  <a:cubicBezTo>
                    <a:pt x="85388" y="128858"/>
                    <a:pt x="85110" y="125096"/>
                    <a:pt x="87116" y="122397"/>
                  </a:cubicBezTo>
                  <a:lnTo>
                    <a:pt x="87775" y="121639"/>
                  </a:lnTo>
                  <a:lnTo>
                    <a:pt x="112355" y="97067"/>
                  </a:lnTo>
                  <a:lnTo>
                    <a:pt x="51924" y="97067"/>
                  </a:lnTo>
                  <a:cubicBezTo>
                    <a:pt x="48540" y="97067"/>
                    <a:pt x="45675" y="94568"/>
                    <a:pt x="45215" y="91215"/>
                  </a:cubicBezTo>
                  <a:lnTo>
                    <a:pt x="45152" y="90294"/>
                  </a:lnTo>
                  <a:cubicBezTo>
                    <a:pt x="45152" y="86910"/>
                    <a:pt x="47650" y="84045"/>
                    <a:pt x="51003" y="83585"/>
                  </a:cubicBezTo>
                  <a:lnTo>
                    <a:pt x="51924" y="83522"/>
                  </a:lnTo>
                  <a:lnTo>
                    <a:pt x="112337" y="83522"/>
                  </a:lnTo>
                  <a:lnTo>
                    <a:pt x="87775" y="58959"/>
                  </a:lnTo>
                  <a:cubicBezTo>
                    <a:pt x="85407" y="56587"/>
                    <a:pt x="85131" y="52839"/>
                    <a:pt x="87125" y="50145"/>
                  </a:cubicBezTo>
                  <a:lnTo>
                    <a:pt x="87775" y="49387"/>
                  </a:lnTo>
                  <a:lnTo>
                    <a:pt x="87125" y="50145"/>
                  </a:lnTo>
                  <a:close/>
                </a:path>
              </a:pathLst>
            </a:custGeom>
            <a:solidFill>
              <a:schemeClr val="accent1"/>
            </a:solidFill>
            <a:ln w="15875" cap="rnd">
              <a:solidFill>
                <a:schemeClr val="tx2"/>
              </a:solid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5141" b="1" dirty="0">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grpSp>
      <p:grpSp>
        <p:nvGrpSpPr>
          <p:cNvPr id="14" name="Group 13">
            <a:extLst>
              <a:ext uri="{FF2B5EF4-FFF2-40B4-BE49-F238E27FC236}">
                <a16:creationId xmlns:a16="http://schemas.microsoft.com/office/drawing/2014/main" id="{1C301655-833F-D0CD-F1FA-B14970BC7956}"/>
              </a:ext>
              <a:ext uri="{C183D7F6-B498-43B3-948B-1728B52AA6E4}">
                <adec:decorative xmlns:adec="http://schemas.microsoft.com/office/drawing/2017/decorative" val="1"/>
              </a:ext>
            </a:extLst>
          </p:cNvPr>
          <p:cNvGrpSpPr/>
          <p:nvPr/>
        </p:nvGrpSpPr>
        <p:grpSpPr>
          <a:xfrm>
            <a:off x="6604484" y="1712769"/>
            <a:ext cx="4430305" cy="4373829"/>
            <a:chOff x="6854444" y="1676934"/>
            <a:chExt cx="4430305" cy="4373829"/>
          </a:xfrm>
        </p:grpSpPr>
        <p:sp>
          <p:nvSpPr>
            <p:cNvPr id="15" name="Freeform: Shape 14">
              <a:extLst>
                <a:ext uri="{FF2B5EF4-FFF2-40B4-BE49-F238E27FC236}">
                  <a16:creationId xmlns:a16="http://schemas.microsoft.com/office/drawing/2014/main" id="{139C1256-EA23-614D-8446-3D20C8229A01}"/>
                </a:ext>
                <a:ext uri="{C183D7F6-B498-43B3-948B-1728B52AA6E4}">
                  <adec:decorative xmlns:adec="http://schemas.microsoft.com/office/drawing/2017/decorative" val="1"/>
                </a:ext>
              </a:extLst>
            </p:cNvPr>
            <p:cNvSpPr/>
            <p:nvPr/>
          </p:nvSpPr>
          <p:spPr bwMode="auto">
            <a:xfrm>
              <a:off x="7508142" y="4488397"/>
              <a:ext cx="3122908" cy="1039300"/>
            </a:xfrm>
            <a:custGeom>
              <a:avLst/>
              <a:gdLst>
                <a:gd name="connsiteX0" fmla="*/ 0 w 4061604"/>
                <a:gd name="connsiteY0" fmla="*/ 0 h 1369151"/>
                <a:gd name="connsiteX1" fmla="*/ 4061604 w 4061604"/>
                <a:gd name="connsiteY1" fmla="*/ 0 h 1369151"/>
                <a:gd name="connsiteX2" fmla="*/ 4050467 w 4061604"/>
                <a:gd name="connsiteY2" fmla="*/ 30428 h 1369151"/>
                <a:gd name="connsiteX3" fmla="*/ 2030802 w 4061604"/>
                <a:gd name="connsiteY3" fmla="*/ 1369151 h 1369151"/>
                <a:gd name="connsiteX4" fmla="*/ 11137 w 4061604"/>
                <a:gd name="connsiteY4" fmla="*/ 30428 h 136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1604" h="1369151">
                  <a:moveTo>
                    <a:pt x="0" y="0"/>
                  </a:moveTo>
                  <a:lnTo>
                    <a:pt x="4061604" y="0"/>
                  </a:lnTo>
                  <a:lnTo>
                    <a:pt x="4050467" y="30428"/>
                  </a:lnTo>
                  <a:cubicBezTo>
                    <a:pt x="3717716" y="817140"/>
                    <a:pt x="2938724" y="1369151"/>
                    <a:pt x="2030802" y="1369151"/>
                  </a:cubicBezTo>
                  <a:cubicBezTo>
                    <a:pt x="1122881" y="1369151"/>
                    <a:pt x="343888" y="817140"/>
                    <a:pt x="11137" y="30428"/>
                  </a:cubicBezTo>
                  <a:close/>
                </a:path>
              </a:pathLst>
            </a:custGeom>
            <a:solidFill>
              <a:schemeClr val="bg1">
                <a:lumMod val="85000"/>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tx1"/>
                </a:solidFill>
                <a:latin typeface="Segoe Sans Display"/>
                <a:cs typeface="Segoe UI" pitchFamily="34" charset="0"/>
              </a:endParaRPr>
            </a:p>
          </p:txBody>
        </p:sp>
        <p:sp>
          <p:nvSpPr>
            <p:cNvPr id="16" name="Freeform: Shape 15">
              <a:extLst>
                <a:ext uri="{FF2B5EF4-FFF2-40B4-BE49-F238E27FC236}">
                  <a16:creationId xmlns:a16="http://schemas.microsoft.com/office/drawing/2014/main" id="{3161D08C-311C-C5A0-4648-C1F05102F401}"/>
                </a:ext>
                <a:ext uri="{C183D7F6-B498-43B3-948B-1728B52AA6E4}">
                  <adec:decorative xmlns:adec="http://schemas.microsoft.com/office/drawing/2017/decorative" val="1"/>
                </a:ext>
              </a:extLst>
            </p:cNvPr>
            <p:cNvSpPr/>
            <p:nvPr/>
          </p:nvSpPr>
          <p:spPr bwMode="auto">
            <a:xfrm>
              <a:off x="7495255" y="2200000"/>
              <a:ext cx="3148683" cy="1074064"/>
            </a:xfrm>
            <a:custGeom>
              <a:avLst/>
              <a:gdLst>
                <a:gd name="connsiteX0" fmla="*/ 2047563 w 4095127"/>
                <a:gd name="connsiteY0" fmla="*/ 0 h 1414947"/>
                <a:gd name="connsiteX1" fmla="*/ 4067228 w 4095127"/>
                <a:gd name="connsiteY1" fmla="*/ 1338723 h 1414947"/>
                <a:gd name="connsiteX2" fmla="*/ 4095127 w 4095127"/>
                <a:gd name="connsiteY2" fmla="*/ 1414947 h 1414947"/>
                <a:gd name="connsiteX3" fmla="*/ 0 w 4095127"/>
                <a:gd name="connsiteY3" fmla="*/ 1414947 h 1414947"/>
                <a:gd name="connsiteX4" fmla="*/ 27898 w 4095127"/>
                <a:gd name="connsiteY4" fmla="*/ 1338723 h 1414947"/>
                <a:gd name="connsiteX5" fmla="*/ 2047563 w 4095127"/>
                <a:gd name="connsiteY5" fmla="*/ 0 h 1414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127" h="1414947">
                  <a:moveTo>
                    <a:pt x="2047563" y="0"/>
                  </a:moveTo>
                  <a:cubicBezTo>
                    <a:pt x="2955485" y="0"/>
                    <a:pt x="3734477" y="552012"/>
                    <a:pt x="4067228" y="1338723"/>
                  </a:cubicBezTo>
                  <a:lnTo>
                    <a:pt x="4095127" y="1414947"/>
                  </a:lnTo>
                  <a:lnTo>
                    <a:pt x="0" y="1414947"/>
                  </a:lnTo>
                  <a:lnTo>
                    <a:pt x="27898" y="1338723"/>
                  </a:lnTo>
                  <a:cubicBezTo>
                    <a:pt x="360649" y="552012"/>
                    <a:pt x="1139642" y="0"/>
                    <a:pt x="2047563" y="0"/>
                  </a:cubicBezTo>
                  <a:close/>
                </a:path>
              </a:pathLst>
            </a:custGeom>
            <a:solidFill>
              <a:schemeClr val="bg1">
                <a:lumMod val="85000"/>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tx1"/>
                </a:solidFill>
                <a:latin typeface="Segoe Sans Display"/>
                <a:cs typeface="Segoe UI" pitchFamily="34" charset="0"/>
              </a:endParaRPr>
            </a:p>
          </p:txBody>
        </p:sp>
        <p:sp>
          <p:nvSpPr>
            <p:cNvPr id="17" name="Freeform: Shape 9">
              <a:extLst>
                <a:ext uri="{FF2B5EF4-FFF2-40B4-BE49-F238E27FC236}">
                  <a16:creationId xmlns:a16="http://schemas.microsoft.com/office/drawing/2014/main" id="{F6215078-EC9D-600B-41FE-8FE08829E67C}"/>
                </a:ext>
                <a:ext uri="{C183D7F6-B498-43B3-948B-1728B52AA6E4}">
                  <adec:decorative xmlns:adec="http://schemas.microsoft.com/office/drawing/2017/decorative" val="1"/>
                </a:ext>
              </a:extLst>
            </p:cNvPr>
            <p:cNvSpPr/>
            <p:nvPr/>
          </p:nvSpPr>
          <p:spPr bwMode="auto">
            <a:xfrm>
              <a:off x="7367733" y="3343298"/>
              <a:ext cx="3403726" cy="1075865"/>
            </a:xfrm>
            <a:custGeom>
              <a:avLst/>
              <a:gdLst>
                <a:gd name="connsiteX0" fmla="*/ 61022 w 4450004"/>
                <a:gd name="connsiteY0" fmla="*/ 0 h 1024273"/>
                <a:gd name="connsiteX1" fmla="*/ 4388982 w 4450004"/>
                <a:gd name="connsiteY1" fmla="*/ 0 h 1024273"/>
                <a:gd name="connsiteX2" fmla="*/ 4404800 w 4450004"/>
                <a:gd name="connsiteY2" fmla="*/ 61519 h 1024273"/>
                <a:gd name="connsiteX3" fmla="*/ 4450004 w 4450004"/>
                <a:gd name="connsiteY3" fmla="*/ 509934 h 1024273"/>
                <a:gd name="connsiteX4" fmla="*/ 4404800 w 4450004"/>
                <a:gd name="connsiteY4" fmla="*/ 958350 h 1024273"/>
                <a:gd name="connsiteX5" fmla="*/ 4387849 w 4450004"/>
                <a:gd name="connsiteY5" fmla="*/ 1024273 h 1024273"/>
                <a:gd name="connsiteX6" fmla="*/ 62155 w 4450004"/>
                <a:gd name="connsiteY6" fmla="*/ 1024273 h 1024273"/>
                <a:gd name="connsiteX7" fmla="*/ 45204 w 4450004"/>
                <a:gd name="connsiteY7" fmla="*/ 958350 h 1024273"/>
                <a:gd name="connsiteX8" fmla="*/ 0 w 4450004"/>
                <a:gd name="connsiteY8" fmla="*/ 509934 h 1024273"/>
                <a:gd name="connsiteX9" fmla="*/ 45204 w 4450004"/>
                <a:gd name="connsiteY9" fmla="*/ 61519 h 1024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50004" h="1024273">
                  <a:moveTo>
                    <a:pt x="61022" y="0"/>
                  </a:moveTo>
                  <a:lnTo>
                    <a:pt x="4388982" y="0"/>
                  </a:lnTo>
                  <a:lnTo>
                    <a:pt x="4404800" y="61519"/>
                  </a:lnTo>
                  <a:cubicBezTo>
                    <a:pt x="4434439" y="206361"/>
                    <a:pt x="4450004" y="356330"/>
                    <a:pt x="4450004" y="509934"/>
                  </a:cubicBezTo>
                  <a:cubicBezTo>
                    <a:pt x="4450004" y="663539"/>
                    <a:pt x="4434439" y="813507"/>
                    <a:pt x="4404800" y="958350"/>
                  </a:cubicBezTo>
                  <a:lnTo>
                    <a:pt x="4387849" y="1024273"/>
                  </a:lnTo>
                  <a:lnTo>
                    <a:pt x="62155" y="1024273"/>
                  </a:lnTo>
                  <a:lnTo>
                    <a:pt x="45204" y="958350"/>
                  </a:lnTo>
                  <a:cubicBezTo>
                    <a:pt x="15565" y="813507"/>
                    <a:pt x="0" y="663539"/>
                    <a:pt x="0" y="509934"/>
                  </a:cubicBezTo>
                  <a:cubicBezTo>
                    <a:pt x="0" y="356330"/>
                    <a:pt x="15565" y="206361"/>
                    <a:pt x="45204" y="61519"/>
                  </a:cubicBezTo>
                  <a:close/>
                </a:path>
              </a:pathLst>
            </a:custGeom>
            <a:solidFill>
              <a:schemeClr val="bg1">
                <a:lumMod val="85000"/>
                <a:alpha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tx1"/>
                </a:solidFill>
                <a:latin typeface="Segoe Sans Display"/>
                <a:cs typeface="Segoe UI" pitchFamily="34" charset="0"/>
              </a:endParaRPr>
            </a:p>
          </p:txBody>
        </p:sp>
        <p:sp>
          <p:nvSpPr>
            <p:cNvPr id="18" name="Color wheel">
              <a:extLst>
                <a:ext uri="{FF2B5EF4-FFF2-40B4-BE49-F238E27FC236}">
                  <a16:creationId xmlns:a16="http://schemas.microsoft.com/office/drawing/2014/main" id="{024915C9-64E6-087E-5722-801F2F2D292B}"/>
                </a:ext>
                <a:ext uri="{C183D7F6-B498-43B3-948B-1728B52AA6E4}">
                  <adec:decorative xmlns:adec="http://schemas.microsoft.com/office/drawing/2017/decorative" val="1"/>
                </a:ext>
              </a:extLst>
            </p:cNvPr>
            <p:cNvSpPr/>
            <p:nvPr/>
          </p:nvSpPr>
          <p:spPr bwMode="auto">
            <a:xfrm>
              <a:off x="6854444" y="1676934"/>
              <a:ext cx="4430305" cy="4373829"/>
            </a:xfrm>
            <a:prstGeom prst="ellipse">
              <a:avLst/>
            </a:prstGeom>
            <a:noFill/>
            <a:ln w="44450">
              <a:gradFill>
                <a:gsLst>
                  <a:gs pos="0">
                    <a:srgbClr val="0A6BBA"/>
                  </a:gs>
                  <a:gs pos="100000">
                    <a:srgbClr val="C03BC4"/>
                  </a:gs>
                </a:gsLst>
                <a:lin ang="5400000" scaled="1"/>
              </a:gradFill>
              <a:headEnd type="none" w="med" len="med"/>
              <a:tailEnd type="none" w="med" len="med"/>
            </a:ln>
            <a:effectLst>
              <a:softEdge rad="0"/>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tx1"/>
                </a:solidFill>
                <a:latin typeface="Segoe Sans Display"/>
                <a:cs typeface="Segoe UI" pitchFamily="34" charset="0"/>
              </a:endParaRPr>
            </a:p>
          </p:txBody>
        </p:sp>
        <p:sp>
          <p:nvSpPr>
            <p:cNvPr id="19" name="Donut 37">
              <a:extLst>
                <a:ext uri="{FF2B5EF4-FFF2-40B4-BE49-F238E27FC236}">
                  <a16:creationId xmlns:a16="http://schemas.microsoft.com/office/drawing/2014/main" id="{83342B39-82BB-1980-6EC2-840CE2E57638}"/>
                </a:ext>
                <a:ext uri="{C183D7F6-B498-43B3-948B-1728B52AA6E4}">
                  <adec:decorative xmlns:adec="http://schemas.microsoft.com/office/drawing/2017/decorative" val="1"/>
                </a:ext>
              </a:extLst>
            </p:cNvPr>
            <p:cNvSpPr/>
            <p:nvPr/>
          </p:nvSpPr>
          <p:spPr bwMode="auto">
            <a:xfrm>
              <a:off x="6854444" y="1676934"/>
              <a:ext cx="4430305" cy="4373829"/>
            </a:xfrm>
            <a:prstGeom prst="donut">
              <a:avLst>
                <a:gd name="adj" fmla="val 11959"/>
              </a:avLst>
            </a:prstGeom>
            <a:solidFill>
              <a:schemeClr val="bg1">
                <a:lumMod val="95000"/>
              </a:schemeClr>
            </a:solidFill>
            <a:ln w="47625">
              <a:solidFill>
                <a:schemeClr val="bg1">
                  <a:lumMod val="50000"/>
                  <a:lumOff val="50000"/>
                  <a:alpha val="7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554480" rIns="137160" bIns="365760" numCol="1" spcCol="0" rtlCol="0" fromWordArt="0" anchor="b" anchorCtr="0" forceAA="0" compatLnSpc="1">
              <a:prstTxWarp prst="textNoShape">
                <a:avLst/>
              </a:prstTxWarp>
              <a:noAutofit/>
            </a:bodyPr>
            <a:lstStyle/>
            <a:p>
              <a:pPr algn="ctr" defTabSz="932472" fontAlgn="base">
                <a:spcBef>
                  <a:spcPct val="0"/>
                </a:spcBef>
                <a:spcAft>
                  <a:spcPct val="0"/>
                </a:spcAft>
              </a:pPr>
              <a:endParaRPr lang="en-US" err="1">
                <a:solidFill>
                  <a:schemeClr val="tx1"/>
                </a:solidFill>
                <a:latin typeface="Segoe Sans Display"/>
                <a:cs typeface="Segoe UI" pitchFamily="34" charset="0"/>
              </a:endParaRPr>
            </a:p>
          </p:txBody>
        </p:sp>
      </p:grpSp>
      <p:sp>
        <p:nvSpPr>
          <p:cNvPr id="20" name="TextBox 19">
            <a:extLst>
              <a:ext uri="{FF2B5EF4-FFF2-40B4-BE49-F238E27FC236}">
                <a16:creationId xmlns:a16="http://schemas.microsoft.com/office/drawing/2014/main" id="{7672F0F1-F6B8-143E-A941-5276F3EFA853}"/>
              </a:ext>
              <a:ext uri="{C183D7F6-B498-43B3-948B-1728B52AA6E4}">
                <adec:decorative xmlns:adec="http://schemas.microsoft.com/office/drawing/2017/decorative" val="1"/>
              </a:ext>
            </a:extLst>
          </p:cNvPr>
          <p:cNvSpPr txBox="1"/>
          <p:nvPr/>
        </p:nvSpPr>
        <p:spPr>
          <a:xfrm rot="20386083">
            <a:off x="6788574" y="1910055"/>
            <a:ext cx="3958754" cy="3908718"/>
          </a:xfrm>
          <a:prstGeom prst="rect">
            <a:avLst/>
          </a:prstGeom>
          <a:noFill/>
        </p:spPr>
        <p:txBody>
          <a:bodyPr wrap="none" lIns="0" tIns="0" rIns="0" bIns="0" rtlCol="0">
            <a:prstTxWarp prst="textArchUp">
              <a:avLst/>
            </a:prstTxWarp>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400" i="0" u="none" strike="noStrike" kern="1200" cap="none" spc="0" normalizeH="0" baseline="0" noProof="0">
                <a:ln>
                  <a:noFill/>
                </a:ln>
                <a:effectLst/>
                <a:uLnTx/>
                <a:uFillTx/>
                <a:latin typeface="+mj-lt"/>
                <a:ea typeface="+mj-ea"/>
                <a:cs typeface="+mj-cs"/>
              </a:rPr>
              <a:t>Microsoft Purview</a:t>
            </a:r>
          </a:p>
        </p:txBody>
      </p:sp>
      <p:grpSp>
        <p:nvGrpSpPr>
          <p:cNvPr id="21" name="Group 20">
            <a:extLst>
              <a:ext uri="{FF2B5EF4-FFF2-40B4-BE49-F238E27FC236}">
                <a16:creationId xmlns:a16="http://schemas.microsoft.com/office/drawing/2014/main" id="{D6A00D66-E9F4-D16F-83BA-D1B8EFC04ECA}"/>
              </a:ext>
              <a:ext uri="{C183D7F6-B498-43B3-948B-1728B52AA6E4}">
                <adec:decorative xmlns:adec="http://schemas.microsoft.com/office/drawing/2017/decorative" val="1"/>
              </a:ext>
            </a:extLst>
          </p:cNvPr>
          <p:cNvGrpSpPr/>
          <p:nvPr/>
        </p:nvGrpSpPr>
        <p:grpSpPr>
          <a:xfrm>
            <a:off x="9886864" y="-229419"/>
            <a:ext cx="377696" cy="372882"/>
            <a:chOff x="9799647" y="6485118"/>
            <a:chExt cx="377696" cy="372882"/>
          </a:xfrm>
        </p:grpSpPr>
        <p:sp>
          <p:nvSpPr>
            <p:cNvPr id="22" name="Oval 21">
              <a:extLst>
                <a:ext uri="{FF2B5EF4-FFF2-40B4-BE49-F238E27FC236}">
                  <a16:creationId xmlns:a16="http://schemas.microsoft.com/office/drawing/2014/main" id="{BFA0FCC0-838F-5D18-07A9-9046F716A1BA}"/>
                </a:ext>
                <a:ext uri="{C183D7F6-B498-43B3-948B-1728B52AA6E4}">
                  <adec:decorative xmlns:adec="http://schemas.microsoft.com/office/drawing/2017/decorative" val="1"/>
                </a:ext>
              </a:extLst>
            </p:cNvPr>
            <p:cNvSpPr/>
            <p:nvPr/>
          </p:nvSpPr>
          <p:spPr bwMode="auto">
            <a:xfrm rot="10090980">
              <a:off x="9799647" y="6485118"/>
              <a:ext cx="377696" cy="372882"/>
            </a:xfrm>
            <a:prstGeom prst="ellipse">
              <a:avLst/>
            </a:prstGeom>
            <a:solidFill>
              <a:schemeClr val="bg1"/>
            </a:solidFill>
            <a:ln w="6350">
              <a:gradFill>
                <a:gsLst>
                  <a:gs pos="0">
                    <a:srgbClr val="0A6BBA">
                      <a:alpha val="50000"/>
                    </a:srgbClr>
                  </a:gs>
                  <a:gs pos="80000">
                    <a:srgbClr val="AC36AF">
                      <a:alpha val="5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spcAft>
                  <a:spcPts val="2400"/>
                </a:spcAft>
              </a:pPr>
              <a:endParaRPr lang="en-US" sz="2000" err="1">
                <a:solidFill>
                  <a:schemeClr val="accent2"/>
                </a:solidFill>
                <a:latin typeface="+mj-lt"/>
              </a:endParaRPr>
            </a:p>
          </p:txBody>
        </p:sp>
        <p:pic>
          <p:nvPicPr>
            <p:cNvPr id="23" name="Defernedr icon">
              <a:extLst>
                <a:ext uri="{FF2B5EF4-FFF2-40B4-BE49-F238E27FC236}">
                  <a16:creationId xmlns:a16="http://schemas.microsoft.com/office/drawing/2014/main" id="{B3CA0069-7C9C-2F4C-1B60-18438F041F0F}"/>
                </a:ext>
                <a:ext uri="{C183D7F6-B498-43B3-948B-1728B52AA6E4}">
                  <adec:decorative xmlns:adec="http://schemas.microsoft.com/office/drawing/2017/decorative" val="1"/>
                </a:ext>
              </a:extLst>
            </p:cNvPr>
            <p:cNvPicPr>
              <a:picLocks noChangeAspect="1"/>
            </p:cNvPicPr>
            <p:nvPr/>
          </p:nvPicPr>
          <p:blipFill>
            <a:blip r:embed="rId3"/>
            <a:srcRect l="637" r="637"/>
            <a:stretch/>
          </p:blipFill>
          <p:spPr>
            <a:xfrm rot="18900000">
              <a:off x="9864118" y="6606035"/>
              <a:ext cx="248754" cy="251965"/>
            </a:xfrm>
            <a:prstGeom prst="rect">
              <a:avLst/>
            </a:prstGeom>
            <a:ln>
              <a:noFill/>
            </a:ln>
            <a:effectLst/>
          </p:spPr>
        </p:pic>
      </p:grpSp>
      <p:grpSp>
        <p:nvGrpSpPr>
          <p:cNvPr id="24" name="Group 23">
            <a:extLst>
              <a:ext uri="{FF2B5EF4-FFF2-40B4-BE49-F238E27FC236}">
                <a16:creationId xmlns:a16="http://schemas.microsoft.com/office/drawing/2014/main" id="{BE96CCD6-223C-A7ED-C2F3-EA5F5C888C5F}"/>
              </a:ext>
              <a:ext uri="{C183D7F6-B498-43B3-948B-1728B52AA6E4}">
                <adec:decorative xmlns:adec="http://schemas.microsoft.com/office/drawing/2017/decorative" val="1"/>
              </a:ext>
            </a:extLst>
          </p:cNvPr>
          <p:cNvGrpSpPr/>
          <p:nvPr/>
        </p:nvGrpSpPr>
        <p:grpSpPr>
          <a:xfrm>
            <a:off x="8055885" y="-162070"/>
            <a:ext cx="377696" cy="372882"/>
            <a:chOff x="7862807" y="6485118"/>
            <a:chExt cx="377696" cy="372882"/>
          </a:xfrm>
        </p:grpSpPr>
        <p:sp>
          <p:nvSpPr>
            <p:cNvPr id="25" name="Oval 24">
              <a:extLst>
                <a:ext uri="{FF2B5EF4-FFF2-40B4-BE49-F238E27FC236}">
                  <a16:creationId xmlns:a16="http://schemas.microsoft.com/office/drawing/2014/main" id="{9190350B-B587-4EDF-EE89-229A093CA6AE}"/>
                </a:ext>
                <a:ext uri="{C183D7F6-B498-43B3-948B-1728B52AA6E4}">
                  <adec:decorative xmlns:adec="http://schemas.microsoft.com/office/drawing/2017/decorative" val="1"/>
                </a:ext>
              </a:extLst>
            </p:cNvPr>
            <p:cNvSpPr/>
            <p:nvPr/>
          </p:nvSpPr>
          <p:spPr bwMode="auto">
            <a:xfrm rot="9203812">
              <a:off x="7862807" y="6485118"/>
              <a:ext cx="377696" cy="372882"/>
            </a:xfrm>
            <a:prstGeom prst="ellipse">
              <a:avLst/>
            </a:prstGeom>
            <a:solidFill>
              <a:schemeClr val="bg1"/>
            </a:solidFill>
            <a:ln w="6350">
              <a:gradFill>
                <a:gsLst>
                  <a:gs pos="0">
                    <a:srgbClr val="0A6BBA">
                      <a:alpha val="50000"/>
                    </a:srgbClr>
                  </a:gs>
                  <a:gs pos="80000">
                    <a:srgbClr val="AC36AF">
                      <a:alpha val="5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spcAft>
                  <a:spcPts val="2400"/>
                </a:spcAft>
              </a:pPr>
              <a:endParaRPr lang="en-US" sz="2000">
                <a:solidFill>
                  <a:schemeClr val="accent2"/>
                </a:solidFill>
                <a:latin typeface="+mj-lt"/>
              </a:endParaRPr>
            </a:p>
          </p:txBody>
        </p:sp>
        <p:pic>
          <p:nvPicPr>
            <p:cNvPr id="26" name="Graphic 25">
              <a:extLst>
                <a:ext uri="{FF2B5EF4-FFF2-40B4-BE49-F238E27FC236}">
                  <a16:creationId xmlns:a16="http://schemas.microsoft.com/office/drawing/2014/main" id="{E09F8385-418C-DFAD-D055-CE6B41ADD2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1800000">
              <a:off x="7969485" y="6647188"/>
              <a:ext cx="173609" cy="210812"/>
            </a:xfrm>
            <a:prstGeom prst="rect">
              <a:avLst/>
            </a:prstGeom>
            <a:effectLst/>
          </p:spPr>
        </p:pic>
      </p:grpSp>
      <p:grpSp>
        <p:nvGrpSpPr>
          <p:cNvPr id="27" name="Group 26">
            <a:extLst>
              <a:ext uri="{FF2B5EF4-FFF2-40B4-BE49-F238E27FC236}">
                <a16:creationId xmlns:a16="http://schemas.microsoft.com/office/drawing/2014/main" id="{AF9FC0D0-D1DF-B6B5-2560-E8D57B3C2A47}"/>
              </a:ext>
              <a:ext uri="{C183D7F6-B498-43B3-948B-1728B52AA6E4}">
                <adec:decorative xmlns:adec="http://schemas.microsoft.com/office/drawing/2017/decorative" val="1"/>
              </a:ext>
            </a:extLst>
          </p:cNvPr>
          <p:cNvGrpSpPr/>
          <p:nvPr/>
        </p:nvGrpSpPr>
        <p:grpSpPr>
          <a:xfrm>
            <a:off x="6923262" y="-156087"/>
            <a:ext cx="377696" cy="375116"/>
            <a:chOff x="6766769" y="6485118"/>
            <a:chExt cx="377696" cy="375116"/>
          </a:xfrm>
        </p:grpSpPr>
        <p:sp>
          <p:nvSpPr>
            <p:cNvPr id="28" name="Oval 27">
              <a:extLst>
                <a:ext uri="{FF2B5EF4-FFF2-40B4-BE49-F238E27FC236}">
                  <a16:creationId xmlns:a16="http://schemas.microsoft.com/office/drawing/2014/main" id="{8C2E76EF-9DEB-2C41-61E3-3219B337746F}"/>
                </a:ext>
                <a:ext uri="{C183D7F6-B498-43B3-948B-1728B52AA6E4}">
                  <adec:decorative xmlns:adec="http://schemas.microsoft.com/office/drawing/2017/decorative" val="1"/>
                </a:ext>
              </a:extLst>
            </p:cNvPr>
            <p:cNvSpPr/>
            <p:nvPr/>
          </p:nvSpPr>
          <p:spPr bwMode="auto">
            <a:xfrm rot="8130333">
              <a:off x="6766769" y="6485118"/>
              <a:ext cx="377696" cy="372882"/>
            </a:xfrm>
            <a:prstGeom prst="ellipse">
              <a:avLst/>
            </a:prstGeom>
            <a:solidFill>
              <a:schemeClr val="bg1"/>
            </a:solidFill>
            <a:ln w="6350">
              <a:gradFill>
                <a:gsLst>
                  <a:gs pos="0">
                    <a:srgbClr val="0A6BBA">
                      <a:alpha val="50000"/>
                    </a:srgbClr>
                  </a:gs>
                  <a:gs pos="80000">
                    <a:srgbClr val="AC36AF">
                      <a:alpha val="5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spcAft>
                  <a:spcPts val="2400"/>
                </a:spcAft>
              </a:pPr>
              <a:endParaRPr lang="en-US" sz="2000" err="1">
                <a:solidFill>
                  <a:schemeClr val="accent2"/>
                </a:solidFill>
                <a:latin typeface="+mj-lt"/>
              </a:endParaRPr>
            </a:p>
          </p:txBody>
        </p:sp>
        <p:pic>
          <p:nvPicPr>
            <p:cNvPr id="29" name="purview">
              <a:extLst>
                <a:ext uri="{FF2B5EF4-FFF2-40B4-BE49-F238E27FC236}">
                  <a16:creationId xmlns:a16="http://schemas.microsoft.com/office/drawing/2014/main" id="{C64B1B4E-4F93-EC78-5A7D-72611A0E852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p:blipFill>
          <p:spPr>
            <a:xfrm rot="16200000">
              <a:off x="6846169" y="6643440"/>
              <a:ext cx="219029" cy="214560"/>
            </a:xfrm>
            <a:prstGeom prst="rect">
              <a:avLst/>
            </a:prstGeom>
            <a:effectLst/>
          </p:spPr>
        </p:pic>
      </p:grpSp>
      <p:grpSp>
        <p:nvGrpSpPr>
          <p:cNvPr id="30" name="Group 29">
            <a:extLst>
              <a:ext uri="{FF2B5EF4-FFF2-40B4-BE49-F238E27FC236}">
                <a16:creationId xmlns:a16="http://schemas.microsoft.com/office/drawing/2014/main" id="{1F7868BF-32CA-C59E-D769-785B5B564590}"/>
              </a:ext>
              <a:ext uri="{C183D7F6-B498-43B3-948B-1728B52AA6E4}">
                <adec:decorative xmlns:adec="http://schemas.microsoft.com/office/drawing/2017/decorative" val="1"/>
              </a:ext>
            </a:extLst>
          </p:cNvPr>
          <p:cNvGrpSpPr/>
          <p:nvPr/>
        </p:nvGrpSpPr>
        <p:grpSpPr>
          <a:xfrm>
            <a:off x="9952236" y="-190002"/>
            <a:ext cx="377696" cy="372882"/>
            <a:chOff x="9795743" y="6485118"/>
            <a:chExt cx="377696" cy="372882"/>
          </a:xfrm>
        </p:grpSpPr>
        <p:sp>
          <p:nvSpPr>
            <p:cNvPr id="31" name="Oval 30">
              <a:extLst>
                <a:ext uri="{FF2B5EF4-FFF2-40B4-BE49-F238E27FC236}">
                  <a16:creationId xmlns:a16="http://schemas.microsoft.com/office/drawing/2014/main" id="{B5BC002C-38EC-E001-4E3B-259C2CE0B0E3}"/>
                </a:ext>
                <a:ext uri="{C183D7F6-B498-43B3-948B-1728B52AA6E4}">
                  <adec:decorative xmlns:adec="http://schemas.microsoft.com/office/drawing/2017/decorative" val="1"/>
                </a:ext>
              </a:extLst>
            </p:cNvPr>
            <p:cNvSpPr/>
            <p:nvPr/>
          </p:nvSpPr>
          <p:spPr bwMode="auto">
            <a:xfrm rot="11430727">
              <a:off x="9795743" y="6485118"/>
              <a:ext cx="377696" cy="372882"/>
            </a:xfrm>
            <a:prstGeom prst="ellipse">
              <a:avLst/>
            </a:prstGeom>
            <a:solidFill>
              <a:schemeClr val="bg1"/>
            </a:solidFill>
            <a:ln w="6350">
              <a:gradFill>
                <a:gsLst>
                  <a:gs pos="0">
                    <a:srgbClr val="0A6BBA">
                      <a:alpha val="50000"/>
                    </a:srgbClr>
                  </a:gs>
                  <a:gs pos="80000">
                    <a:srgbClr val="AC36AF">
                      <a:alpha val="5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spcAft>
                  <a:spcPts val="2400"/>
                </a:spcAft>
              </a:pPr>
              <a:endParaRPr lang="en-US" sz="2000" err="1">
                <a:solidFill>
                  <a:schemeClr val="accent2"/>
                </a:solidFill>
                <a:latin typeface="+mj-lt"/>
              </a:endParaRPr>
            </a:p>
          </p:txBody>
        </p:sp>
        <p:pic>
          <p:nvPicPr>
            <p:cNvPr id="32" name="Intne icon">
              <a:extLst>
                <a:ext uri="{FF2B5EF4-FFF2-40B4-BE49-F238E27FC236}">
                  <a16:creationId xmlns:a16="http://schemas.microsoft.com/office/drawing/2014/main" id="{80D61E72-6E71-CBF2-24A2-2B4D89FCFF7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rot="13500000">
              <a:off x="9895872" y="6675120"/>
              <a:ext cx="182880" cy="182880"/>
            </a:xfrm>
            <a:prstGeom prst="rect">
              <a:avLst/>
            </a:prstGeom>
            <a:effectLst/>
          </p:spPr>
        </p:pic>
      </p:grpSp>
      <p:grpSp>
        <p:nvGrpSpPr>
          <p:cNvPr id="33" name="Group 32">
            <a:extLst>
              <a:ext uri="{FF2B5EF4-FFF2-40B4-BE49-F238E27FC236}">
                <a16:creationId xmlns:a16="http://schemas.microsoft.com/office/drawing/2014/main" id="{1DE63798-99C7-7951-2E77-5F60569B6232}"/>
              </a:ext>
              <a:ext uri="{C183D7F6-B498-43B3-948B-1728B52AA6E4}">
                <adec:decorative xmlns:adec="http://schemas.microsoft.com/office/drawing/2017/decorative" val="1"/>
              </a:ext>
            </a:extLst>
          </p:cNvPr>
          <p:cNvGrpSpPr/>
          <p:nvPr/>
        </p:nvGrpSpPr>
        <p:grpSpPr>
          <a:xfrm>
            <a:off x="7959961" y="2245277"/>
            <a:ext cx="377696" cy="372882"/>
            <a:chOff x="8016915" y="2342239"/>
            <a:chExt cx="377696" cy="372882"/>
          </a:xfrm>
        </p:grpSpPr>
        <p:sp>
          <p:nvSpPr>
            <p:cNvPr id="34" name="Oval 33">
              <a:extLst>
                <a:ext uri="{FF2B5EF4-FFF2-40B4-BE49-F238E27FC236}">
                  <a16:creationId xmlns:a16="http://schemas.microsoft.com/office/drawing/2014/main" id="{CF93BDFE-B111-F58B-B8E5-DA0C6467005B}"/>
                </a:ext>
                <a:ext uri="{C183D7F6-B498-43B3-948B-1728B52AA6E4}">
                  <adec:decorative xmlns:adec="http://schemas.microsoft.com/office/drawing/2017/decorative" val="1"/>
                </a:ext>
              </a:extLst>
            </p:cNvPr>
            <p:cNvSpPr/>
            <p:nvPr/>
          </p:nvSpPr>
          <p:spPr bwMode="auto">
            <a:xfrm rot="11430727">
              <a:off x="8016915" y="2342239"/>
              <a:ext cx="377696" cy="372882"/>
            </a:xfrm>
            <a:prstGeom prst="ellipse">
              <a:avLst/>
            </a:prstGeom>
            <a:solidFill>
              <a:schemeClr val="bg1"/>
            </a:solidFill>
            <a:ln w="6350">
              <a:gradFill>
                <a:gsLst>
                  <a:gs pos="0">
                    <a:srgbClr val="0A6BBA">
                      <a:alpha val="50000"/>
                    </a:srgbClr>
                  </a:gs>
                  <a:gs pos="80000">
                    <a:srgbClr val="AC36AF">
                      <a:alpha val="50000"/>
                    </a:srgbClr>
                  </a:gs>
                </a:gsLst>
                <a:lin ang="5400000" scaled="1"/>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spcAft>
                  <a:spcPts val="2400"/>
                </a:spcAft>
              </a:pPr>
              <a:endParaRPr lang="en-US" sz="2000" err="1">
                <a:solidFill>
                  <a:schemeClr val="accent2"/>
                </a:solidFill>
                <a:latin typeface="+mj-lt"/>
              </a:endParaRPr>
            </a:p>
          </p:txBody>
        </p:sp>
        <p:pic>
          <p:nvPicPr>
            <p:cNvPr id="35" name="Picture 34">
              <a:extLst>
                <a:ext uri="{FF2B5EF4-FFF2-40B4-BE49-F238E27FC236}">
                  <a16:creationId xmlns:a16="http://schemas.microsoft.com/office/drawing/2014/main" id="{52FC4085-14F6-A8CA-53AA-A57890CDADFD}"/>
                </a:ex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9800000">
              <a:off x="8101702" y="2424517"/>
              <a:ext cx="208124" cy="208326"/>
            </a:xfrm>
            <a:prstGeom prst="rect">
              <a:avLst/>
            </a:prstGeom>
          </p:spPr>
        </p:pic>
      </p:grpSp>
      <p:grpSp>
        <p:nvGrpSpPr>
          <p:cNvPr id="36" name="Group 35">
            <a:extLst>
              <a:ext uri="{FF2B5EF4-FFF2-40B4-BE49-F238E27FC236}">
                <a16:creationId xmlns:a16="http://schemas.microsoft.com/office/drawing/2014/main" id="{F0E5FB10-B295-1537-9101-A05A64406A7A}"/>
              </a:ext>
              <a:ext uri="{C183D7F6-B498-43B3-948B-1728B52AA6E4}">
                <adec:decorative xmlns:adec="http://schemas.microsoft.com/office/drawing/2017/decorative" val="1"/>
              </a:ext>
            </a:extLst>
          </p:cNvPr>
          <p:cNvGrpSpPr/>
          <p:nvPr/>
        </p:nvGrpSpPr>
        <p:grpSpPr>
          <a:xfrm>
            <a:off x="10618949" y="-366385"/>
            <a:ext cx="911064" cy="911062"/>
            <a:chOff x="10477164" y="5866089"/>
            <a:chExt cx="991911" cy="991911"/>
          </a:xfrm>
        </p:grpSpPr>
        <p:sp>
          <p:nvSpPr>
            <p:cNvPr id="37" name="Oval 36">
              <a:extLst>
                <a:ext uri="{FF2B5EF4-FFF2-40B4-BE49-F238E27FC236}">
                  <a16:creationId xmlns:a16="http://schemas.microsoft.com/office/drawing/2014/main" id="{95577C09-1285-D7D8-3B96-2F4BC89D8EA2}"/>
                </a:ext>
                <a:ext uri="{C183D7F6-B498-43B3-948B-1728B52AA6E4}">
                  <adec:decorative xmlns:adec="http://schemas.microsoft.com/office/drawing/2017/decorative" val="1"/>
                </a:ext>
              </a:extLst>
            </p:cNvPr>
            <p:cNvSpPr/>
            <p:nvPr/>
          </p:nvSpPr>
          <p:spPr bwMode="auto">
            <a:xfrm>
              <a:off x="10477164" y="5866089"/>
              <a:ext cx="991911" cy="991911"/>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latin typeface="+mj-lt"/>
                <a:ea typeface="+mj-ea"/>
                <a:cs typeface="+mj-cs"/>
              </a:endParaRPr>
            </a:p>
          </p:txBody>
        </p:sp>
        <p:pic>
          <p:nvPicPr>
            <p:cNvPr id="38" name="Picture 37">
              <a:extLst>
                <a:ext uri="{FF2B5EF4-FFF2-40B4-BE49-F238E27FC236}">
                  <a16:creationId xmlns:a16="http://schemas.microsoft.com/office/drawing/2014/main" id="{7A36884F-BA75-EC32-2336-520360269E01}"/>
                </a:ex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10784750" y="6516752"/>
              <a:ext cx="376739" cy="341248"/>
            </a:xfrm>
            <a:prstGeom prst="rect">
              <a:avLst/>
            </a:prstGeom>
            <a:noFill/>
            <a:ln w="79375">
              <a:noFill/>
              <a:headEnd type="none" w="med" len="med"/>
              <a:tailEnd type="none" w="med" len="med"/>
            </a:ln>
            <a:effectLst>
              <a:softEdge rad="0"/>
            </a:effectLst>
          </p:spPr>
        </p:pic>
        <p:sp>
          <p:nvSpPr>
            <p:cNvPr id="39" name="Rectangle 38">
              <a:extLst>
                <a:ext uri="{FF2B5EF4-FFF2-40B4-BE49-F238E27FC236}">
                  <a16:creationId xmlns:a16="http://schemas.microsoft.com/office/drawing/2014/main" id="{F166EEB7-C80D-33D3-D629-C4564B26BD77}"/>
                </a:ext>
                <a:ext uri="{C183D7F6-B498-43B3-948B-1728B52AA6E4}">
                  <adec:decorative xmlns:adec="http://schemas.microsoft.com/office/drawing/2017/decorative" val="1"/>
                </a:ext>
              </a:extLst>
            </p:cNvPr>
            <p:cNvSpPr/>
            <p:nvPr/>
          </p:nvSpPr>
          <p:spPr bwMode="auto">
            <a:xfrm>
              <a:off x="10563043" y="6557345"/>
              <a:ext cx="820154" cy="300655"/>
            </a:xfrm>
            <a:prstGeom prst="rect">
              <a:avLst/>
            </a:prstGeom>
            <a:noFill/>
            <a:ln w="228600" cap="flat" cmpd="sng" algn="ctr">
              <a:no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2320830" rtl="0" eaLnBrk="1" fontAlgn="base" latinLnBrk="0" hangingPunct="1">
                <a:lnSpc>
                  <a:spcPct val="100000"/>
                </a:lnSpc>
                <a:spcBef>
                  <a:spcPct val="0"/>
                </a:spcBef>
                <a:spcAft>
                  <a:spcPct val="0"/>
                </a:spcAft>
                <a:buClrTx/>
                <a:buSzTx/>
                <a:buFontTx/>
                <a:buNone/>
                <a:tabLst/>
                <a:defRPr/>
              </a:pPr>
              <a:r>
                <a:rPr kumimoji="0" lang="en-US" sz="700" b="0" i="0" u="none" strike="noStrike" kern="0" cap="none" spc="0" normalizeH="0" baseline="0" noProof="0">
                  <a:ln>
                    <a:noFill/>
                  </a:ln>
                  <a:solidFill>
                    <a:schemeClr val="bg1"/>
                  </a:solidFill>
                  <a:effectLst/>
                  <a:uLnTx/>
                  <a:uFillTx/>
                </a:rPr>
                <a:t>Microsoft </a:t>
              </a:r>
              <a:br>
                <a:rPr kumimoji="0" lang="en-US" sz="700" b="0" i="0" u="none" strike="noStrike" kern="0" cap="none" spc="0" normalizeH="0" baseline="0" noProof="0">
                  <a:ln>
                    <a:noFill/>
                  </a:ln>
                  <a:solidFill>
                    <a:schemeClr val="bg1"/>
                  </a:solidFill>
                  <a:effectLst/>
                  <a:uLnTx/>
                  <a:uFillTx/>
                </a:rPr>
              </a:br>
              <a:r>
                <a:rPr kumimoji="0" lang="en-US" sz="700" b="0" i="0" u="none" strike="noStrike" kern="0" cap="none" spc="0" normalizeH="0" baseline="0" noProof="0">
                  <a:ln>
                    <a:noFill/>
                  </a:ln>
                  <a:solidFill>
                    <a:schemeClr val="bg1"/>
                  </a:solidFill>
                  <a:effectLst/>
                  <a:uLnTx/>
                  <a:uFillTx/>
                </a:rPr>
                <a:t>Security Copilot</a:t>
              </a:r>
            </a:p>
          </p:txBody>
        </p:sp>
      </p:grpSp>
      <p:sp>
        <p:nvSpPr>
          <p:cNvPr id="40" name="Rectangle: Rounded Corners 39">
            <a:extLst>
              <a:ext uri="{FF2B5EF4-FFF2-40B4-BE49-F238E27FC236}">
                <a16:creationId xmlns:a16="http://schemas.microsoft.com/office/drawing/2014/main" id="{322E928D-DD66-ED59-D0DE-3701AADE1A73}"/>
              </a:ext>
            </a:extLst>
          </p:cNvPr>
          <p:cNvSpPr>
            <a:spLocks/>
          </p:cNvSpPr>
          <p:nvPr/>
        </p:nvSpPr>
        <p:spPr bwMode="auto">
          <a:xfrm>
            <a:off x="726123" y="1573824"/>
            <a:ext cx="4543437" cy="1056998"/>
          </a:xfrm>
          <a:prstGeom prst="roundRect">
            <a:avLst>
              <a:gd name="adj" fmla="val 13891"/>
            </a:avLst>
          </a:prstGeom>
          <a:solidFill>
            <a:schemeClr val="accent2">
              <a:lumMod val="20000"/>
              <a:lumOff val="80000"/>
              <a:alpha val="2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spcAft>
                <a:spcPts val="2400"/>
              </a:spcAft>
              <a:defRPr/>
            </a:pPr>
            <a:r>
              <a:rPr lang="en-US" sz="2000">
                <a:solidFill>
                  <a:schemeClr val="accent2"/>
                </a:solidFill>
                <a:latin typeface="+mj-lt"/>
              </a:rPr>
              <a:t>Discover risks </a:t>
            </a:r>
            <a:br>
              <a:rPr lang="en-US" sz="2400">
                <a:solidFill>
                  <a:schemeClr val="tx1"/>
                </a:solidFill>
              </a:rPr>
            </a:br>
            <a:r>
              <a:rPr lang="en-US" sz="1600" kern="0">
                <a:ln w="3175">
                  <a:noFill/>
                </a:ln>
                <a:solidFill>
                  <a:schemeClr val="tx1"/>
                </a:solidFill>
              </a:rPr>
              <a:t>Purview Data Security Posture Management</a:t>
            </a:r>
            <a:endParaRPr lang="en-US" kern="0">
              <a:ln w="3175">
                <a:noFill/>
              </a:ln>
              <a:solidFill>
                <a:schemeClr val="tx1"/>
              </a:solidFill>
            </a:endParaRPr>
          </a:p>
        </p:txBody>
      </p:sp>
      <p:sp>
        <p:nvSpPr>
          <p:cNvPr id="41" name="Rectangle: Rounded Corners 40">
            <a:extLst>
              <a:ext uri="{FF2B5EF4-FFF2-40B4-BE49-F238E27FC236}">
                <a16:creationId xmlns:a16="http://schemas.microsoft.com/office/drawing/2014/main" id="{8E9BCAD5-A1BE-9F55-62D0-43251BE919C0}"/>
              </a:ext>
            </a:extLst>
          </p:cNvPr>
          <p:cNvSpPr>
            <a:spLocks/>
          </p:cNvSpPr>
          <p:nvPr/>
        </p:nvSpPr>
        <p:spPr bwMode="auto">
          <a:xfrm>
            <a:off x="726123" y="2767982"/>
            <a:ext cx="4543437" cy="1056998"/>
          </a:xfrm>
          <a:prstGeom prst="roundRect">
            <a:avLst>
              <a:gd name="adj" fmla="val 13891"/>
            </a:avLst>
          </a:prstGeom>
          <a:solidFill>
            <a:schemeClr val="accent2">
              <a:lumMod val="20000"/>
              <a:lumOff val="80000"/>
              <a:alpha val="2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spcAft>
                <a:spcPts val="2400"/>
              </a:spcAft>
              <a:defRPr/>
            </a:pPr>
            <a:r>
              <a:rPr lang="en-US" sz="2000">
                <a:solidFill>
                  <a:schemeClr val="accent2"/>
                </a:solidFill>
                <a:latin typeface="+mj-lt"/>
              </a:rPr>
              <a:t>Classify + prevent data loss </a:t>
            </a:r>
            <a:br>
              <a:rPr lang="en-US" sz="1600" kern="0">
                <a:ln w="3175">
                  <a:noFill/>
                </a:ln>
                <a:solidFill>
                  <a:schemeClr val="tx1"/>
                </a:solidFill>
              </a:rPr>
            </a:br>
            <a:r>
              <a:rPr lang="en-US" sz="1600" kern="0">
                <a:ln w="3175">
                  <a:noFill/>
                </a:ln>
                <a:solidFill>
                  <a:schemeClr val="tx1"/>
                </a:solidFill>
              </a:rPr>
              <a:t>Purview Information Protection and Data Loss Prevention</a:t>
            </a:r>
          </a:p>
        </p:txBody>
      </p:sp>
      <p:sp>
        <p:nvSpPr>
          <p:cNvPr id="42" name="Rectangle: Rounded Corners 41">
            <a:extLst>
              <a:ext uri="{FF2B5EF4-FFF2-40B4-BE49-F238E27FC236}">
                <a16:creationId xmlns:a16="http://schemas.microsoft.com/office/drawing/2014/main" id="{AE88B0E8-A7F1-FA86-EDCD-9B699E38243A}"/>
              </a:ext>
            </a:extLst>
          </p:cNvPr>
          <p:cNvSpPr>
            <a:spLocks/>
          </p:cNvSpPr>
          <p:nvPr/>
        </p:nvSpPr>
        <p:spPr bwMode="auto">
          <a:xfrm>
            <a:off x="726123" y="3962140"/>
            <a:ext cx="4543437" cy="1056998"/>
          </a:xfrm>
          <a:prstGeom prst="roundRect">
            <a:avLst>
              <a:gd name="adj" fmla="val 13891"/>
            </a:avLst>
          </a:prstGeom>
          <a:solidFill>
            <a:schemeClr val="accent2">
              <a:lumMod val="20000"/>
              <a:lumOff val="80000"/>
              <a:alpha val="2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spcAft>
                <a:spcPts val="300"/>
              </a:spcAft>
              <a:defRPr/>
            </a:pPr>
            <a:r>
              <a:rPr lang="en-US" sz="2000">
                <a:solidFill>
                  <a:schemeClr val="accent2"/>
                </a:solidFill>
                <a:latin typeface="+mj-lt"/>
              </a:rPr>
              <a:t>Catch and block risky users</a:t>
            </a:r>
            <a:br>
              <a:rPr lang="en-US" sz="1600" kern="0">
                <a:ln w="3175">
                  <a:noFill/>
                </a:ln>
                <a:solidFill>
                  <a:schemeClr val="tx1"/>
                </a:solidFill>
              </a:rPr>
            </a:br>
            <a:r>
              <a:rPr lang="en-US" sz="1600" kern="0">
                <a:ln w="3175">
                  <a:noFill/>
                </a:ln>
                <a:solidFill>
                  <a:schemeClr val="tx1"/>
                </a:solidFill>
              </a:rPr>
              <a:t>Purview Insider Risk Management Microsoft Entra Conditional Access</a:t>
            </a:r>
          </a:p>
        </p:txBody>
      </p:sp>
      <p:sp>
        <p:nvSpPr>
          <p:cNvPr id="43" name="Rectangle: Rounded Corners 42">
            <a:extLst>
              <a:ext uri="{FF2B5EF4-FFF2-40B4-BE49-F238E27FC236}">
                <a16:creationId xmlns:a16="http://schemas.microsoft.com/office/drawing/2014/main" id="{2E7973BE-7FF8-2CD7-208C-D919CAB3A404}"/>
              </a:ext>
            </a:extLst>
          </p:cNvPr>
          <p:cNvSpPr>
            <a:spLocks/>
          </p:cNvSpPr>
          <p:nvPr/>
        </p:nvSpPr>
        <p:spPr bwMode="auto">
          <a:xfrm>
            <a:off x="726123" y="5156298"/>
            <a:ext cx="4543437" cy="1056998"/>
          </a:xfrm>
          <a:prstGeom prst="roundRect">
            <a:avLst>
              <a:gd name="adj" fmla="val 13891"/>
            </a:avLst>
          </a:prstGeom>
          <a:solidFill>
            <a:schemeClr val="accent2">
              <a:lumMod val="20000"/>
              <a:lumOff val="80000"/>
              <a:alpha val="2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spcAft>
                <a:spcPts val="300"/>
              </a:spcAft>
              <a:defRPr/>
            </a:pPr>
            <a:r>
              <a:rPr lang="en-US" sz="2000">
                <a:solidFill>
                  <a:schemeClr val="accent2"/>
                </a:solidFill>
                <a:latin typeface="+mj-lt"/>
              </a:rPr>
              <a:t>Manage data throughout its lifecycle</a:t>
            </a:r>
            <a:br>
              <a:rPr lang="en-US" sz="2000">
                <a:solidFill>
                  <a:schemeClr val="accent2"/>
                </a:solidFill>
                <a:latin typeface="+mj-lt"/>
              </a:rPr>
            </a:br>
            <a:r>
              <a:rPr lang="en-US" sz="1600" kern="0">
                <a:ln w="3175">
                  <a:noFill/>
                </a:ln>
                <a:solidFill>
                  <a:schemeClr val="tx1"/>
                </a:solidFill>
              </a:rPr>
              <a:t>Data Lifecycle Management</a:t>
            </a:r>
          </a:p>
        </p:txBody>
      </p:sp>
      <p:sp>
        <p:nvSpPr>
          <p:cNvPr id="44" name="Rectangle 43" descr="A circular security ecosystem diagram showing five Microsoft solutions—Entra, Intune, Defender, Sentinel, and Purview—placed evenly around a large ring. Each product is represented with its icon and label. The center is a grey circle divided by three horizontal bands. A blue‑purple arrow on the left points into the circle, indicating input or flow. The Microsoft Security Copilot badge appears on the right side of the ring.">
            <a:extLst>
              <a:ext uri="{FF2B5EF4-FFF2-40B4-BE49-F238E27FC236}">
                <a16:creationId xmlns:a16="http://schemas.microsoft.com/office/drawing/2014/main" id="{96813AE6-B19D-181C-1BC3-1C1C7AE7B1C5}"/>
              </a:ext>
            </a:extLst>
          </p:cNvPr>
          <p:cNvSpPr/>
          <p:nvPr/>
        </p:nvSpPr>
        <p:spPr bwMode="auto">
          <a:xfrm>
            <a:off x="5448337" y="6101478"/>
            <a:ext cx="240302" cy="15356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rgbClr val="FFFFFF"/>
              </a:solidFill>
              <a:ea typeface="Segoe UI" pitchFamily="34" charset="0"/>
              <a:cs typeface="Segoe UI" pitchFamily="34" charset="0"/>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Data risks deepen with the rise of agents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49" name="Rectangle: Rounded Corners 48">
            <a:extLst>
              <a:ext uri="{FF2B5EF4-FFF2-40B4-BE49-F238E27FC236}">
                <a16:creationId xmlns:a16="http://schemas.microsoft.com/office/drawing/2014/main" id="{511DDB71-10B3-F89B-67EF-449EA24ABA9E}"/>
              </a:ext>
              <a:ext uri="{C183D7F6-B498-43B3-948B-1728B52AA6E4}">
                <adec:decorative xmlns:adec="http://schemas.microsoft.com/office/drawing/2017/decorative" val="1"/>
              </a:ext>
            </a:extLst>
          </p:cNvPr>
          <p:cNvSpPr>
            <a:spLocks/>
          </p:cNvSpPr>
          <p:nvPr/>
        </p:nvSpPr>
        <p:spPr bwMode="auto">
          <a:xfrm>
            <a:off x="588263" y="1211519"/>
            <a:ext cx="11038300" cy="5057519"/>
          </a:xfrm>
          <a:prstGeom prst="roundRect">
            <a:avLst>
              <a:gd name="adj" fmla="val 2652"/>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Segoe UI"/>
              <a:cs typeface="Segoe UI" pitchFamily="34" charset="0"/>
            </a:endParaRPr>
          </a:p>
        </p:txBody>
      </p:sp>
      <p:sp>
        <p:nvSpPr>
          <p:cNvPr id="50" name="Freeform: Shape 49">
            <a:extLst>
              <a:ext uri="{FF2B5EF4-FFF2-40B4-BE49-F238E27FC236}">
                <a16:creationId xmlns:a16="http://schemas.microsoft.com/office/drawing/2014/main" id="{24EAD01A-00A9-9278-9AB2-21218D8032DA}"/>
              </a:ext>
              <a:ext uri="{C183D7F6-B498-43B3-948B-1728B52AA6E4}">
                <adec:decorative xmlns:adec="http://schemas.microsoft.com/office/drawing/2017/decorative" val="1"/>
              </a:ext>
            </a:extLst>
          </p:cNvPr>
          <p:cNvSpPr>
            <a:spLocks/>
          </p:cNvSpPr>
          <p:nvPr/>
        </p:nvSpPr>
        <p:spPr>
          <a:xfrm>
            <a:off x="725423" y="1348678"/>
            <a:ext cx="5289698" cy="2314169"/>
          </a:xfrm>
          <a:custGeom>
            <a:avLst/>
            <a:gdLst>
              <a:gd name="connsiteX0" fmla="*/ 109956 w 5432426"/>
              <a:gd name="connsiteY0" fmla="*/ 0 h 2388804"/>
              <a:gd name="connsiteX1" fmla="*/ 5322472 w 5432426"/>
              <a:gd name="connsiteY1" fmla="*/ 0 h 2388804"/>
              <a:gd name="connsiteX2" fmla="*/ 5432426 w 5432426"/>
              <a:gd name="connsiteY2" fmla="*/ 109961 h 2388804"/>
              <a:gd name="connsiteX3" fmla="*/ 5432426 w 5432426"/>
              <a:gd name="connsiteY3" fmla="*/ 482059 h 2388804"/>
              <a:gd name="connsiteX4" fmla="*/ 5340714 w 5432426"/>
              <a:gd name="connsiteY4" fmla="*/ 578390 h 2388804"/>
              <a:gd name="connsiteX5" fmla="*/ 5254900 w 5432426"/>
              <a:gd name="connsiteY5" fmla="*/ 588040 h 2388804"/>
              <a:gd name="connsiteX6" fmla="*/ 3629337 w 5432426"/>
              <a:gd name="connsiteY6" fmla="*/ 2279318 h 2388804"/>
              <a:gd name="connsiteX7" fmla="*/ 3509700 w 5432426"/>
              <a:gd name="connsiteY7" fmla="*/ 2388784 h 2388804"/>
              <a:gd name="connsiteX8" fmla="*/ 109956 w 5432426"/>
              <a:gd name="connsiteY8" fmla="*/ 2388784 h 2388804"/>
              <a:gd name="connsiteX9" fmla="*/ 0 w 5432426"/>
              <a:gd name="connsiteY9" fmla="*/ 2278824 h 2388804"/>
              <a:gd name="connsiteX10" fmla="*/ 0 w 5432426"/>
              <a:gd name="connsiteY10" fmla="*/ 109961 h 2388804"/>
              <a:gd name="connsiteX11" fmla="*/ 109956 w 5432426"/>
              <a:gd name="connsiteY11" fmla="*/ 0 h 238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4">
                <a:moveTo>
                  <a:pt x="109956" y="0"/>
                </a:moveTo>
                <a:lnTo>
                  <a:pt x="5322472" y="0"/>
                </a:lnTo>
                <a:cubicBezTo>
                  <a:pt x="5383201" y="0"/>
                  <a:pt x="5432426" y="49232"/>
                  <a:pt x="5432426" y="109961"/>
                </a:cubicBezTo>
                <a:lnTo>
                  <a:pt x="5432426" y="482059"/>
                </a:lnTo>
                <a:cubicBezTo>
                  <a:pt x="5432426" y="533432"/>
                  <a:pt x="5392103" y="575793"/>
                  <a:pt x="5340714" y="578390"/>
                </a:cubicBezTo>
                <a:cubicBezTo>
                  <a:pt x="5334643" y="578695"/>
                  <a:pt x="5296120" y="582197"/>
                  <a:pt x="5254900" y="588040"/>
                </a:cubicBezTo>
                <a:cubicBezTo>
                  <a:pt x="4393756" y="710021"/>
                  <a:pt x="3717847" y="1407850"/>
                  <a:pt x="3629337" y="2279318"/>
                </a:cubicBezTo>
                <a:cubicBezTo>
                  <a:pt x="3625019" y="2341807"/>
                  <a:pt x="3572411" y="2389945"/>
                  <a:pt x="3509700" y="2388784"/>
                </a:cubicBezTo>
                <a:lnTo>
                  <a:pt x="109956" y="2388784"/>
                </a:lnTo>
                <a:cubicBezTo>
                  <a:pt x="49229" y="2388784"/>
                  <a:pt x="0" y="2339552"/>
                  <a:pt x="0" y="2278824"/>
                </a:cubicBezTo>
                <a:lnTo>
                  <a:pt x="0" y="109961"/>
                </a:lnTo>
                <a:cubicBezTo>
                  <a:pt x="0" y="49232"/>
                  <a:pt x="49229" y="0"/>
                  <a:pt x="109956" y="0"/>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51" name="Freeform: Shape 50">
            <a:extLst>
              <a:ext uri="{FF2B5EF4-FFF2-40B4-BE49-F238E27FC236}">
                <a16:creationId xmlns:a16="http://schemas.microsoft.com/office/drawing/2014/main" id="{9D8007CD-B193-9695-5B29-D8D3E908CAA0}"/>
              </a:ext>
              <a:ext uri="{C183D7F6-B498-43B3-948B-1728B52AA6E4}">
                <adec:decorative xmlns:adec="http://schemas.microsoft.com/office/drawing/2017/decorative" val="1"/>
              </a:ext>
            </a:extLst>
          </p:cNvPr>
          <p:cNvSpPr>
            <a:spLocks/>
          </p:cNvSpPr>
          <p:nvPr/>
        </p:nvSpPr>
        <p:spPr>
          <a:xfrm>
            <a:off x="6194547" y="1348678"/>
            <a:ext cx="5289698" cy="2314169"/>
          </a:xfrm>
          <a:custGeom>
            <a:avLst/>
            <a:gdLst>
              <a:gd name="connsiteX0" fmla="*/ 109955 w 5432426"/>
              <a:gd name="connsiteY0" fmla="*/ 0 h 2388804"/>
              <a:gd name="connsiteX1" fmla="*/ 5322470 w 5432426"/>
              <a:gd name="connsiteY1" fmla="*/ 0 h 2388804"/>
              <a:gd name="connsiteX2" fmla="*/ 5432426 w 5432426"/>
              <a:gd name="connsiteY2" fmla="*/ 109961 h 2388804"/>
              <a:gd name="connsiteX3" fmla="*/ 5432426 w 5432426"/>
              <a:gd name="connsiteY3" fmla="*/ 2278824 h 2388804"/>
              <a:gd name="connsiteX4" fmla="*/ 5322470 w 5432426"/>
              <a:gd name="connsiteY4" fmla="*/ 2388784 h 2388804"/>
              <a:gd name="connsiteX5" fmla="*/ 1922727 w 5432426"/>
              <a:gd name="connsiteY5" fmla="*/ 2388784 h 2388804"/>
              <a:gd name="connsiteX6" fmla="*/ 1803090 w 5432426"/>
              <a:gd name="connsiteY6" fmla="*/ 2279318 h 2388804"/>
              <a:gd name="connsiteX7" fmla="*/ 177526 w 5432426"/>
              <a:gd name="connsiteY7" fmla="*/ 588040 h 2388804"/>
              <a:gd name="connsiteX8" fmla="*/ 91713 w 5432426"/>
              <a:gd name="connsiteY8" fmla="*/ 578390 h 2388804"/>
              <a:gd name="connsiteX9" fmla="*/ 0 w 5432426"/>
              <a:gd name="connsiteY9" fmla="*/ 482059 h 2388804"/>
              <a:gd name="connsiteX10" fmla="*/ 0 w 5432426"/>
              <a:gd name="connsiteY10" fmla="*/ 109961 h 2388804"/>
              <a:gd name="connsiteX11" fmla="*/ 109955 w 5432426"/>
              <a:gd name="connsiteY11" fmla="*/ 0 h 238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4">
                <a:moveTo>
                  <a:pt x="109955" y="0"/>
                </a:moveTo>
                <a:lnTo>
                  <a:pt x="5322470" y="0"/>
                </a:lnTo>
                <a:cubicBezTo>
                  <a:pt x="5383197" y="0"/>
                  <a:pt x="5432426" y="49232"/>
                  <a:pt x="5432426" y="109961"/>
                </a:cubicBezTo>
                <a:lnTo>
                  <a:pt x="5432426" y="2278824"/>
                </a:lnTo>
                <a:cubicBezTo>
                  <a:pt x="5432426" y="2339552"/>
                  <a:pt x="5383197" y="2388784"/>
                  <a:pt x="5322470" y="2388784"/>
                </a:cubicBezTo>
                <a:lnTo>
                  <a:pt x="1922727" y="2388784"/>
                </a:lnTo>
                <a:cubicBezTo>
                  <a:pt x="1860015" y="2389945"/>
                  <a:pt x="1807407" y="2341807"/>
                  <a:pt x="1803090" y="2279318"/>
                </a:cubicBezTo>
                <a:cubicBezTo>
                  <a:pt x="1714579" y="1407850"/>
                  <a:pt x="1038670" y="710021"/>
                  <a:pt x="177526" y="588040"/>
                </a:cubicBezTo>
                <a:cubicBezTo>
                  <a:pt x="136306" y="582197"/>
                  <a:pt x="97784" y="578695"/>
                  <a:pt x="91713" y="578390"/>
                </a:cubicBezTo>
                <a:cubicBezTo>
                  <a:pt x="40324" y="575793"/>
                  <a:pt x="0" y="533432"/>
                  <a:pt x="0" y="482059"/>
                </a:cubicBezTo>
                <a:lnTo>
                  <a:pt x="0" y="109961"/>
                </a:lnTo>
                <a:cubicBezTo>
                  <a:pt x="0" y="49232"/>
                  <a:pt x="49225" y="0"/>
                  <a:pt x="109955" y="0"/>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52" name="Freeform: Shape 51">
            <a:extLst>
              <a:ext uri="{FF2B5EF4-FFF2-40B4-BE49-F238E27FC236}">
                <a16:creationId xmlns:a16="http://schemas.microsoft.com/office/drawing/2014/main" id="{60B82390-666E-96D0-9BFF-06A4334E7E8A}"/>
              </a:ext>
              <a:ext uri="{C183D7F6-B498-43B3-948B-1728B52AA6E4}">
                <adec:decorative xmlns:adec="http://schemas.microsoft.com/office/drawing/2017/decorative" val="1"/>
              </a:ext>
            </a:extLst>
          </p:cNvPr>
          <p:cNvSpPr>
            <a:spLocks/>
          </p:cNvSpPr>
          <p:nvPr/>
        </p:nvSpPr>
        <p:spPr>
          <a:xfrm>
            <a:off x="725423" y="3828415"/>
            <a:ext cx="5289698" cy="2314170"/>
          </a:xfrm>
          <a:custGeom>
            <a:avLst/>
            <a:gdLst>
              <a:gd name="connsiteX0" fmla="*/ 109956 w 5432426"/>
              <a:gd name="connsiteY0" fmla="*/ 21 h 2388805"/>
              <a:gd name="connsiteX1" fmla="*/ 3509700 w 5432426"/>
              <a:gd name="connsiteY1" fmla="*/ 21 h 2388805"/>
              <a:gd name="connsiteX2" fmla="*/ 3629337 w 5432426"/>
              <a:gd name="connsiteY2" fmla="*/ 109487 h 2388805"/>
              <a:gd name="connsiteX3" fmla="*/ 5254900 w 5432426"/>
              <a:gd name="connsiteY3" fmla="*/ 1800765 h 2388805"/>
              <a:gd name="connsiteX4" fmla="*/ 5340714 w 5432426"/>
              <a:gd name="connsiteY4" fmla="*/ 1810415 h 2388805"/>
              <a:gd name="connsiteX5" fmla="*/ 5432426 w 5432426"/>
              <a:gd name="connsiteY5" fmla="*/ 1906747 h 2388805"/>
              <a:gd name="connsiteX6" fmla="*/ 5432426 w 5432426"/>
              <a:gd name="connsiteY6" fmla="*/ 2278845 h 2388805"/>
              <a:gd name="connsiteX7" fmla="*/ 5322472 w 5432426"/>
              <a:gd name="connsiteY7" fmla="*/ 2388805 h 2388805"/>
              <a:gd name="connsiteX8" fmla="*/ 109956 w 5432426"/>
              <a:gd name="connsiteY8" fmla="*/ 2388805 h 2388805"/>
              <a:gd name="connsiteX9" fmla="*/ 0 w 5432426"/>
              <a:gd name="connsiteY9" fmla="*/ 2278845 h 2388805"/>
              <a:gd name="connsiteX10" fmla="*/ 0 w 5432426"/>
              <a:gd name="connsiteY10" fmla="*/ 109981 h 2388805"/>
              <a:gd name="connsiteX11" fmla="*/ 109956 w 5432426"/>
              <a:gd name="connsiteY11" fmla="*/ 21 h 238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5">
                <a:moveTo>
                  <a:pt x="109956" y="21"/>
                </a:moveTo>
                <a:lnTo>
                  <a:pt x="3509700" y="21"/>
                </a:lnTo>
                <a:cubicBezTo>
                  <a:pt x="3572411" y="-1140"/>
                  <a:pt x="3625019" y="46998"/>
                  <a:pt x="3629337" y="109487"/>
                </a:cubicBezTo>
                <a:cubicBezTo>
                  <a:pt x="3717847" y="980955"/>
                  <a:pt x="4393756" y="1678785"/>
                  <a:pt x="5254900" y="1800765"/>
                </a:cubicBezTo>
                <a:cubicBezTo>
                  <a:pt x="5296120" y="1806608"/>
                  <a:pt x="5334643" y="1810110"/>
                  <a:pt x="5340714" y="1810415"/>
                </a:cubicBezTo>
                <a:cubicBezTo>
                  <a:pt x="5392103" y="1813013"/>
                  <a:pt x="5432426" y="1855373"/>
                  <a:pt x="5432426" y="1906747"/>
                </a:cubicBezTo>
                <a:lnTo>
                  <a:pt x="5432426" y="2278845"/>
                </a:lnTo>
                <a:cubicBezTo>
                  <a:pt x="5432426" y="2339573"/>
                  <a:pt x="5383201" y="2388805"/>
                  <a:pt x="5322472" y="2388805"/>
                </a:cubicBezTo>
                <a:lnTo>
                  <a:pt x="109956" y="2388805"/>
                </a:lnTo>
                <a:cubicBezTo>
                  <a:pt x="49229" y="2388805"/>
                  <a:pt x="0" y="2339573"/>
                  <a:pt x="0" y="2278845"/>
                </a:cubicBezTo>
                <a:lnTo>
                  <a:pt x="0" y="109981"/>
                </a:lnTo>
                <a:cubicBezTo>
                  <a:pt x="0" y="49253"/>
                  <a:pt x="49229" y="21"/>
                  <a:pt x="109956" y="21"/>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53" name="Freeform: Shape 52">
            <a:extLst>
              <a:ext uri="{FF2B5EF4-FFF2-40B4-BE49-F238E27FC236}">
                <a16:creationId xmlns:a16="http://schemas.microsoft.com/office/drawing/2014/main" id="{3BF6FB1E-CAB2-37FA-498F-7B8426C889B2}"/>
              </a:ext>
              <a:ext uri="{C183D7F6-B498-43B3-948B-1728B52AA6E4}">
                <adec:decorative xmlns:adec="http://schemas.microsoft.com/office/drawing/2017/decorative" val="1"/>
              </a:ext>
            </a:extLst>
          </p:cNvPr>
          <p:cNvSpPr>
            <a:spLocks/>
          </p:cNvSpPr>
          <p:nvPr/>
        </p:nvSpPr>
        <p:spPr>
          <a:xfrm>
            <a:off x="6194547" y="3828415"/>
            <a:ext cx="5289698" cy="2314170"/>
          </a:xfrm>
          <a:custGeom>
            <a:avLst/>
            <a:gdLst>
              <a:gd name="connsiteX0" fmla="*/ 1922727 w 5432426"/>
              <a:gd name="connsiteY0" fmla="*/ 21 h 2388805"/>
              <a:gd name="connsiteX1" fmla="*/ 5322470 w 5432426"/>
              <a:gd name="connsiteY1" fmla="*/ 21 h 2388805"/>
              <a:gd name="connsiteX2" fmla="*/ 5432426 w 5432426"/>
              <a:gd name="connsiteY2" fmla="*/ 109981 h 2388805"/>
              <a:gd name="connsiteX3" fmla="*/ 5432426 w 5432426"/>
              <a:gd name="connsiteY3" fmla="*/ 2278845 h 2388805"/>
              <a:gd name="connsiteX4" fmla="*/ 5322470 w 5432426"/>
              <a:gd name="connsiteY4" fmla="*/ 2388805 h 2388805"/>
              <a:gd name="connsiteX5" fmla="*/ 109955 w 5432426"/>
              <a:gd name="connsiteY5" fmla="*/ 2388805 h 2388805"/>
              <a:gd name="connsiteX6" fmla="*/ 0 w 5432426"/>
              <a:gd name="connsiteY6" fmla="*/ 2278845 h 2388805"/>
              <a:gd name="connsiteX7" fmla="*/ 0 w 5432426"/>
              <a:gd name="connsiteY7" fmla="*/ 1906747 h 2388805"/>
              <a:gd name="connsiteX8" fmla="*/ 91713 w 5432426"/>
              <a:gd name="connsiteY8" fmla="*/ 1810415 h 2388805"/>
              <a:gd name="connsiteX9" fmla="*/ 177526 w 5432426"/>
              <a:gd name="connsiteY9" fmla="*/ 1800765 h 2388805"/>
              <a:gd name="connsiteX10" fmla="*/ 1803090 w 5432426"/>
              <a:gd name="connsiteY10" fmla="*/ 109487 h 2388805"/>
              <a:gd name="connsiteX11" fmla="*/ 1922727 w 5432426"/>
              <a:gd name="connsiteY11" fmla="*/ 21 h 238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32426" h="2388805">
                <a:moveTo>
                  <a:pt x="1922727" y="21"/>
                </a:moveTo>
                <a:lnTo>
                  <a:pt x="5322470" y="21"/>
                </a:lnTo>
                <a:cubicBezTo>
                  <a:pt x="5383197" y="21"/>
                  <a:pt x="5432426" y="49253"/>
                  <a:pt x="5432426" y="109981"/>
                </a:cubicBezTo>
                <a:lnTo>
                  <a:pt x="5432426" y="2278845"/>
                </a:lnTo>
                <a:cubicBezTo>
                  <a:pt x="5432426" y="2339573"/>
                  <a:pt x="5383197" y="2388805"/>
                  <a:pt x="5322470" y="2388805"/>
                </a:cubicBezTo>
                <a:lnTo>
                  <a:pt x="109955" y="2388805"/>
                </a:lnTo>
                <a:cubicBezTo>
                  <a:pt x="49225" y="2388805"/>
                  <a:pt x="0" y="2339573"/>
                  <a:pt x="0" y="2278845"/>
                </a:cubicBezTo>
                <a:lnTo>
                  <a:pt x="0" y="1906747"/>
                </a:lnTo>
                <a:cubicBezTo>
                  <a:pt x="0" y="1855373"/>
                  <a:pt x="40324" y="1813013"/>
                  <a:pt x="91713" y="1810415"/>
                </a:cubicBezTo>
                <a:cubicBezTo>
                  <a:pt x="97784" y="1810110"/>
                  <a:pt x="136306" y="1806608"/>
                  <a:pt x="177526" y="1800765"/>
                </a:cubicBezTo>
                <a:cubicBezTo>
                  <a:pt x="1038670" y="1678785"/>
                  <a:pt x="1714579" y="980955"/>
                  <a:pt x="1803090" y="109487"/>
                </a:cubicBezTo>
                <a:cubicBezTo>
                  <a:pt x="1807407" y="46998"/>
                  <a:pt x="1860015" y="-1140"/>
                  <a:pt x="1922727" y="21"/>
                </a:cubicBezTo>
                <a:close/>
              </a:path>
            </a:pathLst>
          </a:cu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54" name="Oval 53">
            <a:extLst>
              <a:ext uri="{FF2B5EF4-FFF2-40B4-BE49-F238E27FC236}">
                <a16:creationId xmlns:a16="http://schemas.microsoft.com/office/drawing/2014/main" id="{4A6E9C62-F062-89B6-278A-7B22E92C39D1}"/>
              </a:ext>
              <a:ext uri="{C183D7F6-B498-43B3-948B-1728B52AA6E4}">
                <adec:decorative xmlns:adec="http://schemas.microsoft.com/office/drawing/2017/decorative" val="1"/>
              </a:ext>
            </a:extLst>
          </p:cNvPr>
          <p:cNvSpPr/>
          <p:nvPr/>
        </p:nvSpPr>
        <p:spPr bwMode="auto">
          <a:xfrm>
            <a:off x="4413194" y="2053991"/>
            <a:ext cx="3383280" cy="3383280"/>
          </a:xfrm>
          <a:prstGeom prst="ellipse">
            <a:avLst/>
          </a:prstGeom>
          <a:solidFill>
            <a:schemeClr val="bg1"/>
          </a:solidFill>
          <a:ln w="76200">
            <a:solidFill>
              <a:schemeClr val="bg1">
                <a:lumMod val="85000"/>
                <a:alpha val="5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55" name="Oval 54">
            <a:extLst>
              <a:ext uri="{FF2B5EF4-FFF2-40B4-BE49-F238E27FC236}">
                <a16:creationId xmlns:a16="http://schemas.microsoft.com/office/drawing/2014/main" id="{C074E500-31BF-9709-647F-14BBC34D8BFB}"/>
              </a:ext>
              <a:ext uri="{C183D7F6-B498-43B3-948B-1728B52AA6E4}">
                <adec:decorative xmlns:adec="http://schemas.microsoft.com/office/drawing/2017/decorative" val="1"/>
              </a:ext>
            </a:extLst>
          </p:cNvPr>
          <p:cNvSpPr>
            <a:spLocks/>
          </p:cNvSpPr>
          <p:nvPr/>
        </p:nvSpPr>
        <p:spPr bwMode="auto">
          <a:xfrm>
            <a:off x="5098994" y="2739791"/>
            <a:ext cx="2011680" cy="2011680"/>
          </a:xfrm>
          <a:prstGeom prst="ellipse">
            <a:avLst/>
          </a:pr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spcAft>
                <a:spcPts val="300"/>
              </a:spcAft>
            </a:pPr>
            <a:endParaRPr lang="en-US" sz="800">
              <a:solidFill>
                <a:srgbClr val="FFFFFF"/>
              </a:solidFill>
              <a:latin typeface="Segoe UI"/>
            </a:endParaRPr>
          </a:p>
        </p:txBody>
      </p:sp>
      <p:sp>
        <p:nvSpPr>
          <p:cNvPr id="56" name="TextBox 55">
            <a:extLst>
              <a:ext uri="{FF2B5EF4-FFF2-40B4-BE49-F238E27FC236}">
                <a16:creationId xmlns:a16="http://schemas.microsoft.com/office/drawing/2014/main" id="{6D9B6278-9AB7-452B-B804-09FB7C270249}"/>
              </a:ext>
              <a:ext uri="{C183D7F6-B498-43B3-948B-1728B52AA6E4}">
                <adec:decorative xmlns:adec="http://schemas.microsoft.com/office/drawing/2017/decorative" val="1"/>
              </a:ext>
            </a:extLst>
          </p:cNvPr>
          <p:cNvSpPr txBox="1">
            <a:spLocks/>
          </p:cNvSpPr>
          <p:nvPr/>
        </p:nvSpPr>
        <p:spPr>
          <a:xfrm>
            <a:off x="5246499" y="3560965"/>
            <a:ext cx="1716671" cy="369332"/>
          </a:xfrm>
          <a:prstGeom prst="rect">
            <a:avLst/>
          </a:prstGeom>
          <a:noFill/>
          <a:effectLst/>
        </p:spPr>
        <p:txBody>
          <a:bodyPr wrap="square" lIns="0" tIns="0" rIns="0" bIns="0" rtlCol="0" anchor="ctr">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400" i="0" u="none" strike="noStrike" kern="1200" cap="none" spc="0" normalizeH="0" baseline="0" noProof="0">
                <a:ln>
                  <a:noFill/>
                </a:ln>
                <a:solidFill>
                  <a:schemeClr val="accent2"/>
                </a:solidFill>
                <a:effectLst/>
                <a:uLnTx/>
                <a:uFillTx/>
                <a:latin typeface="+mj-lt"/>
                <a:ea typeface="+mj-ea"/>
                <a:cs typeface="+mj-cs"/>
              </a:rPr>
              <a:t>Agents</a:t>
            </a:r>
          </a:p>
        </p:txBody>
      </p:sp>
      <p:sp>
        <p:nvSpPr>
          <p:cNvPr id="57" name="Oval 56">
            <a:extLst>
              <a:ext uri="{FF2B5EF4-FFF2-40B4-BE49-F238E27FC236}">
                <a16:creationId xmlns:a16="http://schemas.microsoft.com/office/drawing/2014/main" id="{DA9A1ACB-A4FC-C105-C5AE-6AD44B2030B0}"/>
              </a:ext>
              <a:ext uri="{C183D7F6-B498-43B3-948B-1728B52AA6E4}">
                <adec:decorative xmlns:adec="http://schemas.microsoft.com/office/drawing/2017/decorative" val="1"/>
              </a:ext>
            </a:extLst>
          </p:cNvPr>
          <p:cNvSpPr/>
          <p:nvPr/>
        </p:nvSpPr>
        <p:spPr>
          <a:xfrm>
            <a:off x="4527139" y="4509208"/>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gradFill flip="none" rotWithShape="1">
                <a:gsLst>
                  <a:gs pos="20183">
                    <a:srgbClr val="FFFFFF"/>
                  </a:gs>
                  <a:gs pos="42000">
                    <a:srgbClr val="FFFFFF"/>
                  </a:gs>
                </a:gsLst>
                <a:lin ang="2700000" scaled="0"/>
                <a:tileRect/>
              </a:gradFill>
              <a:latin typeface="+mj-lt"/>
              <a:ea typeface="+mj-ea"/>
              <a:cs typeface="+mj-cs"/>
            </a:endParaRPr>
          </a:p>
        </p:txBody>
      </p:sp>
      <p:sp>
        <p:nvSpPr>
          <p:cNvPr id="58" name="Graphic 113">
            <a:extLst>
              <a:ext uri="{FF2B5EF4-FFF2-40B4-BE49-F238E27FC236}">
                <a16:creationId xmlns:a16="http://schemas.microsoft.com/office/drawing/2014/main" id="{0B3BE52D-99E6-867B-503E-C23598BC613C}"/>
              </a:ext>
              <a:ext uri="{C183D7F6-B498-43B3-948B-1728B52AA6E4}">
                <adec:decorative xmlns:adec="http://schemas.microsoft.com/office/drawing/2017/decorative" val="1"/>
              </a:ext>
            </a:extLst>
          </p:cNvPr>
          <p:cNvSpPr/>
          <p:nvPr/>
        </p:nvSpPr>
        <p:spPr>
          <a:xfrm>
            <a:off x="4729658" y="4711664"/>
            <a:ext cx="409080" cy="409206"/>
          </a:xfrm>
          <a:custGeom>
            <a:avLst/>
            <a:gdLst>
              <a:gd name="connsiteX0" fmla="*/ 53777 w 357377"/>
              <a:gd name="connsiteY0" fmla="*/ 0 h 357487"/>
              <a:gd name="connsiteX1" fmla="*/ 10409 w 357377"/>
              <a:gd name="connsiteY1" fmla="*/ 43368 h 357487"/>
              <a:gd name="connsiteX2" fmla="*/ 10409 w 357377"/>
              <a:gd name="connsiteY2" fmla="*/ 91695 h 357487"/>
              <a:gd name="connsiteX3" fmla="*/ 53777 w 357377"/>
              <a:gd name="connsiteY3" fmla="*/ 135064 h 357487"/>
              <a:gd name="connsiteX4" fmla="*/ 63462 w 357377"/>
              <a:gd name="connsiteY4" fmla="*/ 135064 h 357487"/>
              <a:gd name="connsiteX5" fmla="*/ 63462 w 357377"/>
              <a:gd name="connsiteY5" fmla="*/ 206499 h 357487"/>
              <a:gd name="connsiteX6" fmla="*/ 60879 w 357377"/>
              <a:gd name="connsiteY6" fmla="*/ 208741 h 357487"/>
              <a:gd name="connsiteX7" fmla="*/ 7060 w 357377"/>
              <a:gd name="connsiteY7" fmla="*/ 262542 h 357487"/>
              <a:gd name="connsiteX8" fmla="*/ 7058 w 357377"/>
              <a:gd name="connsiteY8" fmla="*/ 296620 h 357487"/>
              <a:gd name="connsiteX9" fmla="*/ 60877 w 357377"/>
              <a:gd name="connsiteY9" fmla="*/ 350433 h 357487"/>
              <a:gd name="connsiteX10" fmla="*/ 94952 w 357377"/>
              <a:gd name="connsiteY10" fmla="*/ 350427 h 357487"/>
              <a:gd name="connsiteX11" fmla="*/ 148742 w 357377"/>
              <a:gd name="connsiteY11" fmla="*/ 296614 h 357487"/>
              <a:gd name="connsiteX12" fmla="*/ 150984 w 357377"/>
              <a:gd name="connsiteY12" fmla="*/ 294033 h 357487"/>
              <a:gd name="connsiteX13" fmla="*/ 222572 w 357377"/>
              <a:gd name="connsiteY13" fmla="*/ 294033 h 357487"/>
              <a:gd name="connsiteX14" fmla="*/ 222572 w 357377"/>
              <a:gd name="connsiteY14" fmla="*/ 303742 h 357487"/>
              <a:gd name="connsiteX15" fmla="*/ 265940 w 357377"/>
              <a:gd name="connsiteY15" fmla="*/ 347110 h 357487"/>
              <a:gd name="connsiteX16" fmla="*/ 314009 w 357377"/>
              <a:gd name="connsiteY16" fmla="*/ 347110 h 357487"/>
              <a:gd name="connsiteX17" fmla="*/ 357377 w 357377"/>
              <a:gd name="connsiteY17" fmla="*/ 303742 h 357487"/>
              <a:gd name="connsiteX18" fmla="*/ 357377 w 357377"/>
              <a:gd name="connsiteY18" fmla="*/ 255474 h 357487"/>
              <a:gd name="connsiteX19" fmla="*/ 314009 w 357377"/>
              <a:gd name="connsiteY19" fmla="*/ 212106 h 357487"/>
              <a:gd name="connsiteX20" fmla="*/ 265940 w 357377"/>
              <a:gd name="connsiteY20" fmla="*/ 212106 h 357487"/>
              <a:gd name="connsiteX21" fmla="*/ 222572 w 357377"/>
              <a:gd name="connsiteY21" fmla="*/ 255474 h 357487"/>
              <a:gd name="connsiteX22" fmla="*/ 222572 w 357377"/>
              <a:gd name="connsiteY22" fmla="*/ 265121 h 357487"/>
              <a:gd name="connsiteX23" fmla="*/ 150976 w 357377"/>
              <a:gd name="connsiteY23" fmla="*/ 265121 h 357487"/>
              <a:gd name="connsiteX24" fmla="*/ 148740 w 357377"/>
              <a:gd name="connsiteY24" fmla="*/ 262546 h 357487"/>
              <a:gd name="connsiteX25" fmla="*/ 94951 w 357377"/>
              <a:gd name="connsiteY25" fmla="*/ 208747 h 357487"/>
              <a:gd name="connsiteX26" fmla="*/ 92374 w 357377"/>
              <a:gd name="connsiteY26" fmla="*/ 206507 h 357487"/>
              <a:gd name="connsiteX27" fmla="*/ 92374 w 357377"/>
              <a:gd name="connsiteY27" fmla="*/ 135064 h 357487"/>
              <a:gd name="connsiteX28" fmla="*/ 102099 w 357377"/>
              <a:gd name="connsiteY28" fmla="*/ 135064 h 357487"/>
              <a:gd name="connsiteX29" fmla="*/ 145468 w 357377"/>
              <a:gd name="connsiteY29" fmla="*/ 91695 h 357487"/>
              <a:gd name="connsiteX30" fmla="*/ 145468 w 357377"/>
              <a:gd name="connsiteY30" fmla="*/ 43368 h 357487"/>
              <a:gd name="connsiteX31" fmla="*/ 102099 w 357377"/>
              <a:gd name="connsiteY31" fmla="*/ 0 h 357487"/>
              <a:gd name="connsiteX32" fmla="*/ 53777 w 357377"/>
              <a:gd name="connsiteY32" fmla="*/ 0 h 357487"/>
              <a:gd name="connsiteX33" fmla="*/ 39321 w 357377"/>
              <a:gd name="connsiteY33" fmla="*/ 43368 h 357487"/>
              <a:gd name="connsiteX34" fmla="*/ 53777 w 357377"/>
              <a:gd name="connsiteY34" fmla="*/ 28912 h 357487"/>
              <a:gd name="connsiteX35" fmla="*/ 102099 w 357377"/>
              <a:gd name="connsiteY35" fmla="*/ 28912 h 357487"/>
              <a:gd name="connsiteX36" fmla="*/ 116555 w 357377"/>
              <a:gd name="connsiteY36" fmla="*/ 43368 h 357487"/>
              <a:gd name="connsiteX37" fmla="*/ 116555 w 357377"/>
              <a:gd name="connsiteY37" fmla="*/ 91695 h 357487"/>
              <a:gd name="connsiteX38" fmla="*/ 102099 w 357377"/>
              <a:gd name="connsiteY38" fmla="*/ 106151 h 357487"/>
              <a:gd name="connsiteX39" fmla="*/ 53777 w 357377"/>
              <a:gd name="connsiteY39" fmla="*/ 106151 h 357487"/>
              <a:gd name="connsiteX40" fmla="*/ 39321 w 357377"/>
              <a:gd name="connsiteY40" fmla="*/ 91695 h 357487"/>
              <a:gd name="connsiteX41" fmla="*/ 39321 w 357377"/>
              <a:gd name="connsiteY41" fmla="*/ 43368 h 357487"/>
              <a:gd name="connsiteX42" fmla="*/ 30909 w 357377"/>
              <a:gd name="connsiteY42" fmla="*/ 279581 h 357487"/>
              <a:gd name="connsiteX43" fmla="*/ 77911 w 357377"/>
              <a:gd name="connsiteY43" fmla="*/ 232595 h 357487"/>
              <a:gd name="connsiteX44" fmla="*/ 124889 w 357377"/>
              <a:gd name="connsiteY44" fmla="*/ 279581 h 357487"/>
              <a:gd name="connsiteX45" fmla="*/ 77911 w 357377"/>
              <a:gd name="connsiteY45" fmla="*/ 326581 h 357487"/>
              <a:gd name="connsiteX46" fmla="*/ 30909 w 357377"/>
              <a:gd name="connsiteY46" fmla="*/ 279581 h 357487"/>
              <a:gd name="connsiteX47" fmla="*/ 265940 w 357377"/>
              <a:gd name="connsiteY47" fmla="*/ 241018 h 357487"/>
              <a:gd name="connsiteX48" fmla="*/ 314009 w 357377"/>
              <a:gd name="connsiteY48" fmla="*/ 241018 h 357487"/>
              <a:gd name="connsiteX49" fmla="*/ 328465 w 357377"/>
              <a:gd name="connsiteY49" fmla="*/ 255474 h 357487"/>
              <a:gd name="connsiteX50" fmla="*/ 328465 w 357377"/>
              <a:gd name="connsiteY50" fmla="*/ 303742 h 357487"/>
              <a:gd name="connsiteX51" fmla="*/ 314009 w 357377"/>
              <a:gd name="connsiteY51" fmla="*/ 318198 h 357487"/>
              <a:gd name="connsiteX52" fmla="*/ 265940 w 357377"/>
              <a:gd name="connsiteY52" fmla="*/ 318198 h 357487"/>
              <a:gd name="connsiteX53" fmla="*/ 251484 w 357377"/>
              <a:gd name="connsiteY53" fmla="*/ 303742 h 357487"/>
              <a:gd name="connsiteX54" fmla="*/ 251484 w 357377"/>
              <a:gd name="connsiteY54" fmla="*/ 255474 h 357487"/>
              <a:gd name="connsiteX55" fmla="*/ 265940 w 357377"/>
              <a:gd name="connsiteY55" fmla="*/ 241018 h 357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57377" h="357487">
                <a:moveTo>
                  <a:pt x="53777" y="0"/>
                </a:moveTo>
                <a:cubicBezTo>
                  <a:pt x="29826" y="0"/>
                  <a:pt x="10409" y="19417"/>
                  <a:pt x="10409" y="43368"/>
                </a:cubicBezTo>
                <a:lnTo>
                  <a:pt x="10409" y="91695"/>
                </a:lnTo>
                <a:cubicBezTo>
                  <a:pt x="10409" y="115646"/>
                  <a:pt x="29826" y="135064"/>
                  <a:pt x="53777" y="135064"/>
                </a:cubicBezTo>
                <a:lnTo>
                  <a:pt x="63462" y="135064"/>
                </a:lnTo>
                <a:lnTo>
                  <a:pt x="63462" y="206499"/>
                </a:lnTo>
                <a:cubicBezTo>
                  <a:pt x="62561" y="207174"/>
                  <a:pt x="61698" y="207922"/>
                  <a:pt x="60879" y="208741"/>
                </a:cubicBezTo>
                <a:lnTo>
                  <a:pt x="7060" y="262542"/>
                </a:lnTo>
                <a:cubicBezTo>
                  <a:pt x="-2352" y="271950"/>
                  <a:pt x="-2353" y="287210"/>
                  <a:pt x="7058" y="296620"/>
                </a:cubicBezTo>
                <a:lnTo>
                  <a:pt x="60877" y="350433"/>
                </a:lnTo>
                <a:cubicBezTo>
                  <a:pt x="70287" y="359841"/>
                  <a:pt x="85544" y="359839"/>
                  <a:pt x="94952" y="350427"/>
                </a:cubicBezTo>
                <a:lnTo>
                  <a:pt x="148742" y="296614"/>
                </a:lnTo>
                <a:cubicBezTo>
                  <a:pt x="149561" y="295795"/>
                  <a:pt x="150307" y="294933"/>
                  <a:pt x="150984" y="294033"/>
                </a:cubicBezTo>
                <a:lnTo>
                  <a:pt x="222572" y="294033"/>
                </a:lnTo>
                <a:lnTo>
                  <a:pt x="222572" y="303742"/>
                </a:lnTo>
                <a:cubicBezTo>
                  <a:pt x="222572" y="327693"/>
                  <a:pt x="241987" y="347110"/>
                  <a:pt x="265940" y="347110"/>
                </a:cubicBezTo>
                <a:lnTo>
                  <a:pt x="314009" y="347110"/>
                </a:lnTo>
                <a:cubicBezTo>
                  <a:pt x="337960" y="347110"/>
                  <a:pt x="357377" y="327693"/>
                  <a:pt x="357377" y="303742"/>
                </a:cubicBezTo>
                <a:lnTo>
                  <a:pt x="357377" y="255474"/>
                </a:lnTo>
                <a:cubicBezTo>
                  <a:pt x="357377" y="231522"/>
                  <a:pt x="337960" y="212106"/>
                  <a:pt x="314009" y="212106"/>
                </a:cubicBezTo>
                <a:lnTo>
                  <a:pt x="265940" y="212106"/>
                </a:lnTo>
                <a:cubicBezTo>
                  <a:pt x="241987" y="212106"/>
                  <a:pt x="222572" y="231522"/>
                  <a:pt x="222572" y="255474"/>
                </a:cubicBezTo>
                <a:lnTo>
                  <a:pt x="222572" y="265121"/>
                </a:lnTo>
                <a:lnTo>
                  <a:pt x="150976" y="265121"/>
                </a:lnTo>
                <a:cubicBezTo>
                  <a:pt x="150302" y="264223"/>
                  <a:pt x="149558" y="263363"/>
                  <a:pt x="148740" y="262546"/>
                </a:cubicBezTo>
                <a:lnTo>
                  <a:pt x="94951" y="208747"/>
                </a:lnTo>
                <a:cubicBezTo>
                  <a:pt x="94133" y="207930"/>
                  <a:pt x="93272" y="207182"/>
                  <a:pt x="92374" y="206507"/>
                </a:cubicBezTo>
                <a:lnTo>
                  <a:pt x="92374" y="135064"/>
                </a:lnTo>
                <a:lnTo>
                  <a:pt x="102099" y="135064"/>
                </a:lnTo>
                <a:cubicBezTo>
                  <a:pt x="126050" y="135064"/>
                  <a:pt x="145468" y="115646"/>
                  <a:pt x="145468" y="91695"/>
                </a:cubicBezTo>
                <a:lnTo>
                  <a:pt x="145468" y="43368"/>
                </a:lnTo>
                <a:cubicBezTo>
                  <a:pt x="145468" y="19417"/>
                  <a:pt x="126050" y="0"/>
                  <a:pt x="102099" y="0"/>
                </a:cubicBezTo>
                <a:lnTo>
                  <a:pt x="53777" y="0"/>
                </a:lnTo>
                <a:close/>
                <a:moveTo>
                  <a:pt x="39321" y="43368"/>
                </a:moveTo>
                <a:cubicBezTo>
                  <a:pt x="39321" y="35384"/>
                  <a:pt x="45793" y="28912"/>
                  <a:pt x="53777" y="28912"/>
                </a:cubicBezTo>
                <a:lnTo>
                  <a:pt x="102099" y="28912"/>
                </a:lnTo>
                <a:cubicBezTo>
                  <a:pt x="110083" y="28912"/>
                  <a:pt x="116555" y="35384"/>
                  <a:pt x="116555" y="43368"/>
                </a:cubicBezTo>
                <a:lnTo>
                  <a:pt x="116555" y="91695"/>
                </a:lnTo>
                <a:cubicBezTo>
                  <a:pt x="116555" y="99679"/>
                  <a:pt x="110083" y="106151"/>
                  <a:pt x="102099" y="106151"/>
                </a:cubicBezTo>
                <a:lnTo>
                  <a:pt x="53777" y="106151"/>
                </a:lnTo>
                <a:cubicBezTo>
                  <a:pt x="45793" y="106151"/>
                  <a:pt x="39321" y="99679"/>
                  <a:pt x="39321" y="91695"/>
                </a:cubicBezTo>
                <a:lnTo>
                  <a:pt x="39321" y="43368"/>
                </a:lnTo>
                <a:close/>
                <a:moveTo>
                  <a:pt x="30909" y="279581"/>
                </a:moveTo>
                <a:lnTo>
                  <a:pt x="77911" y="232595"/>
                </a:lnTo>
                <a:lnTo>
                  <a:pt x="124889" y="279581"/>
                </a:lnTo>
                <a:lnTo>
                  <a:pt x="77911" y="326581"/>
                </a:lnTo>
                <a:lnTo>
                  <a:pt x="30909" y="279581"/>
                </a:lnTo>
                <a:close/>
                <a:moveTo>
                  <a:pt x="265940" y="241018"/>
                </a:moveTo>
                <a:lnTo>
                  <a:pt x="314009" y="241018"/>
                </a:lnTo>
                <a:cubicBezTo>
                  <a:pt x="321993" y="241018"/>
                  <a:pt x="328465" y="247491"/>
                  <a:pt x="328465" y="255474"/>
                </a:cubicBezTo>
                <a:lnTo>
                  <a:pt x="328465" y="303742"/>
                </a:lnTo>
                <a:cubicBezTo>
                  <a:pt x="328465" y="311726"/>
                  <a:pt x="321993" y="318198"/>
                  <a:pt x="314009" y="318198"/>
                </a:cubicBezTo>
                <a:lnTo>
                  <a:pt x="265940" y="318198"/>
                </a:lnTo>
                <a:cubicBezTo>
                  <a:pt x="257956" y="318198"/>
                  <a:pt x="251484" y="311726"/>
                  <a:pt x="251484" y="303742"/>
                </a:cubicBezTo>
                <a:lnTo>
                  <a:pt x="251484" y="255474"/>
                </a:lnTo>
                <a:cubicBezTo>
                  <a:pt x="251484" y="247491"/>
                  <a:pt x="257956" y="241018"/>
                  <a:pt x="265940" y="241018"/>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nvGrpSpPr>
          <p:cNvPr id="59" name="Group 58">
            <a:extLst>
              <a:ext uri="{FF2B5EF4-FFF2-40B4-BE49-F238E27FC236}">
                <a16:creationId xmlns:a16="http://schemas.microsoft.com/office/drawing/2014/main" id="{2AE63468-419A-F6F0-E3E0-1E5AFE7B9FAA}"/>
              </a:ext>
              <a:ext uri="{C183D7F6-B498-43B3-948B-1728B52AA6E4}">
                <adec:decorative xmlns:adec="http://schemas.microsoft.com/office/drawing/2017/decorative" val="1"/>
              </a:ext>
            </a:extLst>
          </p:cNvPr>
          <p:cNvGrpSpPr/>
          <p:nvPr/>
        </p:nvGrpSpPr>
        <p:grpSpPr>
          <a:xfrm>
            <a:off x="6868411" y="4509208"/>
            <a:ext cx="814118" cy="814118"/>
            <a:chOff x="6868411" y="4509208"/>
            <a:chExt cx="814118" cy="814118"/>
          </a:xfrm>
        </p:grpSpPr>
        <p:sp>
          <p:nvSpPr>
            <p:cNvPr id="60" name="Oval 59">
              <a:extLst>
                <a:ext uri="{FF2B5EF4-FFF2-40B4-BE49-F238E27FC236}">
                  <a16:creationId xmlns:a16="http://schemas.microsoft.com/office/drawing/2014/main" id="{CE463080-A076-99B7-FECA-EA2B1D883774}"/>
                </a:ext>
                <a:ext uri="{C183D7F6-B498-43B3-948B-1728B52AA6E4}">
                  <adec:decorative xmlns:adec="http://schemas.microsoft.com/office/drawing/2017/decorative" val="1"/>
                </a:ext>
              </a:extLst>
            </p:cNvPr>
            <p:cNvSpPr/>
            <p:nvPr/>
          </p:nvSpPr>
          <p:spPr>
            <a:xfrm>
              <a:off x="6868411" y="4509208"/>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gradFill flip="none" rotWithShape="1">
                  <a:gsLst>
                    <a:gs pos="20183">
                      <a:srgbClr val="FFFFFF"/>
                    </a:gs>
                    <a:gs pos="42000">
                      <a:srgbClr val="FFFFFF"/>
                    </a:gs>
                  </a:gsLst>
                  <a:lin ang="2700000" scaled="0"/>
                  <a:tileRect/>
                </a:gradFill>
                <a:latin typeface="+mj-lt"/>
                <a:ea typeface="+mj-ea"/>
                <a:cs typeface="+mj-cs"/>
              </a:endParaRPr>
            </a:p>
          </p:txBody>
        </p:sp>
        <p:sp>
          <p:nvSpPr>
            <p:cNvPr id="61" name="Graphic 12" descr="Icon of an eyeball">
              <a:extLst>
                <a:ext uri="{FF2B5EF4-FFF2-40B4-BE49-F238E27FC236}">
                  <a16:creationId xmlns:a16="http://schemas.microsoft.com/office/drawing/2014/main" id="{38AFAC89-0DAC-D7E6-11AC-056A7260A936}"/>
                </a:ext>
              </a:extLst>
            </p:cNvPr>
            <p:cNvSpPr>
              <a:spLocks noChangeAspect="1"/>
            </p:cNvSpPr>
            <p:nvPr/>
          </p:nvSpPr>
          <p:spPr>
            <a:xfrm>
              <a:off x="7042860" y="4778670"/>
              <a:ext cx="465222" cy="275194"/>
            </a:xfrm>
            <a:custGeom>
              <a:avLst/>
              <a:gdLst>
                <a:gd name="connsiteX0" fmla="*/ 163224 w 326425"/>
                <a:gd name="connsiteY0" fmla="*/ 58821 h 193092"/>
                <a:gd name="connsiteX1" fmla="*/ 230359 w 326425"/>
                <a:gd name="connsiteY1" fmla="*/ 125957 h 193092"/>
                <a:gd name="connsiteX2" fmla="*/ 163224 w 326425"/>
                <a:gd name="connsiteY2" fmla="*/ 193092 h 193092"/>
                <a:gd name="connsiteX3" fmla="*/ 96087 w 326425"/>
                <a:gd name="connsiteY3" fmla="*/ 125957 h 193092"/>
                <a:gd name="connsiteX4" fmla="*/ 163224 w 326425"/>
                <a:gd name="connsiteY4" fmla="*/ 58821 h 193092"/>
                <a:gd name="connsiteX5" fmla="*/ 163224 w 326425"/>
                <a:gd name="connsiteY5" fmla="*/ 83997 h 193092"/>
                <a:gd name="connsiteX6" fmla="*/ 121263 w 326425"/>
                <a:gd name="connsiteY6" fmla="*/ 125957 h 193092"/>
                <a:gd name="connsiteX7" fmla="*/ 163224 w 326425"/>
                <a:gd name="connsiteY7" fmla="*/ 167916 h 193092"/>
                <a:gd name="connsiteX8" fmla="*/ 205183 w 326425"/>
                <a:gd name="connsiteY8" fmla="*/ 125957 h 193092"/>
                <a:gd name="connsiteX9" fmla="*/ 163224 w 326425"/>
                <a:gd name="connsiteY9" fmla="*/ 83997 h 193092"/>
                <a:gd name="connsiteX10" fmla="*/ 163224 w 326425"/>
                <a:gd name="connsiteY10" fmla="*/ 0 h 193092"/>
                <a:gd name="connsiteX11" fmla="*/ 326046 w 326425"/>
                <a:gd name="connsiteY11" fmla="*/ 126960 h 193092"/>
                <a:gd name="connsiteX12" fmla="*/ 316892 w 326425"/>
                <a:gd name="connsiteY12" fmla="*/ 142229 h 193092"/>
                <a:gd name="connsiteX13" fmla="*/ 301624 w 326425"/>
                <a:gd name="connsiteY13" fmla="*/ 133073 h 193092"/>
                <a:gd name="connsiteX14" fmla="*/ 163224 w 326425"/>
                <a:gd name="connsiteY14" fmla="*/ 25176 h 193092"/>
                <a:gd name="connsiteX15" fmla="*/ 24804 w 326425"/>
                <a:gd name="connsiteY15" fmla="*/ 133150 h 193092"/>
                <a:gd name="connsiteX16" fmla="*/ 9541 w 326425"/>
                <a:gd name="connsiteY16" fmla="*/ 142313 h 193092"/>
                <a:gd name="connsiteX17" fmla="*/ 378 w 326425"/>
                <a:gd name="connsiteY17" fmla="*/ 127049 h 193092"/>
                <a:gd name="connsiteX18" fmla="*/ 163224 w 326425"/>
                <a:gd name="connsiteY18" fmla="*/ 0 h 19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26425" h="193092">
                  <a:moveTo>
                    <a:pt x="163224" y="58821"/>
                  </a:moveTo>
                  <a:cubicBezTo>
                    <a:pt x="200301" y="58821"/>
                    <a:pt x="230359" y="88879"/>
                    <a:pt x="230359" y="125957"/>
                  </a:cubicBezTo>
                  <a:cubicBezTo>
                    <a:pt x="230359" y="163036"/>
                    <a:pt x="200301" y="193092"/>
                    <a:pt x="163224" y="193092"/>
                  </a:cubicBezTo>
                  <a:cubicBezTo>
                    <a:pt x="126145" y="193092"/>
                    <a:pt x="96087" y="163036"/>
                    <a:pt x="96087" y="125957"/>
                  </a:cubicBezTo>
                  <a:cubicBezTo>
                    <a:pt x="96087" y="88879"/>
                    <a:pt x="126145" y="58821"/>
                    <a:pt x="163224" y="58821"/>
                  </a:cubicBezTo>
                  <a:close/>
                  <a:moveTo>
                    <a:pt x="163224" y="83997"/>
                  </a:moveTo>
                  <a:cubicBezTo>
                    <a:pt x="140050" y="83997"/>
                    <a:pt x="121263" y="102783"/>
                    <a:pt x="121263" y="125957"/>
                  </a:cubicBezTo>
                  <a:cubicBezTo>
                    <a:pt x="121263" y="149130"/>
                    <a:pt x="140050" y="167916"/>
                    <a:pt x="163224" y="167916"/>
                  </a:cubicBezTo>
                  <a:cubicBezTo>
                    <a:pt x="186397" y="167916"/>
                    <a:pt x="205183" y="149130"/>
                    <a:pt x="205183" y="125957"/>
                  </a:cubicBezTo>
                  <a:cubicBezTo>
                    <a:pt x="205183" y="102783"/>
                    <a:pt x="186397" y="83997"/>
                    <a:pt x="163224" y="83997"/>
                  </a:cubicBezTo>
                  <a:close/>
                  <a:moveTo>
                    <a:pt x="163224" y="0"/>
                  </a:moveTo>
                  <a:cubicBezTo>
                    <a:pt x="240656" y="0"/>
                    <a:pt x="307500" y="52870"/>
                    <a:pt x="326046" y="126960"/>
                  </a:cubicBezTo>
                  <a:cubicBezTo>
                    <a:pt x="327734" y="133704"/>
                    <a:pt x="323636" y="140540"/>
                    <a:pt x="316892" y="142229"/>
                  </a:cubicBezTo>
                  <a:cubicBezTo>
                    <a:pt x="310147" y="143915"/>
                    <a:pt x="303312" y="139818"/>
                    <a:pt x="301624" y="133073"/>
                  </a:cubicBezTo>
                  <a:cubicBezTo>
                    <a:pt x="285865" y="70123"/>
                    <a:pt x="229038" y="25176"/>
                    <a:pt x="163224" y="25176"/>
                  </a:cubicBezTo>
                  <a:cubicBezTo>
                    <a:pt x="97379" y="25176"/>
                    <a:pt x="40534" y="70161"/>
                    <a:pt x="24804" y="133150"/>
                  </a:cubicBezTo>
                  <a:cubicBezTo>
                    <a:pt x="23119" y="139894"/>
                    <a:pt x="16286" y="143996"/>
                    <a:pt x="9541" y="142313"/>
                  </a:cubicBezTo>
                  <a:cubicBezTo>
                    <a:pt x="2796" y="140627"/>
                    <a:pt x="-1306" y="133795"/>
                    <a:pt x="378" y="127049"/>
                  </a:cubicBezTo>
                  <a:cubicBezTo>
                    <a:pt x="18892" y="52915"/>
                    <a:pt x="85757" y="0"/>
                    <a:pt x="163224"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62" name="Group 61">
            <a:extLst>
              <a:ext uri="{FF2B5EF4-FFF2-40B4-BE49-F238E27FC236}">
                <a16:creationId xmlns:a16="http://schemas.microsoft.com/office/drawing/2014/main" id="{8B0E3658-F704-1524-FBBA-E4A0C69CDFD0}"/>
              </a:ext>
              <a:ext uri="{C183D7F6-B498-43B3-948B-1728B52AA6E4}">
                <adec:decorative xmlns:adec="http://schemas.microsoft.com/office/drawing/2017/decorative" val="1"/>
              </a:ext>
            </a:extLst>
          </p:cNvPr>
          <p:cNvGrpSpPr/>
          <p:nvPr/>
        </p:nvGrpSpPr>
        <p:grpSpPr>
          <a:xfrm>
            <a:off x="4527139" y="2167936"/>
            <a:ext cx="814118" cy="814118"/>
            <a:chOff x="4527139" y="2167936"/>
            <a:chExt cx="814118" cy="814118"/>
          </a:xfrm>
        </p:grpSpPr>
        <p:sp>
          <p:nvSpPr>
            <p:cNvPr id="63" name="Oval 62">
              <a:extLst>
                <a:ext uri="{FF2B5EF4-FFF2-40B4-BE49-F238E27FC236}">
                  <a16:creationId xmlns:a16="http://schemas.microsoft.com/office/drawing/2014/main" id="{22433ACE-F04C-3C24-782B-91EDD85111A2}"/>
                </a:ext>
                <a:ext uri="{C183D7F6-B498-43B3-948B-1728B52AA6E4}">
                  <adec:decorative xmlns:adec="http://schemas.microsoft.com/office/drawing/2017/decorative" val="1"/>
                </a:ext>
              </a:extLst>
            </p:cNvPr>
            <p:cNvSpPr/>
            <p:nvPr/>
          </p:nvSpPr>
          <p:spPr>
            <a:xfrm>
              <a:off x="4527139" y="2167936"/>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dirty="0">
                <a:ln w="3175">
                  <a:noFill/>
                </a:ln>
                <a:solidFill>
                  <a:schemeClr val="bg1"/>
                </a:solidFill>
                <a:latin typeface="+mj-lt"/>
              </a:endParaRPr>
            </a:p>
          </p:txBody>
        </p:sp>
        <p:sp>
          <p:nvSpPr>
            <p:cNvPr id="64" name="Free-form: Shape 218" descr="Icon of a bulleted list with a warning sign">
              <a:extLst>
                <a:ext uri="{FF2B5EF4-FFF2-40B4-BE49-F238E27FC236}">
                  <a16:creationId xmlns:a16="http://schemas.microsoft.com/office/drawing/2014/main" id="{6BFC3E05-F86E-CEFC-162D-6906FA15BB3F}"/>
                </a:ext>
              </a:extLst>
            </p:cNvPr>
            <p:cNvSpPr>
              <a:spLocks noChangeAspect="1"/>
            </p:cNvSpPr>
            <p:nvPr/>
          </p:nvSpPr>
          <p:spPr>
            <a:xfrm>
              <a:off x="4743946" y="2384752"/>
              <a:ext cx="380504" cy="380486"/>
            </a:xfrm>
            <a:custGeom>
              <a:avLst/>
              <a:gdLst>
                <a:gd name="connsiteX0" fmla="*/ 276225 w 380998"/>
                <a:gd name="connsiteY0" fmla="*/ 323850 h 380980"/>
                <a:gd name="connsiteX1" fmla="*/ 261937 w 380998"/>
                <a:gd name="connsiteY1" fmla="*/ 338137 h 380980"/>
                <a:gd name="connsiteX2" fmla="*/ 276225 w 380998"/>
                <a:gd name="connsiteY2" fmla="*/ 352425 h 380980"/>
                <a:gd name="connsiteX3" fmla="*/ 290512 w 380998"/>
                <a:gd name="connsiteY3" fmla="*/ 338137 h 380980"/>
                <a:gd name="connsiteX4" fmla="*/ 276225 w 380998"/>
                <a:gd name="connsiteY4" fmla="*/ 323850 h 380980"/>
                <a:gd name="connsiteX5" fmla="*/ 276148 w 380998"/>
                <a:gd name="connsiteY5" fmla="*/ 228600 h 380980"/>
                <a:gd name="connsiteX6" fmla="*/ 266623 w 380998"/>
                <a:gd name="connsiteY6" fmla="*/ 238125 h 380980"/>
                <a:gd name="connsiteX7" fmla="*/ 266623 w 380998"/>
                <a:gd name="connsiteY7" fmla="*/ 295275 h 380980"/>
                <a:gd name="connsiteX8" fmla="*/ 276148 w 380998"/>
                <a:gd name="connsiteY8" fmla="*/ 304800 h 380980"/>
                <a:gd name="connsiteX9" fmla="*/ 285673 w 380998"/>
                <a:gd name="connsiteY9" fmla="*/ 295275 h 380980"/>
                <a:gd name="connsiteX10" fmla="*/ 285673 w 380998"/>
                <a:gd name="connsiteY10" fmla="*/ 238125 h 380980"/>
                <a:gd name="connsiteX11" fmla="*/ 276148 w 380998"/>
                <a:gd name="connsiteY11" fmla="*/ 228600 h 380980"/>
                <a:gd name="connsiteX12" fmla="*/ 157162 w 380998"/>
                <a:gd name="connsiteY12" fmla="*/ 228600 h 380980"/>
                <a:gd name="connsiteX13" fmla="*/ 215969 w 380998"/>
                <a:gd name="connsiteY13" fmla="*/ 228600 h 380980"/>
                <a:gd name="connsiteX14" fmla="*/ 199624 w 380998"/>
                <a:gd name="connsiteY14" fmla="*/ 257175 h 380980"/>
                <a:gd name="connsiteX15" fmla="*/ 157162 w 380998"/>
                <a:gd name="connsiteY15" fmla="*/ 257175 h 380980"/>
                <a:gd name="connsiteX16" fmla="*/ 142875 w 380998"/>
                <a:gd name="connsiteY16" fmla="*/ 242887 h 380980"/>
                <a:gd name="connsiteX17" fmla="*/ 157162 w 380998"/>
                <a:gd name="connsiteY17" fmla="*/ 228600 h 380980"/>
                <a:gd name="connsiteX18" fmla="*/ 90487 w 380998"/>
                <a:gd name="connsiteY18" fmla="*/ 223837 h 380980"/>
                <a:gd name="connsiteX19" fmla="*/ 109537 w 380998"/>
                <a:gd name="connsiteY19" fmla="*/ 242887 h 380980"/>
                <a:gd name="connsiteX20" fmla="*/ 90487 w 380998"/>
                <a:gd name="connsiteY20" fmla="*/ 261937 h 380980"/>
                <a:gd name="connsiteX21" fmla="*/ 71437 w 380998"/>
                <a:gd name="connsiteY21" fmla="*/ 242887 h 380980"/>
                <a:gd name="connsiteX22" fmla="*/ 90487 w 380998"/>
                <a:gd name="connsiteY22" fmla="*/ 223837 h 380980"/>
                <a:gd name="connsiteX23" fmla="*/ 268757 w 380998"/>
                <a:gd name="connsiteY23" fmla="*/ 191509 h 380980"/>
                <a:gd name="connsiteX24" fmla="*/ 300951 w 380998"/>
                <a:gd name="connsiteY24" fmla="*/ 204882 h 380980"/>
                <a:gd name="connsiteX25" fmla="*/ 377228 w 380998"/>
                <a:gd name="connsiteY25" fmla="*/ 338194 h 380980"/>
                <a:gd name="connsiteX26" fmla="*/ 379990 w 380998"/>
                <a:gd name="connsiteY26" fmla="*/ 359892 h 380980"/>
                <a:gd name="connsiteX27" fmla="*/ 352482 w 380998"/>
                <a:gd name="connsiteY27" fmla="*/ 380980 h 380980"/>
                <a:gd name="connsiteX28" fmla="*/ 199967 w 380998"/>
                <a:gd name="connsiteY28" fmla="*/ 380980 h 380980"/>
                <a:gd name="connsiteX29" fmla="*/ 179812 w 380998"/>
                <a:gd name="connsiteY29" fmla="*/ 372598 h 380980"/>
                <a:gd name="connsiteX30" fmla="*/ 175240 w 380998"/>
                <a:gd name="connsiteY30" fmla="*/ 338194 h 380980"/>
                <a:gd name="connsiteX31" fmla="*/ 251479 w 380998"/>
                <a:gd name="connsiteY31" fmla="*/ 204863 h 380980"/>
                <a:gd name="connsiteX32" fmla="*/ 268757 w 380998"/>
                <a:gd name="connsiteY32" fmla="*/ 191509 h 380980"/>
                <a:gd name="connsiteX33" fmla="*/ 157162 w 380998"/>
                <a:gd name="connsiteY33" fmla="*/ 157162 h 380980"/>
                <a:gd name="connsiteX34" fmla="*/ 261937 w 380998"/>
                <a:gd name="connsiteY34" fmla="*/ 157162 h 380980"/>
                <a:gd name="connsiteX35" fmla="*/ 276225 w 380998"/>
                <a:gd name="connsiteY35" fmla="*/ 171450 h 380980"/>
                <a:gd name="connsiteX36" fmla="*/ 242239 w 380998"/>
                <a:gd name="connsiteY36" fmla="*/ 185737 h 380980"/>
                <a:gd name="connsiteX37" fmla="*/ 157162 w 380998"/>
                <a:gd name="connsiteY37" fmla="*/ 185737 h 380980"/>
                <a:gd name="connsiteX38" fmla="*/ 142875 w 380998"/>
                <a:gd name="connsiteY38" fmla="*/ 171450 h 380980"/>
                <a:gd name="connsiteX39" fmla="*/ 157162 w 380998"/>
                <a:gd name="connsiteY39" fmla="*/ 157162 h 380980"/>
                <a:gd name="connsiteX40" fmla="*/ 90487 w 380998"/>
                <a:gd name="connsiteY40" fmla="*/ 152400 h 380980"/>
                <a:gd name="connsiteX41" fmla="*/ 109537 w 380998"/>
                <a:gd name="connsiteY41" fmla="*/ 171450 h 380980"/>
                <a:gd name="connsiteX42" fmla="*/ 90487 w 380998"/>
                <a:gd name="connsiteY42" fmla="*/ 190500 h 380980"/>
                <a:gd name="connsiteX43" fmla="*/ 71437 w 380998"/>
                <a:gd name="connsiteY43" fmla="*/ 171450 h 380980"/>
                <a:gd name="connsiteX44" fmla="*/ 90487 w 380998"/>
                <a:gd name="connsiteY44" fmla="*/ 152400 h 380980"/>
                <a:gd name="connsiteX45" fmla="*/ 157162 w 380998"/>
                <a:gd name="connsiteY45" fmla="*/ 85725 h 380980"/>
                <a:gd name="connsiteX46" fmla="*/ 261937 w 380998"/>
                <a:gd name="connsiteY46" fmla="*/ 85725 h 380980"/>
                <a:gd name="connsiteX47" fmla="*/ 276225 w 380998"/>
                <a:gd name="connsiteY47" fmla="*/ 100012 h 380980"/>
                <a:gd name="connsiteX48" fmla="*/ 261937 w 380998"/>
                <a:gd name="connsiteY48" fmla="*/ 114300 h 380980"/>
                <a:gd name="connsiteX49" fmla="*/ 157162 w 380998"/>
                <a:gd name="connsiteY49" fmla="*/ 114300 h 380980"/>
                <a:gd name="connsiteX50" fmla="*/ 142875 w 380998"/>
                <a:gd name="connsiteY50" fmla="*/ 100012 h 380980"/>
                <a:gd name="connsiteX51" fmla="*/ 157162 w 380998"/>
                <a:gd name="connsiteY51" fmla="*/ 85725 h 380980"/>
                <a:gd name="connsiteX52" fmla="*/ 90487 w 380998"/>
                <a:gd name="connsiteY52" fmla="*/ 80962 h 380980"/>
                <a:gd name="connsiteX53" fmla="*/ 109537 w 380998"/>
                <a:gd name="connsiteY53" fmla="*/ 100012 h 380980"/>
                <a:gd name="connsiteX54" fmla="*/ 90487 w 380998"/>
                <a:gd name="connsiteY54" fmla="*/ 119062 h 380980"/>
                <a:gd name="connsiteX55" fmla="*/ 71437 w 380998"/>
                <a:gd name="connsiteY55" fmla="*/ 100012 h 380980"/>
                <a:gd name="connsiteX56" fmla="*/ 90487 w 380998"/>
                <a:gd name="connsiteY56" fmla="*/ 80962 h 380980"/>
                <a:gd name="connsiteX57" fmla="*/ 42863 w 380998"/>
                <a:gd name="connsiteY57" fmla="*/ 0 h 380980"/>
                <a:gd name="connsiteX58" fmla="*/ 300038 w 380998"/>
                <a:gd name="connsiteY58" fmla="*/ 0 h 380980"/>
                <a:gd name="connsiteX59" fmla="*/ 342900 w 380998"/>
                <a:gd name="connsiteY59" fmla="*/ 42863 h 380980"/>
                <a:gd name="connsiteX60" fmla="*/ 342900 w 380998"/>
                <a:gd name="connsiteY60" fmla="*/ 239820 h 380980"/>
                <a:gd name="connsiteX61" fmla="*/ 317487 w 380998"/>
                <a:gd name="connsiteY61" fmla="*/ 195415 h 380980"/>
                <a:gd name="connsiteX62" fmla="*/ 314325 w 380998"/>
                <a:gd name="connsiteY62" fmla="*/ 190576 h 380980"/>
                <a:gd name="connsiteX63" fmla="*/ 314325 w 380998"/>
                <a:gd name="connsiteY63" fmla="*/ 42863 h 380980"/>
                <a:gd name="connsiteX64" fmla="*/ 300038 w 380998"/>
                <a:gd name="connsiteY64" fmla="*/ 28575 h 380980"/>
                <a:gd name="connsiteX65" fmla="*/ 42863 w 380998"/>
                <a:gd name="connsiteY65" fmla="*/ 28575 h 380980"/>
                <a:gd name="connsiteX66" fmla="*/ 28575 w 380998"/>
                <a:gd name="connsiteY66" fmla="*/ 42863 h 380980"/>
                <a:gd name="connsiteX67" fmla="*/ 28575 w 380998"/>
                <a:gd name="connsiteY67" fmla="*/ 300038 h 380980"/>
                <a:gd name="connsiteX68" fmla="*/ 42863 w 380998"/>
                <a:gd name="connsiteY68" fmla="*/ 314325 h 380980"/>
                <a:gd name="connsiteX69" fmla="*/ 166935 w 380998"/>
                <a:gd name="connsiteY69" fmla="*/ 314325 h 380980"/>
                <a:gd name="connsiteX70" fmla="*/ 158687 w 380998"/>
                <a:gd name="connsiteY70" fmla="*/ 328727 h 380980"/>
                <a:gd name="connsiteX71" fmla="*/ 153353 w 380998"/>
                <a:gd name="connsiteY71" fmla="*/ 342900 h 380980"/>
                <a:gd name="connsiteX72" fmla="*/ 42863 w 380998"/>
                <a:gd name="connsiteY72" fmla="*/ 342900 h 380980"/>
                <a:gd name="connsiteX73" fmla="*/ 0 w 380998"/>
                <a:gd name="connsiteY73" fmla="*/ 300038 h 380980"/>
                <a:gd name="connsiteX74" fmla="*/ 0 w 380998"/>
                <a:gd name="connsiteY74" fmla="*/ 42863 h 380980"/>
                <a:gd name="connsiteX75" fmla="*/ 42863 w 380998"/>
                <a:gd name="connsiteY75" fmla="*/ 0 h 38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80998" h="380980">
                  <a:moveTo>
                    <a:pt x="276225" y="323850"/>
                  </a:moveTo>
                  <a:cubicBezTo>
                    <a:pt x="268334" y="323850"/>
                    <a:pt x="261937" y="330247"/>
                    <a:pt x="261937" y="338137"/>
                  </a:cubicBezTo>
                  <a:cubicBezTo>
                    <a:pt x="261937" y="346028"/>
                    <a:pt x="268334" y="352425"/>
                    <a:pt x="276225" y="352425"/>
                  </a:cubicBezTo>
                  <a:cubicBezTo>
                    <a:pt x="284115" y="352425"/>
                    <a:pt x="290512" y="346028"/>
                    <a:pt x="290512" y="338137"/>
                  </a:cubicBezTo>
                  <a:cubicBezTo>
                    <a:pt x="290512" y="330247"/>
                    <a:pt x="284115" y="323850"/>
                    <a:pt x="276225" y="323850"/>
                  </a:cubicBezTo>
                  <a:close/>
                  <a:moveTo>
                    <a:pt x="276148" y="228600"/>
                  </a:moveTo>
                  <a:cubicBezTo>
                    <a:pt x="270889" y="228600"/>
                    <a:pt x="266623" y="232865"/>
                    <a:pt x="266623" y="238125"/>
                  </a:cubicBezTo>
                  <a:lnTo>
                    <a:pt x="266623" y="295275"/>
                  </a:lnTo>
                  <a:cubicBezTo>
                    <a:pt x="266623" y="300534"/>
                    <a:pt x="270889" y="304800"/>
                    <a:pt x="276148" y="304800"/>
                  </a:cubicBezTo>
                  <a:cubicBezTo>
                    <a:pt x="281408" y="304800"/>
                    <a:pt x="285673" y="300534"/>
                    <a:pt x="285673" y="295275"/>
                  </a:cubicBezTo>
                  <a:lnTo>
                    <a:pt x="285673" y="238125"/>
                  </a:lnTo>
                  <a:cubicBezTo>
                    <a:pt x="285673" y="232865"/>
                    <a:pt x="281408" y="228600"/>
                    <a:pt x="276148" y="228600"/>
                  </a:cubicBezTo>
                  <a:close/>
                  <a:moveTo>
                    <a:pt x="157162" y="228600"/>
                  </a:moveTo>
                  <a:lnTo>
                    <a:pt x="215969" y="228600"/>
                  </a:lnTo>
                  <a:lnTo>
                    <a:pt x="199624" y="257175"/>
                  </a:lnTo>
                  <a:lnTo>
                    <a:pt x="157162" y="257175"/>
                  </a:lnTo>
                  <a:cubicBezTo>
                    <a:pt x="149271" y="257175"/>
                    <a:pt x="142875" y="250778"/>
                    <a:pt x="142875" y="242887"/>
                  </a:cubicBezTo>
                  <a:cubicBezTo>
                    <a:pt x="142875" y="234997"/>
                    <a:pt x="149271" y="228600"/>
                    <a:pt x="157162" y="228600"/>
                  </a:cubicBezTo>
                  <a:close/>
                  <a:moveTo>
                    <a:pt x="90487" y="223837"/>
                  </a:moveTo>
                  <a:cubicBezTo>
                    <a:pt x="101008" y="223837"/>
                    <a:pt x="109537" y="232366"/>
                    <a:pt x="109537" y="242887"/>
                  </a:cubicBezTo>
                  <a:cubicBezTo>
                    <a:pt x="109537" y="253408"/>
                    <a:pt x="101008" y="261937"/>
                    <a:pt x="90487" y="261937"/>
                  </a:cubicBezTo>
                  <a:cubicBezTo>
                    <a:pt x="79966" y="261937"/>
                    <a:pt x="71437" y="253408"/>
                    <a:pt x="71437" y="242887"/>
                  </a:cubicBezTo>
                  <a:cubicBezTo>
                    <a:pt x="71437" y="232366"/>
                    <a:pt x="79966" y="223837"/>
                    <a:pt x="90487" y="223837"/>
                  </a:cubicBezTo>
                  <a:close/>
                  <a:moveTo>
                    <a:pt x="268757" y="191509"/>
                  </a:moveTo>
                  <a:cubicBezTo>
                    <a:pt x="281280" y="188132"/>
                    <a:pt x="294507" y="193626"/>
                    <a:pt x="300951" y="204882"/>
                  </a:cubicBezTo>
                  <a:lnTo>
                    <a:pt x="377228" y="338194"/>
                  </a:lnTo>
                  <a:cubicBezTo>
                    <a:pt x="381133" y="345052"/>
                    <a:pt x="381914" y="352825"/>
                    <a:pt x="379990" y="359892"/>
                  </a:cubicBezTo>
                  <a:cubicBezTo>
                    <a:pt x="376658" y="372343"/>
                    <a:pt x="365371" y="380996"/>
                    <a:pt x="352482" y="380980"/>
                  </a:cubicBezTo>
                  <a:lnTo>
                    <a:pt x="199967" y="380980"/>
                  </a:lnTo>
                  <a:cubicBezTo>
                    <a:pt x="192100" y="380980"/>
                    <a:pt x="184975" y="377799"/>
                    <a:pt x="179812" y="372598"/>
                  </a:cubicBezTo>
                  <a:cubicBezTo>
                    <a:pt x="170670" y="363491"/>
                    <a:pt x="168794" y="349373"/>
                    <a:pt x="175240" y="338194"/>
                  </a:cubicBezTo>
                  <a:lnTo>
                    <a:pt x="251479" y="204863"/>
                  </a:lnTo>
                  <a:cubicBezTo>
                    <a:pt x="255228" y="198285"/>
                    <a:pt x="261447" y="193479"/>
                    <a:pt x="268757" y="191509"/>
                  </a:cubicBezTo>
                  <a:close/>
                  <a:moveTo>
                    <a:pt x="157162" y="157162"/>
                  </a:moveTo>
                  <a:lnTo>
                    <a:pt x="261937" y="157162"/>
                  </a:lnTo>
                  <a:cubicBezTo>
                    <a:pt x="269828" y="157162"/>
                    <a:pt x="276225" y="163559"/>
                    <a:pt x="276225" y="171450"/>
                  </a:cubicBezTo>
                  <a:cubicBezTo>
                    <a:pt x="263436" y="171448"/>
                    <a:pt x="251185" y="176599"/>
                    <a:pt x="242239" y="185737"/>
                  </a:cubicBezTo>
                  <a:lnTo>
                    <a:pt x="157162" y="185737"/>
                  </a:lnTo>
                  <a:cubicBezTo>
                    <a:pt x="149271" y="185737"/>
                    <a:pt x="142875" y="179340"/>
                    <a:pt x="142875" y="171450"/>
                  </a:cubicBezTo>
                  <a:cubicBezTo>
                    <a:pt x="142875" y="163559"/>
                    <a:pt x="149271" y="157162"/>
                    <a:pt x="157162" y="157162"/>
                  </a:cubicBezTo>
                  <a:close/>
                  <a:moveTo>
                    <a:pt x="90487" y="152400"/>
                  </a:moveTo>
                  <a:cubicBezTo>
                    <a:pt x="101008" y="152400"/>
                    <a:pt x="109537" y="160928"/>
                    <a:pt x="109537" y="171450"/>
                  </a:cubicBezTo>
                  <a:cubicBezTo>
                    <a:pt x="109537" y="181971"/>
                    <a:pt x="101008" y="190500"/>
                    <a:pt x="90487" y="190500"/>
                  </a:cubicBezTo>
                  <a:cubicBezTo>
                    <a:pt x="79966" y="190500"/>
                    <a:pt x="71437" y="181971"/>
                    <a:pt x="71437" y="171450"/>
                  </a:cubicBezTo>
                  <a:cubicBezTo>
                    <a:pt x="71437" y="160928"/>
                    <a:pt x="79966" y="152400"/>
                    <a:pt x="90487" y="152400"/>
                  </a:cubicBezTo>
                  <a:close/>
                  <a:moveTo>
                    <a:pt x="157162" y="85725"/>
                  </a:moveTo>
                  <a:lnTo>
                    <a:pt x="261937" y="85725"/>
                  </a:lnTo>
                  <a:cubicBezTo>
                    <a:pt x="269828" y="85725"/>
                    <a:pt x="276225" y="92121"/>
                    <a:pt x="276225" y="100012"/>
                  </a:cubicBezTo>
                  <a:cubicBezTo>
                    <a:pt x="276225" y="107903"/>
                    <a:pt x="269828" y="114300"/>
                    <a:pt x="261937" y="114300"/>
                  </a:cubicBezTo>
                  <a:lnTo>
                    <a:pt x="157162" y="114300"/>
                  </a:lnTo>
                  <a:cubicBezTo>
                    <a:pt x="149271" y="114300"/>
                    <a:pt x="142875" y="107903"/>
                    <a:pt x="142875" y="100012"/>
                  </a:cubicBezTo>
                  <a:cubicBezTo>
                    <a:pt x="142875" y="92121"/>
                    <a:pt x="149271" y="85725"/>
                    <a:pt x="157162" y="85725"/>
                  </a:cubicBezTo>
                  <a:close/>
                  <a:moveTo>
                    <a:pt x="90487" y="80962"/>
                  </a:moveTo>
                  <a:cubicBezTo>
                    <a:pt x="101008" y="80962"/>
                    <a:pt x="109537" y="89491"/>
                    <a:pt x="109537" y="100012"/>
                  </a:cubicBezTo>
                  <a:cubicBezTo>
                    <a:pt x="109537" y="110533"/>
                    <a:pt x="101008" y="119062"/>
                    <a:pt x="90487" y="119062"/>
                  </a:cubicBezTo>
                  <a:cubicBezTo>
                    <a:pt x="79966" y="119062"/>
                    <a:pt x="71437" y="110533"/>
                    <a:pt x="71437" y="100012"/>
                  </a:cubicBezTo>
                  <a:cubicBezTo>
                    <a:pt x="71437" y="89491"/>
                    <a:pt x="79966" y="80962"/>
                    <a:pt x="90487" y="80962"/>
                  </a:cubicBezTo>
                  <a:close/>
                  <a:moveTo>
                    <a:pt x="42863" y="0"/>
                  </a:moveTo>
                  <a:lnTo>
                    <a:pt x="300038" y="0"/>
                  </a:lnTo>
                  <a:cubicBezTo>
                    <a:pt x="323709" y="0"/>
                    <a:pt x="342900" y="19190"/>
                    <a:pt x="342900" y="42863"/>
                  </a:cubicBezTo>
                  <a:lnTo>
                    <a:pt x="342900" y="239820"/>
                  </a:lnTo>
                  <a:lnTo>
                    <a:pt x="317487" y="195415"/>
                  </a:lnTo>
                  <a:cubicBezTo>
                    <a:pt x="316535" y="193739"/>
                    <a:pt x="315468" y="192100"/>
                    <a:pt x="314325" y="190576"/>
                  </a:cubicBezTo>
                  <a:lnTo>
                    <a:pt x="314325" y="42863"/>
                  </a:lnTo>
                  <a:cubicBezTo>
                    <a:pt x="314325" y="34972"/>
                    <a:pt x="307928" y="28575"/>
                    <a:pt x="300038" y="28575"/>
                  </a:cubicBezTo>
                  <a:lnTo>
                    <a:pt x="42863" y="28575"/>
                  </a:lnTo>
                  <a:cubicBezTo>
                    <a:pt x="34972" y="28575"/>
                    <a:pt x="28575" y="34972"/>
                    <a:pt x="28575" y="42863"/>
                  </a:cubicBezTo>
                  <a:lnTo>
                    <a:pt x="28575" y="300038"/>
                  </a:lnTo>
                  <a:cubicBezTo>
                    <a:pt x="28575" y="307928"/>
                    <a:pt x="34972" y="314325"/>
                    <a:pt x="42863" y="314325"/>
                  </a:cubicBezTo>
                  <a:lnTo>
                    <a:pt x="166935" y="314325"/>
                  </a:lnTo>
                  <a:lnTo>
                    <a:pt x="158687" y="328727"/>
                  </a:lnTo>
                  <a:cubicBezTo>
                    <a:pt x="156153" y="333165"/>
                    <a:pt x="154362" y="337947"/>
                    <a:pt x="153353" y="342900"/>
                  </a:cubicBezTo>
                  <a:lnTo>
                    <a:pt x="42863" y="342900"/>
                  </a:lnTo>
                  <a:cubicBezTo>
                    <a:pt x="19190" y="342900"/>
                    <a:pt x="0" y="323709"/>
                    <a:pt x="0" y="300038"/>
                  </a:cubicBezTo>
                  <a:lnTo>
                    <a:pt x="0" y="42863"/>
                  </a:lnTo>
                  <a:cubicBezTo>
                    <a:pt x="0" y="19190"/>
                    <a:pt x="19190" y="0"/>
                    <a:pt x="42863"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grpSp>
        <p:nvGrpSpPr>
          <p:cNvPr id="65" name="Group 64">
            <a:extLst>
              <a:ext uri="{FF2B5EF4-FFF2-40B4-BE49-F238E27FC236}">
                <a16:creationId xmlns:a16="http://schemas.microsoft.com/office/drawing/2014/main" id="{A59C785B-1E4F-D763-D65C-770AF091C161}"/>
              </a:ext>
              <a:ext uri="{C183D7F6-B498-43B3-948B-1728B52AA6E4}">
                <adec:decorative xmlns:adec="http://schemas.microsoft.com/office/drawing/2017/decorative" val="1"/>
              </a:ext>
            </a:extLst>
          </p:cNvPr>
          <p:cNvGrpSpPr/>
          <p:nvPr/>
        </p:nvGrpSpPr>
        <p:grpSpPr>
          <a:xfrm>
            <a:off x="6868411" y="2167936"/>
            <a:ext cx="814118" cy="814118"/>
            <a:chOff x="6868411" y="2167936"/>
            <a:chExt cx="814118" cy="814118"/>
          </a:xfrm>
        </p:grpSpPr>
        <p:sp>
          <p:nvSpPr>
            <p:cNvPr id="66" name="Oval 65">
              <a:extLst>
                <a:ext uri="{FF2B5EF4-FFF2-40B4-BE49-F238E27FC236}">
                  <a16:creationId xmlns:a16="http://schemas.microsoft.com/office/drawing/2014/main" id="{6B14A98E-C66B-8F39-BA8F-28EA4B6C0070}"/>
                </a:ext>
                <a:ext uri="{C183D7F6-B498-43B3-948B-1728B52AA6E4}">
                  <adec:decorative xmlns:adec="http://schemas.microsoft.com/office/drawing/2017/decorative" val="1"/>
                </a:ext>
              </a:extLst>
            </p:cNvPr>
            <p:cNvSpPr/>
            <p:nvPr/>
          </p:nvSpPr>
          <p:spPr>
            <a:xfrm>
              <a:off x="6868411" y="2167936"/>
              <a:ext cx="814118" cy="814118"/>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dirty="0">
                <a:ln w="3175">
                  <a:noFill/>
                </a:ln>
                <a:solidFill>
                  <a:schemeClr val="bg1"/>
                </a:solidFill>
                <a:latin typeface="+mj-lt"/>
              </a:endParaRPr>
            </a:p>
          </p:txBody>
        </p:sp>
        <p:sp>
          <p:nvSpPr>
            <p:cNvPr id="67" name="Freeform: Shape 66" descr="Icon of a person on the screen with a star">
              <a:extLst>
                <a:ext uri="{FF2B5EF4-FFF2-40B4-BE49-F238E27FC236}">
                  <a16:creationId xmlns:a16="http://schemas.microsoft.com/office/drawing/2014/main" id="{E76A0E05-F86B-9523-DD31-070780BCABF0}"/>
                </a:ext>
              </a:extLst>
            </p:cNvPr>
            <p:cNvSpPr/>
            <p:nvPr/>
          </p:nvSpPr>
          <p:spPr>
            <a:xfrm>
              <a:off x="7075720" y="2394269"/>
              <a:ext cx="399500" cy="361452"/>
            </a:xfrm>
            <a:custGeom>
              <a:avLst/>
              <a:gdLst>
                <a:gd name="connsiteX0" fmla="*/ 200413 w 274320"/>
                <a:gd name="connsiteY0" fmla="*/ 130926 h 248194"/>
                <a:gd name="connsiteX1" fmla="*/ 195225 w 274320"/>
                <a:gd name="connsiteY1" fmla="*/ 136116 h 248194"/>
                <a:gd name="connsiteX2" fmla="*/ 187949 w 274320"/>
                <a:gd name="connsiteY2" fmla="*/ 159471 h 248194"/>
                <a:gd name="connsiteX3" fmla="*/ 164396 w 274320"/>
                <a:gd name="connsiteY3" fmla="*/ 159471 h 248194"/>
                <a:gd name="connsiteX4" fmla="*/ 159916 w 274320"/>
                <a:gd name="connsiteY4" fmla="*/ 173841 h 248194"/>
                <a:gd name="connsiteX5" fmla="*/ 178962 w 274320"/>
                <a:gd name="connsiteY5" fmla="*/ 188275 h 248194"/>
                <a:gd name="connsiteX6" fmla="*/ 171685 w 274320"/>
                <a:gd name="connsiteY6" fmla="*/ 211618 h 248194"/>
                <a:gd name="connsiteX7" fmla="*/ 183429 w 274320"/>
                <a:gd name="connsiteY7" fmla="*/ 220515 h 248194"/>
                <a:gd name="connsiteX8" fmla="*/ 202475 w 274320"/>
                <a:gd name="connsiteY8" fmla="*/ 206093 h 248194"/>
                <a:gd name="connsiteX9" fmla="*/ 221520 w 274320"/>
                <a:gd name="connsiteY9" fmla="*/ 220515 h 248194"/>
                <a:gd name="connsiteX10" fmla="*/ 233264 w 274320"/>
                <a:gd name="connsiteY10" fmla="*/ 211632 h 248194"/>
                <a:gd name="connsiteX11" fmla="*/ 225987 w 274320"/>
                <a:gd name="connsiteY11" fmla="*/ 188275 h 248194"/>
                <a:gd name="connsiteX12" fmla="*/ 245033 w 274320"/>
                <a:gd name="connsiteY12" fmla="*/ 173853 h 248194"/>
                <a:gd name="connsiteX13" fmla="*/ 240553 w 274320"/>
                <a:gd name="connsiteY13" fmla="*/ 159471 h 248194"/>
                <a:gd name="connsiteX14" fmla="*/ 217000 w 274320"/>
                <a:gd name="connsiteY14" fmla="*/ 159471 h 248194"/>
                <a:gd name="connsiteX15" fmla="*/ 209725 w 274320"/>
                <a:gd name="connsiteY15" fmla="*/ 136128 h 248194"/>
                <a:gd name="connsiteX16" fmla="*/ 209725 w 274320"/>
                <a:gd name="connsiteY16" fmla="*/ 136116 h 248194"/>
                <a:gd name="connsiteX17" fmla="*/ 200413 w 274320"/>
                <a:gd name="connsiteY17" fmla="*/ 130926 h 248194"/>
                <a:gd name="connsiteX18" fmla="*/ 202475 w 274320"/>
                <a:gd name="connsiteY18" fmla="*/ 104503 h 248194"/>
                <a:gd name="connsiteX19" fmla="*/ 274320 w 274320"/>
                <a:gd name="connsiteY19" fmla="*/ 176349 h 248194"/>
                <a:gd name="connsiteX20" fmla="*/ 202475 w 274320"/>
                <a:gd name="connsiteY20" fmla="*/ 248194 h 248194"/>
                <a:gd name="connsiteX21" fmla="*/ 130629 w 274320"/>
                <a:gd name="connsiteY21" fmla="*/ 176349 h 248194"/>
                <a:gd name="connsiteX22" fmla="*/ 202475 w 274320"/>
                <a:gd name="connsiteY22" fmla="*/ 104503 h 248194"/>
                <a:gd name="connsiteX23" fmla="*/ 130629 w 274320"/>
                <a:gd name="connsiteY23" fmla="*/ 58784 h 248194"/>
                <a:gd name="connsiteX24" fmla="*/ 111035 w 274320"/>
                <a:gd name="connsiteY24" fmla="*/ 78378 h 248194"/>
                <a:gd name="connsiteX25" fmla="*/ 130629 w 274320"/>
                <a:gd name="connsiteY25" fmla="*/ 97973 h 248194"/>
                <a:gd name="connsiteX26" fmla="*/ 150224 w 274320"/>
                <a:gd name="connsiteY26" fmla="*/ 78378 h 248194"/>
                <a:gd name="connsiteX27" fmla="*/ 130629 w 274320"/>
                <a:gd name="connsiteY27" fmla="*/ 58784 h 248194"/>
                <a:gd name="connsiteX28" fmla="*/ 130629 w 274320"/>
                <a:gd name="connsiteY28" fmla="*/ 39189 h 248194"/>
                <a:gd name="connsiteX29" fmla="*/ 169817 w 274320"/>
                <a:gd name="connsiteY29" fmla="*/ 78378 h 248194"/>
                <a:gd name="connsiteX30" fmla="*/ 130629 w 274320"/>
                <a:gd name="connsiteY30" fmla="*/ 117566 h 248194"/>
                <a:gd name="connsiteX31" fmla="*/ 91440 w 274320"/>
                <a:gd name="connsiteY31" fmla="*/ 78378 h 248194"/>
                <a:gd name="connsiteX32" fmla="*/ 130629 w 274320"/>
                <a:gd name="connsiteY32" fmla="*/ 39189 h 248194"/>
                <a:gd name="connsiteX33" fmla="*/ 29391 w 274320"/>
                <a:gd name="connsiteY33" fmla="*/ 0 h 248194"/>
                <a:gd name="connsiteX34" fmla="*/ 231800 w 274320"/>
                <a:gd name="connsiteY34" fmla="*/ 0 h 248194"/>
                <a:gd name="connsiteX35" fmla="*/ 261191 w 274320"/>
                <a:gd name="connsiteY35" fmla="*/ 29391 h 248194"/>
                <a:gd name="connsiteX36" fmla="*/ 261191 w 274320"/>
                <a:gd name="connsiteY36" fmla="*/ 115019 h 248194"/>
                <a:gd name="connsiteX37" fmla="*/ 241597 w 274320"/>
                <a:gd name="connsiteY37" fmla="*/ 100976 h 248194"/>
                <a:gd name="connsiteX38" fmla="*/ 241597 w 274320"/>
                <a:gd name="connsiteY38" fmla="*/ 29391 h 248194"/>
                <a:gd name="connsiteX39" fmla="*/ 231800 w 274320"/>
                <a:gd name="connsiteY39" fmla="*/ 19595 h 248194"/>
                <a:gd name="connsiteX40" fmla="*/ 29391 w 274320"/>
                <a:gd name="connsiteY40" fmla="*/ 19595 h 248194"/>
                <a:gd name="connsiteX41" fmla="*/ 19595 w 274320"/>
                <a:gd name="connsiteY41" fmla="*/ 29391 h 248194"/>
                <a:gd name="connsiteX42" fmla="*/ 19595 w 274320"/>
                <a:gd name="connsiteY42" fmla="*/ 179679 h 248194"/>
                <a:gd name="connsiteX43" fmla="*/ 29391 w 274320"/>
                <a:gd name="connsiteY43" fmla="*/ 189477 h 248194"/>
                <a:gd name="connsiteX44" fmla="*/ 65301 w 274320"/>
                <a:gd name="connsiteY44" fmla="*/ 189465 h 248194"/>
                <a:gd name="connsiteX45" fmla="*/ 65314 w 274320"/>
                <a:gd name="connsiteY45" fmla="*/ 153489 h 248194"/>
                <a:gd name="connsiteX46" fmla="*/ 86293 w 274320"/>
                <a:gd name="connsiteY46" fmla="*/ 130707 h 248194"/>
                <a:gd name="connsiteX47" fmla="*/ 88175 w 274320"/>
                <a:gd name="connsiteY47" fmla="*/ 130629 h 248194"/>
                <a:gd name="connsiteX48" fmla="*/ 130916 w 274320"/>
                <a:gd name="connsiteY48" fmla="*/ 130629 h 248194"/>
                <a:gd name="connsiteX49" fmla="*/ 121654 w 274320"/>
                <a:gd name="connsiteY49" fmla="*/ 150224 h 248194"/>
                <a:gd name="connsiteX50" fmla="*/ 88175 w 274320"/>
                <a:gd name="connsiteY50" fmla="*/ 150224 h 248194"/>
                <a:gd name="connsiteX51" fmla="*/ 85000 w 274320"/>
                <a:gd name="connsiteY51" fmla="*/ 152745 h 248194"/>
                <a:gd name="connsiteX52" fmla="*/ 84909 w 274320"/>
                <a:gd name="connsiteY52" fmla="*/ 153489 h 248194"/>
                <a:gd name="connsiteX53" fmla="*/ 84896 w 274320"/>
                <a:gd name="connsiteY53" fmla="*/ 189465 h 248194"/>
                <a:gd name="connsiteX54" fmla="*/ 118571 w 274320"/>
                <a:gd name="connsiteY54" fmla="*/ 189465 h 248194"/>
                <a:gd name="connsiteX55" fmla="*/ 124098 w 274320"/>
                <a:gd name="connsiteY55" fmla="*/ 209058 h 248194"/>
                <a:gd name="connsiteX56" fmla="*/ 29391 w 274320"/>
                <a:gd name="connsiteY56" fmla="*/ 209058 h 248194"/>
                <a:gd name="connsiteX57" fmla="*/ 0 w 274320"/>
                <a:gd name="connsiteY57" fmla="*/ 179679 h 248194"/>
                <a:gd name="connsiteX58" fmla="*/ 0 w 274320"/>
                <a:gd name="connsiteY58" fmla="*/ 29391 h 248194"/>
                <a:gd name="connsiteX59" fmla="*/ 29391 w 274320"/>
                <a:gd name="connsiteY59" fmla="*/ 0 h 248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74320" h="248194">
                  <a:moveTo>
                    <a:pt x="200413" y="130926"/>
                  </a:moveTo>
                  <a:cubicBezTo>
                    <a:pt x="197902" y="131641"/>
                    <a:pt x="195939" y="133604"/>
                    <a:pt x="195225" y="136116"/>
                  </a:cubicBezTo>
                  <a:lnTo>
                    <a:pt x="187949" y="159471"/>
                  </a:lnTo>
                  <a:lnTo>
                    <a:pt x="164396" y="159471"/>
                  </a:lnTo>
                  <a:cubicBezTo>
                    <a:pt x="157003" y="159471"/>
                    <a:pt x="153946" y="169321"/>
                    <a:pt x="159916" y="173841"/>
                  </a:cubicBezTo>
                  <a:lnTo>
                    <a:pt x="178962" y="188275"/>
                  </a:lnTo>
                  <a:lnTo>
                    <a:pt x="171685" y="211618"/>
                  </a:lnTo>
                  <a:cubicBezTo>
                    <a:pt x="169399" y="218947"/>
                    <a:pt x="177447" y="225047"/>
                    <a:pt x="183429" y="220515"/>
                  </a:cubicBezTo>
                  <a:lnTo>
                    <a:pt x="202475" y="206093"/>
                  </a:lnTo>
                  <a:lnTo>
                    <a:pt x="221520" y="220515"/>
                  </a:lnTo>
                  <a:cubicBezTo>
                    <a:pt x="227502" y="225047"/>
                    <a:pt x="235550" y="218947"/>
                    <a:pt x="233264" y="211632"/>
                  </a:cubicBezTo>
                  <a:lnTo>
                    <a:pt x="225987" y="188275"/>
                  </a:lnTo>
                  <a:lnTo>
                    <a:pt x="245033" y="173853"/>
                  </a:lnTo>
                  <a:cubicBezTo>
                    <a:pt x="251015" y="169321"/>
                    <a:pt x="247946" y="159471"/>
                    <a:pt x="240553" y="159471"/>
                  </a:cubicBezTo>
                  <a:lnTo>
                    <a:pt x="217000" y="159471"/>
                  </a:lnTo>
                  <a:lnTo>
                    <a:pt x="209725" y="136128"/>
                  </a:lnTo>
                  <a:lnTo>
                    <a:pt x="209725" y="136116"/>
                  </a:lnTo>
                  <a:cubicBezTo>
                    <a:pt x="208585" y="132111"/>
                    <a:pt x="204417" y="129790"/>
                    <a:pt x="200413" y="130926"/>
                  </a:cubicBezTo>
                  <a:close/>
                  <a:moveTo>
                    <a:pt x="202475" y="104503"/>
                  </a:moveTo>
                  <a:cubicBezTo>
                    <a:pt x="242155" y="104503"/>
                    <a:pt x="274320" y="136669"/>
                    <a:pt x="274320" y="176349"/>
                  </a:cubicBezTo>
                  <a:cubicBezTo>
                    <a:pt x="274320" y="216029"/>
                    <a:pt x="242155" y="248194"/>
                    <a:pt x="202475" y="248194"/>
                  </a:cubicBezTo>
                  <a:cubicBezTo>
                    <a:pt x="162794" y="248194"/>
                    <a:pt x="130629" y="216029"/>
                    <a:pt x="130629" y="176349"/>
                  </a:cubicBezTo>
                  <a:cubicBezTo>
                    <a:pt x="130629" y="136669"/>
                    <a:pt x="162794" y="104503"/>
                    <a:pt x="202475" y="104503"/>
                  </a:cubicBezTo>
                  <a:close/>
                  <a:moveTo>
                    <a:pt x="130629" y="58784"/>
                  </a:moveTo>
                  <a:cubicBezTo>
                    <a:pt x="119807" y="58784"/>
                    <a:pt x="111035" y="67556"/>
                    <a:pt x="111035" y="78378"/>
                  </a:cubicBezTo>
                  <a:cubicBezTo>
                    <a:pt x="111035" y="89200"/>
                    <a:pt x="119807" y="97973"/>
                    <a:pt x="130629" y="97973"/>
                  </a:cubicBezTo>
                  <a:cubicBezTo>
                    <a:pt x="141450" y="97973"/>
                    <a:pt x="150224" y="89200"/>
                    <a:pt x="150224" y="78378"/>
                  </a:cubicBezTo>
                  <a:cubicBezTo>
                    <a:pt x="150224" y="67556"/>
                    <a:pt x="141450" y="58784"/>
                    <a:pt x="130629" y="58784"/>
                  </a:cubicBezTo>
                  <a:close/>
                  <a:moveTo>
                    <a:pt x="130629" y="39189"/>
                  </a:moveTo>
                  <a:cubicBezTo>
                    <a:pt x="152272" y="39189"/>
                    <a:pt x="169817" y="56735"/>
                    <a:pt x="169817" y="78378"/>
                  </a:cubicBezTo>
                  <a:cubicBezTo>
                    <a:pt x="169817" y="100022"/>
                    <a:pt x="152272" y="117566"/>
                    <a:pt x="130629" y="117566"/>
                  </a:cubicBezTo>
                  <a:cubicBezTo>
                    <a:pt x="108985" y="117566"/>
                    <a:pt x="91440" y="100022"/>
                    <a:pt x="91440" y="78378"/>
                  </a:cubicBezTo>
                  <a:cubicBezTo>
                    <a:pt x="91440" y="56735"/>
                    <a:pt x="108985" y="39189"/>
                    <a:pt x="130629" y="39189"/>
                  </a:cubicBezTo>
                  <a:close/>
                  <a:moveTo>
                    <a:pt x="29391" y="0"/>
                  </a:moveTo>
                  <a:lnTo>
                    <a:pt x="231800" y="0"/>
                  </a:lnTo>
                  <a:cubicBezTo>
                    <a:pt x="248032" y="0"/>
                    <a:pt x="261191" y="13159"/>
                    <a:pt x="261191" y="29391"/>
                  </a:cubicBezTo>
                  <a:lnTo>
                    <a:pt x="261191" y="115019"/>
                  </a:lnTo>
                  <a:cubicBezTo>
                    <a:pt x="255358" y="109433"/>
                    <a:pt x="248760" y="104705"/>
                    <a:pt x="241597" y="100976"/>
                  </a:cubicBezTo>
                  <a:lnTo>
                    <a:pt x="241597" y="29391"/>
                  </a:lnTo>
                  <a:cubicBezTo>
                    <a:pt x="241597" y="23981"/>
                    <a:pt x="237210" y="19595"/>
                    <a:pt x="231800" y="19595"/>
                  </a:cubicBezTo>
                  <a:lnTo>
                    <a:pt x="29391" y="19595"/>
                  </a:lnTo>
                  <a:cubicBezTo>
                    <a:pt x="23981" y="19595"/>
                    <a:pt x="19595" y="23981"/>
                    <a:pt x="19595" y="29391"/>
                  </a:cubicBezTo>
                  <a:lnTo>
                    <a:pt x="19595" y="179679"/>
                  </a:lnTo>
                  <a:cubicBezTo>
                    <a:pt x="19595" y="185088"/>
                    <a:pt x="23984" y="189477"/>
                    <a:pt x="29391" y="189477"/>
                  </a:cubicBezTo>
                  <a:lnTo>
                    <a:pt x="65301" y="189465"/>
                  </a:lnTo>
                  <a:lnTo>
                    <a:pt x="65314" y="153489"/>
                  </a:lnTo>
                  <a:cubicBezTo>
                    <a:pt x="65314" y="141594"/>
                    <a:pt x="74438" y="131686"/>
                    <a:pt x="86293" y="130707"/>
                  </a:cubicBezTo>
                  <a:lnTo>
                    <a:pt x="88175" y="130629"/>
                  </a:lnTo>
                  <a:lnTo>
                    <a:pt x="130916" y="130629"/>
                  </a:lnTo>
                  <a:cubicBezTo>
                    <a:pt x="127001" y="136736"/>
                    <a:pt x="123888" y="143320"/>
                    <a:pt x="121654" y="150224"/>
                  </a:cubicBezTo>
                  <a:lnTo>
                    <a:pt x="88175" y="150224"/>
                  </a:lnTo>
                  <a:cubicBezTo>
                    <a:pt x="86659" y="150225"/>
                    <a:pt x="85345" y="151269"/>
                    <a:pt x="85000" y="152745"/>
                  </a:cubicBezTo>
                  <a:lnTo>
                    <a:pt x="84909" y="153489"/>
                  </a:lnTo>
                  <a:lnTo>
                    <a:pt x="84896" y="189465"/>
                  </a:lnTo>
                  <a:lnTo>
                    <a:pt x="118571" y="189465"/>
                  </a:lnTo>
                  <a:cubicBezTo>
                    <a:pt x="119615" y="196196"/>
                    <a:pt x="121470" y="202774"/>
                    <a:pt x="124098" y="209058"/>
                  </a:cubicBezTo>
                  <a:lnTo>
                    <a:pt x="29391" y="209058"/>
                  </a:lnTo>
                  <a:cubicBezTo>
                    <a:pt x="13164" y="209058"/>
                    <a:pt x="7" y="195906"/>
                    <a:pt x="0" y="179679"/>
                  </a:cubicBezTo>
                  <a:lnTo>
                    <a:pt x="0" y="29391"/>
                  </a:lnTo>
                  <a:cubicBezTo>
                    <a:pt x="0" y="13159"/>
                    <a:pt x="13159" y="0"/>
                    <a:pt x="29391" y="0"/>
                  </a:cubicBezTo>
                  <a:close/>
                </a:path>
              </a:pathLst>
            </a:custGeom>
            <a:solidFill>
              <a:schemeClr val="bg1"/>
            </a:solidFill>
            <a:ln w="1508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460"/>
              <a:endParaRPr lang="en-US" sz="1765">
                <a:solidFill>
                  <a:srgbClr val="000000"/>
                </a:solidFill>
                <a:latin typeface="Segoe UI"/>
              </a:endParaRPr>
            </a:p>
          </p:txBody>
        </p:sp>
      </p:grpSp>
      <p:sp>
        <p:nvSpPr>
          <p:cNvPr id="68" name="04R">
            <a:extLst>
              <a:ext uri="{FF2B5EF4-FFF2-40B4-BE49-F238E27FC236}">
                <a16:creationId xmlns:a16="http://schemas.microsoft.com/office/drawing/2014/main" id="{AE4FFCFF-DA04-BEE6-B21B-B99C5A840FBA}"/>
              </a:ext>
              <a:ext uri="{C183D7F6-B498-43B3-948B-1728B52AA6E4}">
                <adec:decorative xmlns:adec="http://schemas.microsoft.com/office/drawing/2017/decorative" val="0"/>
              </a:ext>
            </a:extLst>
          </p:cNvPr>
          <p:cNvSpPr>
            <a:spLocks/>
          </p:cNvSpPr>
          <p:nvPr/>
        </p:nvSpPr>
        <p:spPr bwMode="auto">
          <a:xfrm>
            <a:off x="908303" y="2044098"/>
            <a:ext cx="3321280" cy="92333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How do you govern agents when tools and compliance processes are fragmented?</a:t>
            </a:r>
          </a:p>
        </p:txBody>
      </p:sp>
      <p:sp>
        <p:nvSpPr>
          <p:cNvPr id="69" name="04R">
            <a:extLst>
              <a:ext uri="{FF2B5EF4-FFF2-40B4-BE49-F238E27FC236}">
                <a16:creationId xmlns:a16="http://schemas.microsoft.com/office/drawing/2014/main" id="{E54E1578-968E-5622-98F8-D9A02C85FBC6}"/>
              </a:ext>
              <a:ext uri="{C183D7F6-B498-43B3-948B-1728B52AA6E4}">
                <adec:decorative xmlns:adec="http://schemas.microsoft.com/office/drawing/2017/decorative" val="0"/>
              </a:ext>
            </a:extLst>
          </p:cNvPr>
          <p:cNvSpPr>
            <a:spLocks/>
          </p:cNvSpPr>
          <p:nvPr/>
        </p:nvSpPr>
        <p:spPr bwMode="auto">
          <a:xfrm>
            <a:off x="7861955" y="1736321"/>
            <a:ext cx="3439410" cy="153888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L="0" marR="0" lvl="0" indent="0" algn="r"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How are you preventing unsupervised agent access to sensitive data and </a:t>
            </a:r>
            <a:br>
              <a:rPr kumimoji="0" lang="en-US" sz="2000" b="0" i="0" u="none" strike="noStrike" kern="1200" cap="none" spc="0" normalizeH="0" baseline="0" noProof="0">
                <a:ln>
                  <a:noFill/>
                </a:ln>
                <a:solidFill>
                  <a:schemeClr val="tx1"/>
                </a:solidFill>
                <a:effectLst/>
                <a:uLnTx/>
                <a:uFillTx/>
              </a:rPr>
            </a:br>
            <a:r>
              <a:rPr kumimoji="0" lang="en-US" sz="2000" b="0" i="0" u="none" strike="noStrike" kern="1200" cap="none" spc="0" normalizeH="0" baseline="0" noProof="0">
                <a:ln>
                  <a:noFill/>
                </a:ln>
                <a:solidFill>
                  <a:schemeClr val="tx1"/>
                </a:solidFill>
                <a:effectLst/>
                <a:uLnTx/>
                <a:uFillTx/>
              </a:rPr>
              <a:t>ensuring accountability for their actions?</a:t>
            </a:r>
          </a:p>
        </p:txBody>
      </p:sp>
      <p:sp>
        <p:nvSpPr>
          <p:cNvPr id="70" name="04R">
            <a:extLst>
              <a:ext uri="{FF2B5EF4-FFF2-40B4-BE49-F238E27FC236}">
                <a16:creationId xmlns:a16="http://schemas.microsoft.com/office/drawing/2014/main" id="{CBDDC8E5-8A97-A049-C929-53453B72A1A5}"/>
              </a:ext>
              <a:ext uri="{C183D7F6-B498-43B3-948B-1728B52AA6E4}">
                <adec:decorative xmlns:adec="http://schemas.microsoft.com/office/drawing/2017/decorative" val="0"/>
              </a:ext>
            </a:extLst>
          </p:cNvPr>
          <p:cNvSpPr>
            <a:spLocks/>
          </p:cNvSpPr>
          <p:nvPr/>
        </p:nvSpPr>
        <p:spPr bwMode="auto">
          <a:xfrm>
            <a:off x="908303" y="4369947"/>
            <a:ext cx="3537180" cy="123110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b" anchorCtr="0" forceAA="0" compatLnSpc="1">
            <a:prstTxWarp prst="textNoShape">
              <a:avLst/>
            </a:prstTxWarp>
            <a:spAutoFit/>
          </a:bodyPr>
          <a:lstStyle/>
          <a:p>
            <a:pPr marL="0" marR="0" lvl="0" indent="0" algn="l"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How are you controlling autonomous agent </a:t>
            </a:r>
            <a:br>
              <a:rPr kumimoji="0" lang="en-US" sz="2000" b="0" i="0" u="none" strike="noStrike" kern="1200" cap="none" spc="0" normalizeH="0" baseline="0" noProof="0">
                <a:ln>
                  <a:noFill/>
                </a:ln>
                <a:solidFill>
                  <a:schemeClr val="tx1"/>
                </a:solidFill>
                <a:effectLst/>
                <a:uLnTx/>
                <a:uFillTx/>
              </a:rPr>
            </a:br>
            <a:r>
              <a:rPr kumimoji="0" lang="en-US" sz="2000" b="0" i="0" u="none" strike="noStrike" kern="1200" cap="none" spc="0" normalizeH="0" baseline="0" noProof="0">
                <a:ln>
                  <a:noFill/>
                </a:ln>
                <a:solidFill>
                  <a:schemeClr val="tx1"/>
                </a:solidFill>
                <a:effectLst/>
                <a:uLnTx/>
                <a:uFillTx/>
              </a:rPr>
              <a:t>interactions that could expose sensitive information</a:t>
            </a:r>
          </a:p>
        </p:txBody>
      </p:sp>
      <p:sp>
        <p:nvSpPr>
          <p:cNvPr id="71" name="04R">
            <a:extLst>
              <a:ext uri="{FF2B5EF4-FFF2-40B4-BE49-F238E27FC236}">
                <a16:creationId xmlns:a16="http://schemas.microsoft.com/office/drawing/2014/main" id="{F0733969-75D1-4E94-EC89-E40EB28F7C1B}"/>
              </a:ext>
              <a:ext uri="{C183D7F6-B498-43B3-948B-1728B52AA6E4}">
                <adec:decorative xmlns:adec="http://schemas.microsoft.com/office/drawing/2017/decorative" val="0"/>
              </a:ext>
            </a:extLst>
          </p:cNvPr>
          <p:cNvSpPr>
            <a:spLocks/>
          </p:cNvSpPr>
          <p:nvPr/>
        </p:nvSpPr>
        <p:spPr bwMode="auto">
          <a:xfrm>
            <a:off x="7937744" y="4369947"/>
            <a:ext cx="3363621" cy="123110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r" defTabSz="914367" rtl="0" eaLnBrk="1" fontAlgn="base" latinLnBrk="0" hangingPunct="1">
              <a:lnSpc>
                <a:spcPct val="100000"/>
              </a:lnSpc>
              <a:spcBef>
                <a:spcPts val="0"/>
              </a:spcBef>
              <a:spcAft>
                <a:spcPts val="600"/>
              </a:spcAft>
              <a:buClrTx/>
              <a:buSzTx/>
              <a:buFontTx/>
              <a:buNone/>
              <a:tabLst/>
              <a:defRPr/>
            </a:pPr>
            <a:r>
              <a:rPr kumimoji="0" lang="en-US" sz="2000" b="0" i="0" u="none" strike="noStrike" kern="1200" cap="none" spc="0" normalizeH="0" baseline="0" noProof="0">
                <a:ln>
                  <a:noFill/>
                </a:ln>
                <a:solidFill>
                  <a:schemeClr val="tx1"/>
                </a:solidFill>
                <a:effectLst/>
                <a:uLnTx/>
                <a:uFillTx/>
              </a:rPr>
              <a:t>Do you have visibility into what agents are generating, accessing, and sharing across your environment?</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90F2F-F4BA-E159-D5BD-C43C2EE5F9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DC8559A-79D9-74A7-4EC7-3FD38E3355A9}"/>
              </a:ext>
            </a:extLst>
          </p:cNvPr>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a:extLst>
              <a:ext uri="{FF2B5EF4-FFF2-40B4-BE49-F238E27FC236}">
                <a16:creationId xmlns:a16="http://schemas.microsoft.com/office/drawing/2014/main" id="{0417E1CD-239E-1A41-1F82-EE931ABB21E1}"/>
              </a:ext>
            </a:extLst>
          </p:cNvPr>
          <p:cNvSpPr txBox="1"/>
          <p:nvPr/>
        </p:nvSpPr>
        <p:spPr>
          <a:xfrm>
            <a:off x="640080" y="274320"/>
            <a:ext cx="10515600" cy="731520"/>
          </a:xfrm>
          <a:prstGeom prst="rect">
            <a:avLst/>
          </a:prstGeom>
          <a:noFill/>
        </p:spPr>
        <p:txBody>
          <a:bodyPr wrap="square" anchor="t"/>
          <a:lstStyle/>
          <a:p>
            <a:pPr lvl="0" defTabSz="457200">
              <a:defRPr sz="2400" b="1">
                <a:solidFill>
                  <a:srgbClr val="FFFFFF"/>
                </a:solidFill>
                <a:latin typeface="Segoe UI Semibold"/>
              </a:defRPr>
            </a:pPr>
            <a:r>
              <a:rPr lang="en-GB" sz="2400" b="1" dirty="0">
                <a:solidFill>
                  <a:srgbClr val="FFFFFF"/>
                </a:solidFill>
                <a:latin typeface="Segoe UI Semibold"/>
              </a:rPr>
              <a:t>Day in the life | Data security and compliance teams</a:t>
            </a:r>
          </a:p>
        </p:txBody>
      </p:sp>
      <p:sp>
        <p:nvSpPr>
          <p:cNvPr id="4" name="Rectangle 3">
            <a:extLst>
              <a:ext uri="{FF2B5EF4-FFF2-40B4-BE49-F238E27FC236}">
                <a16:creationId xmlns:a16="http://schemas.microsoft.com/office/drawing/2014/main" id="{DE1945A8-C795-B9A5-22B4-08719F5DFE92}"/>
              </a:ext>
            </a:extLst>
          </p:cNvPr>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A4E8B848-B868-CFBB-85C5-5468F8CD4128}"/>
              </a:ext>
            </a:extLst>
          </p:cNvPr>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25" name="!! Opportunities box">
            <a:extLst>
              <a:ext uri="{FF2B5EF4-FFF2-40B4-BE49-F238E27FC236}">
                <a16:creationId xmlns:a16="http://schemas.microsoft.com/office/drawing/2014/main" id="{0550D92F-EEEC-643A-0021-2857A3CE7F68}"/>
              </a:ext>
              <a:ext uri="{C183D7F6-B498-43B3-948B-1728B52AA6E4}">
                <adec:decorative xmlns:adec="http://schemas.microsoft.com/office/drawing/2017/decorative" val="1"/>
              </a:ext>
            </a:extLst>
          </p:cNvPr>
          <p:cNvSpPr txBox="1">
            <a:spLocks/>
          </p:cNvSpPr>
          <p:nvPr/>
        </p:nvSpPr>
        <p:spPr>
          <a:xfrm>
            <a:off x="5473147" y="1252728"/>
            <a:ext cx="6718547" cy="5548122"/>
          </a:xfrm>
          <a:prstGeom prst="roundRect">
            <a:avLst>
              <a:gd name="adj" fmla="val 5158"/>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defTabSz="932472" fontAlgn="base">
              <a:spcBef>
                <a:spcPct val="0"/>
              </a:spcBef>
              <a:spcAft>
                <a:spcPct val="0"/>
              </a:spcAft>
              <a:defRPr sz="1200" baseline="30000">
                <a:solidFill>
                  <a:schemeClr val="bg1"/>
                </a:soli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1"/>
            <a:endParaRPr lang="en-US"/>
          </a:p>
        </p:txBody>
      </p:sp>
      <p:cxnSp>
        <p:nvCxnSpPr>
          <p:cNvPr id="26" name="Straight Connector 25">
            <a:extLst>
              <a:ext uri="{FF2B5EF4-FFF2-40B4-BE49-F238E27FC236}">
                <a16:creationId xmlns:a16="http://schemas.microsoft.com/office/drawing/2014/main" id="{241D7E33-0E2D-2D07-C1A5-A6DC1E2E43D8}"/>
              </a:ext>
              <a:ext uri="{C183D7F6-B498-43B3-948B-1728B52AA6E4}">
                <adec:decorative xmlns:adec="http://schemas.microsoft.com/office/drawing/2017/decorative" val="1"/>
              </a:ext>
            </a:extLst>
          </p:cNvPr>
          <p:cNvCxnSpPr>
            <a:cxnSpLocks/>
          </p:cNvCxnSpPr>
          <p:nvPr/>
        </p:nvCxnSpPr>
        <p:spPr>
          <a:xfrm>
            <a:off x="6368000" y="4660218"/>
            <a:ext cx="5647166"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5696CF2-08EA-28A7-87AF-D40A5A4DB8C9}"/>
              </a:ext>
              <a:ext uri="{C183D7F6-B498-43B3-948B-1728B52AA6E4}">
                <adec:decorative xmlns:adec="http://schemas.microsoft.com/office/drawing/2017/decorative" val="1"/>
              </a:ext>
            </a:extLst>
          </p:cNvPr>
          <p:cNvCxnSpPr>
            <a:cxnSpLocks/>
          </p:cNvCxnSpPr>
          <p:nvPr/>
        </p:nvCxnSpPr>
        <p:spPr>
          <a:xfrm>
            <a:off x="6368000" y="3524388"/>
            <a:ext cx="5647166"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47CE53F-3A19-9CB6-274F-459DD5AE1180}"/>
              </a:ext>
              <a:ext uri="{C183D7F6-B498-43B3-948B-1728B52AA6E4}">
                <adec:decorative xmlns:adec="http://schemas.microsoft.com/office/drawing/2017/decorative" val="1"/>
              </a:ext>
            </a:extLst>
          </p:cNvPr>
          <p:cNvCxnSpPr>
            <a:cxnSpLocks/>
          </p:cNvCxnSpPr>
          <p:nvPr/>
        </p:nvCxnSpPr>
        <p:spPr>
          <a:xfrm>
            <a:off x="6368000" y="2388558"/>
            <a:ext cx="5647166"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80EEEF7E-367D-C930-F153-688A673F46AA}"/>
              </a:ext>
              <a:ext uri="{C183D7F6-B498-43B3-948B-1728B52AA6E4}">
                <adec:decorative xmlns:adec="http://schemas.microsoft.com/office/drawing/2017/decorative" val="1"/>
              </a:ext>
            </a:extLst>
          </p:cNvPr>
          <p:cNvSpPr>
            <a:spLocks/>
          </p:cNvSpPr>
          <p:nvPr/>
        </p:nvSpPr>
        <p:spPr bwMode="auto">
          <a:xfrm>
            <a:off x="1177621" y="2325087"/>
            <a:ext cx="1093787" cy="57150"/>
          </a:xfrm>
          <a:prstGeom prst="roundRect">
            <a:avLst>
              <a:gd name="adj" fmla="val 50000"/>
            </a:avLst>
          </a:prstGeom>
          <a:gradFill flip="none" rotWithShape="1">
            <a:gsLst>
              <a:gs pos="0">
                <a:srgbClr val="A240BA"/>
              </a:gs>
              <a:gs pos="51000">
                <a:srgbClr val="555AC0"/>
              </a:gs>
              <a:gs pos="100000">
                <a:srgbClr val="1171C4"/>
              </a:gs>
            </a:gsLst>
            <a:lin ang="10800000" scaled="1"/>
            <a:tileRect/>
          </a:gra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491021" rtl="0" eaLnBrk="1" fontAlgn="base" latinLnBrk="0" hangingPunct="1">
              <a:lnSpc>
                <a:spcPct val="100000"/>
              </a:lnSpc>
              <a:spcBef>
                <a:spcPct val="0"/>
              </a:spcBef>
              <a:spcAft>
                <a:spcPts val="30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mj-lt"/>
            </a:endParaRPr>
          </a:p>
        </p:txBody>
      </p:sp>
      <p:cxnSp>
        <p:nvCxnSpPr>
          <p:cNvPr id="31" name="Straight Connector 30">
            <a:extLst>
              <a:ext uri="{FF2B5EF4-FFF2-40B4-BE49-F238E27FC236}">
                <a16:creationId xmlns:a16="http://schemas.microsoft.com/office/drawing/2014/main" id="{84075405-242F-FA08-00AF-F8C3324F7612}"/>
              </a:ext>
              <a:ext uri="{C183D7F6-B498-43B3-948B-1728B52AA6E4}">
                <adec:decorative xmlns:adec="http://schemas.microsoft.com/office/drawing/2017/decorative" val="1"/>
              </a:ext>
            </a:extLst>
          </p:cNvPr>
          <p:cNvCxnSpPr>
            <a:cxnSpLocks/>
          </p:cNvCxnSpPr>
          <p:nvPr/>
        </p:nvCxnSpPr>
        <p:spPr>
          <a:xfrm>
            <a:off x="6368000" y="5796048"/>
            <a:ext cx="5647166"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3" name="Oval 32" descr="1">
            <a:extLst>
              <a:ext uri="{FF2B5EF4-FFF2-40B4-BE49-F238E27FC236}">
                <a16:creationId xmlns:a16="http://schemas.microsoft.com/office/drawing/2014/main" id="{75768B7F-3B7F-5E45-C4B3-006EBD4824EC}"/>
              </a:ext>
              <a:ext uri="{C183D7F6-B498-43B3-948B-1728B52AA6E4}">
                <adec:decorative xmlns:adec="http://schemas.microsoft.com/office/drawing/2017/decorative" val="0"/>
              </a:ext>
            </a:extLst>
          </p:cNvPr>
          <p:cNvSpPr>
            <a:spLocks/>
          </p:cNvSpPr>
          <p:nvPr/>
        </p:nvSpPr>
        <p:spPr bwMode="auto">
          <a:xfrm rot="10800000" flipV="1">
            <a:off x="5643670" y="1549917"/>
            <a:ext cx="541450" cy="541450"/>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r>
              <a:rPr kumimoji="0" lang="en-IN" sz="2400" b="0" i="0" u="none" strike="noStrike" kern="1200" cap="none" spc="0" normalizeH="0" baseline="0" noProof="0">
                <a:ln w="3175">
                  <a:noFill/>
                </a:ln>
                <a:solidFill>
                  <a:schemeClr val="bg1"/>
                </a:solidFill>
                <a:effectLst/>
                <a:uLnTx/>
                <a:uFillTx/>
                <a:latin typeface="+mj-lt"/>
              </a:rPr>
              <a:t>1</a:t>
            </a:r>
            <a:endParaRPr kumimoji="0" lang="en-US" sz="2400" b="0" i="0" u="none" strike="noStrike" kern="1200" cap="none" spc="0" normalizeH="0" baseline="0" noProof="0">
              <a:ln w="3175">
                <a:noFill/>
              </a:ln>
              <a:solidFill>
                <a:schemeClr val="bg1"/>
              </a:solidFill>
              <a:effectLst/>
              <a:uLnTx/>
              <a:uFillTx/>
              <a:latin typeface="+mj-lt"/>
            </a:endParaRPr>
          </a:p>
        </p:txBody>
      </p:sp>
      <p:sp>
        <p:nvSpPr>
          <p:cNvPr id="34" name="Rectangle 33">
            <a:extLst>
              <a:ext uri="{FF2B5EF4-FFF2-40B4-BE49-F238E27FC236}">
                <a16:creationId xmlns:a16="http://schemas.microsoft.com/office/drawing/2014/main" id="{660940EA-B840-57A8-E1F8-D5B2E3F5D93F}"/>
              </a:ext>
            </a:extLst>
          </p:cNvPr>
          <p:cNvSpPr>
            <a:spLocks/>
          </p:cNvSpPr>
          <p:nvPr/>
        </p:nvSpPr>
        <p:spPr bwMode="auto">
          <a:xfrm>
            <a:off x="6368000" y="1666754"/>
            <a:ext cx="5647166"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defRPr/>
            </a:pPr>
            <a:r>
              <a:rPr lang="en-US" sz="2000">
                <a:solidFill>
                  <a:schemeClr val="tx1"/>
                </a:solidFill>
              </a:rPr>
              <a:t>Investigate and respond to data incidents</a:t>
            </a:r>
          </a:p>
        </p:txBody>
      </p:sp>
      <p:sp>
        <p:nvSpPr>
          <p:cNvPr id="35" name="Oval 34" descr="2">
            <a:extLst>
              <a:ext uri="{FF2B5EF4-FFF2-40B4-BE49-F238E27FC236}">
                <a16:creationId xmlns:a16="http://schemas.microsoft.com/office/drawing/2014/main" id="{B3356E9F-5E5F-9E55-29C7-666AEF4A6FE4}"/>
              </a:ext>
              <a:ext uri="{C183D7F6-B498-43B3-948B-1728B52AA6E4}">
                <adec:decorative xmlns:adec="http://schemas.microsoft.com/office/drawing/2017/decorative" val="0"/>
              </a:ext>
            </a:extLst>
          </p:cNvPr>
          <p:cNvSpPr>
            <a:spLocks/>
          </p:cNvSpPr>
          <p:nvPr/>
        </p:nvSpPr>
        <p:spPr bwMode="auto">
          <a:xfrm rot="10800000" flipV="1">
            <a:off x="5643670" y="2685748"/>
            <a:ext cx="541450" cy="541450"/>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r>
              <a:rPr kumimoji="0" lang="en-IN" sz="2400" b="0" i="0" u="none" strike="noStrike" kern="1200" cap="none" spc="0" normalizeH="0" baseline="0" noProof="0">
                <a:ln w="3175">
                  <a:noFill/>
                </a:ln>
                <a:solidFill>
                  <a:schemeClr val="bg1"/>
                </a:solidFill>
                <a:effectLst/>
                <a:uLnTx/>
                <a:uFillTx/>
                <a:latin typeface="+mj-lt"/>
              </a:rPr>
              <a:t>2</a:t>
            </a:r>
            <a:endParaRPr kumimoji="0" lang="en-US" sz="2400" b="0" i="0" u="none" strike="noStrike" kern="1200" cap="none" spc="0" normalizeH="0" baseline="0" noProof="0">
              <a:ln w="3175">
                <a:noFill/>
              </a:ln>
              <a:solidFill>
                <a:schemeClr val="bg1"/>
              </a:solidFill>
              <a:effectLst/>
              <a:uLnTx/>
              <a:uFillTx/>
              <a:latin typeface="+mj-lt"/>
            </a:endParaRPr>
          </a:p>
        </p:txBody>
      </p:sp>
      <p:sp>
        <p:nvSpPr>
          <p:cNvPr id="36" name="Rectangle 35">
            <a:extLst>
              <a:ext uri="{FF2B5EF4-FFF2-40B4-BE49-F238E27FC236}">
                <a16:creationId xmlns:a16="http://schemas.microsoft.com/office/drawing/2014/main" id="{E47CDCA5-A6F3-D109-A250-BCD7F2816043}"/>
              </a:ext>
            </a:extLst>
          </p:cNvPr>
          <p:cNvSpPr>
            <a:spLocks/>
          </p:cNvSpPr>
          <p:nvPr/>
        </p:nvSpPr>
        <p:spPr bwMode="auto">
          <a:xfrm>
            <a:off x="6368000" y="2802585"/>
            <a:ext cx="5647166"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defRPr/>
            </a:pPr>
            <a:r>
              <a:rPr lang="en-US" sz="2000">
                <a:solidFill>
                  <a:schemeClr val="tx1"/>
                </a:solidFill>
              </a:rPr>
              <a:t>Classify and protect sensitive data</a:t>
            </a:r>
          </a:p>
        </p:txBody>
      </p:sp>
      <p:sp>
        <p:nvSpPr>
          <p:cNvPr id="37" name="Oval 36" descr="3">
            <a:extLst>
              <a:ext uri="{FF2B5EF4-FFF2-40B4-BE49-F238E27FC236}">
                <a16:creationId xmlns:a16="http://schemas.microsoft.com/office/drawing/2014/main" id="{78E7FFE0-2113-FD16-CAEA-CAB2EF4EC383}"/>
              </a:ext>
              <a:ext uri="{C183D7F6-B498-43B3-948B-1728B52AA6E4}">
                <adec:decorative xmlns:adec="http://schemas.microsoft.com/office/drawing/2017/decorative" val="0"/>
              </a:ext>
            </a:extLst>
          </p:cNvPr>
          <p:cNvSpPr>
            <a:spLocks/>
          </p:cNvSpPr>
          <p:nvPr/>
        </p:nvSpPr>
        <p:spPr bwMode="auto">
          <a:xfrm rot="10800000" flipV="1">
            <a:off x="5643670" y="3821578"/>
            <a:ext cx="541450" cy="541450"/>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r>
              <a:rPr kumimoji="0" lang="en-IN" sz="2400" b="0" i="0" u="none" strike="noStrike" kern="1200" cap="none" spc="0" normalizeH="0" baseline="0" noProof="0" dirty="0">
                <a:ln w="3175">
                  <a:noFill/>
                </a:ln>
                <a:solidFill>
                  <a:schemeClr val="bg1"/>
                </a:solidFill>
                <a:effectLst/>
                <a:uLnTx/>
                <a:uFillTx/>
                <a:latin typeface="+mj-lt"/>
              </a:rPr>
              <a:t>3</a:t>
            </a:r>
            <a:endParaRPr kumimoji="0" lang="en-US" sz="2400" b="0" i="0" u="none" strike="noStrike" kern="1200" cap="none" spc="0" normalizeH="0" baseline="0" noProof="0" dirty="0">
              <a:ln w="3175">
                <a:noFill/>
              </a:ln>
              <a:solidFill>
                <a:schemeClr val="bg1"/>
              </a:solidFill>
              <a:effectLst/>
              <a:uLnTx/>
              <a:uFillTx/>
              <a:latin typeface="+mj-lt"/>
            </a:endParaRPr>
          </a:p>
        </p:txBody>
      </p:sp>
      <p:sp>
        <p:nvSpPr>
          <p:cNvPr id="38" name="Rectangle 37">
            <a:extLst>
              <a:ext uri="{FF2B5EF4-FFF2-40B4-BE49-F238E27FC236}">
                <a16:creationId xmlns:a16="http://schemas.microsoft.com/office/drawing/2014/main" id="{41D3B0B7-54DD-03D1-BB57-150595CAAC72}"/>
              </a:ext>
            </a:extLst>
          </p:cNvPr>
          <p:cNvSpPr>
            <a:spLocks/>
          </p:cNvSpPr>
          <p:nvPr/>
        </p:nvSpPr>
        <p:spPr bwMode="auto">
          <a:xfrm>
            <a:off x="6368000" y="3784526"/>
            <a:ext cx="5647166" cy="61555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defRPr/>
            </a:pPr>
            <a:r>
              <a:rPr lang="en-US" sz="2000">
                <a:solidFill>
                  <a:schemeClr val="tx1"/>
                </a:solidFill>
              </a:rPr>
              <a:t>Evaluate and strengthen data security policies, controls and compliance</a:t>
            </a:r>
          </a:p>
        </p:txBody>
      </p:sp>
      <p:sp>
        <p:nvSpPr>
          <p:cNvPr id="39" name="Oval 38" descr="4">
            <a:extLst>
              <a:ext uri="{FF2B5EF4-FFF2-40B4-BE49-F238E27FC236}">
                <a16:creationId xmlns:a16="http://schemas.microsoft.com/office/drawing/2014/main" id="{59EE67A2-774A-7CAB-9A41-74981CA6ADFC}"/>
              </a:ext>
              <a:ext uri="{C183D7F6-B498-43B3-948B-1728B52AA6E4}">
                <adec:decorative xmlns:adec="http://schemas.microsoft.com/office/drawing/2017/decorative" val="0"/>
              </a:ext>
            </a:extLst>
          </p:cNvPr>
          <p:cNvSpPr>
            <a:spLocks/>
          </p:cNvSpPr>
          <p:nvPr/>
        </p:nvSpPr>
        <p:spPr bwMode="auto">
          <a:xfrm rot="10800000" flipV="1">
            <a:off x="5643670" y="4957408"/>
            <a:ext cx="541450" cy="541450"/>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r>
              <a:rPr kumimoji="0" lang="en-IN" sz="2400" b="0" i="0" u="none" strike="noStrike" kern="1200" cap="none" spc="0" normalizeH="0" baseline="0" noProof="0" dirty="0">
                <a:ln w="3175">
                  <a:noFill/>
                </a:ln>
                <a:solidFill>
                  <a:schemeClr val="bg1"/>
                </a:solidFill>
                <a:effectLst/>
                <a:uLnTx/>
                <a:uFillTx/>
                <a:latin typeface="+mj-lt"/>
              </a:rPr>
              <a:t>4</a:t>
            </a:r>
            <a:endParaRPr kumimoji="0" lang="en-US" sz="2400" b="0" i="0" u="none" strike="noStrike" kern="1200" cap="none" spc="0" normalizeH="0" baseline="0" noProof="0" dirty="0">
              <a:ln w="3175">
                <a:noFill/>
              </a:ln>
              <a:solidFill>
                <a:schemeClr val="bg1"/>
              </a:solidFill>
              <a:effectLst/>
              <a:uLnTx/>
              <a:uFillTx/>
              <a:latin typeface="+mj-lt"/>
            </a:endParaRPr>
          </a:p>
        </p:txBody>
      </p:sp>
      <p:sp>
        <p:nvSpPr>
          <p:cNvPr id="40" name="Rectangle 39">
            <a:extLst>
              <a:ext uri="{FF2B5EF4-FFF2-40B4-BE49-F238E27FC236}">
                <a16:creationId xmlns:a16="http://schemas.microsoft.com/office/drawing/2014/main" id="{E0ED5A04-C9F0-71AA-01B5-2B8496690B15}"/>
              </a:ext>
            </a:extLst>
          </p:cNvPr>
          <p:cNvSpPr>
            <a:spLocks/>
          </p:cNvSpPr>
          <p:nvPr/>
        </p:nvSpPr>
        <p:spPr bwMode="auto">
          <a:xfrm>
            <a:off x="6368000" y="5074244"/>
            <a:ext cx="5647166"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defRPr/>
            </a:pPr>
            <a:r>
              <a:rPr lang="en-US" sz="2000">
                <a:solidFill>
                  <a:schemeClr val="tx1"/>
                </a:solidFill>
              </a:rPr>
              <a:t>Continuously improve data protection posture</a:t>
            </a:r>
          </a:p>
        </p:txBody>
      </p:sp>
      <p:sp>
        <p:nvSpPr>
          <p:cNvPr id="41" name="Oval 40" descr="5">
            <a:extLst>
              <a:ext uri="{FF2B5EF4-FFF2-40B4-BE49-F238E27FC236}">
                <a16:creationId xmlns:a16="http://schemas.microsoft.com/office/drawing/2014/main" id="{E3BD1ED5-76F0-DE8C-38BA-EC9E522C4866}"/>
              </a:ext>
              <a:ext uri="{C183D7F6-B498-43B3-948B-1728B52AA6E4}">
                <adec:decorative xmlns:adec="http://schemas.microsoft.com/office/drawing/2017/decorative" val="0"/>
              </a:ext>
            </a:extLst>
          </p:cNvPr>
          <p:cNvSpPr>
            <a:spLocks/>
          </p:cNvSpPr>
          <p:nvPr/>
        </p:nvSpPr>
        <p:spPr bwMode="auto">
          <a:xfrm rot="10800000" flipV="1">
            <a:off x="5643670" y="6093238"/>
            <a:ext cx="541450" cy="541450"/>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3447426" rtl="0" eaLnBrk="1" fontAlgn="auto" latinLnBrk="0" hangingPunct="1">
              <a:lnSpc>
                <a:spcPct val="100000"/>
              </a:lnSpc>
              <a:spcBef>
                <a:spcPts val="1205"/>
              </a:spcBef>
              <a:spcAft>
                <a:spcPts val="0"/>
              </a:spcAft>
              <a:buClrTx/>
              <a:buSzTx/>
              <a:buFontTx/>
              <a:buNone/>
              <a:tabLst>
                <a:tab pos="5665570" algn="l"/>
              </a:tabLst>
              <a:defRPr/>
            </a:pPr>
            <a:r>
              <a:rPr kumimoji="0" lang="en-IN" sz="2400" b="0" i="0" u="none" strike="noStrike" kern="1200" cap="none" spc="0" normalizeH="0" baseline="0" noProof="0" dirty="0">
                <a:ln w="3175">
                  <a:noFill/>
                </a:ln>
                <a:solidFill>
                  <a:schemeClr val="bg1"/>
                </a:solidFill>
                <a:effectLst/>
                <a:uLnTx/>
                <a:uFillTx/>
                <a:latin typeface="+mj-lt"/>
              </a:rPr>
              <a:t>5</a:t>
            </a:r>
            <a:endParaRPr kumimoji="0" lang="en-US" sz="2400" b="0" i="0" u="none" strike="noStrike" kern="1200" cap="none" spc="0" normalizeH="0" baseline="0" noProof="0" dirty="0">
              <a:ln w="3175">
                <a:noFill/>
              </a:ln>
              <a:solidFill>
                <a:schemeClr val="bg1"/>
              </a:solidFill>
              <a:effectLst/>
              <a:uLnTx/>
              <a:uFillTx/>
              <a:latin typeface="+mj-lt"/>
            </a:endParaRPr>
          </a:p>
        </p:txBody>
      </p:sp>
      <p:sp>
        <p:nvSpPr>
          <p:cNvPr id="42" name="Rectangle 41">
            <a:extLst>
              <a:ext uri="{FF2B5EF4-FFF2-40B4-BE49-F238E27FC236}">
                <a16:creationId xmlns:a16="http://schemas.microsoft.com/office/drawing/2014/main" id="{FEBE1F69-6783-98DC-0142-1D6E6929AF7A}"/>
              </a:ext>
            </a:extLst>
          </p:cNvPr>
          <p:cNvSpPr>
            <a:spLocks/>
          </p:cNvSpPr>
          <p:nvPr/>
        </p:nvSpPr>
        <p:spPr bwMode="auto">
          <a:xfrm>
            <a:off x="6368000" y="6210074"/>
            <a:ext cx="5647166" cy="30777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defRPr/>
            </a:pPr>
            <a:r>
              <a:rPr lang="en-US" sz="2000">
                <a:solidFill>
                  <a:schemeClr val="tx1"/>
                </a:solidFill>
              </a:rPr>
              <a:t>Advise on secure data use for AI initiatives</a:t>
            </a:r>
          </a:p>
        </p:txBody>
      </p:sp>
      <p:sp>
        <p:nvSpPr>
          <p:cNvPr id="48" name="Freeform: Shape 47">
            <a:extLst>
              <a:ext uri="{FF2B5EF4-FFF2-40B4-BE49-F238E27FC236}">
                <a16:creationId xmlns:a16="http://schemas.microsoft.com/office/drawing/2014/main" id="{6D02D7B0-4988-C4A9-1708-D3186964ED82}"/>
              </a:ext>
              <a:ext uri="{C183D7F6-B498-43B3-948B-1728B52AA6E4}">
                <adec:decorative xmlns:adec="http://schemas.microsoft.com/office/drawing/2017/decorative" val="1"/>
              </a:ext>
            </a:extLst>
          </p:cNvPr>
          <p:cNvSpPr/>
          <p:nvPr/>
        </p:nvSpPr>
        <p:spPr bwMode="auto">
          <a:xfrm>
            <a:off x="0" y="1574799"/>
            <a:ext cx="3375660" cy="5283201"/>
          </a:xfrm>
          <a:custGeom>
            <a:avLst/>
            <a:gdLst>
              <a:gd name="csX0" fmla="*/ 0 w 3375660"/>
              <a:gd name="csY0" fmla="*/ 0 h 5283201"/>
              <a:gd name="csX1" fmla="*/ 3212678 w 3375660"/>
              <a:gd name="csY1" fmla="*/ 0 h 5283201"/>
              <a:gd name="csX2" fmla="*/ 3375660 w 3375660"/>
              <a:gd name="csY2" fmla="*/ 162982 h 5283201"/>
              <a:gd name="csX3" fmla="*/ 3375660 w 3375660"/>
              <a:gd name="csY3" fmla="*/ 5283201 h 5283201"/>
              <a:gd name="csX4" fmla="*/ 0 w 3375660"/>
              <a:gd name="csY4" fmla="*/ 5283201 h 5283201"/>
            </a:gdLst>
            <a:ahLst/>
            <a:cxnLst>
              <a:cxn ang="0">
                <a:pos x="csX0" y="csY0"/>
              </a:cxn>
              <a:cxn ang="0">
                <a:pos x="csX1" y="csY1"/>
              </a:cxn>
              <a:cxn ang="0">
                <a:pos x="csX2" y="csY2"/>
              </a:cxn>
              <a:cxn ang="0">
                <a:pos x="csX3" y="csY3"/>
              </a:cxn>
              <a:cxn ang="0">
                <a:pos x="csX4" y="csY4"/>
              </a:cxn>
            </a:cxnLst>
            <a:rect l="l" t="t" r="r" b="b"/>
            <a:pathLst>
              <a:path w="3375660" h="5283201">
                <a:moveTo>
                  <a:pt x="0" y="0"/>
                </a:moveTo>
                <a:lnTo>
                  <a:pt x="3212678" y="0"/>
                </a:lnTo>
                <a:cubicBezTo>
                  <a:pt x="3302690" y="0"/>
                  <a:pt x="3375660" y="72970"/>
                  <a:pt x="3375660" y="162982"/>
                </a:cubicBezTo>
                <a:lnTo>
                  <a:pt x="3375660" y="5283201"/>
                </a:lnTo>
                <a:lnTo>
                  <a:pt x="0" y="5283201"/>
                </a:lnTo>
                <a:close/>
              </a:path>
            </a:pathLst>
          </a:custGeom>
          <a:solidFill>
            <a:schemeClr val="tx2"/>
          </a:solidFill>
          <a:ln w="44450" cap="rnd">
            <a:no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491021" fontAlgn="base">
              <a:spcBef>
                <a:spcPct val="0"/>
              </a:spcBef>
              <a:spcAft>
                <a:spcPts val="300"/>
              </a:spcAft>
            </a:pPr>
            <a:endParaRPr lang="en-US" sz="2000" dirty="0">
              <a:solidFill>
                <a:srgbClr val="FFFFFF"/>
              </a:solidFill>
              <a:latin typeface="+mj-lt"/>
              <a:ea typeface="+mj-ea"/>
              <a:cs typeface="+mj-cs"/>
            </a:endParaRPr>
          </a:p>
        </p:txBody>
      </p:sp>
      <p:sp>
        <p:nvSpPr>
          <p:cNvPr id="32" name="Title 37">
            <a:extLst>
              <a:ext uri="{FF2B5EF4-FFF2-40B4-BE49-F238E27FC236}">
                <a16:creationId xmlns:a16="http://schemas.microsoft.com/office/drawing/2014/main" id="{6AB2796E-30B3-F65D-509D-77B29A5E5FC5}"/>
              </a:ext>
            </a:extLst>
          </p:cNvPr>
          <p:cNvSpPr txBox="1">
            <a:spLocks/>
          </p:cNvSpPr>
          <p:nvPr/>
        </p:nvSpPr>
        <p:spPr>
          <a:xfrm>
            <a:off x="176834" y="2817006"/>
            <a:ext cx="3013253" cy="1200329"/>
          </a:xfrm>
          <a:prstGeom prst="rect">
            <a:avLst/>
          </a:prstGeom>
        </p:spPr>
        <p:txBody>
          <a:bodyPr wrap="square">
            <a:spAutoFit/>
          </a:bodyPr>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defTabSz="914400">
              <a:spcBef>
                <a:spcPts val="0"/>
              </a:spcBef>
              <a:spcAft>
                <a:spcPts val="600"/>
              </a:spcAft>
              <a:defRPr/>
            </a:pPr>
            <a:r>
              <a:rPr lang="en-GB" dirty="0">
                <a:ln>
                  <a:noFill/>
                </a:ln>
                <a:solidFill>
                  <a:schemeClr val="bg1"/>
                </a:solidFill>
              </a:rPr>
              <a:t>Data Security Officer</a:t>
            </a:r>
          </a:p>
        </p:txBody>
      </p:sp>
      <p:sp>
        <p:nvSpPr>
          <p:cNvPr id="29" name="Graphic 275">
            <a:extLst>
              <a:ext uri="{FF2B5EF4-FFF2-40B4-BE49-F238E27FC236}">
                <a16:creationId xmlns:a16="http://schemas.microsoft.com/office/drawing/2014/main" id="{7D220DA1-2F2D-EF56-6604-4DB16EE709DD}"/>
              </a:ext>
              <a:ext uri="{C183D7F6-B498-43B3-948B-1728B52AA6E4}">
                <adec:decorative xmlns:adec="http://schemas.microsoft.com/office/drawing/2017/decorative" val="1"/>
              </a:ext>
            </a:extLst>
          </p:cNvPr>
          <p:cNvSpPr/>
          <p:nvPr/>
        </p:nvSpPr>
        <p:spPr>
          <a:xfrm>
            <a:off x="1274005" y="2162169"/>
            <a:ext cx="664936" cy="619550"/>
          </a:xfrm>
          <a:custGeom>
            <a:avLst/>
            <a:gdLst>
              <a:gd name="connsiteX0" fmla="*/ 244478 w 358567"/>
              <a:gd name="connsiteY0" fmla="*/ 57045 h 334094"/>
              <a:gd name="connsiteX1" fmla="*/ 244478 w 358567"/>
              <a:gd name="connsiteY1" fmla="*/ 40746 h 334094"/>
              <a:gd name="connsiteX2" fmla="*/ 285224 w 358567"/>
              <a:gd name="connsiteY2" fmla="*/ 0 h 334094"/>
              <a:gd name="connsiteX3" fmla="*/ 325970 w 358567"/>
              <a:gd name="connsiteY3" fmla="*/ 40746 h 334094"/>
              <a:gd name="connsiteX4" fmla="*/ 325970 w 358567"/>
              <a:gd name="connsiteY4" fmla="*/ 57045 h 334094"/>
              <a:gd name="connsiteX5" fmla="*/ 334119 w 358567"/>
              <a:gd name="connsiteY5" fmla="*/ 57045 h 334094"/>
              <a:gd name="connsiteX6" fmla="*/ 358567 w 358567"/>
              <a:gd name="connsiteY6" fmla="*/ 81493 h 334094"/>
              <a:gd name="connsiteX7" fmla="*/ 358567 w 358567"/>
              <a:gd name="connsiteY7" fmla="*/ 162985 h 334094"/>
              <a:gd name="connsiteX8" fmla="*/ 334119 w 358567"/>
              <a:gd name="connsiteY8" fmla="*/ 187433 h 334094"/>
              <a:gd name="connsiteX9" fmla="*/ 236328 w 358567"/>
              <a:gd name="connsiteY9" fmla="*/ 187433 h 334094"/>
              <a:gd name="connsiteX10" fmla="*/ 211881 w 358567"/>
              <a:gd name="connsiteY10" fmla="*/ 162985 h 334094"/>
              <a:gd name="connsiteX11" fmla="*/ 211881 w 358567"/>
              <a:gd name="connsiteY11" fmla="*/ 81493 h 334094"/>
              <a:gd name="connsiteX12" fmla="*/ 213254 w 358567"/>
              <a:gd name="connsiteY12" fmla="*/ 73394 h 334094"/>
              <a:gd name="connsiteX13" fmla="*/ 236328 w 358567"/>
              <a:gd name="connsiteY13" fmla="*/ 57045 h 334094"/>
              <a:gd name="connsiteX14" fmla="*/ 244478 w 358567"/>
              <a:gd name="connsiteY14" fmla="*/ 57045 h 334094"/>
              <a:gd name="connsiteX15" fmla="*/ 268925 w 358567"/>
              <a:gd name="connsiteY15" fmla="*/ 40746 h 334094"/>
              <a:gd name="connsiteX16" fmla="*/ 268925 w 358567"/>
              <a:gd name="connsiteY16" fmla="*/ 57045 h 334094"/>
              <a:gd name="connsiteX17" fmla="*/ 301522 w 358567"/>
              <a:gd name="connsiteY17" fmla="*/ 57045 h 334094"/>
              <a:gd name="connsiteX18" fmla="*/ 301522 w 358567"/>
              <a:gd name="connsiteY18" fmla="*/ 40746 h 334094"/>
              <a:gd name="connsiteX19" fmla="*/ 285224 w 358567"/>
              <a:gd name="connsiteY19" fmla="*/ 24448 h 334094"/>
              <a:gd name="connsiteX20" fmla="*/ 268925 w 358567"/>
              <a:gd name="connsiteY20" fmla="*/ 40746 h 334094"/>
              <a:gd name="connsiteX21" fmla="*/ 301449 w 358567"/>
              <a:gd name="connsiteY21" fmla="*/ 120675 h 334094"/>
              <a:gd name="connsiteX22" fmla="*/ 285224 w 358567"/>
              <a:gd name="connsiteY22" fmla="*/ 105940 h 334094"/>
              <a:gd name="connsiteX23" fmla="*/ 268925 w 358567"/>
              <a:gd name="connsiteY23" fmla="*/ 122239 h 334094"/>
              <a:gd name="connsiteX24" fmla="*/ 285224 w 358567"/>
              <a:gd name="connsiteY24" fmla="*/ 138537 h 334094"/>
              <a:gd name="connsiteX25" fmla="*/ 301442 w 358567"/>
              <a:gd name="connsiteY25" fmla="*/ 123855 h 334094"/>
              <a:gd name="connsiteX26" fmla="*/ 301442 w 358567"/>
              <a:gd name="connsiteY26" fmla="*/ 123855 h 334094"/>
              <a:gd name="connsiteX27" fmla="*/ 301522 w 358567"/>
              <a:gd name="connsiteY27" fmla="*/ 122239 h 334094"/>
              <a:gd name="connsiteX28" fmla="*/ 301449 w 358567"/>
              <a:gd name="connsiteY28" fmla="*/ 120675 h 334094"/>
              <a:gd name="connsiteX29" fmla="*/ 93573 w 358567"/>
              <a:gd name="connsiteY29" fmla="*/ 260773 h 334094"/>
              <a:gd name="connsiteX30" fmla="*/ 118048 w 358567"/>
              <a:gd name="connsiteY30" fmla="*/ 260773 h 334094"/>
              <a:gd name="connsiteX31" fmla="*/ 130272 w 358567"/>
              <a:gd name="connsiteY31" fmla="*/ 272997 h 334094"/>
              <a:gd name="connsiteX32" fmla="*/ 119707 w 358567"/>
              <a:gd name="connsiteY32" fmla="*/ 285108 h 334094"/>
              <a:gd name="connsiteX33" fmla="*/ 118048 w 358567"/>
              <a:gd name="connsiteY33" fmla="*/ 285221 h 334094"/>
              <a:gd name="connsiteX34" fmla="*/ 93573 w 358567"/>
              <a:gd name="connsiteY34" fmla="*/ 285221 h 334094"/>
              <a:gd name="connsiteX35" fmla="*/ 81349 w 358567"/>
              <a:gd name="connsiteY35" fmla="*/ 272997 h 334094"/>
              <a:gd name="connsiteX36" fmla="*/ 91914 w 358567"/>
              <a:gd name="connsiteY36" fmla="*/ 260884 h 334094"/>
              <a:gd name="connsiteX37" fmla="*/ 93573 w 358567"/>
              <a:gd name="connsiteY37" fmla="*/ 260773 h 334094"/>
              <a:gd name="connsiteX38" fmla="*/ 175160 w 358567"/>
              <a:gd name="connsiteY38" fmla="*/ 73392 h 334094"/>
              <a:gd name="connsiteX39" fmla="*/ 196387 w 358567"/>
              <a:gd name="connsiteY39" fmla="*/ 73393 h 334094"/>
              <a:gd name="connsiteX40" fmla="*/ 195582 w 358567"/>
              <a:gd name="connsiteY40" fmla="*/ 81493 h 334094"/>
              <a:gd name="connsiteX41" fmla="*/ 195582 w 358567"/>
              <a:gd name="connsiteY41" fmla="*/ 97847 h 334094"/>
              <a:gd name="connsiteX42" fmla="*/ 175170 w 358567"/>
              <a:gd name="connsiteY42" fmla="*/ 97847 h 334094"/>
              <a:gd name="connsiteX43" fmla="*/ 175170 w 358567"/>
              <a:gd name="connsiteY43" fmla="*/ 309647 h 334094"/>
              <a:gd name="connsiteX44" fmla="*/ 297368 w 358567"/>
              <a:gd name="connsiteY44" fmla="*/ 309647 h 334094"/>
              <a:gd name="connsiteX45" fmla="*/ 301442 w 358567"/>
              <a:gd name="connsiteY45" fmla="*/ 305572 h 334094"/>
              <a:gd name="connsiteX46" fmla="*/ 301442 w 358567"/>
              <a:gd name="connsiteY46" fmla="*/ 203731 h 334094"/>
              <a:gd name="connsiteX47" fmla="*/ 325890 w 358567"/>
              <a:gd name="connsiteY47" fmla="*/ 203731 h 334094"/>
              <a:gd name="connsiteX48" fmla="*/ 325890 w 358567"/>
              <a:gd name="connsiteY48" fmla="*/ 305572 h 334094"/>
              <a:gd name="connsiteX49" fmla="*/ 297368 w 358567"/>
              <a:gd name="connsiteY49" fmla="*/ 334095 h 334094"/>
              <a:gd name="connsiteX50" fmla="*/ 150722 w 358567"/>
              <a:gd name="connsiteY50" fmla="*/ 334095 h 334094"/>
              <a:gd name="connsiteX51" fmla="*/ 150712 w 358567"/>
              <a:gd name="connsiteY51" fmla="*/ 334054 h 334094"/>
              <a:gd name="connsiteX52" fmla="*/ 28522 w 358567"/>
              <a:gd name="connsiteY52" fmla="*/ 334056 h 334094"/>
              <a:gd name="connsiteX53" fmla="*/ 0 w 358567"/>
              <a:gd name="connsiteY53" fmla="*/ 305533 h 334094"/>
              <a:gd name="connsiteX54" fmla="*/ 0 w 358567"/>
              <a:gd name="connsiteY54" fmla="*/ 101882 h 334094"/>
              <a:gd name="connsiteX55" fmla="*/ 28522 w 358567"/>
              <a:gd name="connsiteY55" fmla="*/ 73359 h 334094"/>
              <a:gd name="connsiteX56" fmla="*/ 175170 w 358567"/>
              <a:gd name="connsiteY56" fmla="*/ 73359 h 334094"/>
              <a:gd name="connsiteX57" fmla="*/ 175160 w 358567"/>
              <a:gd name="connsiteY57" fmla="*/ 73392 h 334094"/>
              <a:gd name="connsiteX58" fmla="*/ 150722 w 358567"/>
              <a:gd name="connsiteY58" fmla="*/ 97807 h 334094"/>
              <a:gd name="connsiteX59" fmla="*/ 28522 w 358567"/>
              <a:gd name="connsiteY59" fmla="*/ 97807 h 334094"/>
              <a:gd name="connsiteX60" fmla="*/ 24448 w 358567"/>
              <a:gd name="connsiteY60" fmla="*/ 101882 h 334094"/>
              <a:gd name="connsiteX61" fmla="*/ 24448 w 358567"/>
              <a:gd name="connsiteY61" fmla="*/ 305533 h 334094"/>
              <a:gd name="connsiteX62" fmla="*/ 28522 w 358567"/>
              <a:gd name="connsiteY62" fmla="*/ 309608 h 334094"/>
              <a:gd name="connsiteX63" fmla="*/ 150722 w 358567"/>
              <a:gd name="connsiteY63" fmla="*/ 309608 h 334094"/>
              <a:gd name="connsiteX64" fmla="*/ 150722 w 358567"/>
              <a:gd name="connsiteY64" fmla="*/ 97807 h 334094"/>
              <a:gd name="connsiteX65" fmla="*/ 207622 w 358567"/>
              <a:gd name="connsiteY65" fmla="*/ 260773 h 334094"/>
              <a:gd name="connsiteX66" fmla="*/ 232069 w 358567"/>
              <a:gd name="connsiteY66" fmla="*/ 260773 h 334094"/>
              <a:gd name="connsiteX67" fmla="*/ 244293 w 358567"/>
              <a:gd name="connsiteY67" fmla="*/ 272997 h 334094"/>
              <a:gd name="connsiteX68" fmla="*/ 233729 w 358567"/>
              <a:gd name="connsiteY68" fmla="*/ 285108 h 334094"/>
              <a:gd name="connsiteX69" fmla="*/ 232069 w 358567"/>
              <a:gd name="connsiteY69" fmla="*/ 285221 h 334094"/>
              <a:gd name="connsiteX70" fmla="*/ 207622 w 358567"/>
              <a:gd name="connsiteY70" fmla="*/ 285221 h 334094"/>
              <a:gd name="connsiteX71" fmla="*/ 195398 w 358567"/>
              <a:gd name="connsiteY71" fmla="*/ 272997 h 334094"/>
              <a:gd name="connsiteX72" fmla="*/ 205964 w 358567"/>
              <a:gd name="connsiteY72" fmla="*/ 260884 h 334094"/>
              <a:gd name="connsiteX73" fmla="*/ 207622 w 358567"/>
              <a:gd name="connsiteY73" fmla="*/ 260773 h 33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58567" h="334094">
                <a:moveTo>
                  <a:pt x="244478" y="57045"/>
                </a:moveTo>
                <a:lnTo>
                  <a:pt x="244478" y="40746"/>
                </a:lnTo>
                <a:cubicBezTo>
                  <a:pt x="244478" y="18243"/>
                  <a:pt x="262720" y="0"/>
                  <a:pt x="285224" y="0"/>
                </a:cubicBezTo>
                <a:cubicBezTo>
                  <a:pt x="307727" y="0"/>
                  <a:pt x="325970" y="18243"/>
                  <a:pt x="325970" y="40746"/>
                </a:cubicBezTo>
                <a:lnTo>
                  <a:pt x="325970" y="57045"/>
                </a:lnTo>
                <a:lnTo>
                  <a:pt x="334119" y="57045"/>
                </a:lnTo>
                <a:cubicBezTo>
                  <a:pt x="347621" y="57045"/>
                  <a:pt x="358567" y="67990"/>
                  <a:pt x="358567" y="81493"/>
                </a:cubicBezTo>
                <a:lnTo>
                  <a:pt x="358567" y="162985"/>
                </a:lnTo>
                <a:cubicBezTo>
                  <a:pt x="358567" y="176487"/>
                  <a:pt x="347621" y="187433"/>
                  <a:pt x="334119" y="187433"/>
                </a:cubicBezTo>
                <a:lnTo>
                  <a:pt x="236328" y="187433"/>
                </a:lnTo>
                <a:cubicBezTo>
                  <a:pt x="222827" y="187433"/>
                  <a:pt x="211881" y="176487"/>
                  <a:pt x="211881" y="162985"/>
                </a:cubicBezTo>
                <a:lnTo>
                  <a:pt x="211881" y="81493"/>
                </a:lnTo>
                <a:cubicBezTo>
                  <a:pt x="211881" y="78654"/>
                  <a:pt x="212365" y="75929"/>
                  <a:pt x="213254" y="73394"/>
                </a:cubicBezTo>
                <a:cubicBezTo>
                  <a:pt x="216596" y="63872"/>
                  <a:pt x="225664" y="57045"/>
                  <a:pt x="236328" y="57045"/>
                </a:cubicBezTo>
                <a:lnTo>
                  <a:pt x="244478" y="57045"/>
                </a:lnTo>
                <a:close/>
                <a:moveTo>
                  <a:pt x="268925" y="40746"/>
                </a:moveTo>
                <a:lnTo>
                  <a:pt x="268925" y="57045"/>
                </a:lnTo>
                <a:lnTo>
                  <a:pt x="301522" y="57045"/>
                </a:lnTo>
                <a:lnTo>
                  <a:pt x="301522" y="40746"/>
                </a:lnTo>
                <a:cubicBezTo>
                  <a:pt x="301522" y="31745"/>
                  <a:pt x="294225" y="24448"/>
                  <a:pt x="285224" y="24448"/>
                </a:cubicBezTo>
                <a:cubicBezTo>
                  <a:pt x="276222" y="24448"/>
                  <a:pt x="268925" y="31745"/>
                  <a:pt x="268925" y="40746"/>
                </a:cubicBezTo>
                <a:close/>
                <a:moveTo>
                  <a:pt x="301449" y="120675"/>
                </a:moveTo>
                <a:cubicBezTo>
                  <a:pt x="300662" y="112407"/>
                  <a:pt x="293697" y="105940"/>
                  <a:pt x="285224" y="105940"/>
                </a:cubicBezTo>
                <a:cubicBezTo>
                  <a:pt x="276222" y="105940"/>
                  <a:pt x="268925" y="113237"/>
                  <a:pt x="268925" y="122239"/>
                </a:cubicBezTo>
                <a:cubicBezTo>
                  <a:pt x="268925" y="131240"/>
                  <a:pt x="276222" y="138537"/>
                  <a:pt x="285224" y="138537"/>
                </a:cubicBezTo>
                <a:cubicBezTo>
                  <a:pt x="293679" y="138537"/>
                  <a:pt x="300632" y="132098"/>
                  <a:pt x="301442" y="123855"/>
                </a:cubicBezTo>
                <a:cubicBezTo>
                  <a:pt x="301442" y="123855"/>
                  <a:pt x="301442" y="123855"/>
                  <a:pt x="301442" y="123855"/>
                </a:cubicBezTo>
                <a:cubicBezTo>
                  <a:pt x="301496" y="123323"/>
                  <a:pt x="301522" y="122784"/>
                  <a:pt x="301522" y="122239"/>
                </a:cubicBezTo>
                <a:cubicBezTo>
                  <a:pt x="301522" y="121711"/>
                  <a:pt x="301498" y="121190"/>
                  <a:pt x="301449" y="120675"/>
                </a:cubicBezTo>
                <a:close/>
                <a:moveTo>
                  <a:pt x="93573" y="260773"/>
                </a:moveTo>
                <a:lnTo>
                  <a:pt x="118048" y="260773"/>
                </a:lnTo>
                <a:cubicBezTo>
                  <a:pt x="124799" y="260773"/>
                  <a:pt x="130272" y="266244"/>
                  <a:pt x="130272" y="272997"/>
                </a:cubicBezTo>
                <a:cubicBezTo>
                  <a:pt x="130272" y="279185"/>
                  <a:pt x="125674" y="284298"/>
                  <a:pt x="119707" y="285108"/>
                </a:cubicBezTo>
                <a:lnTo>
                  <a:pt x="118048" y="285221"/>
                </a:lnTo>
                <a:lnTo>
                  <a:pt x="93573" y="285221"/>
                </a:lnTo>
                <a:cubicBezTo>
                  <a:pt x="86822" y="285221"/>
                  <a:pt x="81349" y="279747"/>
                  <a:pt x="81349" y="272997"/>
                </a:cubicBezTo>
                <a:cubicBezTo>
                  <a:pt x="81349" y="266808"/>
                  <a:pt x="85948" y="261694"/>
                  <a:pt x="91914" y="260884"/>
                </a:cubicBezTo>
                <a:lnTo>
                  <a:pt x="93573" y="260773"/>
                </a:lnTo>
                <a:close/>
                <a:moveTo>
                  <a:pt x="175160" y="73392"/>
                </a:moveTo>
                <a:lnTo>
                  <a:pt x="196387" y="73393"/>
                </a:lnTo>
                <a:cubicBezTo>
                  <a:pt x="195859" y="76011"/>
                  <a:pt x="195582" y="78719"/>
                  <a:pt x="195582" y="81493"/>
                </a:cubicBezTo>
                <a:lnTo>
                  <a:pt x="195582" y="97847"/>
                </a:lnTo>
                <a:lnTo>
                  <a:pt x="175170" y="97847"/>
                </a:lnTo>
                <a:lnTo>
                  <a:pt x="175170" y="309647"/>
                </a:lnTo>
                <a:lnTo>
                  <a:pt x="297368" y="309647"/>
                </a:lnTo>
                <a:cubicBezTo>
                  <a:pt x="299619" y="309647"/>
                  <a:pt x="301442" y="307823"/>
                  <a:pt x="301442" y="305572"/>
                </a:cubicBezTo>
                <a:lnTo>
                  <a:pt x="301442" y="203731"/>
                </a:lnTo>
                <a:lnTo>
                  <a:pt x="325890" y="203731"/>
                </a:lnTo>
                <a:lnTo>
                  <a:pt x="325890" y="305572"/>
                </a:lnTo>
                <a:cubicBezTo>
                  <a:pt x="325890" y="321325"/>
                  <a:pt x="313120" y="334095"/>
                  <a:pt x="297368" y="334095"/>
                </a:cubicBezTo>
                <a:lnTo>
                  <a:pt x="150722" y="334095"/>
                </a:lnTo>
                <a:lnTo>
                  <a:pt x="150712" y="334054"/>
                </a:lnTo>
                <a:lnTo>
                  <a:pt x="28522" y="334056"/>
                </a:lnTo>
                <a:cubicBezTo>
                  <a:pt x="12770" y="334056"/>
                  <a:pt x="0" y="321286"/>
                  <a:pt x="0" y="305533"/>
                </a:cubicBezTo>
                <a:lnTo>
                  <a:pt x="0" y="101882"/>
                </a:lnTo>
                <a:cubicBezTo>
                  <a:pt x="0" y="86129"/>
                  <a:pt x="12770" y="73359"/>
                  <a:pt x="28522" y="73359"/>
                </a:cubicBezTo>
                <a:lnTo>
                  <a:pt x="175170" y="73359"/>
                </a:lnTo>
                <a:lnTo>
                  <a:pt x="175160" y="73392"/>
                </a:lnTo>
                <a:close/>
                <a:moveTo>
                  <a:pt x="150722" y="97807"/>
                </a:moveTo>
                <a:lnTo>
                  <a:pt x="28522" y="97807"/>
                </a:lnTo>
                <a:cubicBezTo>
                  <a:pt x="26272" y="97807"/>
                  <a:pt x="24448" y="99631"/>
                  <a:pt x="24448" y="101882"/>
                </a:cubicBezTo>
                <a:lnTo>
                  <a:pt x="24448" y="305533"/>
                </a:lnTo>
                <a:cubicBezTo>
                  <a:pt x="24448" y="307784"/>
                  <a:pt x="26272" y="309608"/>
                  <a:pt x="28522" y="309608"/>
                </a:cubicBezTo>
                <a:lnTo>
                  <a:pt x="150722" y="309608"/>
                </a:lnTo>
                <a:lnTo>
                  <a:pt x="150722" y="97807"/>
                </a:lnTo>
                <a:close/>
                <a:moveTo>
                  <a:pt x="207622" y="260773"/>
                </a:moveTo>
                <a:lnTo>
                  <a:pt x="232069" y="260773"/>
                </a:lnTo>
                <a:cubicBezTo>
                  <a:pt x="238820" y="260773"/>
                  <a:pt x="244293" y="266244"/>
                  <a:pt x="244293" y="272997"/>
                </a:cubicBezTo>
                <a:cubicBezTo>
                  <a:pt x="244293" y="279185"/>
                  <a:pt x="239696" y="284298"/>
                  <a:pt x="233729" y="285108"/>
                </a:cubicBezTo>
                <a:lnTo>
                  <a:pt x="232069" y="285221"/>
                </a:lnTo>
                <a:lnTo>
                  <a:pt x="207622" y="285221"/>
                </a:lnTo>
                <a:cubicBezTo>
                  <a:pt x="200871" y="285221"/>
                  <a:pt x="195398" y="279747"/>
                  <a:pt x="195398" y="272997"/>
                </a:cubicBezTo>
                <a:cubicBezTo>
                  <a:pt x="195398" y="266808"/>
                  <a:pt x="199997" y="261694"/>
                  <a:pt x="205964" y="260884"/>
                </a:cubicBezTo>
                <a:lnTo>
                  <a:pt x="207622" y="260773"/>
                </a:lnTo>
                <a:close/>
              </a:path>
            </a:pathLst>
          </a:custGeom>
          <a:solidFill>
            <a:schemeClr val="bg1"/>
          </a:solidFill>
          <a:ln w="15875" cap="rnd">
            <a:noFill/>
            <a:prstDash val="solid"/>
            <a:round/>
          </a:ln>
          <a:effectLst/>
        </p:spPr>
        <p:txBody>
          <a:bodyPr/>
          <a:lstStyle/>
          <a:p>
            <a:endParaRPr lang="en-US" dirty="0"/>
          </a:p>
        </p:txBody>
      </p:sp>
    </p:spTree>
    <p:extLst>
      <p:ext uri="{BB962C8B-B14F-4D97-AF65-F5344CB8AC3E}">
        <p14:creationId xmlns:p14="http://schemas.microsoft.com/office/powerpoint/2010/main" val="3447602008"/>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Extending and adapting data security to agents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E4AC56E-6C1D-EB3F-0E47-61C8618E65C4}"/>
              </a:ext>
              <a:ext uri="{C183D7F6-B498-43B3-948B-1728B52AA6E4}">
                <adec:decorative xmlns:adec="http://schemas.microsoft.com/office/drawing/2017/decorative" val="1"/>
              </a:ext>
            </a:extLst>
          </p:cNvPr>
          <p:cNvSpPr>
            <a:spLocks/>
          </p:cNvSpPr>
          <p:nvPr/>
        </p:nvSpPr>
        <p:spPr bwMode="auto">
          <a:xfrm>
            <a:off x="588263" y="1317040"/>
            <a:ext cx="11018520" cy="4951998"/>
          </a:xfrm>
          <a:prstGeom prst="roundRect">
            <a:avLst>
              <a:gd name="adj" fmla="val 2657"/>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rgbClr val="FFFFFF"/>
              </a:solidFill>
              <a:cs typeface="Segoe UI" pitchFamily="34" charset="0"/>
            </a:endParaRPr>
          </a:p>
        </p:txBody>
      </p:sp>
      <p:sp>
        <p:nvSpPr>
          <p:cNvPr id="8" name="Oval 7">
            <a:extLst>
              <a:ext uri="{FF2B5EF4-FFF2-40B4-BE49-F238E27FC236}">
                <a16:creationId xmlns:a16="http://schemas.microsoft.com/office/drawing/2014/main" id="{66FC486A-2DC1-D083-4BC2-292D32080075}"/>
              </a:ext>
              <a:ext uri="{C183D7F6-B498-43B3-948B-1728B52AA6E4}">
                <adec:decorative xmlns:adec="http://schemas.microsoft.com/office/drawing/2017/decorative" val="1"/>
              </a:ext>
            </a:extLst>
          </p:cNvPr>
          <p:cNvSpPr>
            <a:spLocks/>
          </p:cNvSpPr>
          <p:nvPr/>
        </p:nvSpPr>
        <p:spPr bwMode="auto">
          <a:xfrm>
            <a:off x="7355682" y="1522202"/>
            <a:ext cx="584630" cy="580076"/>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solidFill>
                <a:schemeClr val="bg1"/>
              </a:solidFill>
              <a:latin typeface="+mj-lt"/>
            </a:endParaRPr>
          </a:p>
        </p:txBody>
      </p:sp>
      <p:sp>
        <p:nvSpPr>
          <p:cNvPr id="9" name="Oval 8">
            <a:extLst>
              <a:ext uri="{FF2B5EF4-FFF2-40B4-BE49-F238E27FC236}">
                <a16:creationId xmlns:a16="http://schemas.microsoft.com/office/drawing/2014/main" id="{936E199F-5761-9708-8161-88ADCBA9140A}"/>
              </a:ext>
              <a:ext uri="{C183D7F6-B498-43B3-948B-1728B52AA6E4}">
                <adec:decorative xmlns:adec="http://schemas.microsoft.com/office/drawing/2017/decorative" val="1"/>
              </a:ext>
            </a:extLst>
          </p:cNvPr>
          <p:cNvSpPr>
            <a:spLocks/>
          </p:cNvSpPr>
          <p:nvPr/>
        </p:nvSpPr>
        <p:spPr bwMode="auto">
          <a:xfrm>
            <a:off x="7355682" y="2512602"/>
            <a:ext cx="584630" cy="580076"/>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dirty="0">
              <a:ln w="3175">
                <a:noFill/>
              </a:ln>
              <a:solidFill>
                <a:schemeClr val="bg1"/>
              </a:solidFill>
              <a:latin typeface="+mj-lt"/>
            </a:endParaRPr>
          </a:p>
        </p:txBody>
      </p:sp>
      <p:sp>
        <p:nvSpPr>
          <p:cNvPr id="10" name="Oval 9">
            <a:extLst>
              <a:ext uri="{FF2B5EF4-FFF2-40B4-BE49-F238E27FC236}">
                <a16:creationId xmlns:a16="http://schemas.microsoft.com/office/drawing/2014/main" id="{97B54BC1-D7F4-F50D-9AB4-C968A2A82A6E}"/>
              </a:ext>
              <a:ext uri="{C183D7F6-B498-43B3-948B-1728B52AA6E4}">
                <adec:decorative xmlns:adec="http://schemas.microsoft.com/office/drawing/2017/decorative" val="1"/>
              </a:ext>
            </a:extLst>
          </p:cNvPr>
          <p:cNvSpPr>
            <a:spLocks/>
          </p:cNvSpPr>
          <p:nvPr/>
        </p:nvSpPr>
        <p:spPr bwMode="auto">
          <a:xfrm>
            <a:off x="7355682" y="5483802"/>
            <a:ext cx="584630" cy="580076"/>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solidFill>
                <a:schemeClr val="bg1"/>
              </a:solidFill>
              <a:latin typeface="+mj-lt"/>
            </a:endParaRPr>
          </a:p>
        </p:txBody>
      </p:sp>
      <p:sp>
        <p:nvSpPr>
          <p:cNvPr id="11" name="Oval 10">
            <a:extLst>
              <a:ext uri="{FF2B5EF4-FFF2-40B4-BE49-F238E27FC236}">
                <a16:creationId xmlns:a16="http://schemas.microsoft.com/office/drawing/2014/main" id="{17CED95B-FF1B-EAB4-1941-6A23F4979AB4}"/>
              </a:ext>
              <a:ext uri="{C183D7F6-B498-43B3-948B-1728B52AA6E4}">
                <adec:decorative xmlns:adec="http://schemas.microsoft.com/office/drawing/2017/decorative" val="1"/>
              </a:ext>
            </a:extLst>
          </p:cNvPr>
          <p:cNvSpPr>
            <a:spLocks/>
          </p:cNvSpPr>
          <p:nvPr/>
        </p:nvSpPr>
        <p:spPr bwMode="auto">
          <a:xfrm>
            <a:off x="7355682" y="4493402"/>
            <a:ext cx="584630" cy="580076"/>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a:ln w="3175">
                <a:noFill/>
              </a:ln>
              <a:solidFill>
                <a:schemeClr val="bg1"/>
              </a:solidFill>
              <a:latin typeface="+mj-lt"/>
            </a:endParaRPr>
          </a:p>
        </p:txBody>
      </p:sp>
      <p:sp>
        <p:nvSpPr>
          <p:cNvPr id="12" name="Oval 11">
            <a:extLst>
              <a:ext uri="{FF2B5EF4-FFF2-40B4-BE49-F238E27FC236}">
                <a16:creationId xmlns:a16="http://schemas.microsoft.com/office/drawing/2014/main" id="{A2902BEE-5281-89C7-D17F-96070A1447F2}"/>
              </a:ext>
              <a:ext uri="{C183D7F6-B498-43B3-948B-1728B52AA6E4}">
                <adec:decorative xmlns:adec="http://schemas.microsoft.com/office/drawing/2017/decorative" val="1"/>
              </a:ext>
            </a:extLst>
          </p:cNvPr>
          <p:cNvSpPr>
            <a:spLocks/>
          </p:cNvSpPr>
          <p:nvPr/>
        </p:nvSpPr>
        <p:spPr bwMode="auto">
          <a:xfrm>
            <a:off x="7355682" y="3503002"/>
            <a:ext cx="584630" cy="580076"/>
          </a:xfrm>
          <a:prstGeom prst="ellipse">
            <a:avLst/>
          </a:prstGeom>
          <a:solidFill>
            <a:schemeClr val="accent1"/>
          </a:solidFill>
          <a:ln w="28575" cap="rnd">
            <a:solidFill>
              <a:schemeClr val="bg1"/>
            </a:solidFill>
            <a:prstDash val="solid"/>
            <a:roun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1600" dirty="0">
              <a:ln w="3175">
                <a:noFill/>
              </a:ln>
              <a:solidFill>
                <a:schemeClr val="bg1"/>
              </a:solidFill>
              <a:latin typeface="+mj-lt"/>
            </a:endParaRPr>
          </a:p>
        </p:txBody>
      </p:sp>
      <p:cxnSp>
        <p:nvCxnSpPr>
          <p:cNvPr id="13" name="Straight Connector 12">
            <a:extLst>
              <a:ext uri="{FF2B5EF4-FFF2-40B4-BE49-F238E27FC236}">
                <a16:creationId xmlns:a16="http://schemas.microsoft.com/office/drawing/2014/main" id="{61B62953-DE12-F33F-76C4-B977B077DBFA}"/>
              </a:ext>
              <a:ext uri="{C183D7F6-B498-43B3-948B-1728B52AA6E4}">
                <adec:decorative xmlns:adec="http://schemas.microsoft.com/office/drawing/2017/decorative" val="1"/>
              </a:ext>
            </a:extLst>
          </p:cNvPr>
          <p:cNvCxnSpPr>
            <a:cxnSpLocks/>
          </p:cNvCxnSpPr>
          <p:nvPr/>
        </p:nvCxnSpPr>
        <p:spPr>
          <a:xfrm>
            <a:off x="8124825" y="23074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76442E8-034C-E551-E57A-4047FDC6BB0A}"/>
              </a:ext>
              <a:ext uri="{C183D7F6-B498-43B3-948B-1728B52AA6E4}">
                <adec:decorative xmlns:adec="http://schemas.microsoft.com/office/drawing/2017/decorative" val="1"/>
              </a:ext>
            </a:extLst>
          </p:cNvPr>
          <p:cNvCxnSpPr>
            <a:cxnSpLocks/>
          </p:cNvCxnSpPr>
          <p:nvPr/>
        </p:nvCxnSpPr>
        <p:spPr>
          <a:xfrm>
            <a:off x="8124825" y="32978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7DC401-AA73-E7C8-0C84-1655C7932189}"/>
              </a:ext>
              <a:ext uri="{C183D7F6-B498-43B3-948B-1728B52AA6E4}">
                <adec:decorative xmlns:adec="http://schemas.microsoft.com/office/drawing/2017/decorative" val="1"/>
              </a:ext>
            </a:extLst>
          </p:cNvPr>
          <p:cNvCxnSpPr>
            <a:cxnSpLocks/>
          </p:cNvCxnSpPr>
          <p:nvPr/>
        </p:nvCxnSpPr>
        <p:spPr>
          <a:xfrm>
            <a:off x="8124825" y="42882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C53520E-C471-7445-F202-1A97AA463A3D}"/>
              </a:ext>
              <a:ext uri="{C183D7F6-B498-43B3-948B-1728B52AA6E4}">
                <adec:decorative xmlns:adec="http://schemas.microsoft.com/office/drawing/2017/decorative" val="1"/>
              </a:ext>
            </a:extLst>
          </p:cNvPr>
          <p:cNvCxnSpPr>
            <a:cxnSpLocks/>
          </p:cNvCxnSpPr>
          <p:nvPr/>
        </p:nvCxnSpPr>
        <p:spPr>
          <a:xfrm>
            <a:off x="8124825" y="5278640"/>
            <a:ext cx="3228975" cy="0"/>
          </a:xfrm>
          <a:prstGeom prst="line">
            <a:avLst/>
          </a:prstGeom>
          <a:ln w="6350">
            <a:gradFill flip="none" rotWithShape="1">
              <a:gsLst>
                <a:gs pos="0">
                  <a:schemeClr val="bg1">
                    <a:lumMod val="85000"/>
                    <a:alpha val="0"/>
                  </a:schemeClr>
                </a:gs>
                <a:gs pos="50000">
                  <a:schemeClr val="bg1">
                    <a:lumMod val="85000"/>
                  </a:schemeClr>
                </a:gs>
                <a:gs pos="100000">
                  <a:schemeClr val="bg1">
                    <a:lumMod val="85000"/>
                    <a:alpha val="0"/>
                  </a:schemeClr>
                </a:gs>
              </a:gsLst>
              <a:lin ang="0" scaled="1"/>
              <a:tileRect/>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72B1D561-8B00-6CEA-5BB3-EC692DB1CAA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1017" y="3626060"/>
            <a:ext cx="333960" cy="333960"/>
          </a:xfrm>
          <a:prstGeom prst="rect">
            <a:avLst/>
          </a:prstGeom>
        </p:spPr>
      </p:pic>
      <p:pic>
        <p:nvPicPr>
          <p:cNvPr id="18" name="Graphic 17">
            <a:extLst>
              <a:ext uri="{FF2B5EF4-FFF2-40B4-BE49-F238E27FC236}">
                <a16:creationId xmlns:a16="http://schemas.microsoft.com/office/drawing/2014/main" id="{2ACC1AC3-2423-40B5-47C9-CB72BD1270E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86072" y="1650315"/>
            <a:ext cx="323850" cy="323850"/>
          </a:xfrm>
          <a:prstGeom prst="rect">
            <a:avLst/>
          </a:prstGeom>
        </p:spPr>
      </p:pic>
      <p:pic>
        <p:nvPicPr>
          <p:cNvPr id="19" name="Graphic 18">
            <a:extLst>
              <a:ext uri="{FF2B5EF4-FFF2-40B4-BE49-F238E27FC236}">
                <a16:creationId xmlns:a16="http://schemas.microsoft.com/office/drawing/2014/main" id="{91A97115-2FD7-7D82-8817-0E3938C2872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86072" y="2640715"/>
            <a:ext cx="323850" cy="323850"/>
          </a:xfrm>
          <a:prstGeom prst="rect">
            <a:avLst/>
          </a:prstGeom>
        </p:spPr>
      </p:pic>
      <p:pic>
        <p:nvPicPr>
          <p:cNvPr id="20" name="Graphic 19">
            <a:extLst>
              <a:ext uri="{FF2B5EF4-FFF2-40B4-BE49-F238E27FC236}">
                <a16:creationId xmlns:a16="http://schemas.microsoft.com/office/drawing/2014/main" id="{9F7A9BF5-0DEB-068F-23C6-919097ABB90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86072" y="4621515"/>
            <a:ext cx="323850" cy="323850"/>
          </a:xfrm>
          <a:prstGeom prst="rect">
            <a:avLst/>
          </a:prstGeom>
        </p:spPr>
      </p:pic>
      <p:pic>
        <p:nvPicPr>
          <p:cNvPr id="21" name="Graphic 20">
            <a:extLst>
              <a:ext uri="{FF2B5EF4-FFF2-40B4-BE49-F238E27FC236}">
                <a16:creationId xmlns:a16="http://schemas.microsoft.com/office/drawing/2014/main" id="{E9B0275B-5A1D-0F5E-3CE7-5DA584B5F7A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486072" y="5611915"/>
            <a:ext cx="323850" cy="323850"/>
          </a:xfrm>
          <a:prstGeom prst="rect">
            <a:avLst/>
          </a:prstGeom>
        </p:spPr>
      </p:pic>
      <p:sp>
        <p:nvSpPr>
          <p:cNvPr id="22" name="CS box - replacement">
            <a:extLst>
              <a:ext uri="{FF2B5EF4-FFF2-40B4-BE49-F238E27FC236}">
                <a16:creationId xmlns:a16="http://schemas.microsoft.com/office/drawing/2014/main" id="{CBD2381F-8E3B-4CB3-70A0-F25C0D221FB5}"/>
              </a:ext>
              <a:ext uri="{C183D7F6-B498-43B3-948B-1728B52AA6E4}">
                <adec:decorative xmlns:adec="http://schemas.microsoft.com/office/drawing/2017/decorative" val="1"/>
              </a:ext>
            </a:extLst>
          </p:cNvPr>
          <p:cNvSpPr>
            <a:spLocks/>
          </p:cNvSpPr>
          <p:nvPr/>
        </p:nvSpPr>
        <p:spPr bwMode="auto">
          <a:xfrm>
            <a:off x="720725" y="1465944"/>
            <a:ext cx="6392066" cy="4654192"/>
          </a:xfrm>
          <a:prstGeom prst="roundRect">
            <a:avLst>
              <a:gd name="adj" fmla="val 1889"/>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chemeClr val="bg1"/>
              </a:solidFill>
              <a:latin typeface="+mj-lt"/>
              <a:cs typeface="Segoe UI" pitchFamily="34" charset="0"/>
            </a:endParaRPr>
          </a:p>
        </p:txBody>
      </p:sp>
      <p:sp>
        <p:nvSpPr>
          <p:cNvPr id="23" name="Rectangle: Rounded Corners 22">
            <a:extLst>
              <a:ext uri="{FF2B5EF4-FFF2-40B4-BE49-F238E27FC236}">
                <a16:creationId xmlns:a16="http://schemas.microsoft.com/office/drawing/2014/main" id="{180CAA61-9A63-0D66-AEC1-50FBB072FC01}"/>
              </a:ext>
              <a:ext uri="{C183D7F6-B498-43B3-948B-1728B52AA6E4}">
                <adec:decorative xmlns:adec="http://schemas.microsoft.com/office/drawing/2017/decorative" val="1"/>
              </a:ext>
            </a:extLst>
          </p:cNvPr>
          <p:cNvSpPr/>
          <p:nvPr/>
        </p:nvSpPr>
        <p:spPr bwMode="auto">
          <a:xfrm>
            <a:off x="6153149" y="2756160"/>
            <a:ext cx="860709" cy="804752"/>
          </a:xfrm>
          <a:prstGeom prst="roundRect">
            <a:avLst>
              <a:gd name="adj" fmla="val 8201"/>
            </a:avLst>
          </a:prstGeom>
          <a:solidFill>
            <a:schemeClr val="accent2">
              <a:lumMod val="20000"/>
              <a:lumOff val="80000"/>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j-lt"/>
              </a:rPr>
              <a:t>Data Sources</a:t>
            </a:r>
          </a:p>
        </p:txBody>
      </p:sp>
      <p:grpSp>
        <p:nvGrpSpPr>
          <p:cNvPr id="24" name="Group 23">
            <a:extLst>
              <a:ext uri="{FF2B5EF4-FFF2-40B4-BE49-F238E27FC236}">
                <a16:creationId xmlns:a16="http://schemas.microsoft.com/office/drawing/2014/main" id="{BEB93DC5-3A64-24C4-EDF9-882C072C7A82}"/>
              </a:ext>
              <a:ext uri="{C183D7F6-B498-43B3-948B-1728B52AA6E4}">
                <adec:decorative xmlns:adec="http://schemas.microsoft.com/office/drawing/2017/decorative" val="1"/>
              </a:ext>
            </a:extLst>
          </p:cNvPr>
          <p:cNvGrpSpPr/>
          <p:nvPr/>
        </p:nvGrpSpPr>
        <p:grpSpPr>
          <a:xfrm>
            <a:off x="3322398" y="2713967"/>
            <a:ext cx="1188720" cy="1185254"/>
            <a:chOff x="5180818" y="2119552"/>
            <a:chExt cx="1764792" cy="1768644"/>
          </a:xfrm>
        </p:grpSpPr>
        <p:sp>
          <p:nvSpPr>
            <p:cNvPr id="25" name="Oval 24">
              <a:extLst>
                <a:ext uri="{FF2B5EF4-FFF2-40B4-BE49-F238E27FC236}">
                  <a16:creationId xmlns:a16="http://schemas.microsoft.com/office/drawing/2014/main" id="{EFC95533-985C-BDC2-0BBD-6BA9FD25A490}"/>
                </a:ext>
              </a:extLst>
            </p:cNvPr>
            <p:cNvSpPr/>
            <p:nvPr/>
          </p:nvSpPr>
          <p:spPr bwMode="auto">
            <a:xfrm>
              <a:off x="5180818" y="2119552"/>
              <a:ext cx="1764792" cy="1768644"/>
            </a:xfrm>
            <a:prstGeom prst="ellipse">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chemeClr val="tx1"/>
                </a:solidFill>
                <a:effectLst/>
                <a:uLnTx/>
                <a:uFillTx/>
                <a:latin typeface="+mj-lt"/>
                <a:ea typeface="+mn-ea"/>
                <a:cs typeface="+mn-cs"/>
              </a:endParaRPr>
            </a:p>
          </p:txBody>
        </p:sp>
        <p:grpSp>
          <p:nvGrpSpPr>
            <p:cNvPr id="26" name="Group 25">
              <a:extLst>
                <a:ext uri="{FF2B5EF4-FFF2-40B4-BE49-F238E27FC236}">
                  <a16:creationId xmlns:a16="http://schemas.microsoft.com/office/drawing/2014/main" id="{CF7E4C0C-E4DE-975D-9F30-461C29DC01B1}"/>
                </a:ext>
              </a:extLst>
            </p:cNvPr>
            <p:cNvGrpSpPr/>
            <p:nvPr/>
          </p:nvGrpSpPr>
          <p:grpSpPr>
            <a:xfrm>
              <a:off x="5255366" y="2194263"/>
              <a:ext cx="1615696" cy="1619222"/>
              <a:chOff x="5353050" y="3169243"/>
              <a:chExt cx="1485900" cy="1480196"/>
            </a:xfrm>
          </p:grpSpPr>
          <p:sp>
            <p:nvSpPr>
              <p:cNvPr id="27" name="Box">
                <a:extLst>
                  <a:ext uri="{FF2B5EF4-FFF2-40B4-BE49-F238E27FC236}">
                    <a16:creationId xmlns:a16="http://schemas.microsoft.com/office/drawing/2014/main" id="{1EC10790-67DF-6382-FAB7-52E0160F312E}"/>
                  </a:ext>
                </a:extLst>
              </p:cNvPr>
              <p:cNvSpPr>
                <a:spLocks noChangeAspect="1"/>
              </p:cNvSpPr>
              <p:nvPr/>
            </p:nvSpPr>
            <p:spPr bwMode="auto">
              <a:xfrm>
                <a:off x="5353050" y="3169243"/>
                <a:ext cx="1485900" cy="1480196"/>
              </a:xfrm>
              <a:prstGeom prst="ellipse">
                <a:avLst/>
              </a:prstGeom>
              <a:solidFill>
                <a:schemeClr val="accent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dirty="0">
                  <a:ln w="3175">
                    <a:noFill/>
                  </a:ln>
                  <a:latin typeface="+mj-lt"/>
                  <a:cs typeface="Segoe Sans Display Semibold" pitchFamily="2" charset="0"/>
                </a:endParaRPr>
              </a:p>
            </p:txBody>
          </p:sp>
          <p:pic>
            <p:nvPicPr>
              <p:cNvPr id="28" name="Graphic 27">
                <a:extLst>
                  <a:ext uri="{FF2B5EF4-FFF2-40B4-BE49-F238E27FC236}">
                    <a16:creationId xmlns:a16="http://schemas.microsoft.com/office/drawing/2014/main" id="{EA979C33-E6F2-1798-8D40-88F85938E5E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16602" y="3336194"/>
                <a:ext cx="558798" cy="559826"/>
              </a:xfrm>
              <a:prstGeom prst="rect">
                <a:avLst/>
              </a:prstGeom>
            </p:spPr>
          </p:pic>
          <p:sp>
            <p:nvSpPr>
              <p:cNvPr id="29" name="Rectangle 28">
                <a:extLst>
                  <a:ext uri="{FF2B5EF4-FFF2-40B4-BE49-F238E27FC236}">
                    <a16:creationId xmlns:a16="http://schemas.microsoft.com/office/drawing/2014/main" id="{77C7E63C-4293-CFAF-7BE2-2B5B85D836DF}"/>
                  </a:ext>
                </a:extLst>
              </p:cNvPr>
              <p:cNvSpPr/>
              <p:nvPr/>
            </p:nvSpPr>
            <p:spPr bwMode="auto">
              <a:xfrm>
                <a:off x="5577296" y="3904364"/>
                <a:ext cx="1037406" cy="419834"/>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i="0" u="none" strike="noStrike" kern="1200" cap="none" spc="0" normalizeH="0" baseline="0" noProof="0">
                    <a:ln>
                      <a:noFill/>
                    </a:ln>
                    <a:solidFill>
                      <a:schemeClr val="bg1"/>
                    </a:solidFill>
                    <a:effectLst/>
                    <a:uLnTx/>
                    <a:uFillTx/>
                    <a:latin typeface="+mj-lt"/>
                    <a:ea typeface="+mj-ea"/>
                    <a:cs typeface="+mj-cs"/>
                  </a:rPr>
                  <a:t>Agent</a:t>
                </a:r>
              </a:p>
            </p:txBody>
          </p:sp>
        </p:grpSp>
      </p:grpSp>
      <p:grpSp>
        <p:nvGrpSpPr>
          <p:cNvPr id="30" name="Group 29">
            <a:extLst>
              <a:ext uri="{FF2B5EF4-FFF2-40B4-BE49-F238E27FC236}">
                <a16:creationId xmlns:a16="http://schemas.microsoft.com/office/drawing/2014/main" id="{DB893BC4-AB80-2A41-19DE-24B5305117BC}"/>
              </a:ext>
              <a:ext uri="{C183D7F6-B498-43B3-948B-1728B52AA6E4}">
                <adec:decorative xmlns:adec="http://schemas.microsoft.com/office/drawing/2017/decorative" val="1"/>
              </a:ext>
            </a:extLst>
          </p:cNvPr>
          <p:cNvGrpSpPr/>
          <p:nvPr/>
        </p:nvGrpSpPr>
        <p:grpSpPr>
          <a:xfrm>
            <a:off x="1540408" y="2061927"/>
            <a:ext cx="604274" cy="604274"/>
            <a:chOff x="597817" y="1973747"/>
            <a:chExt cx="1042622" cy="1042622"/>
          </a:xfrm>
        </p:grpSpPr>
        <p:sp>
          <p:nvSpPr>
            <p:cNvPr id="31" name="Oval 30">
              <a:extLst>
                <a:ext uri="{FF2B5EF4-FFF2-40B4-BE49-F238E27FC236}">
                  <a16:creationId xmlns:a16="http://schemas.microsoft.com/office/drawing/2014/main" id="{F61654AF-D98F-DD3B-9565-3250D2BDCAE3}"/>
                </a:ext>
              </a:extLst>
            </p:cNvPr>
            <p:cNvSpPr/>
            <p:nvPr/>
          </p:nvSpPr>
          <p:spPr bwMode="auto">
            <a:xfrm>
              <a:off x="597817" y="1973747"/>
              <a:ext cx="1042622" cy="104262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tx1"/>
                </a:solidFill>
                <a:effectLst/>
                <a:uLnTx/>
                <a:uFillTx/>
                <a:latin typeface="+mj-lt"/>
                <a:ea typeface="Segoe UI" pitchFamily="34" charset="0"/>
                <a:cs typeface="Segoe UI" pitchFamily="34" charset="0"/>
              </a:endParaRPr>
            </a:p>
          </p:txBody>
        </p:sp>
        <p:pic>
          <p:nvPicPr>
            <p:cNvPr id="32" name="Picture 31">
              <a:extLst>
                <a:ext uri="{FF2B5EF4-FFF2-40B4-BE49-F238E27FC236}">
                  <a16:creationId xmlns:a16="http://schemas.microsoft.com/office/drawing/2014/main" id="{67DD2FF1-5B4B-91C4-961D-EEAE9AFD06D7}"/>
                </a:ext>
              </a:extLst>
            </p:cNvPr>
            <p:cNvPicPr>
              <a:picLocks/>
            </p:cNvPicPr>
            <p:nvPr/>
          </p:nvPicPr>
          <p:blipFill rotWithShape="1">
            <a:blip r:embed="rId9"/>
            <a:srcRect l="20075" t="16967" r="37190" b="54544"/>
            <a:stretch>
              <a:fillRect/>
            </a:stretch>
          </p:blipFill>
          <p:spPr>
            <a:xfrm>
              <a:off x="712792" y="2088722"/>
              <a:ext cx="812672" cy="812672"/>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pic>
      </p:grpSp>
      <p:grpSp>
        <p:nvGrpSpPr>
          <p:cNvPr id="33" name="Group 32">
            <a:extLst>
              <a:ext uri="{FF2B5EF4-FFF2-40B4-BE49-F238E27FC236}">
                <a16:creationId xmlns:a16="http://schemas.microsoft.com/office/drawing/2014/main" id="{0B0CDFC2-93DE-7BC3-21D2-8E816AD4C04A}"/>
              </a:ext>
              <a:ext uri="{C183D7F6-B498-43B3-948B-1728B52AA6E4}">
                <adec:decorative xmlns:adec="http://schemas.microsoft.com/office/drawing/2017/decorative" val="1"/>
              </a:ext>
            </a:extLst>
          </p:cNvPr>
          <p:cNvGrpSpPr/>
          <p:nvPr/>
        </p:nvGrpSpPr>
        <p:grpSpPr>
          <a:xfrm>
            <a:off x="1251377" y="3938687"/>
            <a:ext cx="455330" cy="453582"/>
            <a:chOff x="7988304" y="2844986"/>
            <a:chExt cx="679446" cy="676838"/>
          </a:xfrm>
        </p:grpSpPr>
        <p:sp>
          <p:nvSpPr>
            <p:cNvPr id="34" name="Box">
              <a:extLst>
                <a:ext uri="{FF2B5EF4-FFF2-40B4-BE49-F238E27FC236}">
                  <a16:creationId xmlns:a16="http://schemas.microsoft.com/office/drawing/2014/main" id="{E4B4A527-F004-D1E7-3871-D325945C6D0B}"/>
                </a:ext>
              </a:extLst>
            </p:cNvPr>
            <p:cNvSpPr>
              <a:spLocks noChangeAspect="1"/>
            </p:cNvSpPr>
            <p:nvPr/>
          </p:nvSpPr>
          <p:spPr bwMode="auto">
            <a:xfrm>
              <a:off x="7988304" y="2844986"/>
              <a:ext cx="679446" cy="67683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dirty="0">
                <a:ln w="3175">
                  <a:noFill/>
                </a:ln>
                <a:latin typeface="+mj-lt"/>
                <a:cs typeface="Segoe Sans Display Semibold" pitchFamily="2" charset="0"/>
              </a:endParaRPr>
            </a:p>
          </p:txBody>
        </p:sp>
        <p:pic>
          <p:nvPicPr>
            <p:cNvPr id="35" name="Graphic 34">
              <a:extLst>
                <a:ext uri="{FF2B5EF4-FFF2-40B4-BE49-F238E27FC236}">
                  <a16:creationId xmlns:a16="http://schemas.microsoft.com/office/drawing/2014/main" id="{6354AA01-7DED-1A76-F91A-00314B45912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83551" y="2938483"/>
              <a:ext cx="488948" cy="489848"/>
            </a:xfrm>
            <a:prstGeom prst="rect">
              <a:avLst/>
            </a:prstGeom>
          </p:spPr>
        </p:pic>
      </p:grpSp>
      <p:cxnSp>
        <p:nvCxnSpPr>
          <p:cNvPr id="36" name="Connector: Elbow 35">
            <a:extLst>
              <a:ext uri="{FF2B5EF4-FFF2-40B4-BE49-F238E27FC236}">
                <a16:creationId xmlns:a16="http://schemas.microsoft.com/office/drawing/2014/main" id="{DDD82237-DEA8-C62D-F18B-C71117B2A2C7}"/>
              </a:ext>
              <a:ext uri="{C183D7F6-B498-43B3-948B-1728B52AA6E4}">
                <adec:decorative xmlns:adec="http://schemas.microsoft.com/office/drawing/2017/decorative" val="1"/>
              </a:ext>
            </a:extLst>
          </p:cNvPr>
          <p:cNvCxnSpPr>
            <a:cxnSpLocks/>
          </p:cNvCxnSpPr>
          <p:nvPr/>
        </p:nvCxnSpPr>
        <p:spPr>
          <a:xfrm rot="10800000" flipV="1">
            <a:off x="1771051" y="3447735"/>
            <a:ext cx="1461890" cy="717739"/>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C4910DE0-E389-C111-96BB-937C3ADC9E3E}"/>
              </a:ext>
              <a:ext uri="{C183D7F6-B498-43B3-948B-1728B52AA6E4}">
                <adec:decorative xmlns:adec="http://schemas.microsoft.com/office/drawing/2017/decorative" val="1"/>
              </a:ext>
            </a:extLst>
          </p:cNvPr>
          <p:cNvCxnSpPr>
            <a:cxnSpLocks/>
          </p:cNvCxnSpPr>
          <p:nvPr/>
        </p:nvCxnSpPr>
        <p:spPr>
          <a:xfrm flipV="1">
            <a:off x="4402671" y="2204662"/>
            <a:ext cx="1205205" cy="580412"/>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0862CB01-8E78-75BA-4DF1-F11D06512B96}"/>
              </a:ext>
              <a:ext uri="{C183D7F6-B498-43B3-948B-1728B52AA6E4}">
                <adec:decorative xmlns:adec="http://schemas.microsoft.com/office/drawing/2017/decorative" val="1"/>
              </a:ext>
            </a:extLst>
          </p:cNvPr>
          <p:cNvGrpSpPr/>
          <p:nvPr/>
        </p:nvGrpSpPr>
        <p:grpSpPr>
          <a:xfrm>
            <a:off x="6442304" y="3791797"/>
            <a:ext cx="491896" cy="747268"/>
            <a:chOff x="9970448" y="4029922"/>
            <a:chExt cx="734011" cy="1115077"/>
          </a:xfrm>
        </p:grpSpPr>
        <p:sp>
          <p:nvSpPr>
            <p:cNvPr id="39" name="TextBox 38">
              <a:extLst>
                <a:ext uri="{FF2B5EF4-FFF2-40B4-BE49-F238E27FC236}">
                  <a16:creationId xmlns:a16="http://schemas.microsoft.com/office/drawing/2014/main" id="{8A2CFC21-2730-949E-F3C2-6257C80980C3}"/>
                </a:ext>
                <a:ext uri="{C183D7F6-B498-43B3-948B-1728B52AA6E4}">
                  <adec:decorative xmlns:adec="http://schemas.microsoft.com/office/drawing/2017/decorative" val="1"/>
                </a:ext>
              </a:extLst>
            </p:cNvPr>
            <p:cNvSpPr txBox="1"/>
            <p:nvPr/>
          </p:nvSpPr>
          <p:spPr>
            <a:xfrm>
              <a:off x="9996175" y="4800550"/>
              <a:ext cx="442523" cy="344449"/>
            </a:xfrm>
            <a:prstGeom prst="rect">
              <a:avLst/>
            </a:prstGeom>
            <a:noFill/>
          </p:spPr>
          <p:txBody>
            <a:bodyPr wrap="non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latin typeface="+mj-lt"/>
                </a:rPr>
                <a:t> Apps</a:t>
              </a:r>
            </a:p>
          </p:txBody>
        </p:sp>
        <p:sp>
          <p:nvSpPr>
            <p:cNvPr id="40" name="Oval 39">
              <a:extLst>
                <a:ext uri="{FF2B5EF4-FFF2-40B4-BE49-F238E27FC236}">
                  <a16:creationId xmlns:a16="http://schemas.microsoft.com/office/drawing/2014/main" id="{B3A7E8A8-43BC-73C2-8C7D-B01A77CD2043}"/>
                </a:ext>
              </a:extLst>
            </p:cNvPr>
            <p:cNvSpPr/>
            <p:nvPr/>
          </p:nvSpPr>
          <p:spPr bwMode="auto">
            <a:xfrm>
              <a:off x="9970448" y="4286851"/>
              <a:ext cx="500900" cy="500898"/>
            </a:xfrm>
            <a:prstGeom prst="ellipse">
              <a:avLst/>
            </a:prstGeom>
            <a:solidFill>
              <a:schemeClr val="tx2"/>
            </a:solidFill>
            <a:ln w="15875" cap="rnd">
              <a:noFill/>
              <a:prstDash val="solid"/>
              <a:rou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2400" b="1">
                <a:ln w="3175">
                  <a:noFill/>
                </a:ln>
                <a:latin typeface="+mj-lt"/>
                <a:cs typeface="Segoe Sans Display Semibold" pitchFamily="2" charset="0"/>
              </a:endParaRPr>
            </a:p>
          </p:txBody>
        </p:sp>
        <p:pic>
          <p:nvPicPr>
            <p:cNvPr id="41" name="Graphic 40">
              <a:extLst>
                <a:ext uri="{FF2B5EF4-FFF2-40B4-BE49-F238E27FC236}">
                  <a16:creationId xmlns:a16="http://schemas.microsoft.com/office/drawing/2014/main" id="{66B9E8F9-C157-4F20-7179-B25F7FE6E77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050887" y="4367289"/>
              <a:ext cx="340022" cy="340022"/>
            </a:xfrm>
            <a:prstGeom prst="rect">
              <a:avLst/>
            </a:prstGeom>
          </p:spPr>
        </p:pic>
        <p:pic>
          <p:nvPicPr>
            <p:cNvPr id="42" name="Picture 41">
              <a:extLst>
                <a:ext uri="{FF2B5EF4-FFF2-40B4-BE49-F238E27FC236}">
                  <a16:creationId xmlns:a16="http://schemas.microsoft.com/office/drawing/2014/main" id="{78164A09-C46D-05AA-8A09-E858CBA11722}"/>
                </a:ext>
              </a:extLst>
            </p:cNvPr>
            <p:cNvPicPr>
              <a:picLocks/>
            </p:cNvPicPr>
            <p:nvPr/>
          </p:nvPicPr>
          <p:blipFill rotWithShape="1">
            <a:blip r:embed="rId9"/>
            <a:srcRect b="30299"/>
            <a:stretch>
              <a:fillRect/>
            </a:stretch>
          </p:blipFill>
          <p:spPr>
            <a:xfrm>
              <a:off x="10322140" y="4029922"/>
              <a:ext cx="382319" cy="400110"/>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pic>
      </p:grpSp>
      <p:grpSp>
        <p:nvGrpSpPr>
          <p:cNvPr id="43" name="Group 42">
            <a:extLst>
              <a:ext uri="{FF2B5EF4-FFF2-40B4-BE49-F238E27FC236}">
                <a16:creationId xmlns:a16="http://schemas.microsoft.com/office/drawing/2014/main" id="{52D3E9D2-14FC-D429-441E-E86CACB421C4}"/>
              </a:ext>
              <a:ext uri="{C183D7F6-B498-43B3-948B-1728B52AA6E4}">
                <adec:decorative xmlns:adec="http://schemas.microsoft.com/office/drawing/2017/decorative" val="1"/>
              </a:ext>
            </a:extLst>
          </p:cNvPr>
          <p:cNvGrpSpPr>
            <a:grpSpLocks noChangeAspect="1"/>
          </p:cNvGrpSpPr>
          <p:nvPr/>
        </p:nvGrpSpPr>
        <p:grpSpPr>
          <a:xfrm>
            <a:off x="2373312" y="3677920"/>
            <a:ext cx="257369" cy="257369"/>
            <a:chOff x="11452159" y="2847975"/>
            <a:chExt cx="423861" cy="423862"/>
          </a:xfrm>
          <a:solidFill>
            <a:schemeClr val="bg1"/>
          </a:solidFill>
        </p:grpSpPr>
        <p:sp>
          <p:nvSpPr>
            <p:cNvPr id="44" name="Oval 43">
              <a:extLst>
                <a:ext uri="{FF2B5EF4-FFF2-40B4-BE49-F238E27FC236}">
                  <a16:creationId xmlns:a16="http://schemas.microsoft.com/office/drawing/2014/main" id="{DA885AF2-ECF9-DCEA-5B07-7BC1CBEFEB44}"/>
                </a:ext>
              </a:extLst>
            </p:cNvPr>
            <p:cNvSpPr/>
            <p:nvPr/>
          </p:nvSpPr>
          <p:spPr bwMode="auto">
            <a:xfrm>
              <a:off x="11452159" y="2847975"/>
              <a:ext cx="423861" cy="423862"/>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a:latin typeface="+mj-lt"/>
                <a:cs typeface="Segoe UI" pitchFamily="34" charset="0"/>
              </a:endParaRPr>
            </a:p>
          </p:txBody>
        </p:sp>
        <p:pic>
          <p:nvPicPr>
            <p:cNvPr id="45" name="Graphic 44">
              <a:extLst>
                <a:ext uri="{FF2B5EF4-FFF2-40B4-BE49-F238E27FC236}">
                  <a16:creationId xmlns:a16="http://schemas.microsoft.com/office/drawing/2014/main" id="{1FE23C34-3D7F-3DA3-F287-977942D147E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526453" y="2922270"/>
              <a:ext cx="275273" cy="275273"/>
            </a:xfrm>
            <a:prstGeom prst="rect">
              <a:avLst/>
            </a:prstGeom>
          </p:spPr>
        </p:pic>
      </p:grpSp>
      <p:grpSp>
        <p:nvGrpSpPr>
          <p:cNvPr id="46" name="Group 45">
            <a:extLst>
              <a:ext uri="{FF2B5EF4-FFF2-40B4-BE49-F238E27FC236}">
                <a16:creationId xmlns:a16="http://schemas.microsoft.com/office/drawing/2014/main" id="{0D8FC2B9-AC81-DDB3-704D-38C821B50915}"/>
              </a:ext>
              <a:ext uri="{C183D7F6-B498-43B3-948B-1728B52AA6E4}">
                <adec:decorative xmlns:adec="http://schemas.microsoft.com/office/drawing/2017/decorative" val="1"/>
              </a:ext>
            </a:extLst>
          </p:cNvPr>
          <p:cNvGrpSpPr>
            <a:grpSpLocks noChangeAspect="1"/>
          </p:cNvGrpSpPr>
          <p:nvPr/>
        </p:nvGrpSpPr>
        <p:grpSpPr>
          <a:xfrm>
            <a:off x="4878267" y="2369150"/>
            <a:ext cx="257369" cy="257369"/>
            <a:chOff x="11520488" y="2847975"/>
            <a:chExt cx="423862" cy="423862"/>
          </a:xfrm>
          <a:solidFill>
            <a:schemeClr val="bg1"/>
          </a:solidFill>
        </p:grpSpPr>
        <p:sp>
          <p:nvSpPr>
            <p:cNvPr id="47" name="Oval 46">
              <a:extLst>
                <a:ext uri="{FF2B5EF4-FFF2-40B4-BE49-F238E27FC236}">
                  <a16:creationId xmlns:a16="http://schemas.microsoft.com/office/drawing/2014/main" id="{2A77924D-DEB8-7348-31C5-F0C58FB298E2}"/>
                </a:ext>
              </a:extLst>
            </p:cNvPr>
            <p:cNvSpPr/>
            <p:nvPr/>
          </p:nvSpPr>
          <p:spPr bwMode="auto">
            <a:xfrm>
              <a:off x="11520488" y="2847975"/>
              <a:ext cx="423862" cy="423862"/>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err="1">
                <a:latin typeface="+mj-lt"/>
                <a:cs typeface="Segoe UI" pitchFamily="34" charset="0"/>
              </a:endParaRPr>
            </a:p>
          </p:txBody>
        </p:sp>
        <p:pic>
          <p:nvPicPr>
            <p:cNvPr id="48" name="Graphic 47">
              <a:extLst>
                <a:ext uri="{FF2B5EF4-FFF2-40B4-BE49-F238E27FC236}">
                  <a16:creationId xmlns:a16="http://schemas.microsoft.com/office/drawing/2014/main" id="{AB6BDB03-FC50-8259-7B32-2F5EFA8AB31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594783" y="2907984"/>
              <a:ext cx="275273" cy="275273"/>
            </a:xfrm>
            <a:prstGeom prst="rect">
              <a:avLst/>
            </a:prstGeom>
          </p:spPr>
        </p:pic>
      </p:grpSp>
      <p:sp>
        <p:nvSpPr>
          <p:cNvPr id="49" name="TextBox 48">
            <a:extLst>
              <a:ext uri="{FF2B5EF4-FFF2-40B4-BE49-F238E27FC236}">
                <a16:creationId xmlns:a16="http://schemas.microsoft.com/office/drawing/2014/main" id="{70CE5B78-5404-79CF-A8FD-0FFE351D8052}"/>
              </a:ext>
              <a:ext uri="{C183D7F6-B498-43B3-948B-1728B52AA6E4}">
                <adec:decorative xmlns:adec="http://schemas.microsoft.com/office/drawing/2017/decorative" val="1"/>
              </a:ext>
            </a:extLst>
          </p:cNvPr>
          <p:cNvSpPr txBox="1"/>
          <p:nvPr/>
        </p:nvSpPr>
        <p:spPr>
          <a:xfrm>
            <a:off x="2523919" y="2987084"/>
            <a:ext cx="811120" cy="153888"/>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effectLst/>
                <a:uLnTx/>
                <a:uFillTx/>
                <a:latin typeface="+mj-lt"/>
              </a:rPr>
              <a:t>H2A - Prompt</a:t>
            </a:r>
          </a:p>
        </p:txBody>
      </p:sp>
      <p:cxnSp>
        <p:nvCxnSpPr>
          <p:cNvPr id="50" name="Connector: Elbow 49">
            <a:extLst>
              <a:ext uri="{FF2B5EF4-FFF2-40B4-BE49-F238E27FC236}">
                <a16:creationId xmlns:a16="http://schemas.microsoft.com/office/drawing/2014/main" id="{EDE61AB6-51C1-7D1F-A350-3F2CCDACDFA5}"/>
              </a:ext>
              <a:ext uri="{C183D7F6-B498-43B3-948B-1728B52AA6E4}">
                <adec:decorative xmlns:adec="http://schemas.microsoft.com/office/drawing/2017/decorative" val="1"/>
              </a:ext>
            </a:extLst>
          </p:cNvPr>
          <p:cNvCxnSpPr>
            <a:cxnSpLocks/>
          </p:cNvCxnSpPr>
          <p:nvPr/>
        </p:nvCxnSpPr>
        <p:spPr>
          <a:xfrm rot="10800000">
            <a:off x="2182376" y="2328650"/>
            <a:ext cx="1184311" cy="458698"/>
          </a:xfrm>
          <a:prstGeom prst="bentConnector3">
            <a:avLst>
              <a:gd name="adj1" fmla="val 50000"/>
            </a:avLst>
          </a:prstGeom>
          <a:ln w="12700">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55DED2AD-FD22-9817-2345-7D3DE1FC0F2C}"/>
              </a:ext>
              <a:ext uri="{C183D7F6-B498-43B3-948B-1728B52AA6E4}">
                <adec:decorative xmlns:adec="http://schemas.microsoft.com/office/drawing/2017/decorative" val="1"/>
              </a:ext>
            </a:extLst>
          </p:cNvPr>
          <p:cNvCxnSpPr>
            <a:cxnSpLocks/>
          </p:cNvCxnSpPr>
          <p:nvPr/>
        </p:nvCxnSpPr>
        <p:spPr>
          <a:xfrm>
            <a:off x="2216201" y="2422963"/>
            <a:ext cx="1106815" cy="458316"/>
          </a:xfrm>
          <a:prstGeom prst="bentConnector3">
            <a:avLst>
              <a:gd name="adj1" fmla="val 42359"/>
            </a:avLst>
          </a:prstGeom>
          <a:ln w="12700">
            <a:solidFill>
              <a:schemeClr val="bg1">
                <a:lumMod val="75000"/>
              </a:schemeClr>
            </a:solidFill>
            <a:headEnd type="none" w="lg" len="med"/>
            <a:tailEnd type="arrow" w="med" len="sm"/>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8AFD6FE-ED9A-E4BA-5024-9B4B2A75FC1B}"/>
              </a:ext>
              <a:ext uri="{C183D7F6-B498-43B3-948B-1728B52AA6E4}">
                <adec:decorative xmlns:adec="http://schemas.microsoft.com/office/drawing/2017/decorative" val="1"/>
              </a:ext>
            </a:extLst>
          </p:cNvPr>
          <p:cNvSpPr txBox="1"/>
          <p:nvPr/>
        </p:nvSpPr>
        <p:spPr>
          <a:xfrm>
            <a:off x="2171940" y="2058442"/>
            <a:ext cx="942566"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A2H – Response</a:t>
            </a:r>
          </a:p>
        </p:txBody>
      </p:sp>
      <p:grpSp>
        <p:nvGrpSpPr>
          <p:cNvPr id="53" name="Group 52">
            <a:extLst>
              <a:ext uri="{FF2B5EF4-FFF2-40B4-BE49-F238E27FC236}">
                <a16:creationId xmlns:a16="http://schemas.microsoft.com/office/drawing/2014/main" id="{0ED296EE-41DC-2A2C-9EE9-4A6707555796}"/>
              </a:ext>
              <a:ext uri="{C183D7F6-B498-43B3-948B-1728B52AA6E4}">
                <adec:decorative xmlns:adec="http://schemas.microsoft.com/office/drawing/2017/decorative" val="1"/>
              </a:ext>
            </a:extLst>
          </p:cNvPr>
          <p:cNvGrpSpPr/>
          <p:nvPr/>
        </p:nvGrpSpPr>
        <p:grpSpPr>
          <a:xfrm>
            <a:off x="3788073" y="4001459"/>
            <a:ext cx="257369" cy="548640"/>
            <a:chOff x="3608439" y="3840648"/>
            <a:chExt cx="257369" cy="548640"/>
          </a:xfrm>
        </p:grpSpPr>
        <p:cxnSp>
          <p:nvCxnSpPr>
            <p:cNvPr id="54" name="Straight Connector 53">
              <a:extLst>
                <a:ext uri="{FF2B5EF4-FFF2-40B4-BE49-F238E27FC236}">
                  <a16:creationId xmlns:a16="http://schemas.microsoft.com/office/drawing/2014/main" id="{BCF1C4C0-48DB-FADF-9DF5-F55F63E97C70}"/>
                </a:ext>
              </a:extLst>
            </p:cNvPr>
            <p:cNvCxnSpPr>
              <a:cxnSpLocks/>
            </p:cNvCxnSpPr>
            <p:nvPr/>
          </p:nvCxnSpPr>
          <p:spPr>
            <a:xfrm>
              <a:off x="3737123" y="3840648"/>
              <a:ext cx="0" cy="548640"/>
            </a:xfrm>
            <a:prstGeom prst="line">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55" name="Group 54">
              <a:extLst>
                <a:ext uri="{FF2B5EF4-FFF2-40B4-BE49-F238E27FC236}">
                  <a16:creationId xmlns:a16="http://schemas.microsoft.com/office/drawing/2014/main" id="{323440BE-0106-E6F5-195C-9EB45F2830F3}"/>
                </a:ext>
                <a:ext uri="{C183D7F6-B498-43B3-948B-1728B52AA6E4}">
                  <adec:decorative xmlns:adec="http://schemas.microsoft.com/office/drawing/2017/decorative" val="1"/>
                </a:ext>
              </a:extLst>
            </p:cNvPr>
            <p:cNvGrpSpPr>
              <a:grpSpLocks noChangeAspect="1"/>
            </p:cNvGrpSpPr>
            <p:nvPr/>
          </p:nvGrpSpPr>
          <p:grpSpPr>
            <a:xfrm>
              <a:off x="3608439" y="3986281"/>
              <a:ext cx="257369" cy="257369"/>
              <a:chOff x="11520488" y="2684668"/>
              <a:chExt cx="423862" cy="423863"/>
            </a:xfrm>
            <a:solidFill>
              <a:schemeClr val="bg1"/>
            </a:solidFill>
          </p:grpSpPr>
          <p:sp>
            <p:nvSpPr>
              <p:cNvPr id="56" name="Oval 55">
                <a:extLst>
                  <a:ext uri="{FF2B5EF4-FFF2-40B4-BE49-F238E27FC236}">
                    <a16:creationId xmlns:a16="http://schemas.microsoft.com/office/drawing/2014/main" id="{AB0152DB-F317-B5A3-AF61-5756C71BBC2C}"/>
                  </a:ext>
                </a:extLst>
              </p:cNvPr>
              <p:cNvSpPr/>
              <p:nvPr/>
            </p:nvSpPr>
            <p:spPr bwMode="auto">
              <a:xfrm>
                <a:off x="11520488" y="2684668"/>
                <a:ext cx="423862" cy="423863"/>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err="1">
                  <a:latin typeface="+mj-lt"/>
                  <a:cs typeface="Segoe UI" pitchFamily="34" charset="0"/>
                </a:endParaRPr>
              </a:p>
            </p:txBody>
          </p:sp>
          <p:pic>
            <p:nvPicPr>
              <p:cNvPr id="57" name="Graphic 56">
                <a:extLst>
                  <a:ext uri="{FF2B5EF4-FFF2-40B4-BE49-F238E27FC236}">
                    <a16:creationId xmlns:a16="http://schemas.microsoft.com/office/drawing/2014/main" id="{49E94FD6-44A0-4049-3BD6-E8E9BB515AA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594783" y="2758960"/>
                <a:ext cx="275273" cy="275274"/>
              </a:xfrm>
              <a:prstGeom prst="rect">
                <a:avLst/>
              </a:prstGeom>
            </p:spPr>
          </p:pic>
        </p:grpSp>
      </p:grpSp>
      <p:sp>
        <p:nvSpPr>
          <p:cNvPr id="58" name="TextBox 57">
            <a:extLst>
              <a:ext uri="{FF2B5EF4-FFF2-40B4-BE49-F238E27FC236}">
                <a16:creationId xmlns:a16="http://schemas.microsoft.com/office/drawing/2014/main" id="{63E4E2E1-747E-D588-6861-5DC124538000}"/>
              </a:ext>
              <a:ext uri="{C183D7F6-B498-43B3-948B-1728B52AA6E4}">
                <adec:decorative xmlns:adec="http://schemas.microsoft.com/office/drawing/2017/decorative" val="1"/>
              </a:ext>
            </a:extLst>
          </p:cNvPr>
          <p:cNvSpPr txBox="1"/>
          <p:nvPr/>
        </p:nvSpPr>
        <p:spPr>
          <a:xfrm>
            <a:off x="1791413" y="4271283"/>
            <a:ext cx="993862"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A2A – Invocation</a:t>
            </a:r>
          </a:p>
        </p:txBody>
      </p:sp>
      <p:sp>
        <p:nvSpPr>
          <p:cNvPr id="59" name="TextBox 58">
            <a:extLst>
              <a:ext uri="{FF2B5EF4-FFF2-40B4-BE49-F238E27FC236}">
                <a16:creationId xmlns:a16="http://schemas.microsoft.com/office/drawing/2014/main" id="{90915D65-C0E7-933C-C09D-6C3804CA19BD}"/>
              </a:ext>
              <a:ext uri="{C183D7F6-B498-43B3-948B-1728B52AA6E4}">
                <adec:decorative xmlns:adec="http://schemas.microsoft.com/office/drawing/2017/decorative" val="1"/>
              </a:ext>
            </a:extLst>
          </p:cNvPr>
          <p:cNvSpPr txBox="1"/>
          <p:nvPr/>
        </p:nvSpPr>
        <p:spPr>
          <a:xfrm>
            <a:off x="4541879" y="1929458"/>
            <a:ext cx="1083630"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A2LLM – Inference</a:t>
            </a:r>
          </a:p>
        </p:txBody>
      </p:sp>
      <p:grpSp>
        <p:nvGrpSpPr>
          <p:cNvPr id="60" name="Group 59">
            <a:extLst>
              <a:ext uri="{FF2B5EF4-FFF2-40B4-BE49-F238E27FC236}">
                <a16:creationId xmlns:a16="http://schemas.microsoft.com/office/drawing/2014/main" id="{C4B6543A-3EB5-6C2F-17E4-BD3CD9817F48}"/>
              </a:ext>
              <a:ext uri="{C183D7F6-B498-43B3-948B-1728B52AA6E4}">
                <adec:decorative xmlns:adec="http://schemas.microsoft.com/office/drawing/2017/decorative" val="1"/>
              </a:ext>
            </a:extLst>
          </p:cNvPr>
          <p:cNvGrpSpPr>
            <a:grpSpLocks noChangeAspect="1"/>
          </p:cNvGrpSpPr>
          <p:nvPr/>
        </p:nvGrpSpPr>
        <p:grpSpPr>
          <a:xfrm>
            <a:off x="2632517" y="2530246"/>
            <a:ext cx="257369" cy="257369"/>
            <a:chOff x="11520488" y="2847975"/>
            <a:chExt cx="423862" cy="423862"/>
          </a:xfrm>
        </p:grpSpPr>
        <p:sp>
          <p:nvSpPr>
            <p:cNvPr id="61" name="Oval 60">
              <a:extLst>
                <a:ext uri="{FF2B5EF4-FFF2-40B4-BE49-F238E27FC236}">
                  <a16:creationId xmlns:a16="http://schemas.microsoft.com/office/drawing/2014/main" id="{CF0F2078-24E0-4FDA-7A8B-29E55FACEE70}"/>
                </a:ext>
              </a:extLst>
            </p:cNvPr>
            <p:cNvSpPr/>
            <p:nvPr/>
          </p:nvSpPr>
          <p:spPr bwMode="auto">
            <a:xfrm>
              <a:off x="11520488" y="2847975"/>
              <a:ext cx="423862" cy="423862"/>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100" b="0" i="0" u="none" strike="noStrike" kern="0" cap="none" spc="0" normalizeH="0" baseline="0" noProof="0" err="1">
                <a:ln>
                  <a:noFill/>
                </a:ln>
                <a:effectLst/>
                <a:uLnTx/>
                <a:uFillTx/>
                <a:latin typeface="+mj-lt"/>
                <a:ea typeface="+mn-ea"/>
                <a:cs typeface="Segoe UI" pitchFamily="34" charset="0"/>
              </a:endParaRPr>
            </a:p>
          </p:txBody>
        </p:sp>
        <p:pic>
          <p:nvPicPr>
            <p:cNvPr id="62" name="Graphic 61">
              <a:extLst>
                <a:ext uri="{FF2B5EF4-FFF2-40B4-BE49-F238E27FC236}">
                  <a16:creationId xmlns:a16="http://schemas.microsoft.com/office/drawing/2014/main" id="{8328D5DB-C228-F6CD-FA65-E9D55F9AFF8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594783" y="2907984"/>
              <a:ext cx="275273" cy="275273"/>
            </a:xfrm>
            <a:prstGeom prst="rect">
              <a:avLst/>
            </a:prstGeom>
          </p:spPr>
        </p:pic>
      </p:grpSp>
      <p:cxnSp>
        <p:nvCxnSpPr>
          <p:cNvPr id="63" name="Connector: Elbow 62">
            <a:extLst>
              <a:ext uri="{FF2B5EF4-FFF2-40B4-BE49-F238E27FC236}">
                <a16:creationId xmlns:a16="http://schemas.microsoft.com/office/drawing/2014/main" id="{8119A0B6-FB9D-F424-D2FF-5600BF1E7DDD}"/>
              </a:ext>
              <a:ext uri="{C183D7F6-B498-43B3-948B-1728B52AA6E4}">
                <adec:decorative xmlns:adec="http://schemas.microsoft.com/office/drawing/2017/decorative" val="1"/>
              </a:ext>
            </a:extLst>
          </p:cNvPr>
          <p:cNvCxnSpPr>
            <a:cxnSpLocks/>
          </p:cNvCxnSpPr>
          <p:nvPr/>
        </p:nvCxnSpPr>
        <p:spPr>
          <a:xfrm rot="10800000">
            <a:off x="4610100" y="3447736"/>
            <a:ext cx="1753884" cy="713728"/>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5C15415E-02CB-E2C5-27F6-70FF11881B59}"/>
              </a:ext>
              <a:ext uri="{C183D7F6-B498-43B3-948B-1728B52AA6E4}">
                <adec:decorative xmlns:adec="http://schemas.microsoft.com/office/drawing/2017/decorative" val="1"/>
              </a:ext>
            </a:extLst>
          </p:cNvPr>
          <p:cNvGrpSpPr>
            <a:grpSpLocks noChangeAspect="1"/>
          </p:cNvGrpSpPr>
          <p:nvPr/>
        </p:nvGrpSpPr>
        <p:grpSpPr>
          <a:xfrm>
            <a:off x="5358357" y="3675916"/>
            <a:ext cx="257369" cy="257369"/>
            <a:chOff x="11520488" y="2847975"/>
            <a:chExt cx="423862" cy="423862"/>
          </a:xfrm>
          <a:solidFill>
            <a:schemeClr val="bg1"/>
          </a:solidFill>
        </p:grpSpPr>
        <p:sp>
          <p:nvSpPr>
            <p:cNvPr id="65" name="Oval 64">
              <a:extLst>
                <a:ext uri="{FF2B5EF4-FFF2-40B4-BE49-F238E27FC236}">
                  <a16:creationId xmlns:a16="http://schemas.microsoft.com/office/drawing/2014/main" id="{A37D7F35-31AF-B1EC-5D52-F8BDFD7C71C4}"/>
                </a:ext>
              </a:extLst>
            </p:cNvPr>
            <p:cNvSpPr/>
            <p:nvPr/>
          </p:nvSpPr>
          <p:spPr bwMode="auto">
            <a:xfrm>
              <a:off x="11520488" y="2847975"/>
              <a:ext cx="423862" cy="423862"/>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dirty="0">
                <a:latin typeface="+mj-lt"/>
                <a:cs typeface="Segoe UI" pitchFamily="34" charset="0"/>
              </a:endParaRPr>
            </a:p>
          </p:txBody>
        </p:sp>
        <p:pic>
          <p:nvPicPr>
            <p:cNvPr id="66" name="Graphic 65">
              <a:extLst>
                <a:ext uri="{FF2B5EF4-FFF2-40B4-BE49-F238E27FC236}">
                  <a16:creationId xmlns:a16="http://schemas.microsoft.com/office/drawing/2014/main" id="{93B582C7-069C-0CE6-8CC5-43A091C3398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594783" y="2907984"/>
              <a:ext cx="275273" cy="275273"/>
            </a:xfrm>
            <a:prstGeom prst="rect">
              <a:avLst/>
            </a:prstGeom>
          </p:spPr>
        </p:pic>
      </p:grpSp>
      <p:sp>
        <p:nvSpPr>
          <p:cNvPr id="67" name="TextBox 66">
            <a:extLst>
              <a:ext uri="{FF2B5EF4-FFF2-40B4-BE49-F238E27FC236}">
                <a16:creationId xmlns:a16="http://schemas.microsoft.com/office/drawing/2014/main" id="{9C70159D-743C-9347-BA58-D58CBA3259E2}"/>
              </a:ext>
              <a:ext uri="{C183D7F6-B498-43B3-948B-1728B52AA6E4}">
                <adec:decorative xmlns:adec="http://schemas.microsoft.com/office/drawing/2017/decorative" val="1"/>
              </a:ext>
            </a:extLst>
          </p:cNvPr>
          <p:cNvSpPr txBox="1"/>
          <p:nvPr/>
        </p:nvSpPr>
        <p:spPr>
          <a:xfrm>
            <a:off x="5235470" y="4267268"/>
            <a:ext cx="1147751" cy="153888"/>
          </a:xfrm>
          <a:prstGeom prst="rect">
            <a:avLst/>
          </a:prstGeom>
          <a:noFill/>
        </p:spPr>
        <p:txBody>
          <a:bodyPr wrap="none" lIns="0" tIns="0" rIns="0" bIns="0" rtlCol="0">
            <a:spAutoFit/>
          </a:bodyPr>
          <a:lstStyle>
            <a:defPPr>
              <a:defRPr lang="en-US"/>
            </a:defPPr>
            <a:lvl1pPr marR="0" indent="0" algn="ctr" fontAlgn="auto">
              <a:lnSpc>
                <a:spcPct val="100000"/>
              </a:lnSpc>
              <a:spcBef>
                <a:spcPts val="0"/>
              </a:spcBef>
              <a:spcAft>
                <a:spcPts val="0"/>
              </a:spcAft>
              <a:buClrTx/>
              <a:buSzTx/>
              <a:buFontTx/>
              <a:buNone/>
              <a:tabLst/>
              <a:defRPr sz="140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j-lt"/>
              </a:rPr>
              <a:t>A2App – Invocation</a:t>
            </a:r>
          </a:p>
        </p:txBody>
      </p:sp>
      <p:grpSp>
        <p:nvGrpSpPr>
          <p:cNvPr id="68" name="Group 67">
            <a:extLst>
              <a:ext uri="{FF2B5EF4-FFF2-40B4-BE49-F238E27FC236}">
                <a16:creationId xmlns:a16="http://schemas.microsoft.com/office/drawing/2014/main" id="{EDB61716-D073-705C-11DF-53357BD60FC6}"/>
              </a:ext>
              <a:ext uri="{C183D7F6-B498-43B3-948B-1728B52AA6E4}">
                <adec:decorative xmlns:adec="http://schemas.microsoft.com/office/drawing/2017/decorative" val="1"/>
              </a:ext>
            </a:extLst>
          </p:cNvPr>
          <p:cNvGrpSpPr/>
          <p:nvPr/>
        </p:nvGrpSpPr>
        <p:grpSpPr>
          <a:xfrm>
            <a:off x="6441942" y="3193507"/>
            <a:ext cx="283122" cy="274493"/>
            <a:chOff x="6441942" y="3193507"/>
            <a:chExt cx="283122" cy="274493"/>
          </a:xfrm>
        </p:grpSpPr>
        <p:sp>
          <p:nvSpPr>
            <p:cNvPr id="69" name="Oval 68">
              <a:extLst>
                <a:ext uri="{FF2B5EF4-FFF2-40B4-BE49-F238E27FC236}">
                  <a16:creationId xmlns:a16="http://schemas.microsoft.com/office/drawing/2014/main" id="{CA858471-C82F-728A-B300-76AD17AC30BB}"/>
                </a:ext>
              </a:extLst>
            </p:cNvPr>
            <p:cNvSpPr/>
            <p:nvPr/>
          </p:nvSpPr>
          <p:spPr bwMode="auto">
            <a:xfrm>
              <a:off x="6441942" y="3193507"/>
              <a:ext cx="283122" cy="274493"/>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effectLst/>
                <a:uLnTx/>
                <a:uFillTx/>
                <a:latin typeface="+mj-lt"/>
                <a:ea typeface="+mn-ea"/>
                <a:cs typeface="Segoe UI" pitchFamily="34" charset="0"/>
              </a:endParaRPr>
            </a:p>
          </p:txBody>
        </p:sp>
        <p:sp>
          <p:nvSpPr>
            <p:cNvPr id="70" name="Graphic 153">
              <a:extLst>
                <a:ext uri="{FF2B5EF4-FFF2-40B4-BE49-F238E27FC236}">
                  <a16:creationId xmlns:a16="http://schemas.microsoft.com/office/drawing/2014/main" id="{B7F59324-CBEC-D033-80B4-0E0E54068D2B}"/>
                </a:ext>
              </a:extLst>
            </p:cNvPr>
            <p:cNvSpPr/>
            <p:nvPr/>
          </p:nvSpPr>
          <p:spPr>
            <a:xfrm>
              <a:off x="6525497" y="3262235"/>
              <a:ext cx="116010" cy="140592"/>
            </a:xfrm>
            <a:custGeom>
              <a:avLst/>
              <a:gdLst>
                <a:gd name="csX0" fmla="*/ 0 w 116010"/>
                <a:gd name="csY0" fmla="*/ 28119 h 140592"/>
                <a:gd name="csX1" fmla="*/ 5612 w 116010"/>
                <a:gd name="csY1" fmla="*/ 15606 h 140592"/>
                <a:gd name="csX2" fmla="*/ 18612 w 116010"/>
                <a:gd name="csY2" fmla="*/ 7156 h 140592"/>
                <a:gd name="csX3" fmla="*/ 58005 w 116010"/>
                <a:gd name="csY3" fmla="*/ 0 h 140592"/>
                <a:gd name="csX4" fmla="*/ 97398 w 116010"/>
                <a:gd name="csY4" fmla="*/ 7156 h 140592"/>
                <a:gd name="csX5" fmla="*/ 110398 w 116010"/>
                <a:gd name="csY5" fmla="*/ 15606 h 140592"/>
                <a:gd name="csX6" fmla="*/ 116010 w 116010"/>
                <a:gd name="csY6" fmla="*/ 28119 h 140592"/>
                <a:gd name="csX7" fmla="*/ 116010 w 116010"/>
                <a:gd name="csY7" fmla="*/ 112474 h 140592"/>
                <a:gd name="csX8" fmla="*/ 110398 w 116010"/>
                <a:gd name="csY8" fmla="*/ 124987 h 140592"/>
                <a:gd name="csX9" fmla="*/ 97398 w 116010"/>
                <a:gd name="csY9" fmla="*/ 133443 h 140592"/>
                <a:gd name="csX10" fmla="*/ 58005 w 116010"/>
                <a:gd name="csY10" fmla="*/ 140593 h 140592"/>
                <a:gd name="csX11" fmla="*/ 18612 w 116010"/>
                <a:gd name="csY11" fmla="*/ 133443 h 140592"/>
                <a:gd name="csX12" fmla="*/ 5612 w 116010"/>
                <a:gd name="csY12" fmla="*/ 124987 h 140592"/>
                <a:gd name="csX13" fmla="*/ 0 w 116010"/>
                <a:gd name="csY13" fmla="*/ 112474 h 140592"/>
                <a:gd name="csX14" fmla="*/ 0 w 116010"/>
                <a:gd name="csY14" fmla="*/ 28119 h 140592"/>
                <a:gd name="csX15" fmla="*/ 10876 w 116010"/>
                <a:gd name="csY15" fmla="*/ 28119 h 140592"/>
                <a:gd name="csX16" fmla="*/ 13522 w 116010"/>
                <a:gd name="csY16" fmla="*/ 33391 h 140592"/>
                <a:gd name="csX17" fmla="*/ 23057 w 116010"/>
                <a:gd name="csY17" fmla="*/ 39464 h 140592"/>
                <a:gd name="csX18" fmla="*/ 58005 w 116010"/>
                <a:gd name="csY18" fmla="*/ 45693 h 140592"/>
                <a:gd name="csX19" fmla="*/ 92953 w 116010"/>
                <a:gd name="csY19" fmla="*/ 39464 h 140592"/>
                <a:gd name="csX20" fmla="*/ 102488 w 116010"/>
                <a:gd name="csY20" fmla="*/ 33391 h 140592"/>
                <a:gd name="csX21" fmla="*/ 105134 w 116010"/>
                <a:gd name="csY21" fmla="*/ 28119 h 140592"/>
                <a:gd name="csX22" fmla="*/ 102488 w 116010"/>
                <a:gd name="csY22" fmla="*/ 22846 h 140592"/>
                <a:gd name="csX23" fmla="*/ 92953 w 116010"/>
                <a:gd name="csY23" fmla="*/ 16773 h 140592"/>
                <a:gd name="csX24" fmla="*/ 58005 w 116010"/>
                <a:gd name="csY24" fmla="*/ 10544 h 140592"/>
                <a:gd name="csX25" fmla="*/ 23057 w 116010"/>
                <a:gd name="csY25" fmla="*/ 16773 h 140592"/>
                <a:gd name="csX26" fmla="*/ 13522 w 116010"/>
                <a:gd name="csY26" fmla="*/ 22846 h 140592"/>
                <a:gd name="csX27" fmla="*/ 10876 w 116010"/>
                <a:gd name="csY27" fmla="*/ 28119 h 140592"/>
                <a:gd name="csX28" fmla="*/ 105134 w 116010"/>
                <a:gd name="csY28" fmla="*/ 44933 h 140592"/>
                <a:gd name="csX29" fmla="*/ 97398 w 116010"/>
                <a:gd name="csY29" fmla="*/ 49081 h 140592"/>
                <a:gd name="csX30" fmla="*/ 58005 w 116010"/>
                <a:gd name="csY30" fmla="*/ 56237 h 140592"/>
                <a:gd name="csX31" fmla="*/ 18612 w 116010"/>
                <a:gd name="csY31" fmla="*/ 49081 h 140592"/>
                <a:gd name="csX32" fmla="*/ 10876 w 116010"/>
                <a:gd name="csY32" fmla="*/ 44933 h 140592"/>
                <a:gd name="csX33" fmla="*/ 10876 w 116010"/>
                <a:gd name="csY33" fmla="*/ 112474 h 140592"/>
                <a:gd name="csX34" fmla="*/ 13522 w 116010"/>
                <a:gd name="csY34" fmla="*/ 117746 h 140592"/>
                <a:gd name="csX35" fmla="*/ 23057 w 116010"/>
                <a:gd name="csY35" fmla="*/ 123820 h 140592"/>
                <a:gd name="csX36" fmla="*/ 58005 w 116010"/>
                <a:gd name="csY36" fmla="*/ 130048 h 140592"/>
                <a:gd name="csX37" fmla="*/ 92953 w 116010"/>
                <a:gd name="csY37" fmla="*/ 123820 h 140592"/>
                <a:gd name="csX38" fmla="*/ 102488 w 116010"/>
                <a:gd name="csY38" fmla="*/ 117746 h 140592"/>
                <a:gd name="csX39" fmla="*/ 105134 w 116010"/>
                <a:gd name="csY39" fmla="*/ 112474 h 140592"/>
                <a:gd name="csX40" fmla="*/ 105134 w 116010"/>
                <a:gd name="csY40" fmla="*/ 44933 h 1405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6010" h="140592">
                  <a:moveTo>
                    <a:pt x="0" y="28119"/>
                  </a:moveTo>
                  <a:cubicBezTo>
                    <a:pt x="0" y="23268"/>
                    <a:pt x="2284" y="19029"/>
                    <a:pt x="5612" y="15606"/>
                  </a:cubicBezTo>
                  <a:cubicBezTo>
                    <a:pt x="8911" y="12217"/>
                    <a:pt x="13435" y="9399"/>
                    <a:pt x="18612" y="7156"/>
                  </a:cubicBezTo>
                  <a:cubicBezTo>
                    <a:pt x="28973" y="2650"/>
                    <a:pt x="42902" y="0"/>
                    <a:pt x="58005" y="0"/>
                  </a:cubicBezTo>
                  <a:cubicBezTo>
                    <a:pt x="73108" y="0"/>
                    <a:pt x="87037" y="2650"/>
                    <a:pt x="97398" y="7156"/>
                  </a:cubicBezTo>
                  <a:cubicBezTo>
                    <a:pt x="102575" y="9406"/>
                    <a:pt x="107099" y="12217"/>
                    <a:pt x="110398" y="15606"/>
                  </a:cubicBezTo>
                  <a:cubicBezTo>
                    <a:pt x="113726" y="19029"/>
                    <a:pt x="116010" y="23268"/>
                    <a:pt x="116010" y="28119"/>
                  </a:cubicBezTo>
                  <a:lnTo>
                    <a:pt x="116010" y="112474"/>
                  </a:lnTo>
                  <a:cubicBezTo>
                    <a:pt x="116010" y="117324"/>
                    <a:pt x="113726" y="121563"/>
                    <a:pt x="110398" y="124987"/>
                  </a:cubicBezTo>
                  <a:cubicBezTo>
                    <a:pt x="107099" y="128375"/>
                    <a:pt x="102575" y="131194"/>
                    <a:pt x="97398" y="133443"/>
                  </a:cubicBezTo>
                  <a:cubicBezTo>
                    <a:pt x="87037" y="137942"/>
                    <a:pt x="73108" y="140593"/>
                    <a:pt x="58005" y="140593"/>
                  </a:cubicBezTo>
                  <a:cubicBezTo>
                    <a:pt x="42902" y="140593"/>
                    <a:pt x="28973" y="137942"/>
                    <a:pt x="18612" y="133443"/>
                  </a:cubicBezTo>
                  <a:cubicBezTo>
                    <a:pt x="13435" y="131194"/>
                    <a:pt x="8911" y="128382"/>
                    <a:pt x="5612" y="124987"/>
                  </a:cubicBezTo>
                  <a:cubicBezTo>
                    <a:pt x="2284" y="121563"/>
                    <a:pt x="0" y="117324"/>
                    <a:pt x="0" y="112474"/>
                  </a:cubicBezTo>
                  <a:lnTo>
                    <a:pt x="0" y="28119"/>
                  </a:lnTo>
                  <a:close/>
                  <a:moveTo>
                    <a:pt x="10876" y="28119"/>
                  </a:moveTo>
                  <a:cubicBezTo>
                    <a:pt x="10876" y="29574"/>
                    <a:pt x="11528" y="31352"/>
                    <a:pt x="13522" y="33391"/>
                  </a:cubicBezTo>
                  <a:cubicBezTo>
                    <a:pt x="15545" y="35471"/>
                    <a:pt x="18721" y="37580"/>
                    <a:pt x="23057" y="39464"/>
                  </a:cubicBezTo>
                  <a:cubicBezTo>
                    <a:pt x="31721" y="43225"/>
                    <a:pt x="44077" y="45693"/>
                    <a:pt x="58005" y="45693"/>
                  </a:cubicBezTo>
                  <a:cubicBezTo>
                    <a:pt x="71933" y="45693"/>
                    <a:pt x="84289" y="43232"/>
                    <a:pt x="92953" y="39464"/>
                  </a:cubicBezTo>
                  <a:cubicBezTo>
                    <a:pt x="97289" y="37580"/>
                    <a:pt x="100465" y="35471"/>
                    <a:pt x="102488" y="33391"/>
                  </a:cubicBezTo>
                  <a:cubicBezTo>
                    <a:pt x="104482" y="31352"/>
                    <a:pt x="105134" y="29574"/>
                    <a:pt x="105134" y="28119"/>
                  </a:cubicBezTo>
                  <a:cubicBezTo>
                    <a:pt x="105134" y="26663"/>
                    <a:pt x="104482" y="24885"/>
                    <a:pt x="102488" y="22846"/>
                  </a:cubicBezTo>
                  <a:cubicBezTo>
                    <a:pt x="100465" y="20766"/>
                    <a:pt x="97289" y="18657"/>
                    <a:pt x="92953" y="16773"/>
                  </a:cubicBezTo>
                  <a:cubicBezTo>
                    <a:pt x="84289" y="13012"/>
                    <a:pt x="71926" y="10544"/>
                    <a:pt x="58005" y="10544"/>
                  </a:cubicBezTo>
                  <a:cubicBezTo>
                    <a:pt x="44077" y="10544"/>
                    <a:pt x="31721" y="13005"/>
                    <a:pt x="23057" y="16773"/>
                  </a:cubicBezTo>
                  <a:cubicBezTo>
                    <a:pt x="18721" y="18657"/>
                    <a:pt x="15545" y="20766"/>
                    <a:pt x="13522" y="22846"/>
                  </a:cubicBezTo>
                  <a:cubicBezTo>
                    <a:pt x="11528" y="24885"/>
                    <a:pt x="10876" y="26663"/>
                    <a:pt x="10876" y="28119"/>
                  </a:cubicBezTo>
                  <a:close/>
                  <a:moveTo>
                    <a:pt x="105134" y="44933"/>
                  </a:moveTo>
                  <a:cubicBezTo>
                    <a:pt x="102814" y="46480"/>
                    <a:pt x="100204" y="47865"/>
                    <a:pt x="97398" y="49081"/>
                  </a:cubicBezTo>
                  <a:cubicBezTo>
                    <a:pt x="87037" y="53587"/>
                    <a:pt x="73108" y="56237"/>
                    <a:pt x="58005" y="56237"/>
                  </a:cubicBezTo>
                  <a:cubicBezTo>
                    <a:pt x="42902" y="56237"/>
                    <a:pt x="28973" y="53587"/>
                    <a:pt x="18612" y="49081"/>
                  </a:cubicBezTo>
                  <a:cubicBezTo>
                    <a:pt x="15911" y="47926"/>
                    <a:pt x="13321" y="46538"/>
                    <a:pt x="10876" y="44933"/>
                  </a:cubicBezTo>
                  <a:lnTo>
                    <a:pt x="10876" y="112474"/>
                  </a:lnTo>
                  <a:cubicBezTo>
                    <a:pt x="10876" y="113929"/>
                    <a:pt x="11528" y="115708"/>
                    <a:pt x="13522" y="117746"/>
                  </a:cubicBezTo>
                  <a:cubicBezTo>
                    <a:pt x="15545" y="119827"/>
                    <a:pt x="18721" y="121936"/>
                    <a:pt x="23057" y="123820"/>
                  </a:cubicBezTo>
                  <a:cubicBezTo>
                    <a:pt x="31721" y="127581"/>
                    <a:pt x="44077" y="130048"/>
                    <a:pt x="58005" y="130048"/>
                  </a:cubicBezTo>
                  <a:cubicBezTo>
                    <a:pt x="71933" y="130048"/>
                    <a:pt x="84289" y="127588"/>
                    <a:pt x="92953" y="123820"/>
                  </a:cubicBezTo>
                  <a:cubicBezTo>
                    <a:pt x="97289" y="121936"/>
                    <a:pt x="100465" y="119827"/>
                    <a:pt x="102488" y="117746"/>
                  </a:cubicBezTo>
                  <a:cubicBezTo>
                    <a:pt x="104482" y="115708"/>
                    <a:pt x="105134" y="113929"/>
                    <a:pt x="105134" y="112474"/>
                  </a:cubicBezTo>
                  <a:lnTo>
                    <a:pt x="105134" y="44933"/>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a:lstStyle/>
            <a:p>
              <a:endParaRPr lang="en-IN">
                <a:latin typeface="+mj-lt"/>
              </a:endParaRPr>
            </a:p>
          </p:txBody>
        </p:sp>
      </p:grpSp>
      <p:cxnSp>
        <p:nvCxnSpPr>
          <p:cNvPr id="71" name="Connector: Elbow 70">
            <a:extLst>
              <a:ext uri="{FF2B5EF4-FFF2-40B4-BE49-F238E27FC236}">
                <a16:creationId xmlns:a16="http://schemas.microsoft.com/office/drawing/2014/main" id="{C290833F-D645-1E55-E61A-5496BBE20FC9}"/>
              </a:ext>
              <a:ext uri="{C183D7F6-B498-43B3-948B-1728B52AA6E4}">
                <adec:decorative xmlns:adec="http://schemas.microsoft.com/office/drawing/2017/decorative" val="1"/>
              </a:ext>
            </a:extLst>
          </p:cNvPr>
          <p:cNvCxnSpPr>
            <a:cxnSpLocks/>
          </p:cNvCxnSpPr>
          <p:nvPr/>
        </p:nvCxnSpPr>
        <p:spPr>
          <a:xfrm>
            <a:off x="4402671" y="2785074"/>
            <a:ext cx="1643115" cy="373462"/>
          </a:xfrm>
          <a:prstGeom prst="bentConnector3">
            <a:avLst>
              <a:gd name="adj1" fmla="val 50000"/>
            </a:avLst>
          </a:prstGeom>
          <a:ln w="12700">
            <a:solidFill>
              <a:schemeClr val="bg1">
                <a:lumMod val="75000"/>
              </a:schemeClr>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E8DCD28C-EE09-D7D2-2E24-0A42A69B4612}"/>
              </a:ext>
              <a:ext uri="{C183D7F6-B498-43B3-948B-1728B52AA6E4}">
                <adec:decorative xmlns:adec="http://schemas.microsoft.com/office/drawing/2017/decorative" val="1"/>
              </a:ext>
            </a:extLst>
          </p:cNvPr>
          <p:cNvGrpSpPr>
            <a:grpSpLocks noChangeAspect="1"/>
          </p:cNvGrpSpPr>
          <p:nvPr/>
        </p:nvGrpSpPr>
        <p:grpSpPr>
          <a:xfrm>
            <a:off x="5479191" y="3028326"/>
            <a:ext cx="257369" cy="257369"/>
            <a:chOff x="11520488" y="2847975"/>
            <a:chExt cx="423862" cy="423862"/>
          </a:xfrm>
          <a:solidFill>
            <a:schemeClr val="bg1"/>
          </a:solidFill>
        </p:grpSpPr>
        <p:sp>
          <p:nvSpPr>
            <p:cNvPr id="73" name="Oval 72">
              <a:extLst>
                <a:ext uri="{FF2B5EF4-FFF2-40B4-BE49-F238E27FC236}">
                  <a16:creationId xmlns:a16="http://schemas.microsoft.com/office/drawing/2014/main" id="{062CB2C6-43F7-F9A2-A302-F11B12B31F78}"/>
                </a:ext>
              </a:extLst>
            </p:cNvPr>
            <p:cNvSpPr/>
            <p:nvPr/>
          </p:nvSpPr>
          <p:spPr bwMode="auto">
            <a:xfrm>
              <a:off x="11520488" y="2847975"/>
              <a:ext cx="423862" cy="423862"/>
            </a:xfrm>
            <a:prstGeom prst="ellipse">
              <a:avLst/>
            </a:prstGeom>
            <a:solidFill>
              <a:schemeClr val="bg1"/>
            </a:solidFill>
            <a:ln w="12700" cap="flat" cmpd="sng" algn="ctr">
              <a:gradFill flip="none" rotWithShape="1">
                <a:gsLst>
                  <a:gs pos="0">
                    <a:schemeClr val="accent2"/>
                  </a:gs>
                  <a:gs pos="100000">
                    <a:srgbClr val="C03BC4"/>
                  </a:gs>
                </a:gsLst>
                <a:lin ang="2700000" scaled="1"/>
                <a:tileRect/>
              </a:grad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100" kern="0" err="1">
                <a:latin typeface="+mj-lt"/>
                <a:cs typeface="Segoe UI" pitchFamily="34" charset="0"/>
              </a:endParaRPr>
            </a:p>
          </p:txBody>
        </p:sp>
        <p:pic>
          <p:nvPicPr>
            <p:cNvPr id="74" name="Graphic 73">
              <a:extLst>
                <a:ext uri="{FF2B5EF4-FFF2-40B4-BE49-F238E27FC236}">
                  <a16:creationId xmlns:a16="http://schemas.microsoft.com/office/drawing/2014/main" id="{46E8DE63-E158-5C31-A976-1CADBCB0E25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594783" y="2907984"/>
              <a:ext cx="275273" cy="275273"/>
            </a:xfrm>
            <a:prstGeom prst="rect">
              <a:avLst/>
            </a:prstGeom>
          </p:spPr>
        </p:pic>
      </p:grpSp>
      <p:sp>
        <p:nvSpPr>
          <p:cNvPr id="75" name="Rectangle: Rounded Corners 74">
            <a:extLst>
              <a:ext uri="{FF2B5EF4-FFF2-40B4-BE49-F238E27FC236}">
                <a16:creationId xmlns:a16="http://schemas.microsoft.com/office/drawing/2014/main" id="{5016CC48-641C-1D22-2368-D374F4DF1D48}"/>
              </a:ext>
              <a:ext uri="{C183D7F6-B498-43B3-948B-1728B52AA6E4}">
                <adec:decorative xmlns:adec="http://schemas.microsoft.com/office/drawing/2017/decorative" val="1"/>
              </a:ext>
            </a:extLst>
          </p:cNvPr>
          <p:cNvSpPr/>
          <p:nvPr/>
        </p:nvSpPr>
        <p:spPr bwMode="auto">
          <a:xfrm>
            <a:off x="2429652" y="4652337"/>
            <a:ext cx="2974211" cy="731520"/>
          </a:xfrm>
          <a:prstGeom prst="roundRect">
            <a:avLst>
              <a:gd name="adj" fmla="val 8201"/>
            </a:avLst>
          </a:prstGeom>
          <a:solidFill>
            <a:schemeClr val="accent2">
              <a:lumMod val="20000"/>
              <a:lumOff val="80000"/>
              <a:alpha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mj-lt"/>
              </a:rPr>
              <a:t>Tools</a:t>
            </a:r>
          </a:p>
        </p:txBody>
      </p:sp>
      <p:sp>
        <p:nvSpPr>
          <p:cNvPr id="76" name="Oval 75">
            <a:extLst>
              <a:ext uri="{FF2B5EF4-FFF2-40B4-BE49-F238E27FC236}">
                <a16:creationId xmlns:a16="http://schemas.microsoft.com/office/drawing/2014/main" id="{08A77352-47C8-6DB3-2A1E-72B3F4100F8E}"/>
              </a:ext>
              <a:ext uri="{C183D7F6-B498-43B3-948B-1728B52AA6E4}">
                <adec:decorative xmlns:adec="http://schemas.microsoft.com/office/drawing/2017/decorative" val="1"/>
              </a:ext>
            </a:extLst>
          </p:cNvPr>
          <p:cNvSpPr/>
          <p:nvPr/>
        </p:nvSpPr>
        <p:spPr bwMode="auto">
          <a:xfrm>
            <a:off x="2603522" y="4971225"/>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77" name="Rectangle 76">
            <a:extLst>
              <a:ext uri="{FF2B5EF4-FFF2-40B4-BE49-F238E27FC236}">
                <a16:creationId xmlns:a16="http://schemas.microsoft.com/office/drawing/2014/main" id="{B262F7D2-D7F2-1121-43DA-53CCFF1C80A5}"/>
              </a:ext>
              <a:ext uri="{C183D7F6-B498-43B3-948B-1728B52AA6E4}">
                <adec:decorative xmlns:adec="http://schemas.microsoft.com/office/drawing/2017/decorative" val="1"/>
              </a:ext>
            </a:extLst>
          </p:cNvPr>
          <p:cNvSpPr/>
          <p:nvPr/>
        </p:nvSpPr>
        <p:spPr>
          <a:xfrm>
            <a:off x="2639750" y="5032565"/>
            <a:ext cx="252224" cy="183138"/>
          </a:xfrm>
          <a:prstGeom prst="rect">
            <a:avLst/>
          </a:prstGeom>
          <a:noFill/>
          <a:ln w="19050" cap="flat" cmpd="sng" algn="ctr">
            <a:noFill/>
            <a:prstDash val="solid"/>
            <a:miter lim="800000"/>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0" cap="none" spc="0" normalizeH="0" baseline="0" noProof="0">
                <a:ln>
                  <a:noFill/>
                </a:ln>
                <a:effectLst/>
                <a:uLnTx/>
                <a:uFillTx/>
                <a:latin typeface="+mj-lt"/>
                <a:ea typeface="+mj-ea"/>
                <a:cs typeface="+mj-cs"/>
              </a:rPr>
              <a:t>MCPs</a:t>
            </a:r>
          </a:p>
        </p:txBody>
      </p:sp>
      <p:sp>
        <p:nvSpPr>
          <p:cNvPr id="78" name="Oval 77">
            <a:extLst>
              <a:ext uri="{FF2B5EF4-FFF2-40B4-BE49-F238E27FC236}">
                <a16:creationId xmlns:a16="http://schemas.microsoft.com/office/drawing/2014/main" id="{6DEAC4BC-33FE-94C7-55E3-B75FF80E2373}"/>
              </a:ext>
              <a:ext uri="{C183D7F6-B498-43B3-948B-1728B52AA6E4}">
                <adec:decorative xmlns:adec="http://schemas.microsoft.com/office/drawing/2017/decorative" val="1"/>
              </a:ext>
            </a:extLst>
          </p:cNvPr>
          <p:cNvSpPr/>
          <p:nvPr/>
        </p:nvSpPr>
        <p:spPr bwMode="auto">
          <a:xfrm>
            <a:off x="3531136" y="4978583"/>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79" name="Rectangle 78">
            <a:extLst>
              <a:ext uri="{FF2B5EF4-FFF2-40B4-BE49-F238E27FC236}">
                <a16:creationId xmlns:a16="http://schemas.microsoft.com/office/drawing/2014/main" id="{E15BEDB1-5018-A9D9-201B-8BBCFBACDB48}"/>
              </a:ext>
              <a:ext uri="{C183D7F6-B498-43B3-948B-1728B52AA6E4}">
                <adec:decorative xmlns:adec="http://schemas.microsoft.com/office/drawing/2017/decorative" val="1"/>
              </a:ext>
            </a:extLst>
          </p:cNvPr>
          <p:cNvSpPr/>
          <p:nvPr/>
        </p:nvSpPr>
        <p:spPr>
          <a:xfrm>
            <a:off x="3576582" y="5086134"/>
            <a:ext cx="216548" cy="92333"/>
          </a:xfrm>
          <a:prstGeom prst="rect">
            <a:avLst/>
          </a:prstGeom>
          <a:noFill/>
          <a:ln w="19050" cap="flat" cmpd="sng" algn="ctr">
            <a:noFill/>
            <a:prstDash val="solid"/>
            <a:miter lim="800000"/>
          </a:ln>
          <a:effectLst/>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 i="0" u="none" strike="noStrike" kern="0" cap="none" spc="0" normalizeH="0" baseline="0" noProof="0">
                <a:ln>
                  <a:noFill/>
                </a:ln>
                <a:effectLst/>
                <a:uLnTx/>
                <a:uFillTx/>
                <a:latin typeface="+mj-lt"/>
                <a:ea typeface="+mj-ea"/>
                <a:cs typeface="+mj-cs"/>
              </a:rPr>
              <a:t>APIs</a:t>
            </a:r>
          </a:p>
        </p:txBody>
      </p:sp>
      <p:sp>
        <p:nvSpPr>
          <p:cNvPr id="80" name="Oval 79">
            <a:extLst>
              <a:ext uri="{FF2B5EF4-FFF2-40B4-BE49-F238E27FC236}">
                <a16:creationId xmlns:a16="http://schemas.microsoft.com/office/drawing/2014/main" id="{AD13D235-FC4D-0863-FB96-5D3B5873482E}"/>
              </a:ext>
              <a:ext uri="{C183D7F6-B498-43B3-948B-1728B52AA6E4}">
                <adec:decorative xmlns:adec="http://schemas.microsoft.com/office/drawing/2017/decorative" val="1"/>
              </a:ext>
            </a:extLst>
          </p:cNvPr>
          <p:cNvSpPr/>
          <p:nvPr/>
        </p:nvSpPr>
        <p:spPr bwMode="auto">
          <a:xfrm>
            <a:off x="3994943" y="4964422"/>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81" name="Oval 80">
            <a:extLst>
              <a:ext uri="{FF2B5EF4-FFF2-40B4-BE49-F238E27FC236}">
                <a16:creationId xmlns:a16="http://schemas.microsoft.com/office/drawing/2014/main" id="{99BF2FA8-7A48-01D1-3FB3-7BCC02C94825}"/>
              </a:ext>
              <a:ext uri="{C183D7F6-B498-43B3-948B-1728B52AA6E4}">
                <adec:decorative xmlns:adec="http://schemas.microsoft.com/office/drawing/2017/decorative" val="1"/>
              </a:ext>
            </a:extLst>
          </p:cNvPr>
          <p:cNvSpPr/>
          <p:nvPr/>
        </p:nvSpPr>
        <p:spPr bwMode="auto">
          <a:xfrm>
            <a:off x="4458750" y="4979127"/>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82" name="Oval 81">
            <a:extLst>
              <a:ext uri="{FF2B5EF4-FFF2-40B4-BE49-F238E27FC236}">
                <a16:creationId xmlns:a16="http://schemas.microsoft.com/office/drawing/2014/main" id="{713ED18F-EB57-6E0C-0C00-A1810FDD5233}"/>
              </a:ext>
              <a:ext uri="{C183D7F6-B498-43B3-948B-1728B52AA6E4}">
                <adec:decorative xmlns:adec="http://schemas.microsoft.com/office/drawing/2017/decorative" val="1"/>
              </a:ext>
            </a:extLst>
          </p:cNvPr>
          <p:cNvSpPr/>
          <p:nvPr/>
        </p:nvSpPr>
        <p:spPr bwMode="auto">
          <a:xfrm>
            <a:off x="4922557" y="4971225"/>
            <a:ext cx="307440" cy="307436"/>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91F2C"/>
              </a:solidFill>
              <a:effectLst/>
              <a:uLnTx/>
              <a:uFillTx/>
              <a:latin typeface="+mj-lt"/>
              <a:ea typeface="+mn-ea"/>
              <a:cs typeface="Segoe UI" pitchFamily="34" charset="0"/>
            </a:endParaRPr>
          </a:p>
        </p:txBody>
      </p:sp>
      <p:sp>
        <p:nvSpPr>
          <p:cNvPr id="83" name="Graphic 169">
            <a:extLst>
              <a:ext uri="{FF2B5EF4-FFF2-40B4-BE49-F238E27FC236}">
                <a16:creationId xmlns:a16="http://schemas.microsoft.com/office/drawing/2014/main" id="{637BE097-DCD2-E622-453A-E2DB5F543F7F}"/>
              </a:ext>
              <a:ext uri="{C183D7F6-B498-43B3-948B-1728B52AA6E4}">
                <adec:decorative xmlns:adec="http://schemas.microsoft.com/office/drawing/2017/decorative" val="1"/>
              </a:ext>
            </a:extLst>
          </p:cNvPr>
          <p:cNvSpPr/>
          <p:nvPr/>
        </p:nvSpPr>
        <p:spPr>
          <a:xfrm>
            <a:off x="5013289" y="5047974"/>
            <a:ext cx="125972" cy="157464"/>
          </a:xfrm>
          <a:custGeom>
            <a:avLst/>
            <a:gdLst>
              <a:gd name="csX0" fmla="*/ 0 w 111630"/>
              <a:gd name="csY0" fmla="*/ 27908 h 139537"/>
              <a:gd name="csX1" fmla="*/ 5400 w 111630"/>
              <a:gd name="csY1" fmla="*/ 15489 h 139537"/>
              <a:gd name="csX2" fmla="*/ 17910 w 111630"/>
              <a:gd name="csY2" fmla="*/ 7102 h 139537"/>
              <a:gd name="csX3" fmla="*/ 55815 w 111630"/>
              <a:gd name="csY3" fmla="*/ 0 h 139537"/>
              <a:gd name="csX4" fmla="*/ 93721 w 111630"/>
              <a:gd name="csY4" fmla="*/ 7102 h 139537"/>
              <a:gd name="csX5" fmla="*/ 106231 w 111630"/>
              <a:gd name="csY5" fmla="*/ 15489 h 139537"/>
              <a:gd name="csX6" fmla="*/ 111631 w 111630"/>
              <a:gd name="csY6" fmla="*/ 27908 h 139537"/>
              <a:gd name="csX7" fmla="*/ 111631 w 111630"/>
              <a:gd name="csY7" fmla="*/ 111630 h 139537"/>
              <a:gd name="csX8" fmla="*/ 106231 w 111630"/>
              <a:gd name="csY8" fmla="*/ 124049 h 139537"/>
              <a:gd name="csX9" fmla="*/ 93721 w 111630"/>
              <a:gd name="csY9" fmla="*/ 132442 h 139537"/>
              <a:gd name="csX10" fmla="*/ 55815 w 111630"/>
              <a:gd name="csY10" fmla="*/ 139538 h 139537"/>
              <a:gd name="csX11" fmla="*/ 17910 w 111630"/>
              <a:gd name="csY11" fmla="*/ 132442 h 139537"/>
              <a:gd name="csX12" fmla="*/ 5400 w 111630"/>
              <a:gd name="csY12" fmla="*/ 124049 h 139537"/>
              <a:gd name="csX13" fmla="*/ 0 w 111630"/>
              <a:gd name="csY13" fmla="*/ 111630 h 139537"/>
              <a:gd name="csX14" fmla="*/ 0 w 111630"/>
              <a:gd name="csY14" fmla="*/ 27908 h 139537"/>
              <a:gd name="csX15" fmla="*/ 10465 w 111630"/>
              <a:gd name="csY15" fmla="*/ 27908 h 139537"/>
              <a:gd name="csX16" fmla="*/ 13012 w 111630"/>
              <a:gd name="csY16" fmla="*/ 33140 h 139537"/>
              <a:gd name="csX17" fmla="*/ 22187 w 111630"/>
              <a:gd name="csY17" fmla="*/ 39168 h 139537"/>
              <a:gd name="csX18" fmla="*/ 55815 w 111630"/>
              <a:gd name="csY18" fmla="*/ 45350 h 139537"/>
              <a:gd name="csX19" fmla="*/ 89444 w 111630"/>
              <a:gd name="csY19" fmla="*/ 39168 h 139537"/>
              <a:gd name="csX20" fmla="*/ 98619 w 111630"/>
              <a:gd name="csY20" fmla="*/ 33140 h 139537"/>
              <a:gd name="csX21" fmla="*/ 101165 w 111630"/>
              <a:gd name="csY21" fmla="*/ 27908 h 139537"/>
              <a:gd name="csX22" fmla="*/ 98619 w 111630"/>
              <a:gd name="csY22" fmla="*/ 22675 h 139537"/>
              <a:gd name="csX23" fmla="*/ 89444 w 111630"/>
              <a:gd name="csY23" fmla="*/ 16647 h 139537"/>
              <a:gd name="csX24" fmla="*/ 55815 w 111630"/>
              <a:gd name="csY24" fmla="*/ 10465 h 139537"/>
              <a:gd name="csX25" fmla="*/ 22187 w 111630"/>
              <a:gd name="csY25" fmla="*/ 16647 h 139537"/>
              <a:gd name="csX26" fmla="*/ 13012 w 111630"/>
              <a:gd name="csY26" fmla="*/ 22675 h 139537"/>
              <a:gd name="csX27" fmla="*/ 10465 w 111630"/>
              <a:gd name="csY27" fmla="*/ 27908 h 139537"/>
              <a:gd name="csX28" fmla="*/ 101165 w 111630"/>
              <a:gd name="csY28" fmla="*/ 44596 h 139537"/>
              <a:gd name="csX29" fmla="*/ 93721 w 111630"/>
              <a:gd name="csY29" fmla="*/ 48713 h 139537"/>
              <a:gd name="csX30" fmla="*/ 55815 w 111630"/>
              <a:gd name="csY30" fmla="*/ 55815 h 139537"/>
              <a:gd name="csX31" fmla="*/ 17910 w 111630"/>
              <a:gd name="csY31" fmla="*/ 48713 h 139537"/>
              <a:gd name="csX32" fmla="*/ 10465 w 111630"/>
              <a:gd name="csY32" fmla="*/ 44596 h 139537"/>
              <a:gd name="csX33" fmla="*/ 10465 w 111630"/>
              <a:gd name="csY33" fmla="*/ 111630 h 139537"/>
              <a:gd name="csX34" fmla="*/ 13012 w 111630"/>
              <a:gd name="csY34" fmla="*/ 116863 h 139537"/>
              <a:gd name="csX35" fmla="*/ 22187 w 111630"/>
              <a:gd name="csY35" fmla="*/ 122891 h 139537"/>
              <a:gd name="csX36" fmla="*/ 55815 w 111630"/>
              <a:gd name="csY36" fmla="*/ 129072 h 139537"/>
              <a:gd name="csX37" fmla="*/ 89444 w 111630"/>
              <a:gd name="csY37" fmla="*/ 122891 h 139537"/>
              <a:gd name="csX38" fmla="*/ 98619 w 111630"/>
              <a:gd name="csY38" fmla="*/ 116863 h 139537"/>
              <a:gd name="csX39" fmla="*/ 101165 w 111630"/>
              <a:gd name="csY39" fmla="*/ 111630 h 139537"/>
              <a:gd name="csX40" fmla="*/ 101165 w 111630"/>
              <a:gd name="csY40" fmla="*/ 44596 h 1395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11630" h="139537">
                <a:moveTo>
                  <a:pt x="0" y="27908"/>
                </a:moveTo>
                <a:cubicBezTo>
                  <a:pt x="0" y="23093"/>
                  <a:pt x="2198" y="18886"/>
                  <a:pt x="5400" y="15489"/>
                </a:cubicBezTo>
                <a:cubicBezTo>
                  <a:pt x="8575" y="12126"/>
                  <a:pt x="12928" y="9328"/>
                  <a:pt x="17910" y="7102"/>
                </a:cubicBezTo>
                <a:cubicBezTo>
                  <a:pt x="27880" y="2630"/>
                  <a:pt x="41282" y="0"/>
                  <a:pt x="55815" y="0"/>
                </a:cubicBezTo>
                <a:cubicBezTo>
                  <a:pt x="70348" y="0"/>
                  <a:pt x="83751" y="2630"/>
                  <a:pt x="93721" y="7102"/>
                </a:cubicBezTo>
                <a:cubicBezTo>
                  <a:pt x="98702" y="9335"/>
                  <a:pt x="103056" y="12126"/>
                  <a:pt x="106231" y="15489"/>
                </a:cubicBezTo>
                <a:cubicBezTo>
                  <a:pt x="109433" y="18886"/>
                  <a:pt x="111631" y="23093"/>
                  <a:pt x="111631" y="27908"/>
                </a:cubicBezTo>
                <a:lnTo>
                  <a:pt x="111631" y="111630"/>
                </a:lnTo>
                <a:cubicBezTo>
                  <a:pt x="111631" y="116444"/>
                  <a:pt x="109433" y="120651"/>
                  <a:pt x="106231" y="124049"/>
                </a:cubicBezTo>
                <a:cubicBezTo>
                  <a:pt x="103056" y="127412"/>
                  <a:pt x="98702" y="130209"/>
                  <a:pt x="93721" y="132442"/>
                </a:cubicBezTo>
                <a:cubicBezTo>
                  <a:pt x="83751" y="136907"/>
                  <a:pt x="70348" y="139538"/>
                  <a:pt x="55815" y="139538"/>
                </a:cubicBezTo>
                <a:cubicBezTo>
                  <a:pt x="41282" y="139538"/>
                  <a:pt x="27880" y="136907"/>
                  <a:pt x="17910" y="132442"/>
                </a:cubicBezTo>
                <a:cubicBezTo>
                  <a:pt x="12928" y="130209"/>
                  <a:pt x="8575" y="127419"/>
                  <a:pt x="5400" y="124049"/>
                </a:cubicBezTo>
                <a:cubicBezTo>
                  <a:pt x="2198" y="120651"/>
                  <a:pt x="0" y="116444"/>
                  <a:pt x="0" y="111630"/>
                </a:cubicBezTo>
                <a:lnTo>
                  <a:pt x="0" y="27908"/>
                </a:lnTo>
                <a:close/>
                <a:moveTo>
                  <a:pt x="10465" y="27908"/>
                </a:moveTo>
                <a:cubicBezTo>
                  <a:pt x="10465" y="29352"/>
                  <a:pt x="11093" y="31117"/>
                  <a:pt x="13012" y="33140"/>
                </a:cubicBezTo>
                <a:cubicBezTo>
                  <a:pt x="14959" y="35205"/>
                  <a:pt x="18014" y="37298"/>
                  <a:pt x="22187" y="39168"/>
                </a:cubicBezTo>
                <a:cubicBezTo>
                  <a:pt x="30524" y="42901"/>
                  <a:pt x="42413" y="45350"/>
                  <a:pt x="55815" y="45350"/>
                </a:cubicBezTo>
                <a:cubicBezTo>
                  <a:pt x="69218" y="45350"/>
                  <a:pt x="81107" y="42908"/>
                  <a:pt x="89444" y="39168"/>
                </a:cubicBezTo>
                <a:cubicBezTo>
                  <a:pt x="93616" y="37298"/>
                  <a:pt x="96672" y="35205"/>
                  <a:pt x="98619" y="33140"/>
                </a:cubicBezTo>
                <a:cubicBezTo>
                  <a:pt x="100537" y="31117"/>
                  <a:pt x="101165" y="29352"/>
                  <a:pt x="101165" y="27908"/>
                </a:cubicBezTo>
                <a:cubicBezTo>
                  <a:pt x="101165" y="26463"/>
                  <a:pt x="100537" y="24698"/>
                  <a:pt x="98619" y="22675"/>
                </a:cubicBezTo>
                <a:cubicBezTo>
                  <a:pt x="96672" y="20610"/>
                  <a:pt x="93616" y="18517"/>
                  <a:pt x="89444" y="16647"/>
                </a:cubicBezTo>
                <a:cubicBezTo>
                  <a:pt x="81107" y="12914"/>
                  <a:pt x="69211" y="10465"/>
                  <a:pt x="55815" y="10465"/>
                </a:cubicBezTo>
                <a:cubicBezTo>
                  <a:pt x="42413" y="10465"/>
                  <a:pt x="30524" y="12907"/>
                  <a:pt x="22187" y="16647"/>
                </a:cubicBezTo>
                <a:cubicBezTo>
                  <a:pt x="18014" y="18517"/>
                  <a:pt x="14959" y="20610"/>
                  <a:pt x="13012" y="22675"/>
                </a:cubicBezTo>
                <a:cubicBezTo>
                  <a:pt x="11093" y="24698"/>
                  <a:pt x="10465" y="26463"/>
                  <a:pt x="10465" y="27908"/>
                </a:cubicBezTo>
                <a:close/>
                <a:moveTo>
                  <a:pt x="101165" y="44596"/>
                </a:moveTo>
                <a:cubicBezTo>
                  <a:pt x="98933" y="46131"/>
                  <a:pt x="96421" y="47506"/>
                  <a:pt x="93721" y="48713"/>
                </a:cubicBezTo>
                <a:cubicBezTo>
                  <a:pt x="83751" y="53185"/>
                  <a:pt x="70348" y="55815"/>
                  <a:pt x="55815" y="55815"/>
                </a:cubicBezTo>
                <a:cubicBezTo>
                  <a:pt x="41282" y="55815"/>
                  <a:pt x="27880" y="53185"/>
                  <a:pt x="17910" y="48713"/>
                </a:cubicBezTo>
                <a:cubicBezTo>
                  <a:pt x="15310" y="47566"/>
                  <a:pt x="12819" y="46188"/>
                  <a:pt x="10465" y="44596"/>
                </a:cubicBezTo>
                <a:lnTo>
                  <a:pt x="10465" y="111630"/>
                </a:lnTo>
                <a:cubicBezTo>
                  <a:pt x="10465" y="113074"/>
                  <a:pt x="11093" y="114839"/>
                  <a:pt x="13012" y="116863"/>
                </a:cubicBezTo>
                <a:cubicBezTo>
                  <a:pt x="14959" y="118928"/>
                  <a:pt x="18014" y="121021"/>
                  <a:pt x="22187" y="122891"/>
                </a:cubicBezTo>
                <a:cubicBezTo>
                  <a:pt x="30524" y="126623"/>
                  <a:pt x="42413" y="129072"/>
                  <a:pt x="55815" y="129072"/>
                </a:cubicBezTo>
                <a:cubicBezTo>
                  <a:pt x="69218" y="129072"/>
                  <a:pt x="81107" y="126630"/>
                  <a:pt x="89444" y="122891"/>
                </a:cubicBezTo>
                <a:cubicBezTo>
                  <a:pt x="93616" y="121021"/>
                  <a:pt x="96672" y="118928"/>
                  <a:pt x="98619" y="116863"/>
                </a:cubicBezTo>
                <a:cubicBezTo>
                  <a:pt x="100537" y="114839"/>
                  <a:pt x="101165" y="113074"/>
                  <a:pt x="101165" y="111630"/>
                </a:cubicBezTo>
                <a:lnTo>
                  <a:pt x="101165" y="4459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a:lstStyle/>
          <a:p>
            <a:endParaRPr lang="en-IN">
              <a:latin typeface="+mj-lt"/>
            </a:endParaRPr>
          </a:p>
        </p:txBody>
      </p:sp>
      <p:sp>
        <p:nvSpPr>
          <p:cNvPr id="84" name="Rectangle: Rounded Corners 83">
            <a:extLst>
              <a:ext uri="{FF2B5EF4-FFF2-40B4-BE49-F238E27FC236}">
                <a16:creationId xmlns:a16="http://schemas.microsoft.com/office/drawing/2014/main" id="{46583BDD-2579-2702-812D-56B8FBB171B9}"/>
              </a:ext>
              <a:ext uri="{C183D7F6-B498-43B3-948B-1728B52AA6E4}">
                <adec:decorative xmlns:adec="http://schemas.microsoft.com/office/drawing/2017/decorative" val="1"/>
              </a:ext>
            </a:extLst>
          </p:cNvPr>
          <p:cNvSpPr/>
          <p:nvPr/>
        </p:nvSpPr>
        <p:spPr bwMode="auto">
          <a:xfrm>
            <a:off x="2429652" y="5423918"/>
            <a:ext cx="2971800" cy="253349"/>
          </a:xfrm>
          <a:prstGeom prst="roundRect">
            <a:avLst>
              <a:gd name="adj" fmla="val 5000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100" i="0" u="none" strike="noStrike" kern="1200" cap="none" spc="0" normalizeH="0" baseline="0" noProof="0">
                <a:ln>
                  <a:noFill/>
                </a:ln>
                <a:solidFill>
                  <a:schemeClr val="bg1"/>
                </a:solidFill>
                <a:effectLst/>
                <a:uLnTx/>
                <a:uFillTx/>
                <a:latin typeface="+mj-lt"/>
                <a:ea typeface="+mj-ea"/>
                <a:cs typeface="+mj-cs"/>
              </a:rPr>
              <a:t>Data Sources</a:t>
            </a:r>
            <a:endParaRPr kumimoji="0" lang="en-US" sz="1600" i="0" u="none" strike="noStrike" kern="1200" cap="none" spc="0" normalizeH="0" baseline="0" noProof="0">
              <a:ln>
                <a:noFill/>
              </a:ln>
              <a:solidFill>
                <a:schemeClr val="bg1"/>
              </a:solidFill>
              <a:effectLst/>
              <a:uLnTx/>
              <a:uFillTx/>
              <a:latin typeface="+mj-lt"/>
              <a:ea typeface="+mj-ea"/>
              <a:cs typeface="+mj-cs"/>
            </a:endParaRPr>
          </a:p>
        </p:txBody>
      </p:sp>
      <p:grpSp>
        <p:nvGrpSpPr>
          <p:cNvPr id="85" name="Group 84">
            <a:extLst>
              <a:ext uri="{FF2B5EF4-FFF2-40B4-BE49-F238E27FC236}">
                <a16:creationId xmlns:a16="http://schemas.microsoft.com/office/drawing/2014/main" id="{C10A44F3-672F-0A69-70D1-52BE7531A5CF}"/>
              </a:ext>
              <a:ext uri="{C183D7F6-B498-43B3-948B-1728B52AA6E4}">
                <adec:decorative xmlns:adec="http://schemas.microsoft.com/office/drawing/2017/decorative" val="1"/>
              </a:ext>
            </a:extLst>
          </p:cNvPr>
          <p:cNvGrpSpPr/>
          <p:nvPr/>
        </p:nvGrpSpPr>
        <p:grpSpPr>
          <a:xfrm>
            <a:off x="3067329" y="4971226"/>
            <a:ext cx="307440" cy="307436"/>
            <a:chOff x="3084831" y="5014921"/>
            <a:chExt cx="272435" cy="272433"/>
          </a:xfrm>
        </p:grpSpPr>
        <p:sp>
          <p:nvSpPr>
            <p:cNvPr id="86" name="Oval 85">
              <a:extLst>
                <a:ext uri="{FF2B5EF4-FFF2-40B4-BE49-F238E27FC236}">
                  <a16:creationId xmlns:a16="http://schemas.microsoft.com/office/drawing/2014/main" id="{17B0EE28-1E88-E852-10FA-C026B5E0ABE1}"/>
                </a:ext>
              </a:extLst>
            </p:cNvPr>
            <p:cNvSpPr/>
            <p:nvPr/>
          </p:nvSpPr>
          <p:spPr bwMode="auto">
            <a:xfrm>
              <a:off x="3084831" y="5014921"/>
              <a:ext cx="272435" cy="272433"/>
            </a:xfrm>
            <a:prstGeom prst="ellipse">
              <a:avLst/>
            </a:prstGeom>
            <a:solidFill>
              <a:schemeClr val="bg1"/>
            </a:solidFill>
            <a:ln w="1905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err="1">
                <a:ln>
                  <a:noFill/>
                </a:ln>
                <a:solidFill>
                  <a:srgbClr val="091F2C"/>
                </a:solidFill>
                <a:effectLst/>
                <a:uLnTx/>
                <a:uFillTx/>
                <a:latin typeface="+mj-lt"/>
                <a:ea typeface="+mn-ea"/>
                <a:cs typeface="Segoe UI" pitchFamily="34" charset="0"/>
              </a:endParaRPr>
            </a:p>
          </p:txBody>
        </p:sp>
        <p:sp>
          <p:nvSpPr>
            <p:cNvPr id="87" name="Graphic 43">
              <a:extLst>
                <a:ext uri="{FF2B5EF4-FFF2-40B4-BE49-F238E27FC236}">
                  <a16:creationId xmlns:a16="http://schemas.microsoft.com/office/drawing/2014/main" id="{4479B313-9930-C702-97B4-853A7711843D}"/>
                </a:ext>
                <a:ext uri="{C183D7F6-B498-43B3-948B-1728B52AA6E4}">
                  <adec:decorative xmlns:adec="http://schemas.microsoft.com/office/drawing/2017/decorative" val="1"/>
                </a:ext>
              </a:extLst>
            </p:cNvPr>
            <p:cNvSpPr>
              <a:spLocks noChangeAspect="1"/>
            </p:cNvSpPr>
            <p:nvPr/>
          </p:nvSpPr>
          <p:spPr>
            <a:xfrm>
              <a:off x="3149117" y="5079206"/>
              <a:ext cx="143864" cy="143864"/>
            </a:xfrm>
            <a:custGeom>
              <a:avLst/>
              <a:gdLst>
                <a:gd name="connsiteX0" fmla="*/ 110490 w 274319"/>
                <a:gd name="connsiteY0" fmla="*/ 0 h 274319"/>
                <a:gd name="connsiteX1" fmla="*/ 220980 w 274319"/>
                <a:gd name="connsiteY1" fmla="*/ 110490 h 274319"/>
                <a:gd name="connsiteX2" fmla="*/ 196284 w 274319"/>
                <a:gd name="connsiteY2" fmla="*/ 180119 h 274319"/>
                <a:gd name="connsiteX3" fmla="*/ 270972 w 274319"/>
                <a:gd name="connsiteY3" fmla="*/ 254808 h 274319"/>
                <a:gd name="connsiteX4" fmla="*/ 270972 w 274319"/>
                <a:gd name="connsiteY4" fmla="*/ 270972 h 274319"/>
                <a:gd name="connsiteX5" fmla="*/ 256090 w 274319"/>
                <a:gd name="connsiteY5" fmla="*/ 272078 h 274319"/>
                <a:gd name="connsiteX6" fmla="*/ 254808 w 274319"/>
                <a:gd name="connsiteY6" fmla="*/ 270972 h 274319"/>
                <a:gd name="connsiteX7" fmla="*/ 180119 w 274319"/>
                <a:gd name="connsiteY7" fmla="*/ 196284 h 274319"/>
                <a:gd name="connsiteX8" fmla="*/ 110490 w 274319"/>
                <a:gd name="connsiteY8" fmla="*/ 220980 h 274319"/>
                <a:gd name="connsiteX9" fmla="*/ 0 w 274319"/>
                <a:gd name="connsiteY9" fmla="*/ 110490 h 274319"/>
                <a:gd name="connsiteX10" fmla="*/ 110490 w 274319"/>
                <a:gd name="connsiteY10" fmla="*/ 0 h 274319"/>
                <a:gd name="connsiteX11" fmla="*/ 110490 w 274319"/>
                <a:gd name="connsiteY11" fmla="*/ 22860 h 274319"/>
                <a:gd name="connsiteX12" fmla="*/ 22860 w 274319"/>
                <a:gd name="connsiteY12" fmla="*/ 110490 h 274319"/>
                <a:gd name="connsiteX13" fmla="*/ 110490 w 274319"/>
                <a:gd name="connsiteY13" fmla="*/ 198120 h 274319"/>
                <a:gd name="connsiteX14" fmla="*/ 198120 w 274319"/>
                <a:gd name="connsiteY14" fmla="*/ 110490 h 274319"/>
                <a:gd name="connsiteX15" fmla="*/ 110490 w 274319"/>
                <a:gd name="connsiteY15" fmla="*/ 22860 h 274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4319" h="274319">
                  <a:moveTo>
                    <a:pt x="110490" y="0"/>
                  </a:moveTo>
                  <a:cubicBezTo>
                    <a:pt x="171512" y="0"/>
                    <a:pt x="220980" y="49468"/>
                    <a:pt x="220980" y="110490"/>
                  </a:cubicBezTo>
                  <a:cubicBezTo>
                    <a:pt x="220980" y="136884"/>
                    <a:pt x="211725" y="161116"/>
                    <a:pt x="196284" y="180119"/>
                  </a:cubicBezTo>
                  <a:lnTo>
                    <a:pt x="270972" y="254808"/>
                  </a:lnTo>
                  <a:cubicBezTo>
                    <a:pt x="275436" y="259272"/>
                    <a:pt x="275436" y="266508"/>
                    <a:pt x="270972" y="270972"/>
                  </a:cubicBezTo>
                  <a:cubicBezTo>
                    <a:pt x="266915" y="275030"/>
                    <a:pt x="260564" y="275399"/>
                    <a:pt x="256090" y="272078"/>
                  </a:cubicBezTo>
                  <a:lnTo>
                    <a:pt x="254808" y="270972"/>
                  </a:lnTo>
                  <a:lnTo>
                    <a:pt x="180119" y="196284"/>
                  </a:lnTo>
                  <a:cubicBezTo>
                    <a:pt x="161116" y="211725"/>
                    <a:pt x="136884" y="220980"/>
                    <a:pt x="110490" y="220980"/>
                  </a:cubicBezTo>
                  <a:cubicBezTo>
                    <a:pt x="49468" y="220980"/>
                    <a:pt x="0" y="171512"/>
                    <a:pt x="0" y="110490"/>
                  </a:cubicBezTo>
                  <a:cubicBezTo>
                    <a:pt x="0" y="49468"/>
                    <a:pt x="49468" y="0"/>
                    <a:pt x="110490" y="0"/>
                  </a:cubicBezTo>
                  <a:close/>
                  <a:moveTo>
                    <a:pt x="110490" y="22860"/>
                  </a:moveTo>
                  <a:cubicBezTo>
                    <a:pt x="62093" y="22860"/>
                    <a:pt x="22860" y="62093"/>
                    <a:pt x="22860" y="110490"/>
                  </a:cubicBezTo>
                  <a:cubicBezTo>
                    <a:pt x="22860" y="158886"/>
                    <a:pt x="62093" y="198120"/>
                    <a:pt x="110490" y="198120"/>
                  </a:cubicBezTo>
                  <a:cubicBezTo>
                    <a:pt x="158886" y="198120"/>
                    <a:pt x="198120" y="158886"/>
                    <a:pt x="198120" y="110490"/>
                  </a:cubicBezTo>
                  <a:cubicBezTo>
                    <a:pt x="198120" y="62093"/>
                    <a:pt x="158886" y="22860"/>
                    <a:pt x="110490" y="22860"/>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sp>
        <p:nvSpPr>
          <p:cNvPr id="88" name="Graphic 104">
            <a:extLst>
              <a:ext uri="{FF2B5EF4-FFF2-40B4-BE49-F238E27FC236}">
                <a16:creationId xmlns:a16="http://schemas.microsoft.com/office/drawing/2014/main" id="{262D5099-124A-AFF5-F2BC-1B4D3A103DD6}"/>
              </a:ext>
              <a:ext uri="{C183D7F6-B498-43B3-948B-1728B52AA6E4}">
                <adec:decorative xmlns:adec="http://schemas.microsoft.com/office/drawing/2017/decorative" val="1"/>
              </a:ext>
            </a:extLst>
          </p:cNvPr>
          <p:cNvSpPr>
            <a:spLocks noChangeAspect="1"/>
          </p:cNvSpPr>
          <p:nvPr/>
        </p:nvSpPr>
        <p:spPr>
          <a:xfrm>
            <a:off x="4060151" y="5047333"/>
            <a:ext cx="177022" cy="141616"/>
          </a:xfrm>
          <a:custGeom>
            <a:avLst/>
            <a:gdLst>
              <a:gd name="connsiteX0" fmla="*/ 48754 w 300026"/>
              <a:gd name="connsiteY0" fmla="*/ 0 h 240021"/>
              <a:gd name="connsiteX1" fmla="*/ 251272 w 300026"/>
              <a:gd name="connsiteY1" fmla="*/ 0 h 240021"/>
              <a:gd name="connsiteX2" fmla="*/ 299950 w 300026"/>
              <a:gd name="connsiteY2" fmla="*/ 45988 h 240021"/>
              <a:gd name="connsiteX3" fmla="*/ 300027 w 300026"/>
              <a:gd name="connsiteY3" fmla="*/ 48754 h 240021"/>
              <a:gd name="connsiteX4" fmla="*/ 300027 w 300026"/>
              <a:gd name="connsiteY4" fmla="*/ 191267 h 240021"/>
              <a:gd name="connsiteX5" fmla="*/ 254039 w 300026"/>
              <a:gd name="connsiteY5" fmla="*/ 239945 h 240021"/>
              <a:gd name="connsiteX6" fmla="*/ 251272 w 300026"/>
              <a:gd name="connsiteY6" fmla="*/ 240021 h 240021"/>
              <a:gd name="connsiteX7" fmla="*/ 48754 w 300026"/>
              <a:gd name="connsiteY7" fmla="*/ 240021 h 240021"/>
              <a:gd name="connsiteX8" fmla="*/ 77 w 300026"/>
              <a:gd name="connsiteY8" fmla="*/ 194033 h 240021"/>
              <a:gd name="connsiteX9" fmla="*/ 0 w 300026"/>
              <a:gd name="connsiteY9" fmla="*/ 191267 h 240021"/>
              <a:gd name="connsiteX10" fmla="*/ 0 w 300026"/>
              <a:gd name="connsiteY10" fmla="*/ 48754 h 240021"/>
              <a:gd name="connsiteX11" fmla="*/ 45988 w 300026"/>
              <a:gd name="connsiteY11" fmla="*/ 77 h 240021"/>
              <a:gd name="connsiteX12" fmla="*/ 48754 w 300026"/>
              <a:gd name="connsiteY12" fmla="*/ 0 h 240021"/>
              <a:gd name="connsiteX13" fmla="*/ 251272 w 300026"/>
              <a:gd name="connsiteY13" fmla="*/ 0 h 240021"/>
              <a:gd name="connsiteX14" fmla="*/ 48754 w 300026"/>
              <a:gd name="connsiteY14" fmla="*/ 0 h 240021"/>
              <a:gd name="connsiteX15" fmla="*/ 277525 w 300026"/>
              <a:gd name="connsiteY15" fmla="*/ 80602 h 240021"/>
              <a:gd name="connsiteX16" fmla="*/ 155253 w 300026"/>
              <a:gd name="connsiteY16" fmla="*/ 144968 h 240021"/>
              <a:gd name="connsiteX17" fmla="*/ 146215 w 300026"/>
              <a:gd name="connsiteY17" fmla="*/ 145603 h 240021"/>
              <a:gd name="connsiteX18" fmla="*/ 144773 w 300026"/>
              <a:gd name="connsiteY18" fmla="*/ 144968 h 240021"/>
              <a:gd name="connsiteX19" fmla="*/ 22502 w 300026"/>
              <a:gd name="connsiteY19" fmla="*/ 80617 h 240021"/>
              <a:gd name="connsiteX20" fmla="*/ 22502 w 300026"/>
              <a:gd name="connsiteY20" fmla="*/ 191267 h 240021"/>
              <a:gd name="connsiteX21" fmla="*/ 46601 w 300026"/>
              <a:gd name="connsiteY21" fmla="*/ 217432 h 240021"/>
              <a:gd name="connsiteX22" fmla="*/ 48754 w 300026"/>
              <a:gd name="connsiteY22" fmla="*/ 217519 h 240021"/>
              <a:gd name="connsiteX23" fmla="*/ 251272 w 300026"/>
              <a:gd name="connsiteY23" fmla="*/ 217519 h 240021"/>
              <a:gd name="connsiteX24" fmla="*/ 277438 w 300026"/>
              <a:gd name="connsiteY24" fmla="*/ 193420 h 240021"/>
              <a:gd name="connsiteX25" fmla="*/ 277525 w 300026"/>
              <a:gd name="connsiteY25" fmla="*/ 191267 h 240021"/>
              <a:gd name="connsiteX26" fmla="*/ 277525 w 300026"/>
              <a:gd name="connsiteY26" fmla="*/ 80602 h 240021"/>
              <a:gd name="connsiteX27" fmla="*/ 251272 w 300026"/>
              <a:gd name="connsiteY27" fmla="*/ 22502 h 240021"/>
              <a:gd name="connsiteX28" fmla="*/ 48754 w 300026"/>
              <a:gd name="connsiteY28" fmla="*/ 22502 h 240021"/>
              <a:gd name="connsiteX29" fmla="*/ 22589 w 300026"/>
              <a:gd name="connsiteY29" fmla="*/ 46601 h 240021"/>
              <a:gd name="connsiteX30" fmla="*/ 22502 w 300026"/>
              <a:gd name="connsiteY30" fmla="*/ 48754 h 240021"/>
              <a:gd name="connsiteX31" fmla="*/ 22502 w 300026"/>
              <a:gd name="connsiteY31" fmla="*/ 55190 h 240021"/>
              <a:gd name="connsiteX32" fmla="*/ 150013 w 300026"/>
              <a:gd name="connsiteY32" fmla="*/ 122298 h 240021"/>
              <a:gd name="connsiteX33" fmla="*/ 277525 w 300026"/>
              <a:gd name="connsiteY33" fmla="*/ 55175 h 240021"/>
              <a:gd name="connsiteX34" fmla="*/ 277525 w 300026"/>
              <a:gd name="connsiteY34" fmla="*/ 48754 h 240021"/>
              <a:gd name="connsiteX35" fmla="*/ 253425 w 300026"/>
              <a:gd name="connsiteY35" fmla="*/ 22589 h 240021"/>
              <a:gd name="connsiteX36" fmla="*/ 251272 w 300026"/>
              <a:gd name="connsiteY36" fmla="*/ 22502 h 24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00026" h="240021">
                <a:moveTo>
                  <a:pt x="48754" y="0"/>
                </a:moveTo>
                <a:lnTo>
                  <a:pt x="251272" y="0"/>
                </a:lnTo>
                <a:cubicBezTo>
                  <a:pt x="277270" y="0"/>
                  <a:pt x="298515" y="20349"/>
                  <a:pt x="299950" y="45988"/>
                </a:cubicBezTo>
                <a:lnTo>
                  <a:pt x="300027" y="48754"/>
                </a:lnTo>
                <a:lnTo>
                  <a:pt x="300027" y="191267"/>
                </a:lnTo>
                <a:cubicBezTo>
                  <a:pt x="300027" y="217264"/>
                  <a:pt x="279677" y="238509"/>
                  <a:pt x="254039" y="239945"/>
                </a:cubicBezTo>
                <a:lnTo>
                  <a:pt x="251272" y="240021"/>
                </a:lnTo>
                <a:lnTo>
                  <a:pt x="48754" y="240021"/>
                </a:lnTo>
                <a:cubicBezTo>
                  <a:pt x="22757" y="240021"/>
                  <a:pt x="1511" y="219672"/>
                  <a:pt x="77" y="194033"/>
                </a:cubicBezTo>
                <a:lnTo>
                  <a:pt x="0" y="191267"/>
                </a:lnTo>
                <a:lnTo>
                  <a:pt x="0" y="48754"/>
                </a:lnTo>
                <a:cubicBezTo>
                  <a:pt x="0" y="22757"/>
                  <a:pt x="20349" y="1511"/>
                  <a:pt x="45988" y="77"/>
                </a:cubicBezTo>
                <a:lnTo>
                  <a:pt x="48754" y="0"/>
                </a:lnTo>
                <a:lnTo>
                  <a:pt x="251272" y="0"/>
                </a:lnTo>
                <a:lnTo>
                  <a:pt x="48754" y="0"/>
                </a:lnTo>
                <a:close/>
                <a:moveTo>
                  <a:pt x="277525" y="80602"/>
                </a:moveTo>
                <a:lnTo>
                  <a:pt x="155253" y="144968"/>
                </a:lnTo>
                <a:cubicBezTo>
                  <a:pt x="152442" y="146448"/>
                  <a:pt x="149160" y="146659"/>
                  <a:pt x="146215" y="145603"/>
                </a:cubicBezTo>
                <a:lnTo>
                  <a:pt x="144773" y="144968"/>
                </a:lnTo>
                <a:lnTo>
                  <a:pt x="22502" y="80617"/>
                </a:lnTo>
                <a:lnTo>
                  <a:pt x="22502" y="191267"/>
                </a:lnTo>
                <a:cubicBezTo>
                  <a:pt x="22502" y="205041"/>
                  <a:pt x="33110" y="216337"/>
                  <a:pt x="46601" y="217432"/>
                </a:cubicBezTo>
                <a:lnTo>
                  <a:pt x="48754" y="217519"/>
                </a:lnTo>
                <a:lnTo>
                  <a:pt x="251272" y="217519"/>
                </a:lnTo>
                <a:cubicBezTo>
                  <a:pt x="265047" y="217519"/>
                  <a:pt x="276343" y="206912"/>
                  <a:pt x="277438" y="193420"/>
                </a:cubicBezTo>
                <a:lnTo>
                  <a:pt x="277525" y="191267"/>
                </a:lnTo>
                <a:lnTo>
                  <a:pt x="277525" y="80602"/>
                </a:lnTo>
                <a:close/>
                <a:moveTo>
                  <a:pt x="251272" y="22502"/>
                </a:moveTo>
                <a:lnTo>
                  <a:pt x="48754" y="22502"/>
                </a:lnTo>
                <a:cubicBezTo>
                  <a:pt x="34981" y="22502"/>
                  <a:pt x="23684" y="33110"/>
                  <a:pt x="22589" y="46601"/>
                </a:cubicBezTo>
                <a:lnTo>
                  <a:pt x="22502" y="48754"/>
                </a:lnTo>
                <a:lnTo>
                  <a:pt x="22502" y="55190"/>
                </a:lnTo>
                <a:lnTo>
                  <a:pt x="150013" y="122298"/>
                </a:lnTo>
                <a:lnTo>
                  <a:pt x="277525" y="55175"/>
                </a:lnTo>
                <a:lnTo>
                  <a:pt x="277525" y="48754"/>
                </a:lnTo>
                <a:cubicBezTo>
                  <a:pt x="277525" y="34981"/>
                  <a:pt x="266917" y="23684"/>
                  <a:pt x="253425" y="22589"/>
                </a:cubicBezTo>
                <a:lnTo>
                  <a:pt x="251272" y="22502"/>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89" name="Graphic 48">
            <a:extLst>
              <a:ext uri="{FF2B5EF4-FFF2-40B4-BE49-F238E27FC236}">
                <a16:creationId xmlns:a16="http://schemas.microsoft.com/office/drawing/2014/main" id="{182A080C-C712-75CB-A75D-473790A06370}"/>
              </a:ext>
              <a:ext uri="{C183D7F6-B498-43B3-948B-1728B52AA6E4}">
                <adec:decorative xmlns:adec="http://schemas.microsoft.com/office/drawing/2017/decorative" val="1"/>
              </a:ext>
            </a:extLst>
          </p:cNvPr>
          <p:cNvSpPr>
            <a:spLocks noChangeAspect="1"/>
          </p:cNvSpPr>
          <p:nvPr/>
        </p:nvSpPr>
        <p:spPr>
          <a:xfrm>
            <a:off x="4522379" y="5042756"/>
            <a:ext cx="180180" cy="180178"/>
          </a:xfrm>
          <a:custGeom>
            <a:avLst/>
            <a:gdLst>
              <a:gd name="connsiteX0" fmla="*/ 213095 w 426189"/>
              <a:gd name="connsiteY0" fmla="*/ 0 h 426189"/>
              <a:gd name="connsiteX1" fmla="*/ 426189 w 426189"/>
              <a:gd name="connsiteY1" fmla="*/ 213095 h 426189"/>
              <a:gd name="connsiteX2" fmla="*/ 213095 w 426189"/>
              <a:gd name="connsiteY2" fmla="*/ 426189 h 426189"/>
              <a:gd name="connsiteX3" fmla="*/ 0 w 426189"/>
              <a:gd name="connsiteY3" fmla="*/ 213095 h 426189"/>
              <a:gd name="connsiteX4" fmla="*/ 213095 w 426189"/>
              <a:gd name="connsiteY4" fmla="*/ 0 h 426189"/>
              <a:gd name="connsiteX5" fmla="*/ 275712 w 426189"/>
              <a:gd name="connsiteY5" fmla="*/ 308967 h 426189"/>
              <a:gd name="connsiteX6" fmla="*/ 150478 w 426189"/>
              <a:gd name="connsiteY6" fmla="*/ 308967 h 426189"/>
              <a:gd name="connsiteX7" fmla="*/ 213095 w 426189"/>
              <a:gd name="connsiteY7" fmla="*/ 394230 h 426189"/>
              <a:gd name="connsiteX8" fmla="*/ 275712 w 426189"/>
              <a:gd name="connsiteY8" fmla="*/ 308967 h 426189"/>
              <a:gd name="connsiteX9" fmla="*/ 117394 w 426189"/>
              <a:gd name="connsiteY9" fmla="*/ 308979 h 426189"/>
              <a:gd name="connsiteX10" fmla="*/ 59388 w 426189"/>
              <a:gd name="connsiteY10" fmla="*/ 308977 h 426189"/>
              <a:gd name="connsiteX11" fmla="*/ 146620 w 426189"/>
              <a:gd name="connsiteY11" fmla="*/ 381644 h 426189"/>
              <a:gd name="connsiteX12" fmla="*/ 119555 w 426189"/>
              <a:gd name="connsiteY12" fmla="*/ 317395 h 426189"/>
              <a:gd name="connsiteX13" fmla="*/ 117394 w 426189"/>
              <a:gd name="connsiteY13" fmla="*/ 308979 h 426189"/>
              <a:gd name="connsiteX14" fmla="*/ 366803 w 426189"/>
              <a:gd name="connsiteY14" fmla="*/ 308977 h 426189"/>
              <a:gd name="connsiteX15" fmla="*/ 308796 w 426189"/>
              <a:gd name="connsiteY15" fmla="*/ 308979 h 426189"/>
              <a:gd name="connsiteX16" fmla="*/ 279547 w 426189"/>
              <a:gd name="connsiteY16" fmla="*/ 381644 h 426189"/>
              <a:gd name="connsiteX17" fmla="*/ 362857 w 426189"/>
              <a:gd name="connsiteY17" fmla="*/ 315018 h 426189"/>
              <a:gd name="connsiteX18" fmla="*/ 366803 w 426189"/>
              <a:gd name="connsiteY18" fmla="*/ 308977 h 426189"/>
              <a:gd name="connsiteX19" fmla="*/ 108554 w 426189"/>
              <a:gd name="connsiteY19" fmla="*/ 170469 h 426189"/>
              <a:gd name="connsiteX20" fmla="*/ 37017 w 426189"/>
              <a:gd name="connsiteY20" fmla="*/ 170469 h 426189"/>
              <a:gd name="connsiteX21" fmla="*/ 36915 w 426189"/>
              <a:gd name="connsiteY21" fmla="*/ 170836 h 426189"/>
              <a:gd name="connsiteX22" fmla="*/ 31959 w 426189"/>
              <a:gd name="connsiteY22" fmla="*/ 213095 h 426189"/>
              <a:gd name="connsiteX23" fmla="*/ 43562 w 426189"/>
              <a:gd name="connsiteY23" fmla="*/ 277020 h 426189"/>
              <a:gd name="connsiteX24" fmla="*/ 111170 w 426189"/>
              <a:gd name="connsiteY24" fmla="*/ 277012 h 426189"/>
              <a:gd name="connsiteX25" fmla="*/ 106531 w 426189"/>
              <a:gd name="connsiteY25" fmla="*/ 213095 h 426189"/>
              <a:gd name="connsiteX26" fmla="*/ 108554 w 426189"/>
              <a:gd name="connsiteY26" fmla="*/ 170469 h 426189"/>
              <a:gd name="connsiteX27" fmla="*/ 285470 w 426189"/>
              <a:gd name="connsiteY27" fmla="*/ 170470 h 426189"/>
              <a:gd name="connsiteX28" fmla="*/ 140719 w 426189"/>
              <a:gd name="connsiteY28" fmla="*/ 170470 h 426189"/>
              <a:gd name="connsiteX29" fmla="*/ 138490 w 426189"/>
              <a:gd name="connsiteY29" fmla="*/ 213095 h 426189"/>
              <a:gd name="connsiteX30" fmla="*/ 143598 w 426189"/>
              <a:gd name="connsiteY30" fmla="*/ 277016 h 426189"/>
              <a:gd name="connsiteX31" fmla="*/ 282592 w 426189"/>
              <a:gd name="connsiteY31" fmla="*/ 277016 h 426189"/>
              <a:gd name="connsiteX32" fmla="*/ 287699 w 426189"/>
              <a:gd name="connsiteY32" fmla="*/ 213095 h 426189"/>
              <a:gd name="connsiteX33" fmla="*/ 285470 w 426189"/>
              <a:gd name="connsiteY33" fmla="*/ 170470 h 426189"/>
              <a:gd name="connsiteX34" fmla="*/ 389183 w 426189"/>
              <a:gd name="connsiteY34" fmla="*/ 170451 h 426189"/>
              <a:gd name="connsiteX35" fmla="*/ 317636 w 426189"/>
              <a:gd name="connsiteY35" fmla="*/ 170469 h 426189"/>
              <a:gd name="connsiteX36" fmla="*/ 319658 w 426189"/>
              <a:gd name="connsiteY36" fmla="*/ 213095 h 426189"/>
              <a:gd name="connsiteX37" fmla="*/ 315020 w 426189"/>
              <a:gd name="connsiteY37" fmla="*/ 277012 h 426189"/>
              <a:gd name="connsiteX38" fmla="*/ 382629 w 426189"/>
              <a:gd name="connsiteY38" fmla="*/ 277020 h 426189"/>
              <a:gd name="connsiteX39" fmla="*/ 394230 w 426189"/>
              <a:gd name="connsiteY39" fmla="*/ 213095 h 426189"/>
              <a:gd name="connsiteX40" fmla="*/ 389183 w 426189"/>
              <a:gd name="connsiteY40" fmla="*/ 170451 h 426189"/>
              <a:gd name="connsiteX41" fmla="*/ 146642 w 426189"/>
              <a:gd name="connsiteY41" fmla="*/ 44545 h 426189"/>
              <a:gd name="connsiteX42" fmla="*/ 146154 w 426189"/>
              <a:gd name="connsiteY42" fmla="*/ 44731 h 426189"/>
              <a:gd name="connsiteX43" fmla="*/ 47975 w 426189"/>
              <a:gd name="connsiteY43" fmla="*/ 138518 h 426189"/>
              <a:gd name="connsiteX44" fmla="*/ 112919 w 426189"/>
              <a:gd name="connsiteY44" fmla="*/ 138526 h 426189"/>
              <a:gd name="connsiteX45" fmla="*/ 146642 w 426189"/>
              <a:gd name="connsiteY45" fmla="*/ 44545 h 426189"/>
              <a:gd name="connsiteX46" fmla="*/ 213095 w 426189"/>
              <a:gd name="connsiteY46" fmla="*/ 31959 h 426189"/>
              <a:gd name="connsiteX47" fmla="*/ 210630 w 426189"/>
              <a:gd name="connsiteY47" fmla="*/ 32072 h 426189"/>
              <a:gd name="connsiteX48" fmla="*/ 145527 w 426189"/>
              <a:gd name="connsiteY48" fmla="*/ 138517 h 426189"/>
              <a:gd name="connsiteX49" fmla="*/ 280664 w 426189"/>
              <a:gd name="connsiteY49" fmla="*/ 138517 h 426189"/>
              <a:gd name="connsiteX50" fmla="*/ 215786 w 426189"/>
              <a:gd name="connsiteY50" fmla="*/ 32094 h 426189"/>
              <a:gd name="connsiteX51" fmla="*/ 213095 w 426189"/>
              <a:gd name="connsiteY51" fmla="*/ 31959 h 426189"/>
              <a:gd name="connsiteX52" fmla="*/ 279571 w 426189"/>
              <a:gd name="connsiteY52" fmla="*/ 44546 h 426189"/>
              <a:gd name="connsiteX53" fmla="*/ 281846 w 426189"/>
              <a:gd name="connsiteY53" fmla="*/ 48255 h 426189"/>
              <a:gd name="connsiteX54" fmla="*/ 313271 w 426189"/>
              <a:gd name="connsiteY54" fmla="*/ 138526 h 426189"/>
              <a:gd name="connsiteX55" fmla="*/ 378214 w 426189"/>
              <a:gd name="connsiteY55" fmla="*/ 138518 h 426189"/>
              <a:gd name="connsiteX56" fmla="*/ 285775 w 426189"/>
              <a:gd name="connsiteY56" fmla="*/ 47130 h 426189"/>
              <a:gd name="connsiteX57" fmla="*/ 279571 w 426189"/>
              <a:gd name="connsiteY57" fmla="*/ 44546 h 426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426189" h="426189">
                <a:moveTo>
                  <a:pt x="213095" y="0"/>
                </a:moveTo>
                <a:cubicBezTo>
                  <a:pt x="330784" y="0"/>
                  <a:pt x="426189" y="95406"/>
                  <a:pt x="426189" y="213095"/>
                </a:cubicBezTo>
                <a:cubicBezTo>
                  <a:pt x="426189" y="330784"/>
                  <a:pt x="330784" y="426189"/>
                  <a:pt x="213095" y="426189"/>
                </a:cubicBezTo>
                <a:cubicBezTo>
                  <a:pt x="95406" y="426189"/>
                  <a:pt x="0" y="330784"/>
                  <a:pt x="0" y="213095"/>
                </a:cubicBezTo>
                <a:cubicBezTo>
                  <a:pt x="0" y="95406"/>
                  <a:pt x="95406" y="0"/>
                  <a:pt x="213095" y="0"/>
                </a:cubicBezTo>
                <a:close/>
                <a:moveTo>
                  <a:pt x="275712" y="308967"/>
                </a:moveTo>
                <a:lnTo>
                  <a:pt x="150478" y="308967"/>
                </a:lnTo>
                <a:cubicBezTo>
                  <a:pt x="164371" y="360404"/>
                  <a:pt x="188519" y="394230"/>
                  <a:pt x="213095" y="394230"/>
                </a:cubicBezTo>
                <a:cubicBezTo>
                  <a:pt x="237672" y="394230"/>
                  <a:pt x="261818" y="360404"/>
                  <a:pt x="275712" y="308967"/>
                </a:cubicBezTo>
                <a:close/>
                <a:moveTo>
                  <a:pt x="117394" y="308979"/>
                </a:moveTo>
                <a:lnTo>
                  <a:pt x="59388" y="308977"/>
                </a:lnTo>
                <a:cubicBezTo>
                  <a:pt x="79807" y="341640"/>
                  <a:pt x="110348" y="367326"/>
                  <a:pt x="146620" y="381644"/>
                </a:cubicBezTo>
                <a:cubicBezTo>
                  <a:pt x="135492" y="364177"/>
                  <a:pt x="126309" y="342311"/>
                  <a:pt x="119555" y="317395"/>
                </a:cubicBezTo>
                <a:lnTo>
                  <a:pt x="117394" y="308979"/>
                </a:lnTo>
                <a:close/>
                <a:moveTo>
                  <a:pt x="366803" y="308977"/>
                </a:moveTo>
                <a:lnTo>
                  <a:pt x="308796" y="308979"/>
                </a:lnTo>
                <a:cubicBezTo>
                  <a:pt x="301897" y="337398"/>
                  <a:pt x="291935" y="362236"/>
                  <a:pt x="279547" y="381644"/>
                </a:cubicBezTo>
                <a:cubicBezTo>
                  <a:pt x="313573" y="368221"/>
                  <a:pt x="342543" y="344806"/>
                  <a:pt x="362857" y="315018"/>
                </a:cubicBezTo>
                <a:lnTo>
                  <a:pt x="366803" y="308977"/>
                </a:lnTo>
                <a:close/>
                <a:moveTo>
                  <a:pt x="108554" y="170469"/>
                </a:moveTo>
                <a:lnTo>
                  <a:pt x="37017" y="170469"/>
                </a:lnTo>
                <a:lnTo>
                  <a:pt x="36915" y="170836"/>
                </a:lnTo>
                <a:cubicBezTo>
                  <a:pt x="33675" y="184394"/>
                  <a:pt x="31959" y="198543"/>
                  <a:pt x="31959" y="213095"/>
                </a:cubicBezTo>
                <a:cubicBezTo>
                  <a:pt x="31959" y="235599"/>
                  <a:pt x="36062" y="257141"/>
                  <a:pt x="43562" y="277020"/>
                </a:cubicBezTo>
                <a:lnTo>
                  <a:pt x="111170" y="277012"/>
                </a:lnTo>
                <a:cubicBezTo>
                  <a:pt x="108138" y="256790"/>
                  <a:pt x="106531" y="235309"/>
                  <a:pt x="106531" y="213095"/>
                </a:cubicBezTo>
                <a:cubicBezTo>
                  <a:pt x="106531" y="198522"/>
                  <a:pt x="107223" y="184264"/>
                  <a:pt x="108554" y="170469"/>
                </a:cubicBezTo>
                <a:close/>
                <a:moveTo>
                  <a:pt x="285470" y="170470"/>
                </a:moveTo>
                <a:lnTo>
                  <a:pt x="140719" y="170470"/>
                </a:lnTo>
                <a:cubicBezTo>
                  <a:pt x="139270" y="184112"/>
                  <a:pt x="138490" y="198381"/>
                  <a:pt x="138490" y="213095"/>
                </a:cubicBezTo>
                <a:cubicBezTo>
                  <a:pt x="138490" y="235669"/>
                  <a:pt x="140326" y="257195"/>
                  <a:pt x="143598" y="277016"/>
                </a:cubicBezTo>
                <a:lnTo>
                  <a:pt x="282592" y="277016"/>
                </a:lnTo>
                <a:cubicBezTo>
                  <a:pt x="285865" y="257195"/>
                  <a:pt x="287699" y="235669"/>
                  <a:pt x="287699" y="213095"/>
                </a:cubicBezTo>
                <a:cubicBezTo>
                  <a:pt x="287699" y="198381"/>
                  <a:pt x="286919" y="184112"/>
                  <a:pt x="285470" y="170470"/>
                </a:cubicBezTo>
                <a:close/>
                <a:moveTo>
                  <a:pt x="389183" y="170451"/>
                </a:moveTo>
                <a:lnTo>
                  <a:pt x="317636" y="170469"/>
                </a:lnTo>
                <a:cubicBezTo>
                  <a:pt x="318968" y="184264"/>
                  <a:pt x="319658" y="198522"/>
                  <a:pt x="319658" y="213095"/>
                </a:cubicBezTo>
                <a:cubicBezTo>
                  <a:pt x="319658" y="235309"/>
                  <a:pt x="318052" y="256790"/>
                  <a:pt x="315020" y="277012"/>
                </a:cubicBezTo>
                <a:lnTo>
                  <a:pt x="382629" y="277020"/>
                </a:lnTo>
                <a:cubicBezTo>
                  <a:pt x="390126" y="257141"/>
                  <a:pt x="394230" y="235599"/>
                  <a:pt x="394230" y="213095"/>
                </a:cubicBezTo>
                <a:cubicBezTo>
                  <a:pt x="394230" y="198407"/>
                  <a:pt x="392483" y="184127"/>
                  <a:pt x="389183" y="170451"/>
                </a:cubicBezTo>
                <a:close/>
                <a:moveTo>
                  <a:pt x="146642" y="44545"/>
                </a:moveTo>
                <a:lnTo>
                  <a:pt x="146154" y="44731"/>
                </a:lnTo>
                <a:cubicBezTo>
                  <a:pt x="102534" y="62089"/>
                  <a:pt x="67250" y="95909"/>
                  <a:pt x="47975" y="138518"/>
                </a:cubicBezTo>
                <a:lnTo>
                  <a:pt x="112919" y="138526"/>
                </a:lnTo>
                <a:cubicBezTo>
                  <a:pt x="119595" y="101181"/>
                  <a:pt x="131246" y="68669"/>
                  <a:pt x="146642" y="44545"/>
                </a:cubicBezTo>
                <a:close/>
                <a:moveTo>
                  <a:pt x="213095" y="31959"/>
                </a:moveTo>
                <a:lnTo>
                  <a:pt x="210630" y="32072"/>
                </a:lnTo>
                <a:cubicBezTo>
                  <a:pt x="183669" y="34538"/>
                  <a:pt x="157623" y="77193"/>
                  <a:pt x="145527" y="138517"/>
                </a:cubicBezTo>
                <a:lnTo>
                  <a:pt x="280664" y="138517"/>
                </a:lnTo>
                <a:cubicBezTo>
                  <a:pt x="268600" y="77365"/>
                  <a:pt x="242666" y="34778"/>
                  <a:pt x="215786" y="32094"/>
                </a:cubicBezTo>
                <a:lnTo>
                  <a:pt x="213095" y="31959"/>
                </a:lnTo>
                <a:close/>
                <a:moveTo>
                  <a:pt x="279571" y="44546"/>
                </a:moveTo>
                <a:lnTo>
                  <a:pt x="281846" y="48255"/>
                </a:lnTo>
                <a:cubicBezTo>
                  <a:pt x="296104" y="71958"/>
                  <a:pt x="306932" y="103062"/>
                  <a:pt x="313271" y="138526"/>
                </a:cubicBezTo>
                <a:lnTo>
                  <a:pt x="378214" y="138518"/>
                </a:lnTo>
                <a:cubicBezTo>
                  <a:pt x="359793" y="97793"/>
                  <a:pt x="326747" y="65098"/>
                  <a:pt x="285775" y="47130"/>
                </a:cubicBezTo>
                <a:lnTo>
                  <a:pt x="279571" y="44546"/>
                </a:ln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nvGrpSpPr>
          <p:cNvPr id="90" name="Group 89">
            <a:extLst>
              <a:ext uri="{FF2B5EF4-FFF2-40B4-BE49-F238E27FC236}">
                <a16:creationId xmlns:a16="http://schemas.microsoft.com/office/drawing/2014/main" id="{C4007361-65CD-4109-994F-EE79899A2A68}"/>
              </a:ext>
              <a:ext uri="{C183D7F6-B498-43B3-948B-1728B52AA6E4}">
                <adec:decorative xmlns:adec="http://schemas.microsoft.com/office/drawing/2017/decorative" val="1"/>
              </a:ext>
            </a:extLst>
          </p:cNvPr>
          <p:cNvGrpSpPr/>
          <p:nvPr/>
        </p:nvGrpSpPr>
        <p:grpSpPr>
          <a:xfrm>
            <a:off x="5769371" y="1992252"/>
            <a:ext cx="384843" cy="614724"/>
            <a:chOff x="5769371" y="1992252"/>
            <a:chExt cx="384843" cy="614724"/>
          </a:xfrm>
        </p:grpSpPr>
        <p:sp>
          <p:nvSpPr>
            <p:cNvPr id="91" name="TextBox 90">
              <a:extLst>
                <a:ext uri="{FF2B5EF4-FFF2-40B4-BE49-F238E27FC236}">
                  <a16:creationId xmlns:a16="http://schemas.microsoft.com/office/drawing/2014/main" id="{68EDB4B8-B5CD-5183-C482-CD39D48A8544}"/>
                </a:ext>
              </a:extLst>
            </p:cNvPr>
            <p:cNvSpPr txBox="1"/>
            <p:nvPr/>
          </p:nvSpPr>
          <p:spPr>
            <a:xfrm>
              <a:off x="5795045" y="2437699"/>
              <a:ext cx="267702" cy="169277"/>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effectLst/>
                  <a:uLnTx/>
                  <a:uFillTx/>
                  <a:latin typeface="+mj-lt"/>
                </a:rPr>
                <a:t>LLM</a:t>
              </a:r>
            </a:p>
          </p:txBody>
        </p:sp>
        <p:sp>
          <p:nvSpPr>
            <p:cNvPr id="92" name="Graphic 142">
              <a:extLst>
                <a:ext uri="{FF2B5EF4-FFF2-40B4-BE49-F238E27FC236}">
                  <a16:creationId xmlns:a16="http://schemas.microsoft.com/office/drawing/2014/main" id="{A8D7865C-0011-8285-0F1F-C2EEE6A6AA6F}"/>
                </a:ext>
                <a:ext uri="{C183D7F6-B498-43B3-948B-1728B52AA6E4}">
                  <adec:decorative xmlns:adec="http://schemas.microsoft.com/office/drawing/2017/decorative" val="1"/>
                </a:ext>
              </a:extLst>
            </p:cNvPr>
            <p:cNvSpPr/>
            <p:nvPr/>
          </p:nvSpPr>
          <p:spPr>
            <a:xfrm>
              <a:off x="5769371" y="1992252"/>
              <a:ext cx="384843" cy="382552"/>
            </a:xfrm>
            <a:custGeom>
              <a:avLst/>
              <a:gdLst>
                <a:gd name="csX0" fmla="*/ 169637 w 384843"/>
                <a:gd name="csY0" fmla="*/ 382480 h 382552"/>
                <a:gd name="csX1" fmla="*/ 169420 w 384843"/>
                <a:gd name="csY1" fmla="*/ 382480 h 382552"/>
                <a:gd name="csX2" fmla="*/ 137350 w 384843"/>
                <a:gd name="csY2" fmla="*/ 369129 h 382552"/>
                <a:gd name="csX3" fmla="*/ 124144 w 384843"/>
                <a:gd name="csY3" fmla="*/ 337059 h 382552"/>
                <a:gd name="csX4" fmla="*/ 127119 w 384843"/>
                <a:gd name="csY4" fmla="*/ 321097 h 382552"/>
                <a:gd name="csX5" fmla="*/ 72847 w 384843"/>
                <a:gd name="csY5" fmla="*/ 272992 h 382552"/>
                <a:gd name="csX6" fmla="*/ 45493 w 384843"/>
                <a:gd name="csY6" fmla="*/ 281916 h 382552"/>
                <a:gd name="csX7" fmla="*/ 13205 w 384843"/>
                <a:gd name="csY7" fmla="*/ 268493 h 382552"/>
                <a:gd name="csX8" fmla="*/ 0 w 384843"/>
                <a:gd name="csY8" fmla="*/ 236423 h 382552"/>
                <a:gd name="csX9" fmla="*/ 45566 w 384843"/>
                <a:gd name="csY9" fmla="*/ 191293 h 382552"/>
                <a:gd name="csX10" fmla="*/ 45783 w 384843"/>
                <a:gd name="csY10" fmla="*/ 191293 h 382552"/>
                <a:gd name="csX11" fmla="*/ 77926 w 384843"/>
                <a:gd name="csY11" fmla="*/ 204716 h 382552"/>
                <a:gd name="csX12" fmla="*/ 85254 w 384843"/>
                <a:gd name="csY12" fmla="*/ 214293 h 382552"/>
                <a:gd name="csX13" fmla="*/ 111882 w 384843"/>
                <a:gd name="csY13" fmla="*/ 203918 h 382552"/>
                <a:gd name="csX14" fmla="*/ 83368 w 384843"/>
                <a:gd name="csY14" fmla="*/ 124613 h 382552"/>
                <a:gd name="csX15" fmla="*/ 77490 w 384843"/>
                <a:gd name="csY15" fmla="*/ 125049 h 382552"/>
                <a:gd name="csX16" fmla="*/ 74080 w 384843"/>
                <a:gd name="csY16" fmla="*/ 124686 h 382552"/>
                <a:gd name="csX17" fmla="*/ 44695 w 384843"/>
                <a:gd name="csY17" fmla="*/ 110682 h 382552"/>
                <a:gd name="csX18" fmla="*/ 31925 w 384843"/>
                <a:gd name="csY18" fmla="*/ 77887 h 382552"/>
                <a:gd name="csX19" fmla="*/ 79014 w 384843"/>
                <a:gd name="csY19" fmla="*/ 33047 h 382552"/>
                <a:gd name="csX20" fmla="*/ 119065 w 384843"/>
                <a:gd name="csY20" fmla="*/ 58079 h 382552"/>
                <a:gd name="csX21" fmla="*/ 238566 w 384843"/>
                <a:gd name="csY21" fmla="*/ 40012 h 382552"/>
                <a:gd name="csX22" fmla="*/ 268532 w 384843"/>
                <a:gd name="csY22" fmla="*/ 2646 h 382552"/>
                <a:gd name="csX23" fmla="*/ 326940 w 384843"/>
                <a:gd name="csY23" fmla="*/ 30145 h 382552"/>
                <a:gd name="csX24" fmla="*/ 325271 w 384843"/>
                <a:gd name="csY24" fmla="*/ 64899 h 382552"/>
                <a:gd name="csX25" fmla="*/ 310179 w 384843"/>
                <a:gd name="csY25" fmla="*/ 82748 h 382552"/>
                <a:gd name="csX26" fmla="*/ 310615 w 384843"/>
                <a:gd name="csY26" fmla="*/ 84272 h 382552"/>
                <a:gd name="csX27" fmla="*/ 327085 w 384843"/>
                <a:gd name="csY27" fmla="*/ 139125 h 382552"/>
                <a:gd name="csX28" fmla="*/ 327593 w 384843"/>
                <a:gd name="csY28" fmla="*/ 142027 h 382552"/>
                <a:gd name="csX29" fmla="*/ 342757 w 384843"/>
                <a:gd name="csY29" fmla="*/ 191583 h 382552"/>
                <a:gd name="csX30" fmla="*/ 372070 w 384843"/>
                <a:gd name="csY30" fmla="*/ 205006 h 382552"/>
                <a:gd name="csX31" fmla="*/ 384840 w 384843"/>
                <a:gd name="csY31" fmla="*/ 236858 h 382552"/>
                <a:gd name="csX32" fmla="*/ 339420 w 384843"/>
                <a:gd name="csY32" fmla="*/ 281916 h 382552"/>
                <a:gd name="csX33" fmla="*/ 316419 w 384843"/>
                <a:gd name="csY33" fmla="*/ 275676 h 382552"/>
                <a:gd name="csX34" fmla="*/ 215130 w 384843"/>
                <a:gd name="csY34" fmla="*/ 337277 h 382552"/>
                <a:gd name="csX35" fmla="*/ 169637 w 384843"/>
                <a:gd name="csY35" fmla="*/ 382552 h 382552"/>
                <a:gd name="csX36" fmla="*/ 169420 w 384843"/>
                <a:gd name="csY36" fmla="*/ 317324 h 382552"/>
                <a:gd name="csX37" fmla="*/ 155489 w 384843"/>
                <a:gd name="csY37" fmla="*/ 323128 h 382552"/>
                <a:gd name="csX38" fmla="*/ 149539 w 384843"/>
                <a:gd name="csY38" fmla="*/ 337132 h 382552"/>
                <a:gd name="csX39" fmla="*/ 155344 w 384843"/>
                <a:gd name="csY39" fmla="*/ 351208 h 382552"/>
                <a:gd name="csX40" fmla="*/ 169565 w 384843"/>
                <a:gd name="csY40" fmla="*/ 357157 h 382552"/>
                <a:gd name="csX41" fmla="*/ 169637 w 384843"/>
                <a:gd name="csY41" fmla="*/ 357157 h 382552"/>
                <a:gd name="csX42" fmla="*/ 189736 w 384843"/>
                <a:gd name="csY42" fmla="*/ 337349 h 382552"/>
                <a:gd name="csX43" fmla="*/ 189736 w 384843"/>
                <a:gd name="csY43" fmla="*/ 332053 h 382552"/>
                <a:gd name="csX44" fmla="*/ 169420 w 384843"/>
                <a:gd name="csY44" fmla="*/ 317396 h 382552"/>
                <a:gd name="csX45" fmla="*/ 169347 w 384843"/>
                <a:gd name="csY45" fmla="*/ 317396 h 382552"/>
                <a:gd name="csX46" fmla="*/ 191477 w 384843"/>
                <a:gd name="csY46" fmla="*/ 297661 h 382552"/>
                <a:gd name="csX47" fmla="*/ 207657 w 384843"/>
                <a:gd name="csY47" fmla="*/ 311882 h 382552"/>
                <a:gd name="csX48" fmla="*/ 298716 w 384843"/>
                <a:gd name="csY48" fmla="*/ 256594 h 382552"/>
                <a:gd name="csX49" fmla="*/ 294072 w 384843"/>
                <a:gd name="csY49" fmla="*/ 236713 h 382552"/>
                <a:gd name="csX50" fmla="*/ 294144 w 384843"/>
                <a:gd name="csY50" fmla="*/ 233956 h 382552"/>
                <a:gd name="csX51" fmla="*/ 228408 w 384843"/>
                <a:gd name="csY51" fmla="*/ 206893 h 382552"/>
                <a:gd name="csX52" fmla="*/ 200111 w 384843"/>
                <a:gd name="csY52" fmla="*/ 224669 h 382552"/>
                <a:gd name="csX53" fmla="*/ 199168 w 384843"/>
                <a:gd name="csY53" fmla="*/ 233521 h 382552"/>
                <a:gd name="csX54" fmla="*/ 191477 w 384843"/>
                <a:gd name="csY54" fmla="*/ 297661 h 382552"/>
                <a:gd name="csX55" fmla="*/ 88664 w 384843"/>
                <a:gd name="csY55" fmla="*/ 252240 h 382552"/>
                <a:gd name="csX56" fmla="*/ 143009 w 384843"/>
                <a:gd name="csY56" fmla="*/ 300563 h 382552"/>
                <a:gd name="csX57" fmla="*/ 146637 w 384843"/>
                <a:gd name="csY57" fmla="*/ 298169 h 382552"/>
                <a:gd name="csX58" fmla="*/ 122403 w 384843"/>
                <a:gd name="csY58" fmla="*/ 228659 h 382552"/>
                <a:gd name="csX59" fmla="*/ 91204 w 384843"/>
                <a:gd name="csY59" fmla="*/ 239688 h 382552"/>
                <a:gd name="csX60" fmla="*/ 88664 w 384843"/>
                <a:gd name="csY60" fmla="*/ 252240 h 382552"/>
                <a:gd name="csX61" fmla="*/ 145911 w 384843"/>
                <a:gd name="csY61" fmla="*/ 218864 h 382552"/>
                <a:gd name="csX62" fmla="*/ 167461 w 384843"/>
                <a:gd name="csY62" fmla="*/ 280175 h 382552"/>
                <a:gd name="csX63" fmla="*/ 174644 w 384843"/>
                <a:gd name="csY63" fmla="*/ 222202 h 382552"/>
                <a:gd name="csX64" fmla="*/ 160713 w 384843"/>
                <a:gd name="csY64" fmla="*/ 213350 h 382552"/>
                <a:gd name="csX65" fmla="*/ 145984 w 384843"/>
                <a:gd name="csY65" fmla="*/ 218864 h 382552"/>
                <a:gd name="csX66" fmla="*/ 45566 w 384843"/>
                <a:gd name="csY66" fmla="*/ 216688 h 382552"/>
                <a:gd name="csX67" fmla="*/ 25395 w 384843"/>
                <a:gd name="csY67" fmla="*/ 236568 h 382552"/>
                <a:gd name="csX68" fmla="*/ 31199 w 384843"/>
                <a:gd name="csY68" fmla="*/ 250644 h 382552"/>
                <a:gd name="csX69" fmla="*/ 45493 w 384843"/>
                <a:gd name="csY69" fmla="*/ 256594 h 382552"/>
                <a:gd name="csX70" fmla="*/ 45566 w 384843"/>
                <a:gd name="csY70" fmla="*/ 256594 h 382552"/>
                <a:gd name="csX71" fmla="*/ 62254 w 384843"/>
                <a:gd name="csY71" fmla="*/ 247960 h 382552"/>
                <a:gd name="csX72" fmla="*/ 62471 w 384843"/>
                <a:gd name="csY72" fmla="*/ 247669 h 382552"/>
                <a:gd name="csX73" fmla="*/ 62471 w 384843"/>
                <a:gd name="csY73" fmla="*/ 247669 h 382552"/>
                <a:gd name="csX74" fmla="*/ 62471 w 384843"/>
                <a:gd name="csY74" fmla="*/ 247669 h 382552"/>
                <a:gd name="csX75" fmla="*/ 62616 w 384843"/>
                <a:gd name="csY75" fmla="*/ 247452 h 382552"/>
                <a:gd name="csX76" fmla="*/ 65736 w 384843"/>
                <a:gd name="csY76" fmla="*/ 237366 h 382552"/>
                <a:gd name="csX77" fmla="*/ 59932 w 384843"/>
                <a:gd name="csY77" fmla="*/ 222637 h 382552"/>
                <a:gd name="csX78" fmla="*/ 45638 w 384843"/>
                <a:gd name="csY78" fmla="*/ 216688 h 382552"/>
                <a:gd name="csX79" fmla="*/ 45566 w 384843"/>
                <a:gd name="csY79" fmla="*/ 216688 h 382552"/>
                <a:gd name="csX80" fmla="*/ 319975 w 384843"/>
                <a:gd name="csY80" fmla="*/ 232215 h 382552"/>
                <a:gd name="csX81" fmla="*/ 319467 w 384843"/>
                <a:gd name="csY81" fmla="*/ 236641 h 382552"/>
                <a:gd name="csX82" fmla="*/ 339492 w 384843"/>
                <a:gd name="csY82" fmla="*/ 256449 h 382552"/>
                <a:gd name="csX83" fmla="*/ 359518 w 384843"/>
                <a:gd name="csY83" fmla="*/ 236641 h 382552"/>
                <a:gd name="csX84" fmla="*/ 354004 w 384843"/>
                <a:gd name="csY84" fmla="*/ 222710 h 382552"/>
                <a:gd name="csX85" fmla="*/ 340218 w 384843"/>
                <a:gd name="csY85" fmla="*/ 216833 h 382552"/>
                <a:gd name="csX86" fmla="*/ 339492 w 384843"/>
                <a:gd name="csY86" fmla="*/ 216833 h 382552"/>
                <a:gd name="csX87" fmla="*/ 321281 w 384843"/>
                <a:gd name="csY87" fmla="*/ 228369 h 382552"/>
                <a:gd name="csX88" fmla="*/ 320483 w 384843"/>
                <a:gd name="csY88" fmla="*/ 230981 h 382552"/>
                <a:gd name="csX89" fmla="*/ 319902 w 384843"/>
                <a:gd name="csY89" fmla="*/ 232142 h 382552"/>
                <a:gd name="csX90" fmla="*/ 237188 w 384843"/>
                <a:gd name="csY90" fmla="*/ 182949 h 382552"/>
                <a:gd name="csX91" fmla="*/ 302851 w 384843"/>
                <a:gd name="csY91" fmla="*/ 210012 h 382552"/>
                <a:gd name="csX92" fmla="*/ 317725 w 384843"/>
                <a:gd name="csY92" fmla="*/ 197025 h 382552"/>
                <a:gd name="csX93" fmla="*/ 302416 w 384843"/>
                <a:gd name="csY93" fmla="*/ 146308 h 382552"/>
                <a:gd name="csX94" fmla="*/ 301981 w 384843"/>
                <a:gd name="csY94" fmla="*/ 143841 h 382552"/>
                <a:gd name="csX95" fmla="*/ 289573 w 384843"/>
                <a:gd name="csY95" fmla="*/ 102846 h 382552"/>
                <a:gd name="csX96" fmla="*/ 286381 w 384843"/>
                <a:gd name="csY96" fmla="*/ 91745 h 382552"/>
                <a:gd name="csX97" fmla="*/ 283987 w 384843"/>
                <a:gd name="csY97" fmla="*/ 91890 h 382552"/>
                <a:gd name="csX98" fmla="*/ 272378 w 384843"/>
                <a:gd name="csY98" fmla="*/ 90367 h 382552"/>
                <a:gd name="csX99" fmla="*/ 227610 w 384843"/>
                <a:gd name="csY99" fmla="*/ 152112 h 382552"/>
                <a:gd name="csX100" fmla="*/ 237260 w 384843"/>
                <a:gd name="csY100" fmla="*/ 180264 h 382552"/>
                <a:gd name="csX101" fmla="*/ 237188 w 384843"/>
                <a:gd name="csY101" fmla="*/ 183021 h 382552"/>
                <a:gd name="csX102" fmla="*/ 189373 w 384843"/>
                <a:gd name="csY102" fmla="*/ 200000 h 382552"/>
                <a:gd name="csX103" fmla="*/ 191622 w 384843"/>
                <a:gd name="csY103" fmla="*/ 200000 h 382552"/>
                <a:gd name="csX104" fmla="*/ 211938 w 384843"/>
                <a:gd name="csY104" fmla="*/ 180047 h 382552"/>
                <a:gd name="csX105" fmla="*/ 206133 w 384843"/>
                <a:gd name="csY105" fmla="*/ 165898 h 382552"/>
                <a:gd name="csX106" fmla="*/ 191840 w 384843"/>
                <a:gd name="csY106" fmla="*/ 159948 h 382552"/>
                <a:gd name="csX107" fmla="*/ 191767 w 384843"/>
                <a:gd name="csY107" fmla="*/ 159948 h 382552"/>
                <a:gd name="csX108" fmla="*/ 171524 w 384843"/>
                <a:gd name="csY108" fmla="*/ 179901 h 382552"/>
                <a:gd name="csX109" fmla="*/ 171524 w 384843"/>
                <a:gd name="csY109" fmla="*/ 181062 h 382552"/>
                <a:gd name="csX110" fmla="*/ 174426 w 384843"/>
                <a:gd name="csY110" fmla="*/ 190422 h 382552"/>
                <a:gd name="csX111" fmla="*/ 174861 w 384843"/>
                <a:gd name="csY111" fmla="*/ 191003 h 382552"/>
                <a:gd name="csX112" fmla="*/ 175079 w 384843"/>
                <a:gd name="csY112" fmla="*/ 191365 h 382552"/>
                <a:gd name="csX113" fmla="*/ 189518 w 384843"/>
                <a:gd name="csY113" fmla="*/ 200072 h 382552"/>
                <a:gd name="csX114" fmla="*/ 106658 w 384843"/>
                <a:gd name="csY114" fmla="*/ 114020 h 382552"/>
                <a:gd name="csX115" fmla="*/ 117034 w 384843"/>
                <a:gd name="csY115" fmla="*/ 142970 h 382552"/>
                <a:gd name="csX116" fmla="*/ 135536 w 384843"/>
                <a:gd name="csY116" fmla="*/ 194558 h 382552"/>
                <a:gd name="csX117" fmla="*/ 146855 w 384843"/>
                <a:gd name="csY117" fmla="*/ 190712 h 382552"/>
                <a:gd name="csX118" fmla="*/ 145984 w 384843"/>
                <a:gd name="csY118" fmla="*/ 179466 h 382552"/>
                <a:gd name="csX119" fmla="*/ 154400 w 384843"/>
                <a:gd name="csY119" fmla="*/ 153781 h 382552"/>
                <a:gd name="csX120" fmla="*/ 109923 w 384843"/>
                <a:gd name="csY120" fmla="*/ 110900 h 382552"/>
                <a:gd name="csX121" fmla="*/ 106586 w 384843"/>
                <a:gd name="csY121" fmla="*/ 114020 h 382552"/>
                <a:gd name="csX122" fmla="*/ 122621 w 384843"/>
                <a:gd name="csY122" fmla="*/ 87827 h 382552"/>
                <a:gd name="csX123" fmla="*/ 174499 w 384843"/>
                <a:gd name="csY123" fmla="*/ 137891 h 382552"/>
                <a:gd name="csX124" fmla="*/ 191767 w 384843"/>
                <a:gd name="csY124" fmla="*/ 134554 h 382552"/>
                <a:gd name="csX125" fmla="*/ 206931 w 384843"/>
                <a:gd name="csY125" fmla="*/ 137166 h 382552"/>
                <a:gd name="csX126" fmla="*/ 250320 w 384843"/>
                <a:gd name="csY126" fmla="*/ 77379 h 382552"/>
                <a:gd name="csX127" fmla="*/ 241976 w 384843"/>
                <a:gd name="csY127" fmla="*/ 65189 h 382552"/>
                <a:gd name="csX128" fmla="*/ 228045 w 384843"/>
                <a:gd name="csY128" fmla="*/ 67366 h 382552"/>
                <a:gd name="csX129" fmla="*/ 123491 w 384843"/>
                <a:gd name="csY129" fmla="*/ 83256 h 382552"/>
                <a:gd name="csX130" fmla="*/ 122548 w 384843"/>
                <a:gd name="csY130" fmla="*/ 87900 h 382552"/>
                <a:gd name="csX131" fmla="*/ 77926 w 384843"/>
                <a:gd name="csY131" fmla="*/ 58369 h 382552"/>
                <a:gd name="csX132" fmla="*/ 57247 w 384843"/>
                <a:gd name="csY132" fmla="*/ 78395 h 382552"/>
                <a:gd name="csX133" fmla="*/ 62979 w 384843"/>
                <a:gd name="csY133" fmla="*/ 92979 h 382552"/>
                <a:gd name="csX134" fmla="*/ 77490 w 384843"/>
                <a:gd name="csY134" fmla="*/ 99364 h 382552"/>
                <a:gd name="csX135" fmla="*/ 78869 w 384843"/>
                <a:gd name="csY135" fmla="*/ 99436 h 382552"/>
                <a:gd name="csX136" fmla="*/ 85254 w 384843"/>
                <a:gd name="csY136" fmla="*/ 98130 h 382552"/>
                <a:gd name="csX137" fmla="*/ 85399 w 384843"/>
                <a:gd name="csY137" fmla="*/ 98058 h 382552"/>
                <a:gd name="csX138" fmla="*/ 98677 w 384843"/>
                <a:gd name="csY138" fmla="*/ 77887 h 382552"/>
                <a:gd name="csX139" fmla="*/ 78434 w 384843"/>
                <a:gd name="csY139" fmla="*/ 58369 h 382552"/>
                <a:gd name="csX140" fmla="*/ 77998 w 384843"/>
                <a:gd name="csY140" fmla="*/ 58369 h 382552"/>
                <a:gd name="csX141" fmla="*/ 274917 w 384843"/>
                <a:gd name="csY141" fmla="*/ 64391 h 382552"/>
                <a:gd name="csX142" fmla="*/ 283841 w 384843"/>
                <a:gd name="csY142" fmla="*/ 66495 h 382552"/>
                <a:gd name="csX143" fmla="*/ 289283 w 384843"/>
                <a:gd name="csY143" fmla="*/ 65044 h 382552"/>
                <a:gd name="csX144" fmla="*/ 290807 w 384843"/>
                <a:gd name="csY144" fmla="*/ 64391 h 382552"/>
                <a:gd name="csX145" fmla="*/ 302343 w 384843"/>
                <a:gd name="csY145" fmla="*/ 54016 h 382552"/>
                <a:gd name="csX146" fmla="*/ 303069 w 384843"/>
                <a:gd name="csY146" fmla="*/ 38779 h 382552"/>
                <a:gd name="csX147" fmla="*/ 277021 w 384843"/>
                <a:gd name="csY147" fmla="*/ 26589 h 382552"/>
                <a:gd name="csX148" fmla="*/ 263598 w 384843"/>
                <a:gd name="csY148" fmla="*/ 45382 h 382552"/>
                <a:gd name="csX149" fmla="*/ 263308 w 384843"/>
                <a:gd name="csY149" fmla="*/ 48066 h 382552"/>
                <a:gd name="csX150" fmla="*/ 263526 w 384843"/>
                <a:gd name="csY150" fmla="*/ 49517 h 382552"/>
                <a:gd name="csX151" fmla="*/ 272958 w 384843"/>
                <a:gd name="csY151" fmla="*/ 63376 h 382552"/>
                <a:gd name="csX152" fmla="*/ 274917 w 384843"/>
                <a:gd name="csY152" fmla="*/ 64464 h 3825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Lst>
              <a:rect l="l" t="t" r="r" b="b"/>
              <a:pathLst>
                <a:path w="384843" h="382552">
                  <a:moveTo>
                    <a:pt x="169637" y="382480"/>
                  </a:moveTo>
                  <a:lnTo>
                    <a:pt x="169420" y="382480"/>
                  </a:lnTo>
                  <a:cubicBezTo>
                    <a:pt x="157303" y="382480"/>
                    <a:pt x="145911" y="377691"/>
                    <a:pt x="137350" y="369129"/>
                  </a:cubicBezTo>
                  <a:cubicBezTo>
                    <a:pt x="128788" y="360567"/>
                    <a:pt x="124072" y="349103"/>
                    <a:pt x="124144" y="337059"/>
                  </a:cubicBezTo>
                  <a:cubicBezTo>
                    <a:pt x="124144" y="331545"/>
                    <a:pt x="125160" y="326176"/>
                    <a:pt x="127119" y="321097"/>
                  </a:cubicBezTo>
                  <a:cubicBezTo>
                    <a:pt x="108400" y="305932"/>
                    <a:pt x="90188" y="289825"/>
                    <a:pt x="72847" y="272992"/>
                  </a:cubicBezTo>
                  <a:cubicBezTo>
                    <a:pt x="65083" y="278796"/>
                    <a:pt x="55723" y="281916"/>
                    <a:pt x="45493" y="281916"/>
                  </a:cubicBezTo>
                  <a:cubicBezTo>
                    <a:pt x="33158" y="281916"/>
                    <a:pt x="21767" y="277127"/>
                    <a:pt x="13205" y="268493"/>
                  </a:cubicBezTo>
                  <a:cubicBezTo>
                    <a:pt x="4644" y="259931"/>
                    <a:pt x="0" y="248540"/>
                    <a:pt x="0" y="236423"/>
                  </a:cubicBezTo>
                  <a:cubicBezTo>
                    <a:pt x="145" y="211464"/>
                    <a:pt x="20534" y="191293"/>
                    <a:pt x="45566" y="191293"/>
                  </a:cubicBezTo>
                  <a:lnTo>
                    <a:pt x="45783" y="191293"/>
                  </a:lnTo>
                  <a:cubicBezTo>
                    <a:pt x="57973" y="191293"/>
                    <a:pt x="69364" y="196082"/>
                    <a:pt x="77926" y="204716"/>
                  </a:cubicBezTo>
                  <a:cubicBezTo>
                    <a:pt x="80828" y="207618"/>
                    <a:pt x="83295" y="210811"/>
                    <a:pt x="85254" y="214293"/>
                  </a:cubicBezTo>
                  <a:cubicBezTo>
                    <a:pt x="94033" y="210520"/>
                    <a:pt x="102885" y="207038"/>
                    <a:pt x="111882" y="203918"/>
                  </a:cubicBezTo>
                  <a:lnTo>
                    <a:pt x="83368" y="124613"/>
                  </a:lnTo>
                  <a:cubicBezTo>
                    <a:pt x="81409" y="124904"/>
                    <a:pt x="79449" y="125049"/>
                    <a:pt x="77490" y="125049"/>
                  </a:cubicBezTo>
                  <a:cubicBezTo>
                    <a:pt x="76330" y="125049"/>
                    <a:pt x="75169" y="124976"/>
                    <a:pt x="74080" y="124686"/>
                  </a:cubicBezTo>
                  <a:cubicBezTo>
                    <a:pt x="62907" y="123743"/>
                    <a:pt x="52531" y="118881"/>
                    <a:pt x="44695" y="110682"/>
                  </a:cubicBezTo>
                  <a:cubicBezTo>
                    <a:pt x="36133" y="101831"/>
                    <a:pt x="31635" y="90221"/>
                    <a:pt x="31925" y="77887"/>
                  </a:cubicBezTo>
                  <a:cubicBezTo>
                    <a:pt x="32505" y="52637"/>
                    <a:pt x="53764" y="32612"/>
                    <a:pt x="79014" y="33047"/>
                  </a:cubicBezTo>
                  <a:cubicBezTo>
                    <a:pt x="96573" y="33410"/>
                    <a:pt x="111665" y="43495"/>
                    <a:pt x="119065" y="58079"/>
                  </a:cubicBezTo>
                  <a:lnTo>
                    <a:pt x="238566" y="40012"/>
                  </a:lnTo>
                  <a:cubicBezTo>
                    <a:pt x="240670" y="23107"/>
                    <a:pt x="252207" y="8450"/>
                    <a:pt x="268532" y="2646"/>
                  </a:cubicBezTo>
                  <a:cubicBezTo>
                    <a:pt x="292258" y="-5771"/>
                    <a:pt x="318451" y="6564"/>
                    <a:pt x="326940" y="30145"/>
                  </a:cubicBezTo>
                  <a:cubicBezTo>
                    <a:pt x="331076" y="41536"/>
                    <a:pt x="330495" y="53871"/>
                    <a:pt x="325271" y="64899"/>
                  </a:cubicBezTo>
                  <a:cubicBezTo>
                    <a:pt x="321861" y="72155"/>
                    <a:pt x="316637" y="78250"/>
                    <a:pt x="310179" y="82748"/>
                  </a:cubicBezTo>
                  <a:cubicBezTo>
                    <a:pt x="310325" y="83256"/>
                    <a:pt x="310470" y="83764"/>
                    <a:pt x="310615" y="84272"/>
                  </a:cubicBezTo>
                  <a:lnTo>
                    <a:pt x="327085" y="139125"/>
                  </a:lnTo>
                  <a:cubicBezTo>
                    <a:pt x="327375" y="140068"/>
                    <a:pt x="327521" y="141084"/>
                    <a:pt x="327593" y="142027"/>
                  </a:cubicBezTo>
                  <a:lnTo>
                    <a:pt x="342757" y="191583"/>
                  </a:lnTo>
                  <a:cubicBezTo>
                    <a:pt x="353786" y="192236"/>
                    <a:pt x="364162" y="196952"/>
                    <a:pt x="372070" y="205006"/>
                  </a:cubicBezTo>
                  <a:cubicBezTo>
                    <a:pt x="380487" y="213568"/>
                    <a:pt x="384985" y="224887"/>
                    <a:pt x="384840" y="236858"/>
                  </a:cubicBezTo>
                  <a:cubicBezTo>
                    <a:pt x="384840" y="261600"/>
                    <a:pt x="364452" y="281916"/>
                    <a:pt x="339420" y="281916"/>
                  </a:cubicBezTo>
                  <a:cubicBezTo>
                    <a:pt x="331003" y="281916"/>
                    <a:pt x="323167" y="279667"/>
                    <a:pt x="316419" y="275676"/>
                  </a:cubicBezTo>
                  <a:cubicBezTo>
                    <a:pt x="288920" y="293453"/>
                    <a:pt x="247853" y="318702"/>
                    <a:pt x="215130" y="337277"/>
                  </a:cubicBezTo>
                  <a:cubicBezTo>
                    <a:pt x="214985" y="362381"/>
                    <a:pt x="194597" y="382552"/>
                    <a:pt x="169637" y="382552"/>
                  </a:cubicBezTo>
                  <a:close/>
                  <a:moveTo>
                    <a:pt x="169420" y="317324"/>
                  </a:moveTo>
                  <a:cubicBezTo>
                    <a:pt x="164341" y="317324"/>
                    <a:pt x="159334" y="319355"/>
                    <a:pt x="155489" y="323128"/>
                  </a:cubicBezTo>
                  <a:cubicBezTo>
                    <a:pt x="151716" y="326829"/>
                    <a:pt x="149612" y="331835"/>
                    <a:pt x="149539" y="337132"/>
                  </a:cubicBezTo>
                  <a:cubicBezTo>
                    <a:pt x="149467" y="342428"/>
                    <a:pt x="151571" y="347435"/>
                    <a:pt x="155344" y="351208"/>
                  </a:cubicBezTo>
                  <a:cubicBezTo>
                    <a:pt x="159117" y="354981"/>
                    <a:pt x="164196" y="357085"/>
                    <a:pt x="169565" y="357157"/>
                  </a:cubicBezTo>
                  <a:lnTo>
                    <a:pt x="169637" y="357157"/>
                  </a:lnTo>
                  <a:cubicBezTo>
                    <a:pt x="180666" y="357157"/>
                    <a:pt x="189663" y="348305"/>
                    <a:pt x="189736" y="337349"/>
                  </a:cubicBezTo>
                  <a:lnTo>
                    <a:pt x="189736" y="332053"/>
                  </a:lnTo>
                  <a:cubicBezTo>
                    <a:pt x="186688" y="323491"/>
                    <a:pt x="178707" y="317614"/>
                    <a:pt x="169420" y="317396"/>
                  </a:cubicBezTo>
                  <a:lnTo>
                    <a:pt x="169347" y="317396"/>
                  </a:lnTo>
                  <a:close/>
                  <a:moveTo>
                    <a:pt x="191477" y="297661"/>
                  </a:moveTo>
                  <a:cubicBezTo>
                    <a:pt x="197862" y="301071"/>
                    <a:pt x="203376" y="305932"/>
                    <a:pt x="207657" y="311882"/>
                  </a:cubicBezTo>
                  <a:lnTo>
                    <a:pt x="298716" y="256594"/>
                  </a:lnTo>
                  <a:cubicBezTo>
                    <a:pt x="295741" y="250572"/>
                    <a:pt x="294072" y="243896"/>
                    <a:pt x="294072" y="236713"/>
                  </a:cubicBezTo>
                  <a:cubicBezTo>
                    <a:pt x="294072" y="235770"/>
                    <a:pt x="294072" y="234899"/>
                    <a:pt x="294144" y="233956"/>
                  </a:cubicBezTo>
                  <a:lnTo>
                    <a:pt x="228408" y="206893"/>
                  </a:lnTo>
                  <a:cubicBezTo>
                    <a:pt x="221660" y="215962"/>
                    <a:pt x="211648" y="222492"/>
                    <a:pt x="200111" y="224669"/>
                  </a:cubicBezTo>
                  <a:cubicBezTo>
                    <a:pt x="199821" y="227499"/>
                    <a:pt x="199531" y="230473"/>
                    <a:pt x="199168" y="233521"/>
                  </a:cubicBezTo>
                  <a:cubicBezTo>
                    <a:pt x="196919" y="254780"/>
                    <a:pt x="194307" y="280247"/>
                    <a:pt x="191477" y="297661"/>
                  </a:cubicBezTo>
                  <a:close/>
                  <a:moveTo>
                    <a:pt x="88664" y="252240"/>
                  </a:moveTo>
                  <a:lnTo>
                    <a:pt x="143009" y="300563"/>
                  </a:lnTo>
                  <a:cubicBezTo>
                    <a:pt x="144170" y="299692"/>
                    <a:pt x="145403" y="298894"/>
                    <a:pt x="146637" y="298169"/>
                  </a:cubicBezTo>
                  <a:lnTo>
                    <a:pt x="122403" y="228659"/>
                  </a:lnTo>
                  <a:lnTo>
                    <a:pt x="91204" y="239688"/>
                  </a:lnTo>
                  <a:cubicBezTo>
                    <a:pt x="91059" y="243896"/>
                    <a:pt x="90188" y="248177"/>
                    <a:pt x="88664" y="252240"/>
                  </a:cubicBezTo>
                  <a:close/>
                  <a:moveTo>
                    <a:pt x="145911" y="218864"/>
                  </a:moveTo>
                  <a:cubicBezTo>
                    <a:pt x="153820" y="241212"/>
                    <a:pt x="161438" y="262616"/>
                    <a:pt x="167461" y="280175"/>
                  </a:cubicBezTo>
                  <a:lnTo>
                    <a:pt x="174644" y="222202"/>
                  </a:lnTo>
                  <a:cubicBezTo>
                    <a:pt x="169492" y="220098"/>
                    <a:pt x="164776" y="217123"/>
                    <a:pt x="160713" y="213350"/>
                  </a:cubicBezTo>
                  <a:lnTo>
                    <a:pt x="145984" y="218864"/>
                  </a:lnTo>
                  <a:close/>
                  <a:moveTo>
                    <a:pt x="45566" y="216688"/>
                  </a:moveTo>
                  <a:cubicBezTo>
                    <a:pt x="34464" y="216688"/>
                    <a:pt x="25467" y="225612"/>
                    <a:pt x="25395" y="236568"/>
                  </a:cubicBezTo>
                  <a:cubicBezTo>
                    <a:pt x="25395" y="241865"/>
                    <a:pt x="27426" y="246871"/>
                    <a:pt x="31199" y="250644"/>
                  </a:cubicBezTo>
                  <a:cubicBezTo>
                    <a:pt x="34972" y="254417"/>
                    <a:pt x="40051" y="256521"/>
                    <a:pt x="45493" y="256594"/>
                  </a:cubicBezTo>
                  <a:lnTo>
                    <a:pt x="45566" y="256594"/>
                  </a:lnTo>
                  <a:cubicBezTo>
                    <a:pt x="52313" y="256594"/>
                    <a:pt x="58553" y="253401"/>
                    <a:pt x="62254" y="247960"/>
                  </a:cubicBezTo>
                  <a:cubicBezTo>
                    <a:pt x="62254" y="247887"/>
                    <a:pt x="62399" y="247742"/>
                    <a:pt x="62471" y="247669"/>
                  </a:cubicBezTo>
                  <a:lnTo>
                    <a:pt x="62471" y="247669"/>
                  </a:lnTo>
                  <a:cubicBezTo>
                    <a:pt x="62471" y="247669"/>
                    <a:pt x="62471" y="247669"/>
                    <a:pt x="62471" y="247669"/>
                  </a:cubicBezTo>
                  <a:cubicBezTo>
                    <a:pt x="62471" y="247669"/>
                    <a:pt x="62544" y="247524"/>
                    <a:pt x="62616" y="247452"/>
                  </a:cubicBezTo>
                  <a:cubicBezTo>
                    <a:pt x="64793" y="244549"/>
                    <a:pt x="65881" y="240994"/>
                    <a:pt x="65736" y="237366"/>
                  </a:cubicBezTo>
                  <a:cubicBezTo>
                    <a:pt x="65736" y="231417"/>
                    <a:pt x="63705" y="226410"/>
                    <a:pt x="59932" y="222637"/>
                  </a:cubicBezTo>
                  <a:cubicBezTo>
                    <a:pt x="56159" y="218864"/>
                    <a:pt x="51080" y="216760"/>
                    <a:pt x="45638" y="216688"/>
                  </a:cubicBezTo>
                  <a:lnTo>
                    <a:pt x="45566" y="216688"/>
                  </a:lnTo>
                  <a:close/>
                  <a:moveTo>
                    <a:pt x="319975" y="232215"/>
                  </a:moveTo>
                  <a:cubicBezTo>
                    <a:pt x="319612" y="233666"/>
                    <a:pt x="319467" y="235117"/>
                    <a:pt x="319467" y="236641"/>
                  </a:cubicBezTo>
                  <a:cubicBezTo>
                    <a:pt x="319467" y="247524"/>
                    <a:pt x="328464" y="256449"/>
                    <a:pt x="339492" y="256449"/>
                  </a:cubicBezTo>
                  <a:cubicBezTo>
                    <a:pt x="350521" y="256449"/>
                    <a:pt x="359518" y="247597"/>
                    <a:pt x="359518" y="236641"/>
                  </a:cubicBezTo>
                  <a:cubicBezTo>
                    <a:pt x="359518" y="231344"/>
                    <a:pt x="357632" y="226410"/>
                    <a:pt x="354004" y="222710"/>
                  </a:cubicBezTo>
                  <a:cubicBezTo>
                    <a:pt x="350376" y="219009"/>
                    <a:pt x="345442" y="216905"/>
                    <a:pt x="340218" y="216833"/>
                  </a:cubicBezTo>
                  <a:cubicBezTo>
                    <a:pt x="340073" y="216833"/>
                    <a:pt x="339565" y="216833"/>
                    <a:pt x="339492" y="216833"/>
                  </a:cubicBezTo>
                  <a:cubicBezTo>
                    <a:pt x="331439" y="216833"/>
                    <a:pt x="324473" y="221549"/>
                    <a:pt x="321281" y="228369"/>
                  </a:cubicBezTo>
                  <a:cubicBezTo>
                    <a:pt x="321136" y="229240"/>
                    <a:pt x="320845" y="230111"/>
                    <a:pt x="320483" y="230981"/>
                  </a:cubicBezTo>
                  <a:cubicBezTo>
                    <a:pt x="320337" y="231417"/>
                    <a:pt x="320120" y="231779"/>
                    <a:pt x="319902" y="232142"/>
                  </a:cubicBezTo>
                  <a:close/>
                  <a:moveTo>
                    <a:pt x="237188" y="182949"/>
                  </a:moveTo>
                  <a:lnTo>
                    <a:pt x="302851" y="210012"/>
                  </a:lnTo>
                  <a:cubicBezTo>
                    <a:pt x="306769" y="204643"/>
                    <a:pt x="311848" y="200217"/>
                    <a:pt x="317725" y="197025"/>
                  </a:cubicBezTo>
                  <a:cubicBezTo>
                    <a:pt x="312066" y="179466"/>
                    <a:pt x="307205" y="162633"/>
                    <a:pt x="302416" y="146308"/>
                  </a:cubicBezTo>
                  <a:cubicBezTo>
                    <a:pt x="302198" y="145510"/>
                    <a:pt x="302053" y="144639"/>
                    <a:pt x="301981" y="143841"/>
                  </a:cubicBezTo>
                  <a:cubicBezTo>
                    <a:pt x="297119" y="129039"/>
                    <a:pt x="293129" y="115181"/>
                    <a:pt x="289573" y="102846"/>
                  </a:cubicBezTo>
                  <a:cubicBezTo>
                    <a:pt x="288485" y="99001"/>
                    <a:pt x="287397" y="95300"/>
                    <a:pt x="286381" y="91745"/>
                  </a:cubicBezTo>
                  <a:cubicBezTo>
                    <a:pt x="285583" y="91745"/>
                    <a:pt x="284785" y="91890"/>
                    <a:pt x="283987" y="91890"/>
                  </a:cubicBezTo>
                  <a:cubicBezTo>
                    <a:pt x="279996" y="91890"/>
                    <a:pt x="276078" y="91310"/>
                    <a:pt x="272378" y="90367"/>
                  </a:cubicBezTo>
                  <a:lnTo>
                    <a:pt x="227610" y="152112"/>
                  </a:lnTo>
                  <a:cubicBezTo>
                    <a:pt x="233923" y="160093"/>
                    <a:pt x="237333" y="169961"/>
                    <a:pt x="237260" y="180264"/>
                  </a:cubicBezTo>
                  <a:cubicBezTo>
                    <a:pt x="237260" y="181207"/>
                    <a:pt x="237260" y="182151"/>
                    <a:pt x="237188" y="183021"/>
                  </a:cubicBezTo>
                  <a:close/>
                  <a:moveTo>
                    <a:pt x="189373" y="200000"/>
                  </a:moveTo>
                  <a:lnTo>
                    <a:pt x="191622" y="200000"/>
                  </a:lnTo>
                  <a:cubicBezTo>
                    <a:pt x="202796" y="200000"/>
                    <a:pt x="211865" y="191075"/>
                    <a:pt x="211938" y="180047"/>
                  </a:cubicBezTo>
                  <a:cubicBezTo>
                    <a:pt x="211938" y="174677"/>
                    <a:pt x="209906" y="169671"/>
                    <a:pt x="206133" y="165898"/>
                  </a:cubicBezTo>
                  <a:cubicBezTo>
                    <a:pt x="202360" y="162053"/>
                    <a:pt x="197209" y="159948"/>
                    <a:pt x="191840" y="159948"/>
                  </a:cubicBezTo>
                  <a:lnTo>
                    <a:pt x="191767" y="159948"/>
                  </a:lnTo>
                  <a:cubicBezTo>
                    <a:pt x="180666" y="159948"/>
                    <a:pt x="171596" y="168873"/>
                    <a:pt x="171524" y="179901"/>
                  </a:cubicBezTo>
                  <a:cubicBezTo>
                    <a:pt x="171524" y="180264"/>
                    <a:pt x="171524" y="180700"/>
                    <a:pt x="171524" y="181062"/>
                  </a:cubicBezTo>
                  <a:cubicBezTo>
                    <a:pt x="171234" y="184473"/>
                    <a:pt x="172249" y="187738"/>
                    <a:pt x="174426" y="190422"/>
                  </a:cubicBezTo>
                  <a:cubicBezTo>
                    <a:pt x="174571" y="190567"/>
                    <a:pt x="174716" y="190785"/>
                    <a:pt x="174861" y="191003"/>
                  </a:cubicBezTo>
                  <a:cubicBezTo>
                    <a:pt x="174934" y="191148"/>
                    <a:pt x="175007" y="191220"/>
                    <a:pt x="175079" y="191365"/>
                  </a:cubicBezTo>
                  <a:cubicBezTo>
                    <a:pt x="178417" y="196227"/>
                    <a:pt x="183641" y="199347"/>
                    <a:pt x="189518" y="200072"/>
                  </a:cubicBezTo>
                  <a:close/>
                  <a:moveTo>
                    <a:pt x="106658" y="114020"/>
                  </a:moveTo>
                  <a:cubicBezTo>
                    <a:pt x="109560" y="122146"/>
                    <a:pt x="113116" y="132014"/>
                    <a:pt x="117034" y="142970"/>
                  </a:cubicBezTo>
                  <a:cubicBezTo>
                    <a:pt x="122621" y="158570"/>
                    <a:pt x="129078" y="176346"/>
                    <a:pt x="135536" y="194558"/>
                  </a:cubicBezTo>
                  <a:cubicBezTo>
                    <a:pt x="139309" y="193252"/>
                    <a:pt x="143154" y="191946"/>
                    <a:pt x="146855" y="190712"/>
                  </a:cubicBezTo>
                  <a:cubicBezTo>
                    <a:pt x="146056" y="187085"/>
                    <a:pt x="145694" y="183312"/>
                    <a:pt x="145984" y="179466"/>
                  </a:cubicBezTo>
                  <a:cubicBezTo>
                    <a:pt x="146129" y="169889"/>
                    <a:pt x="149249" y="161037"/>
                    <a:pt x="154400" y="153781"/>
                  </a:cubicBezTo>
                  <a:lnTo>
                    <a:pt x="109923" y="110900"/>
                  </a:lnTo>
                  <a:cubicBezTo>
                    <a:pt x="108835" y="111988"/>
                    <a:pt x="107747" y="113077"/>
                    <a:pt x="106586" y="114020"/>
                  </a:cubicBezTo>
                  <a:close/>
                  <a:moveTo>
                    <a:pt x="122621" y="87827"/>
                  </a:moveTo>
                  <a:lnTo>
                    <a:pt x="174499" y="137891"/>
                  </a:lnTo>
                  <a:cubicBezTo>
                    <a:pt x="179868" y="135714"/>
                    <a:pt x="185745" y="134554"/>
                    <a:pt x="191767" y="134554"/>
                  </a:cubicBezTo>
                  <a:cubicBezTo>
                    <a:pt x="196991" y="134554"/>
                    <a:pt x="202143" y="135497"/>
                    <a:pt x="206931" y="137166"/>
                  </a:cubicBezTo>
                  <a:lnTo>
                    <a:pt x="250320" y="77379"/>
                  </a:lnTo>
                  <a:cubicBezTo>
                    <a:pt x="246910" y="73824"/>
                    <a:pt x="244080" y="69688"/>
                    <a:pt x="241976" y="65189"/>
                  </a:cubicBezTo>
                  <a:lnTo>
                    <a:pt x="228045" y="67366"/>
                  </a:lnTo>
                  <a:cubicBezTo>
                    <a:pt x="191477" y="73026"/>
                    <a:pt x="150628" y="79411"/>
                    <a:pt x="123491" y="83256"/>
                  </a:cubicBezTo>
                  <a:cubicBezTo>
                    <a:pt x="123274" y="84852"/>
                    <a:pt x="122983" y="86376"/>
                    <a:pt x="122548" y="87900"/>
                  </a:cubicBezTo>
                  <a:close/>
                  <a:moveTo>
                    <a:pt x="77926" y="58369"/>
                  </a:moveTo>
                  <a:cubicBezTo>
                    <a:pt x="66752" y="58369"/>
                    <a:pt x="57465" y="67221"/>
                    <a:pt x="57247" y="78395"/>
                  </a:cubicBezTo>
                  <a:cubicBezTo>
                    <a:pt x="57102" y="83837"/>
                    <a:pt x="59134" y="88988"/>
                    <a:pt x="62979" y="92979"/>
                  </a:cubicBezTo>
                  <a:cubicBezTo>
                    <a:pt x="66825" y="96969"/>
                    <a:pt x="71976" y="99219"/>
                    <a:pt x="77490" y="99364"/>
                  </a:cubicBezTo>
                  <a:cubicBezTo>
                    <a:pt x="77926" y="99364"/>
                    <a:pt x="78361" y="99364"/>
                    <a:pt x="78869" y="99436"/>
                  </a:cubicBezTo>
                  <a:cubicBezTo>
                    <a:pt x="81046" y="99219"/>
                    <a:pt x="83222" y="98783"/>
                    <a:pt x="85254" y="98130"/>
                  </a:cubicBezTo>
                  <a:cubicBezTo>
                    <a:pt x="85254" y="98130"/>
                    <a:pt x="85327" y="98130"/>
                    <a:pt x="85399" y="98058"/>
                  </a:cubicBezTo>
                  <a:cubicBezTo>
                    <a:pt x="92945" y="93922"/>
                    <a:pt x="97879" y="86449"/>
                    <a:pt x="98677" y="77887"/>
                  </a:cubicBezTo>
                  <a:cubicBezTo>
                    <a:pt x="98169" y="67148"/>
                    <a:pt x="89390" y="58587"/>
                    <a:pt x="78434" y="58369"/>
                  </a:cubicBezTo>
                  <a:cubicBezTo>
                    <a:pt x="78289" y="58369"/>
                    <a:pt x="78143" y="58369"/>
                    <a:pt x="77998" y="58369"/>
                  </a:cubicBezTo>
                  <a:close/>
                  <a:moveTo>
                    <a:pt x="274917" y="64391"/>
                  </a:moveTo>
                  <a:cubicBezTo>
                    <a:pt x="277602" y="65697"/>
                    <a:pt x="280649" y="66423"/>
                    <a:pt x="283841" y="66495"/>
                  </a:cubicBezTo>
                  <a:cubicBezTo>
                    <a:pt x="285438" y="66495"/>
                    <a:pt x="287469" y="65988"/>
                    <a:pt x="289283" y="65044"/>
                  </a:cubicBezTo>
                  <a:cubicBezTo>
                    <a:pt x="289791" y="64827"/>
                    <a:pt x="290299" y="64609"/>
                    <a:pt x="290807" y="64391"/>
                  </a:cubicBezTo>
                  <a:cubicBezTo>
                    <a:pt x="295958" y="62577"/>
                    <a:pt x="300022" y="58877"/>
                    <a:pt x="302343" y="54016"/>
                  </a:cubicBezTo>
                  <a:cubicBezTo>
                    <a:pt x="304593" y="49227"/>
                    <a:pt x="304883" y="43785"/>
                    <a:pt x="303069" y="38779"/>
                  </a:cubicBezTo>
                  <a:cubicBezTo>
                    <a:pt x="299296" y="28331"/>
                    <a:pt x="287614" y="22889"/>
                    <a:pt x="277021" y="26589"/>
                  </a:cubicBezTo>
                  <a:cubicBezTo>
                    <a:pt x="269040" y="29419"/>
                    <a:pt x="263598" y="36965"/>
                    <a:pt x="263598" y="45382"/>
                  </a:cubicBezTo>
                  <a:cubicBezTo>
                    <a:pt x="263598" y="46252"/>
                    <a:pt x="263526" y="47195"/>
                    <a:pt x="263308" y="48066"/>
                  </a:cubicBezTo>
                  <a:cubicBezTo>
                    <a:pt x="263380" y="48501"/>
                    <a:pt x="263453" y="49009"/>
                    <a:pt x="263526" y="49517"/>
                  </a:cubicBezTo>
                  <a:cubicBezTo>
                    <a:pt x="264614" y="55394"/>
                    <a:pt x="268097" y="60401"/>
                    <a:pt x="272958" y="63376"/>
                  </a:cubicBezTo>
                  <a:cubicBezTo>
                    <a:pt x="273611" y="63666"/>
                    <a:pt x="274264" y="64029"/>
                    <a:pt x="274917" y="64464"/>
                  </a:cubicBezTo>
                  <a:close/>
                </a:path>
              </a:pathLst>
            </a:custGeom>
            <a:solidFill>
              <a:schemeClr val="tx2"/>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IN" sz="5141" b="1" dirty="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grpSp>
      <p:sp>
        <p:nvSpPr>
          <p:cNvPr id="93" name="TextBox 86">
            <a:extLst>
              <a:ext uri="{FF2B5EF4-FFF2-40B4-BE49-F238E27FC236}">
                <a16:creationId xmlns:a16="http://schemas.microsoft.com/office/drawing/2014/main" id="{F81FC2B5-4B29-E64F-0E7C-8E15D8384FB2}"/>
              </a:ext>
            </a:extLst>
          </p:cNvPr>
          <p:cNvSpPr txBox="1"/>
          <p:nvPr/>
        </p:nvSpPr>
        <p:spPr>
          <a:xfrm>
            <a:off x="8122920" y="1535241"/>
            <a:ext cx="3196712"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Classify and label data in agent workflows</a:t>
            </a:r>
          </a:p>
        </p:txBody>
      </p:sp>
      <p:sp>
        <p:nvSpPr>
          <p:cNvPr id="94" name="TextBox 86">
            <a:extLst>
              <a:ext uri="{FF2B5EF4-FFF2-40B4-BE49-F238E27FC236}">
                <a16:creationId xmlns:a16="http://schemas.microsoft.com/office/drawing/2014/main" id="{366F4D09-E431-9599-CCB8-38FE759E406F}"/>
              </a:ext>
            </a:extLst>
          </p:cNvPr>
          <p:cNvSpPr txBox="1"/>
          <p:nvPr/>
        </p:nvSpPr>
        <p:spPr>
          <a:xfrm>
            <a:off x="8122920" y="2525641"/>
            <a:ext cx="3196712"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Govern what data each agent can access</a:t>
            </a:r>
          </a:p>
        </p:txBody>
      </p:sp>
      <p:sp>
        <p:nvSpPr>
          <p:cNvPr id="95" name="TextBox 86">
            <a:extLst>
              <a:ext uri="{FF2B5EF4-FFF2-40B4-BE49-F238E27FC236}">
                <a16:creationId xmlns:a16="http://schemas.microsoft.com/office/drawing/2014/main" id="{E5EF53CB-477D-DC34-16C1-3A3426FB80C1}"/>
              </a:ext>
            </a:extLst>
          </p:cNvPr>
          <p:cNvSpPr txBox="1"/>
          <p:nvPr/>
        </p:nvSpPr>
        <p:spPr>
          <a:xfrm>
            <a:off x="8122920" y="3516041"/>
            <a:ext cx="3196712"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Enforce DLP and policy controls on agents</a:t>
            </a:r>
          </a:p>
        </p:txBody>
      </p:sp>
      <p:sp>
        <p:nvSpPr>
          <p:cNvPr id="96" name="TextBox 86">
            <a:extLst>
              <a:ext uri="{FF2B5EF4-FFF2-40B4-BE49-F238E27FC236}">
                <a16:creationId xmlns:a16="http://schemas.microsoft.com/office/drawing/2014/main" id="{165B90D0-C6EE-AD34-745E-F89F2F5B5220}"/>
              </a:ext>
            </a:extLst>
          </p:cNvPr>
          <p:cNvSpPr txBox="1"/>
          <p:nvPr/>
        </p:nvSpPr>
        <p:spPr>
          <a:xfrm>
            <a:off x="8122920" y="4506441"/>
            <a:ext cx="3196712"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Prevent agent-driven oversharing or data exposure</a:t>
            </a:r>
          </a:p>
        </p:txBody>
      </p:sp>
      <p:sp>
        <p:nvSpPr>
          <p:cNvPr id="97" name="TextBox 86">
            <a:extLst>
              <a:ext uri="{FF2B5EF4-FFF2-40B4-BE49-F238E27FC236}">
                <a16:creationId xmlns:a16="http://schemas.microsoft.com/office/drawing/2014/main" id="{D82B3F5C-9820-42FA-2915-DBAE429B6319}"/>
              </a:ext>
            </a:extLst>
          </p:cNvPr>
          <p:cNvSpPr txBox="1"/>
          <p:nvPr/>
        </p:nvSpPr>
        <p:spPr>
          <a:xfrm>
            <a:off x="8122920" y="5496841"/>
            <a:ext cx="3196712" cy="553998"/>
          </a:xfrm>
          <a:prstGeom prst="rect">
            <a:avLst/>
          </a:prstGeom>
          <a:noFill/>
        </p:spPr>
        <p:txBody>
          <a:bodyPr wrap="square" lIns="0" tIns="0" rIns="0" bIns="0" rtlCol="0">
            <a:spAutoFit/>
          </a:bodyPr>
          <a:lstStyle>
            <a:defPPr>
              <a:defRPr lang="en-US"/>
            </a:defPPr>
            <a:lvl1pPr marL="0" algn="l" defTabSz="914367" rtl="0" eaLnBrk="1" latinLnBrk="0" hangingPunct="1">
              <a:defRPr sz="1765" kern="1200">
                <a:solidFill>
                  <a:srgbClr val="000000"/>
                </a:solidFill>
                <a:latin typeface="Segoe Sans Display"/>
              </a:defRPr>
            </a:lvl1pPr>
            <a:lvl2pPr marL="457183" algn="l" defTabSz="914367" rtl="0" eaLnBrk="1" latinLnBrk="0" hangingPunct="1">
              <a:defRPr sz="1765" kern="1200">
                <a:solidFill>
                  <a:srgbClr val="000000"/>
                </a:solidFill>
                <a:latin typeface="Segoe Sans Display"/>
              </a:defRPr>
            </a:lvl2pPr>
            <a:lvl3pPr marL="914367" algn="l" defTabSz="914367" rtl="0" eaLnBrk="1" latinLnBrk="0" hangingPunct="1">
              <a:defRPr sz="1765" kern="1200">
                <a:solidFill>
                  <a:srgbClr val="000000"/>
                </a:solidFill>
                <a:latin typeface="Segoe Sans Display"/>
              </a:defRPr>
            </a:lvl3pPr>
            <a:lvl4pPr marL="1371550" algn="l" defTabSz="914367" rtl="0" eaLnBrk="1" latinLnBrk="0" hangingPunct="1">
              <a:defRPr sz="1765" kern="1200">
                <a:solidFill>
                  <a:srgbClr val="000000"/>
                </a:solidFill>
                <a:latin typeface="Segoe Sans Display"/>
              </a:defRPr>
            </a:lvl4pPr>
            <a:lvl5pPr marL="1828734" algn="l" defTabSz="914367" rtl="0" eaLnBrk="1" latinLnBrk="0" hangingPunct="1">
              <a:defRPr sz="1765" kern="1200">
                <a:solidFill>
                  <a:srgbClr val="000000"/>
                </a:solidFill>
                <a:latin typeface="Segoe Sans Display"/>
              </a:defRPr>
            </a:lvl5pPr>
            <a:lvl6pPr marL="2285918" algn="l" defTabSz="914367" rtl="0" eaLnBrk="1" latinLnBrk="0" hangingPunct="1">
              <a:defRPr sz="1765" kern="1200">
                <a:solidFill>
                  <a:srgbClr val="000000"/>
                </a:solidFill>
                <a:latin typeface="Segoe Sans Display"/>
              </a:defRPr>
            </a:lvl6pPr>
            <a:lvl7pPr marL="2743101" algn="l" defTabSz="914367" rtl="0" eaLnBrk="1" latinLnBrk="0" hangingPunct="1">
              <a:defRPr sz="1765" kern="1200">
                <a:solidFill>
                  <a:srgbClr val="000000"/>
                </a:solidFill>
                <a:latin typeface="Segoe Sans Display"/>
              </a:defRPr>
            </a:lvl7pPr>
            <a:lvl8pPr marL="3200284" algn="l" defTabSz="914367" rtl="0" eaLnBrk="1" latinLnBrk="0" hangingPunct="1">
              <a:defRPr sz="1765" kern="1200">
                <a:solidFill>
                  <a:srgbClr val="000000"/>
                </a:solidFill>
                <a:latin typeface="Segoe Sans Display"/>
              </a:defRPr>
            </a:lvl8pPr>
            <a:lvl9pPr marL="3657469" algn="l" defTabSz="914367" rtl="0" eaLnBrk="1" latinLnBrk="0" hangingPunct="1">
              <a:defRPr sz="1765" kern="1200">
                <a:solidFill>
                  <a:srgbClr val="000000"/>
                </a:solidFill>
                <a:latin typeface="Segoe Sans Display"/>
              </a:defRPr>
            </a:lvl9p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tx1"/>
                </a:solidFill>
                <a:effectLst/>
                <a:uLnTx/>
                <a:uFillTx/>
                <a:latin typeface="+mn-lt"/>
              </a:rPr>
              <a:t>Detect and block risky agent data flows</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 Opportunities box">
            <a:extLst>
              <a:ext uri="{FF2B5EF4-FFF2-40B4-BE49-F238E27FC236}">
                <a16:creationId xmlns:a16="http://schemas.microsoft.com/office/drawing/2014/main" id="{54DF2FE7-F867-AC3D-BDBF-357BD4BA9690}"/>
              </a:ext>
              <a:ext uri="{C183D7F6-B498-43B3-948B-1728B52AA6E4}">
                <adec:decorative xmlns:adec="http://schemas.microsoft.com/office/drawing/2017/decorative" val="1"/>
              </a:ext>
            </a:extLst>
          </p:cNvPr>
          <p:cNvSpPr txBox="1">
            <a:spLocks/>
          </p:cNvSpPr>
          <p:nvPr/>
        </p:nvSpPr>
        <p:spPr>
          <a:xfrm>
            <a:off x="299243" y="1280160"/>
            <a:ext cx="11593513" cy="5170941"/>
          </a:xfrm>
          <a:prstGeom prst="roundRect">
            <a:avLst>
              <a:gd name="adj" fmla="val 5158"/>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defPPr>
              <a:defRPr lang="en-BE"/>
            </a:defPPr>
            <a:lvl1pPr defTabSz="932472" fontAlgn="base">
              <a:spcBef>
                <a:spcPct val="0"/>
              </a:spcBef>
              <a:spcAft>
                <a:spcPct val="0"/>
              </a:spcAft>
              <a:defRPr sz="1200" baseline="30000">
                <a:solidFill>
                  <a:schemeClr val="bg1"/>
                </a:solidFill>
                <a:latin typeface="Segoe UI"/>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1"/>
            <a:endParaRPr lang="en-US">
              <a:latin typeface="+mj-lt"/>
            </a:endParaRPr>
          </a:p>
        </p:txBody>
      </p:sp>
      <p:pic>
        <p:nvPicPr>
          <p:cNvPr id="95" name="Picture 94">
            <a:extLst>
              <a:ext uri="{FF2B5EF4-FFF2-40B4-BE49-F238E27FC236}">
                <a16:creationId xmlns:a16="http://schemas.microsoft.com/office/drawing/2014/main" id="{88219F72-F36A-644A-C0D9-DC91EF24A246}"/>
              </a:ext>
              <a:ext uri="{C183D7F6-B498-43B3-948B-1728B52AA6E4}">
                <adec:decorative xmlns:adec="http://schemas.microsoft.com/office/drawing/2017/decorative" val="1"/>
              </a:ext>
            </a:extLst>
          </p:cNvPr>
          <p:cNvPicPr>
            <a:picLocks noChangeAspect="1"/>
          </p:cNvPicPr>
          <p:nvPr/>
        </p:nvPicPr>
        <p:blipFill rotWithShape="1">
          <a:blip r:embed="rId3">
            <a:alphaModFix amt="20000"/>
            <a:duotone>
              <a:prstClr val="black"/>
              <a:schemeClr val="accent2">
                <a:tint val="45000"/>
                <a:satMod val="400000"/>
              </a:schemeClr>
            </a:duotone>
            <a:extLst>
              <a:ext uri="{BEBA8EAE-BF5A-486C-A8C5-ECC9F3942E4B}">
                <a14:imgProps xmlns:a14="http://schemas.microsoft.com/office/drawing/2010/main">
                  <a14:imgLayer r:embed="rId4">
                    <a14:imgEffect>
                      <a14:sharpenSoften amount="50000"/>
                    </a14:imgEffect>
                    <a14:imgEffect>
                      <a14:colorTemperature colorTemp="1500"/>
                    </a14:imgEffect>
                    <a14:imgEffect>
                      <a14:saturation sat="400000"/>
                    </a14:imgEffect>
                    <a14:imgEffect>
                      <a14:brightnessContrast bright="44000" contrast="100000"/>
                    </a14:imgEffect>
                  </a14:imgLayer>
                </a14:imgProps>
              </a:ext>
              <a:ext uri="{28A0092B-C50C-407E-A947-70E740481C1C}">
                <a14:useLocalDpi xmlns:a14="http://schemas.microsoft.com/office/drawing/2010/main" val="0"/>
              </a:ext>
            </a:extLst>
          </a:blip>
          <a:srcRect/>
          <a:stretch/>
        </p:blipFill>
        <p:spPr bwMode="auto">
          <a:xfrm>
            <a:off x="896808" y="1425564"/>
            <a:ext cx="10398384" cy="4880132"/>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AI regulations are emerging across all regions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cxnSp>
        <p:nvCxnSpPr>
          <p:cNvPr id="68" name="Connector: Elbow 67">
            <a:extLst>
              <a:ext uri="{FF2B5EF4-FFF2-40B4-BE49-F238E27FC236}">
                <a16:creationId xmlns:a16="http://schemas.microsoft.com/office/drawing/2014/main" id="{A3F9A389-0C07-0373-8330-EA0A947D43EA}"/>
              </a:ext>
              <a:ext uri="{C183D7F6-B498-43B3-948B-1728B52AA6E4}">
                <adec:decorative xmlns:adec="http://schemas.microsoft.com/office/drawing/2017/decorative" val="1"/>
              </a:ext>
            </a:extLst>
          </p:cNvPr>
          <p:cNvCxnSpPr>
            <a:stCxn id="92" idx="3"/>
            <a:endCxn id="91" idx="18"/>
          </p:cNvCxnSpPr>
          <p:nvPr/>
        </p:nvCxnSpPr>
        <p:spPr>
          <a:xfrm>
            <a:off x="3724047" y="4521725"/>
            <a:ext cx="91440" cy="430237"/>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3DB67F0F-465F-B19A-DED7-F6D13B3F97E9}"/>
              </a:ext>
              <a:ext uri="{C183D7F6-B498-43B3-948B-1728B52AA6E4}">
                <adec:decorative xmlns:adec="http://schemas.microsoft.com/office/drawing/2017/decorative" val="1"/>
              </a:ext>
            </a:extLst>
          </p:cNvPr>
          <p:cNvCxnSpPr>
            <a:stCxn id="80" idx="1"/>
          </p:cNvCxnSpPr>
          <p:nvPr/>
        </p:nvCxnSpPr>
        <p:spPr>
          <a:xfrm rot="10800000" flipV="1">
            <a:off x="2963424" y="2345207"/>
            <a:ext cx="91440" cy="438269"/>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7D4528DF-D1D6-303F-EACC-1F4133AC8B24}"/>
              </a:ext>
              <a:ext uri="{C183D7F6-B498-43B3-948B-1728B52AA6E4}">
                <adec:decorative xmlns:adec="http://schemas.microsoft.com/office/drawing/2017/decorative" val="1"/>
              </a:ext>
            </a:extLst>
          </p:cNvPr>
          <p:cNvCxnSpPr>
            <a:stCxn id="78" idx="3"/>
          </p:cNvCxnSpPr>
          <p:nvPr/>
        </p:nvCxnSpPr>
        <p:spPr>
          <a:xfrm flipV="1">
            <a:off x="2462372" y="2296731"/>
            <a:ext cx="91440" cy="438269"/>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1" name="Connector: Elbow 70">
            <a:extLst>
              <a:ext uri="{FF2B5EF4-FFF2-40B4-BE49-F238E27FC236}">
                <a16:creationId xmlns:a16="http://schemas.microsoft.com/office/drawing/2014/main" id="{B4258C9D-A17D-311F-7BF2-838CA2F84B2A}"/>
              </a:ext>
              <a:ext uri="{C183D7F6-B498-43B3-948B-1728B52AA6E4}">
                <adec:decorative xmlns:adec="http://schemas.microsoft.com/office/drawing/2017/decorative" val="1"/>
              </a:ext>
            </a:extLst>
          </p:cNvPr>
          <p:cNvCxnSpPr>
            <a:cxnSpLocks/>
            <a:stCxn id="82" idx="1"/>
          </p:cNvCxnSpPr>
          <p:nvPr/>
        </p:nvCxnSpPr>
        <p:spPr>
          <a:xfrm rot="10800000" flipV="1">
            <a:off x="5921289" y="2089059"/>
            <a:ext cx="91440" cy="336109"/>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E8EA765F-6FD4-35AF-3F71-79896A1AFFBA}"/>
              </a:ext>
              <a:ext uri="{C183D7F6-B498-43B3-948B-1728B52AA6E4}">
                <adec:decorative xmlns:adec="http://schemas.microsoft.com/office/drawing/2017/decorative" val="1"/>
              </a:ext>
            </a:extLst>
          </p:cNvPr>
          <p:cNvCxnSpPr>
            <a:stCxn id="84" idx="3"/>
          </p:cNvCxnSpPr>
          <p:nvPr/>
        </p:nvCxnSpPr>
        <p:spPr>
          <a:xfrm>
            <a:off x="9108411" y="2189737"/>
            <a:ext cx="87315" cy="534144"/>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F520E4EA-255B-535A-90C0-395979932D7F}"/>
              </a:ext>
              <a:ext uri="{C183D7F6-B498-43B3-948B-1728B52AA6E4}">
                <adec:decorative xmlns:adec="http://schemas.microsoft.com/office/drawing/2017/decorative" val="1"/>
              </a:ext>
            </a:extLst>
          </p:cNvPr>
          <p:cNvCxnSpPr>
            <a:stCxn id="86" idx="1"/>
          </p:cNvCxnSpPr>
          <p:nvPr/>
        </p:nvCxnSpPr>
        <p:spPr>
          <a:xfrm rot="10800000" flipV="1">
            <a:off x="9891573" y="2536729"/>
            <a:ext cx="91440" cy="438269"/>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761E5F42-96F5-4EE1-FDA4-3E17CB518DE2}"/>
              </a:ext>
              <a:ext uri="{C183D7F6-B498-43B3-948B-1728B52AA6E4}">
                <adec:decorative xmlns:adec="http://schemas.microsoft.com/office/drawing/2017/decorative" val="1"/>
              </a:ext>
            </a:extLst>
          </p:cNvPr>
          <p:cNvCxnSpPr>
            <a:stCxn id="88" idx="3"/>
          </p:cNvCxnSpPr>
          <p:nvPr/>
        </p:nvCxnSpPr>
        <p:spPr>
          <a:xfrm>
            <a:off x="8173000" y="3141188"/>
            <a:ext cx="91440" cy="336113"/>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602A6F7B-AA15-C353-BBDD-9426263ACE26}"/>
              </a:ext>
              <a:ext uri="{C183D7F6-B498-43B3-948B-1728B52AA6E4}">
                <adec:decorative xmlns:adec="http://schemas.microsoft.com/office/drawing/2017/decorative" val="1"/>
              </a:ext>
            </a:extLst>
          </p:cNvPr>
          <p:cNvCxnSpPr>
            <a:stCxn id="90" idx="1"/>
          </p:cNvCxnSpPr>
          <p:nvPr/>
        </p:nvCxnSpPr>
        <p:spPr>
          <a:xfrm rot="10800000" flipV="1">
            <a:off x="9115722" y="3610240"/>
            <a:ext cx="91440" cy="440647"/>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C8AF1211-C0F6-2FFD-A98A-B9400A5D0814}"/>
              </a:ext>
              <a:ext uri="{C183D7F6-B498-43B3-948B-1728B52AA6E4}">
                <adec:decorative xmlns:adec="http://schemas.microsoft.com/office/drawing/2017/decorative" val="1"/>
              </a:ext>
            </a:extLst>
          </p:cNvPr>
          <p:cNvCxnSpPr>
            <a:stCxn id="94" idx="3"/>
          </p:cNvCxnSpPr>
          <p:nvPr/>
        </p:nvCxnSpPr>
        <p:spPr>
          <a:xfrm>
            <a:off x="10022675" y="4984491"/>
            <a:ext cx="91440" cy="336113"/>
          </a:xfrm>
          <a:prstGeom prst="bentConnector2">
            <a:avLst/>
          </a:prstGeom>
          <a:ln w="9525">
            <a:solidFill>
              <a:schemeClr val="accent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7" name="Graphic 60">
            <a:extLst>
              <a:ext uri="{FF2B5EF4-FFF2-40B4-BE49-F238E27FC236}">
                <a16:creationId xmlns:a16="http://schemas.microsoft.com/office/drawing/2014/main" id="{27952BED-433A-20EF-F120-D6489E7328E6}"/>
              </a:ext>
              <a:ext uri="{C183D7F6-B498-43B3-948B-1728B52AA6E4}">
                <adec:decorative xmlns:adec="http://schemas.microsoft.com/office/drawing/2017/decorative" val="1"/>
              </a:ext>
            </a:extLst>
          </p:cNvPr>
          <p:cNvSpPr/>
          <p:nvPr/>
        </p:nvSpPr>
        <p:spPr>
          <a:xfrm>
            <a:off x="2480873" y="2129341"/>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78" name="TextBox 77">
            <a:extLst>
              <a:ext uri="{FF2B5EF4-FFF2-40B4-BE49-F238E27FC236}">
                <a16:creationId xmlns:a16="http://schemas.microsoft.com/office/drawing/2014/main" id="{3C976F51-9407-936C-35FB-3E20AEDBA035}"/>
              </a:ext>
              <a:ext uri="{C183D7F6-B498-43B3-948B-1728B52AA6E4}">
                <adec:decorative xmlns:adec="http://schemas.microsoft.com/office/drawing/2017/decorative" val="1"/>
              </a:ext>
            </a:extLst>
          </p:cNvPr>
          <p:cNvSpPr txBox="1">
            <a:spLocks/>
          </p:cNvSpPr>
          <p:nvPr/>
        </p:nvSpPr>
        <p:spPr>
          <a:xfrm>
            <a:off x="410750" y="2479611"/>
            <a:ext cx="2051622" cy="510778"/>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r>
              <a:rPr lang="en-US">
                <a:solidFill>
                  <a:schemeClr val="tx1"/>
                </a:solidFill>
              </a:rPr>
              <a:t>Artificial Intelligence </a:t>
            </a:r>
            <a:br>
              <a:rPr lang="en-US">
                <a:solidFill>
                  <a:schemeClr val="tx1"/>
                </a:solidFill>
              </a:rPr>
            </a:br>
            <a:r>
              <a:rPr lang="en-US">
                <a:solidFill>
                  <a:schemeClr val="tx1"/>
                </a:solidFill>
              </a:rPr>
              <a:t>and Data Act (AIDA)</a:t>
            </a:r>
          </a:p>
        </p:txBody>
      </p:sp>
      <p:sp>
        <p:nvSpPr>
          <p:cNvPr id="79" name="Graphic 60">
            <a:extLst>
              <a:ext uri="{FF2B5EF4-FFF2-40B4-BE49-F238E27FC236}">
                <a16:creationId xmlns:a16="http://schemas.microsoft.com/office/drawing/2014/main" id="{184E2FDE-F7F5-2E9A-2EE8-D7D07BCD9F30}"/>
              </a:ext>
              <a:ext uri="{C183D7F6-B498-43B3-948B-1728B52AA6E4}">
                <adec:decorative xmlns:adec="http://schemas.microsoft.com/office/drawing/2017/decorative" val="1"/>
              </a:ext>
            </a:extLst>
          </p:cNvPr>
          <p:cNvSpPr/>
          <p:nvPr/>
        </p:nvSpPr>
        <p:spPr>
          <a:xfrm>
            <a:off x="2890485" y="2783477"/>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80" name="TextBox 79">
            <a:extLst>
              <a:ext uri="{FF2B5EF4-FFF2-40B4-BE49-F238E27FC236}">
                <a16:creationId xmlns:a16="http://schemas.microsoft.com/office/drawing/2014/main" id="{3FBF5373-6373-CF8B-68FA-593F5D4FEFD8}"/>
              </a:ext>
              <a:ext uri="{C183D7F6-B498-43B3-948B-1728B52AA6E4}">
                <adec:decorative xmlns:adec="http://schemas.microsoft.com/office/drawing/2017/decorative" val="1"/>
              </a:ext>
            </a:extLst>
          </p:cNvPr>
          <p:cNvSpPr txBox="1">
            <a:spLocks/>
          </p:cNvSpPr>
          <p:nvPr/>
        </p:nvSpPr>
        <p:spPr>
          <a:xfrm rot="10800000" flipH="1" flipV="1">
            <a:off x="3054864" y="2089819"/>
            <a:ext cx="2087438" cy="510778"/>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lgn="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a:solidFill>
                  <a:schemeClr val="tx1"/>
                </a:solidFill>
              </a:rPr>
              <a:t>NIST AI Risk Management Framework</a:t>
            </a:r>
          </a:p>
        </p:txBody>
      </p:sp>
      <p:sp>
        <p:nvSpPr>
          <p:cNvPr id="81" name="Graphic 60">
            <a:extLst>
              <a:ext uri="{FF2B5EF4-FFF2-40B4-BE49-F238E27FC236}">
                <a16:creationId xmlns:a16="http://schemas.microsoft.com/office/drawing/2014/main" id="{2C14BCE6-B232-033E-864E-5451081E8B81}"/>
              </a:ext>
              <a:ext uri="{C183D7F6-B498-43B3-948B-1728B52AA6E4}">
                <adec:decorative xmlns:adec="http://schemas.microsoft.com/office/drawing/2017/decorative" val="1"/>
              </a:ext>
            </a:extLst>
          </p:cNvPr>
          <p:cNvSpPr/>
          <p:nvPr/>
        </p:nvSpPr>
        <p:spPr>
          <a:xfrm>
            <a:off x="5848350" y="2425173"/>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82" name="TextBox 81">
            <a:extLst>
              <a:ext uri="{FF2B5EF4-FFF2-40B4-BE49-F238E27FC236}">
                <a16:creationId xmlns:a16="http://schemas.microsoft.com/office/drawing/2014/main" id="{C0B25B67-D0E4-2B2A-50D7-25FC0051A692}"/>
              </a:ext>
              <a:ext uri="{C183D7F6-B498-43B3-948B-1728B52AA6E4}">
                <adec:decorative xmlns:adec="http://schemas.microsoft.com/office/drawing/2017/decorative" val="1"/>
              </a:ext>
            </a:extLst>
          </p:cNvPr>
          <p:cNvSpPr txBox="1">
            <a:spLocks/>
          </p:cNvSpPr>
          <p:nvPr/>
        </p:nvSpPr>
        <p:spPr>
          <a:xfrm>
            <a:off x="6012729" y="1935826"/>
            <a:ext cx="887340" cy="306467"/>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solidFill>
                  <a:schemeClr val="tx1"/>
                </a:solidFill>
              </a:rPr>
              <a:t>EU AI Act</a:t>
            </a:r>
          </a:p>
        </p:txBody>
      </p:sp>
      <p:sp>
        <p:nvSpPr>
          <p:cNvPr id="83" name="Graphic 60">
            <a:extLst>
              <a:ext uri="{FF2B5EF4-FFF2-40B4-BE49-F238E27FC236}">
                <a16:creationId xmlns:a16="http://schemas.microsoft.com/office/drawing/2014/main" id="{31BFEB11-CC29-4631-84A6-A169B8AB62E7}"/>
              </a:ext>
              <a:ext uri="{C183D7F6-B498-43B3-948B-1728B52AA6E4}">
                <adec:decorative xmlns:adec="http://schemas.microsoft.com/office/drawing/2017/decorative" val="1"/>
              </a:ext>
            </a:extLst>
          </p:cNvPr>
          <p:cNvSpPr/>
          <p:nvPr/>
        </p:nvSpPr>
        <p:spPr>
          <a:xfrm>
            <a:off x="9126913" y="2730161"/>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84" name="TextBox 83">
            <a:extLst>
              <a:ext uri="{FF2B5EF4-FFF2-40B4-BE49-F238E27FC236}">
                <a16:creationId xmlns:a16="http://schemas.microsoft.com/office/drawing/2014/main" id="{FBB68689-F037-5DBD-BB5F-FC044CC6847D}"/>
              </a:ext>
              <a:ext uri="{C183D7F6-B498-43B3-948B-1728B52AA6E4}">
                <adec:decorative xmlns:adec="http://schemas.microsoft.com/office/drawing/2017/decorative" val="1"/>
              </a:ext>
            </a:extLst>
          </p:cNvPr>
          <p:cNvSpPr txBox="1">
            <a:spLocks/>
          </p:cNvSpPr>
          <p:nvPr/>
        </p:nvSpPr>
        <p:spPr>
          <a:xfrm>
            <a:off x="7020973" y="1832192"/>
            <a:ext cx="2087438" cy="715089"/>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r>
              <a:rPr lang="en-US">
                <a:solidFill>
                  <a:schemeClr val="tx1"/>
                </a:solidFill>
              </a:rPr>
              <a:t>Interim Measures for </a:t>
            </a:r>
            <a:br>
              <a:rPr lang="en-US">
                <a:solidFill>
                  <a:schemeClr val="tx1"/>
                </a:solidFill>
              </a:rPr>
            </a:br>
            <a:r>
              <a:rPr lang="en-US">
                <a:solidFill>
                  <a:schemeClr val="tx1"/>
                </a:solidFill>
              </a:rPr>
              <a:t>the Management of </a:t>
            </a:r>
            <a:br>
              <a:rPr lang="en-US">
                <a:solidFill>
                  <a:schemeClr val="tx1"/>
                </a:solidFill>
              </a:rPr>
            </a:br>
            <a:r>
              <a:rPr lang="en-US">
                <a:solidFill>
                  <a:schemeClr val="tx1"/>
                </a:solidFill>
              </a:rPr>
              <a:t>Generative AI Services</a:t>
            </a:r>
          </a:p>
        </p:txBody>
      </p:sp>
      <p:sp>
        <p:nvSpPr>
          <p:cNvPr id="85" name="Graphic 60">
            <a:extLst>
              <a:ext uri="{FF2B5EF4-FFF2-40B4-BE49-F238E27FC236}">
                <a16:creationId xmlns:a16="http://schemas.microsoft.com/office/drawing/2014/main" id="{9A1F05A2-C1F7-E4B4-0A68-9447B9E79E74}"/>
              </a:ext>
              <a:ext uri="{C183D7F6-B498-43B3-948B-1728B52AA6E4}">
                <adec:decorative xmlns:adec="http://schemas.microsoft.com/office/drawing/2017/decorative" val="1"/>
              </a:ext>
            </a:extLst>
          </p:cNvPr>
          <p:cNvSpPr/>
          <p:nvPr/>
        </p:nvSpPr>
        <p:spPr>
          <a:xfrm>
            <a:off x="9818634" y="2974999"/>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86" name="TextBox 85">
            <a:extLst>
              <a:ext uri="{FF2B5EF4-FFF2-40B4-BE49-F238E27FC236}">
                <a16:creationId xmlns:a16="http://schemas.microsoft.com/office/drawing/2014/main" id="{825E15FD-FAC7-546B-1E7E-2F7139EED399}"/>
              </a:ext>
              <a:ext uri="{C183D7F6-B498-43B3-948B-1728B52AA6E4}">
                <adec:decorative xmlns:adec="http://schemas.microsoft.com/office/drawing/2017/decorative" val="1"/>
              </a:ext>
            </a:extLst>
          </p:cNvPr>
          <p:cNvSpPr txBox="1">
            <a:spLocks/>
          </p:cNvSpPr>
          <p:nvPr/>
        </p:nvSpPr>
        <p:spPr>
          <a:xfrm>
            <a:off x="9983013" y="2281341"/>
            <a:ext cx="1492943" cy="510778"/>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solidFill>
                  <a:schemeClr val="tx1"/>
                </a:solidFill>
              </a:rPr>
              <a:t>Japan’s AI Promotion Act</a:t>
            </a:r>
          </a:p>
        </p:txBody>
      </p:sp>
      <p:sp>
        <p:nvSpPr>
          <p:cNvPr id="87" name="Graphic 60">
            <a:extLst>
              <a:ext uri="{FF2B5EF4-FFF2-40B4-BE49-F238E27FC236}">
                <a16:creationId xmlns:a16="http://schemas.microsoft.com/office/drawing/2014/main" id="{3C68C9FD-8D47-A7AE-60C1-95DEC723D7C1}"/>
              </a:ext>
              <a:ext uri="{C183D7F6-B498-43B3-948B-1728B52AA6E4}">
                <adec:decorative xmlns:adec="http://schemas.microsoft.com/office/drawing/2017/decorative" val="1"/>
              </a:ext>
            </a:extLst>
          </p:cNvPr>
          <p:cNvSpPr/>
          <p:nvPr/>
        </p:nvSpPr>
        <p:spPr>
          <a:xfrm>
            <a:off x="8191501" y="3477301"/>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88" name="TextBox 87">
            <a:extLst>
              <a:ext uri="{FF2B5EF4-FFF2-40B4-BE49-F238E27FC236}">
                <a16:creationId xmlns:a16="http://schemas.microsoft.com/office/drawing/2014/main" id="{1AA22D45-D602-E8D2-C8C5-492F48C4FB7D}"/>
              </a:ext>
              <a:ext uri="{C183D7F6-B498-43B3-948B-1728B52AA6E4}">
                <adec:decorative xmlns:adec="http://schemas.microsoft.com/office/drawing/2017/decorative" val="1"/>
              </a:ext>
            </a:extLst>
          </p:cNvPr>
          <p:cNvSpPr txBox="1">
            <a:spLocks/>
          </p:cNvSpPr>
          <p:nvPr/>
        </p:nvSpPr>
        <p:spPr>
          <a:xfrm>
            <a:off x="6817258" y="2987954"/>
            <a:ext cx="1355742" cy="306467"/>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solidFill>
                  <a:schemeClr val="tx1"/>
                </a:solidFill>
              </a:rPr>
              <a:t>Digital India Act</a:t>
            </a:r>
          </a:p>
        </p:txBody>
      </p:sp>
      <p:sp>
        <p:nvSpPr>
          <p:cNvPr id="89" name="Graphic 60">
            <a:extLst>
              <a:ext uri="{FF2B5EF4-FFF2-40B4-BE49-F238E27FC236}">
                <a16:creationId xmlns:a16="http://schemas.microsoft.com/office/drawing/2014/main" id="{34DCBF93-1FDB-1D76-7505-25B9EC44353A}"/>
              </a:ext>
              <a:ext uri="{C183D7F6-B498-43B3-948B-1728B52AA6E4}">
                <adec:decorative xmlns:adec="http://schemas.microsoft.com/office/drawing/2017/decorative" val="1"/>
              </a:ext>
            </a:extLst>
          </p:cNvPr>
          <p:cNvSpPr/>
          <p:nvPr/>
        </p:nvSpPr>
        <p:spPr>
          <a:xfrm>
            <a:off x="9042783" y="4050888"/>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90" name="TextBox 89">
            <a:extLst>
              <a:ext uri="{FF2B5EF4-FFF2-40B4-BE49-F238E27FC236}">
                <a16:creationId xmlns:a16="http://schemas.microsoft.com/office/drawing/2014/main" id="{D8C48FC7-D725-4F22-58BF-F0665FF9D8B1}"/>
              </a:ext>
              <a:ext uri="{C183D7F6-B498-43B3-948B-1728B52AA6E4}">
                <adec:decorative xmlns:adec="http://schemas.microsoft.com/office/drawing/2017/decorative" val="1"/>
              </a:ext>
            </a:extLst>
          </p:cNvPr>
          <p:cNvSpPr txBox="1">
            <a:spLocks/>
          </p:cNvSpPr>
          <p:nvPr/>
        </p:nvSpPr>
        <p:spPr>
          <a:xfrm>
            <a:off x="9207162" y="3354852"/>
            <a:ext cx="2031707" cy="510778"/>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solidFill>
                  <a:schemeClr val="tx1"/>
                </a:solidFill>
              </a:rPr>
              <a:t>Model AI Governance </a:t>
            </a:r>
            <a:br>
              <a:rPr lang="en-US">
                <a:solidFill>
                  <a:schemeClr val="tx1"/>
                </a:solidFill>
              </a:rPr>
            </a:br>
            <a:r>
              <a:rPr lang="en-US">
                <a:solidFill>
                  <a:schemeClr val="tx1"/>
                </a:solidFill>
              </a:rPr>
              <a:t>Framework</a:t>
            </a:r>
          </a:p>
        </p:txBody>
      </p:sp>
      <p:sp>
        <p:nvSpPr>
          <p:cNvPr id="91" name="Graphic 60">
            <a:extLst>
              <a:ext uri="{FF2B5EF4-FFF2-40B4-BE49-F238E27FC236}">
                <a16:creationId xmlns:a16="http://schemas.microsoft.com/office/drawing/2014/main" id="{17AD450C-E7B0-CD79-8F4D-09758D5B521C}"/>
              </a:ext>
              <a:ext uri="{C183D7F6-B498-43B3-948B-1728B52AA6E4}">
                <adec:decorative xmlns:adec="http://schemas.microsoft.com/office/drawing/2017/decorative" val="1"/>
              </a:ext>
            </a:extLst>
          </p:cNvPr>
          <p:cNvSpPr/>
          <p:nvPr/>
        </p:nvSpPr>
        <p:spPr>
          <a:xfrm>
            <a:off x="3742548" y="4951962"/>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92" name="TextBox 91">
            <a:extLst>
              <a:ext uri="{FF2B5EF4-FFF2-40B4-BE49-F238E27FC236}">
                <a16:creationId xmlns:a16="http://schemas.microsoft.com/office/drawing/2014/main" id="{ACC831FA-207C-A5B9-C3B9-CCFB81650622}"/>
              </a:ext>
              <a:ext uri="{C183D7F6-B498-43B3-948B-1728B52AA6E4}">
                <adec:decorative xmlns:adec="http://schemas.microsoft.com/office/drawing/2017/decorative" val="1"/>
              </a:ext>
            </a:extLst>
          </p:cNvPr>
          <p:cNvSpPr txBox="1">
            <a:spLocks/>
          </p:cNvSpPr>
          <p:nvPr/>
        </p:nvSpPr>
        <p:spPr>
          <a:xfrm>
            <a:off x="1506370" y="4266336"/>
            <a:ext cx="2217677" cy="510778"/>
          </a:xfrm>
          <a:prstGeom prst="roundRect">
            <a:avLst>
              <a:gd name="adj" fmla="val 12937"/>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20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r>
              <a:rPr lang="en-US" sz="1200" err="1">
                <a:solidFill>
                  <a:schemeClr val="tx1"/>
                </a:solidFill>
              </a:rPr>
              <a:t>Estratégia</a:t>
            </a:r>
            <a:r>
              <a:rPr lang="en-US" sz="1200">
                <a:solidFill>
                  <a:schemeClr val="tx1"/>
                </a:solidFill>
              </a:rPr>
              <a:t> Brasileira de </a:t>
            </a:r>
            <a:br>
              <a:rPr lang="en-US" sz="1200">
                <a:solidFill>
                  <a:schemeClr val="tx1"/>
                </a:solidFill>
              </a:rPr>
            </a:br>
            <a:r>
              <a:rPr lang="en-US" sz="1200" err="1">
                <a:solidFill>
                  <a:schemeClr val="tx1"/>
                </a:solidFill>
              </a:rPr>
              <a:t>Inteligência</a:t>
            </a:r>
            <a:r>
              <a:rPr lang="en-US" sz="1200">
                <a:solidFill>
                  <a:schemeClr val="tx1"/>
                </a:solidFill>
              </a:rPr>
              <a:t> Artificial (EBIA)</a:t>
            </a:r>
          </a:p>
        </p:txBody>
      </p:sp>
      <p:sp>
        <p:nvSpPr>
          <p:cNvPr id="93" name="Graphic 60">
            <a:extLst>
              <a:ext uri="{FF2B5EF4-FFF2-40B4-BE49-F238E27FC236}">
                <a16:creationId xmlns:a16="http://schemas.microsoft.com/office/drawing/2014/main" id="{59DE226F-7887-5932-E9C8-FDC65BFDDBA6}"/>
              </a:ext>
              <a:ext uri="{C183D7F6-B498-43B3-948B-1728B52AA6E4}">
                <adec:decorative xmlns:adec="http://schemas.microsoft.com/office/drawing/2017/decorative" val="1"/>
              </a:ext>
            </a:extLst>
          </p:cNvPr>
          <p:cNvSpPr/>
          <p:nvPr/>
        </p:nvSpPr>
        <p:spPr>
          <a:xfrm>
            <a:off x="10041176" y="5320604"/>
            <a:ext cx="145878" cy="167390"/>
          </a:xfrm>
          <a:custGeom>
            <a:avLst/>
            <a:gdLst>
              <a:gd name="connsiteX0" fmla="*/ 39422 w 269191"/>
              <a:gd name="connsiteY0" fmla="*/ 39422 h 308890"/>
              <a:gd name="connsiteX1" fmla="*/ 229770 w 269191"/>
              <a:gd name="connsiteY1" fmla="*/ 39422 h 308890"/>
              <a:gd name="connsiteX2" fmla="*/ 229770 w 269191"/>
              <a:gd name="connsiteY2" fmla="*/ 229770 h 308890"/>
              <a:gd name="connsiteX3" fmla="*/ 211421 w 269191"/>
              <a:gd name="connsiteY3" fmla="*/ 247916 h 308890"/>
              <a:gd name="connsiteX4" fmla="*/ 158775 w 269191"/>
              <a:gd name="connsiteY4" fmla="*/ 299114 h 308890"/>
              <a:gd name="connsiteX5" fmla="*/ 110420 w 269191"/>
              <a:gd name="connsiteY5" fmla="*/ 299111 h 308890"/>
              <a:gd name="connsiteX6" fmla="*/ 56455 w 269191"/>
              <a:gd name="connsiteY6" fmla="*/ 246618 h 308890"/>
              <a:gd name="connsiteX7" fmla="*/ 39422 w 269191"/>
              <a:gd name="connsiteY7" fmla="*/ 229770 h 308890"/>
              <a:gd name="connsiteX8" fmla="*/ 39422 w 269191"/>
              <a:gd name="connsiteY8" fmla="*/ 39422 h 308890"/>
              <a:gd name="connsiteX9" fmla="*/ 213373 w 269191"/>
              <a:gd name="connsiteY9" fmla="*/ 55818 h 308890"/>
              <a:gd name="connsiteX10" fmla="*/ 55818 w 269191"/>
              <a:gd name="connsiteY10" fmla="*/ 55818 h 308890"/>
              <a:gd name="connsiteX11" fmla="*/ 55818 w 269191"/>
              <a:gd name="connsiteY11" fmla="*/ 213374 h 308890"/>
              <a:gd name="connsiteX12" fmla="*/ 78805 w 269191"/>
              <a:gd name="connsiteY12" fmla="*/ 236058 h 308890"/>
              <a:gd name="connsiteX13" fmla="*/ 126539 w 269191"/>
              <a:gd name="connsiteY13" fmla="*/ 282444 h 308890"/>
              <a:gd name="connsiteX14" fmla="*/ 142657 w 269191"/>
              <a:gd name="connsiteY14" fmla="*/ 282446 h 308890"/>
              <a:gd name="connsiteX15" fmla="*/ 195135 w 269191"/>
              <a:gd name="connsiteY15" fmla="*/ 231412 h 308890"/>
              <a:gd name="connsiteX16" fmla="*/ 213373 w 269191"/>
              <a:gd name="connsiteY16" fmla="*/ 213374 h 308890"/>
              <a:gd name="connsiteX17" fmla="*/ 213373 w 269191"/>
              <a:gd name="connsiteY17" fmla="*/ 55818 h 308890"/>
              <a:gd name="connsiteX18" fmla="*/ 134596 w 269191"/>
              <a:gd name="connsiteY18" fmla="*/ 92453 h 308890"/>
              <a:gd name="connsiteX19" fmla="*/ 180994 w 269191"/>
              <a:gd name="connsiteY19" fmla="*/ 138850 h 308890"/>
              <a:gd name="connsiteX20" fmla="*/ 134596 w 269191"/>
              <a:gd name="connsiteY20" fmla="*/ 185247 h 308890"/>
              <a:gd name="connsiteX21" fmla="*/ 88199 w 269191"/>
              <a:gd name="connsiteY21" fmla="*/ 138850 h 308890"/>
              <a:gd name="connsiteX22" fmla="*/ 134596 w 269191"/>
              <a:gd name="connsiteY22" fmla="*/ 92453 h 308890"/>
              <a:gd name="connsiteX23" fmla="*/ 134596 w 269191"/>
              <a:gd name="connsiteY23" fmla="*/ 115639 h 308890"/>
              <a:gd name="connsiteX24" fmla="*/ 111386 w 269191"/>
              <a:gd name="connsiteY24" fmla="*/ 138850 h 308890"/>
              <a:gd name="connsiteX25" fmla="*/ 134596 w 269191"/>
              <a:gd name="connsiteY25" fmla="*/ 162060 h 308890"/>
              <a:gd name="connsiteX26" fmla="*/ 157807 w 269191"/>
              <a:gd name="connsiteY26" fmla="*/ 138850 h 308890"/>
              <a:gd name="connsiteX27" fmla="*/ 134596 w 269191"/>
              <a:gd name="connsiteY27" fmla="*/ 115639 h 308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69191" h="308890">
                <a:moveTo>
                  <a:pt x="39422" y="39422"/>
                </a:moveTo>
                <a:cubicBezTo>
                  <a:pt x="91985" y="-13141"/>
                  <a:pt x="177207" y="-13141"/>
                  <a:pt x="229770" y="39422"/>
                </a:cubicBezTo>
                <a:cubicBezTo>
                  <a:pt x="282332" y="91985"/>
                  <a:pt x="282332" y="177207"/>
                  <a:pt x="229770" y="229770"/>
                </a:cubicBezTo>
                <a:lnTo>
                  <a:pt x="211421" y="247916"/>
                </a:lnTo>
                <a:cubicBezTo>
                  <a:pt x="197899" y="261188"/>
                  <a:pt x="180351" y="278254"/>
                  <a:pt x="158775" y="299114"/>
                </a:cubicBezTo>
                <a:cubicBezTo>
                  <a:pt x="145291" y="312151"/>
                  <a:pt x="123900" y="312150"/>
                  <a:pt x="110420" y="299111"/>
                </a:cubicBezTo>
                <a:lnTo>
                  <a:pt x="56455" y="246618"/>
                </a:lnTo>
                <a:cubicBezTo>
                  <a:pt x="49672" y="239958"/>
                  <a:pt x="43995" y="234343"/>
                  <a:pt x="39422" y="229770"/>
                </a:cubicBezTo>
                <a:cubicBezTo>
                  <a:pt x="-13141" y="177207"/>
                  <a:pt x="-13141" y="91985"/>
                  <a:pt x="39422" y="39422"/>
                </a:cubicBezTo>
                <a:close/>
                <a:moveTo>
                  <a:pt x="213373" y="55818"/>
                </a:moveTo>
                <a:cubicBezTo>
                  <a:pt x="169866" y="12310"/>
                  <a:pt x="99326" y="12310"/>
                  <a:pt x="55818" y="55818"/>
                </a:cubicBezTo>
                <a:cubicBezTo>
                  <a:pt x="12310" y="99326"/>
                  <a:pt x="12310" y="169866"/>
                  <a:pt x="55818" y="213374"/>
                </a:cubicBezTo>
                <a:lnTo>
                  <a:pt x="78805" y="236058"/>
                </a:lnTo>
                <a:cubicBezTo>
                  <a:pt x="91463" y="248446"/>
                  <a:pt x="107376" y="263910"/>
                  <a:pt x="126539" y="282444"/>
                </a:cubicBezTo>
                <a:cubicBezTo>
                  <a:pt x="131033" y="286789"/>
                  <a:pt x="138163" y="286791"/>
                  <a:pt x="142657" y="282446"/>
                </a:cubicBezTo>
                <a:lnTo>
                  <a:pt x="195135" y="231412"/>
                </a:lnTo>
                <a:cubicBezTo>
                  <a:pt x="202384" y="224297"/>
                  <a:pt x="208464" y="218283"/>
                  <a:pt x="213373" y="213374"/>
                </a:cubicBezTo>
                <a:cubicBezTo>
                  <a:pt x="256883" y="169866"/>
                  <a:pt x="256883" y="99326"/>
                  <a:pt x="213373" y="55818"/>
                </a:cubicBezTo>
                <a:close/>
                <a:moveTo>
                  <a:pt x="134596" y="92453"/>
                </a:moveTo>
                <a:cubicBezTo>
                  <a:pt x="160220" y="92453"/>
                  <a:pt x="180994" y="113225"/>
                  <a:pt x="180994" y="138850"/>
                </a:cubicBezTo>
                <a:cubicBezTo>
                  <a:pt x="180994" y="164475"/>
                  <a:pt x="160220" y="185247"/>
                  <a:pt x="134596" y="185247"/>
                </a:cubicBezTo>
                <a:cubicBezTo>
                  <a:pt x="108971" y="185247"/>
                  <a:pt x="88199" y="164475"/>
                  <a:pt x="88199" y="138850"/>
                </a:cubicBezTo>
                <a:cubicBezTo>
                  <a:pt x="88199" y="113225"/>
                  <a:pt x="108971" y="92453"/>
                  <a:pt x="134596" y="92453"/>
                </a:cubicBezTo>
                <a:close/>
                <a:moveTo>
                  <a:pt x="134596" y="115639"/>
                </a:moveTo>
                <a:cubicBezTo>
                  <a:pt x="121776" y="115639"/>
                  <a:pt x="111386" y="126031"/>
                  <a:pt x="111386" y="138850"/>
                </a:cubicBezTo>
                <a:cubicBezTo>
                  <a:pt x="111386" y="151669"/>
                  <a:pt x="121776" y="162060"/>
                  <a:pt x="134596" y="162060"/>
                </a:cubicBezTo>
                <a:cubicBezTo>
                  <a:pt x="147415" y="162060"/>
                  <a:pt x="157807" y="151669"/>
                  <a:pt x="157807" y="138850"/>
                </a:cubicBezTo>
                <a:cubicBezTo>
                  <a:pt x="157807" y="126031"/>
                  <a:pt x="147415" y="115639"/>
                  <a:pt x="134596" y="115639"/>
                </a:cubicBezTo>
                <a:close/>
              </a:path>
            </a:pathLst>
          </a:custGeom>
          <a:gradFill flip="none" rotWithShape="1">
            <a:gsLst>
              <a:gs pos="80000">
                <a:srgbClr val="0A6BBA"/>
              </a:gs>
              <a:gs pos="0">
                <a:srgbClr val="AC35AF"/>
              </a:gs>
            </a:gsLst>
            <a:path path="circle">
              <a:fillToRect l="100000" t="100000"/>
            </a:path>
            <a:tileRect r="-100000" b="-100000"/>
          </a:gra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latin typeface="+mj-lt"/>
              <a:cs typeface="Segoe Sans Display Semibold" pitchFamily="2" charset="0"/>
            </a:endParaRPr>
          </a:p>
        </p:txBody>
      </p:sp>
      <p:sp>
        <p:nvSpPr>
          <p:cNvPr id="94" name="TextBox 93">
            <a:extLst>
              <a:ext uri="{FF2B5EF4-FFF2-40B4-BE49-F238E27FC236}">
                <a16:creationId xmlns:a16="http://schemas.microsoft.com/office/drawing/2014/main" id="{4D131FE5-E2FF-C813-7921-AEF2DD8FC22B}"/>
              </a:ext>
              <a:ext uri="{C183D7F6-B498-43B3-948B-1728B52AA6E4}">
                <adec:decorative xmlns:adec="http://schemas.microsoft.com/office/drawing/2017/decorative" val="1"/>
              </a:ext>
            </a:extLst>
          </p:cNvPr>
          <p:cNvSpPr txBox="1">
            <a:spLocks/>
          </p:cNvSpPr>
          <p:nvPr/>
        </p:nvSpPr>
        <p:spPr>
          <a:xfrm>
            <a:off x="8671279" y="4831257"/>
            <a:ext cx="1351396" cy="306467"/>
          </a:xfrm>
          <a:prstGeom prst="roundRect">
            <a:avLst/>
          </a:prstGeom>
          <a:noFill/>
          <a:ln w="63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defRPr lang="en-BE"/>
            </a:defPPr>
            <a:lvl1pPr>
              <a:spcAft>
                <a:spcPts val="2400"/>
              </a:spcAft>
              <a:defRPr sz="1200">
                <a:solidFill>
                  <a:schemeClr val="accent2"/>
                </a:solidFill>
                <a:latin typeface="+mj-lt"/>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r"/>
            <a:r>
              <a:rPr lang="en-US">
                <a:solidFill>
                  <a:schemeClr val="tx1"/>
                </a:solidFill>
              </a:rPr>
              <a:t>AI Action Plan</a:t>
            </a:r>
          </a:p>
        </p:txBody>
      </p:sp>
      <p:sp>
        <p:nvSpPr>
          <p:cNvPr id="96" name="Rectangle 95" descr="A world map with labeled callouts showing different countries’ AI‑related laws and frameworks. Labels include: Artificial Intelligence and Data Act and NIST AI Risk Management Framework in North America; Estratégia Brasileira de Inteligência Artificial in Brazil; EU AI Act and Interim Measures for Generative AI in Europe; Digital India Act in India; Model AI Governance Framework and Japan’s AI Promotion Act in Asia; and AI Action Plan in Australia.">
            <a:extLst>
              <a:ext uri="{FF2B5EF4-FFF2-40B4-BE49-F238E27FC236}">
                <a16:creationId xmlns:a16="http://schemas.microsoft.com/office/drawing/2014/main" id="{7F110971-829C-EF1A-3EC8-FC353C2999FF}"/>
              </a:ext>
            </a:extLst>
          </p:cNvPr>
          <p:cNvSpPr/>
          <p:nvPr/>
        </p:nvSpPr>
        <p:spPr bwMode="auto">
          <a:xfrm>
            <a:off x="9891573" y="1280160"/>
            <a:ext cx="203411" cy="14540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N" sz="2000" err="1">
              <a:solidFill>
                <a:schemeClr val="tx1"/>
              </a:solidFill>
              <a:latin typeface="+mj-lt"/>
              <a:ea typeface="Segoe UI" pitchFamily="34" charset="0"/>
              <a:cs typeface="Segoe UI" pitchFamily="34" charset="0"/>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The global regulation landscape is taking a shift in accountability</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8" name="Rectangle: Rounded Corners 7">
            <a:extLst>
              <a:ext uri="{FF2B5EF4-FFF2-40B4-BE49-F238E27FC236}">
                <a16:creationId xmlns:a16="http://schemas.microsoft.com/office/drawing/2014/main" id="{8840CC0A-3148-441D-66B4-09DED10D22BB}"/>
              </a:ext>
              <a:ext uri="{C183D7F6-B498-43B3-948B-1728B52AA6E4}">
                <adec:decorative xmlns:adec="http://schemas.microsoft.com/office/drawing/2017/decorative" val="1"/>
              </a:ext>
            </a:extLst>
          </p:cNvPr>
          <p:cNvSpPr>
            <a:spLocks/>
          </p:cNvSpPr>
          <p:nvPr/>
        </p:nvSpPr>
        <p:spPr bwMode="auto">
          <a:xfrm>
            <a:off x="8075643" y="1739900"/>
            <a:ext cx="3550920" cy="3670300"/>
          </a:xfrm>
          <a:prstGeom prst="roundRect">
            <a:avLst>
              <a:gd name="adj" fmla="val 35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dirty="0">
              <a:solidFill>
                <a:schemeClr val="bg1"/>
              </a:solidFill>
              <a:latin typeface="Segoe UI"/>
              <a:cs typeface="Segoe UI" pitchFamily="34" charset="0"/>
            </a:endParaRPr>
          </a:p>
        </p:txBody>
      </p:sp>
      <p:sp>
        <p:nvSpPr>
          <p:cNvPr id="10" name="Rectangle: Rounded Corners 9">
            <a:extLst>
              <a:ext uri="{FF2B5EF4-FFF2-40B4-BE49-F238E27FC236}">
                <a16:creationId xmlns:a16="http://schemas.microsoft.com/office/drawing/2014/main" id="{701EB623-2F39-3F38-4C66-F5D310E0E87A}"/>
              </a:ext>
              <a:ext uri="{C183D7F6-B498-43B3-948B-1728B52AA6E4}">
                <adec:decorative xmlns:adec="http://schemas.microsoft.com/office/drawing/2017/decorative" val="1"/>
              </a:ext>
            </a:extLst>
          </p:cNvPr>
          <p:cNvSpPr>
            <a:spLocks/>
          </p:cNvSpPr>
          <p:nvPr/>
        </p:nvSpPr>
        <p:spPr bwMode="auto">
          <a:xfrm>
            <a:off x="588263" y="1739900"/>
            <a:ext cx="3550920" cy="3670300"/>
          </a:xfrm>
          <a:prstGeom prst="roundRect">
            <a:avLst>
              <a:gd name="adj" fmla="val 35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dirty="0">
              <a:solidFill>
                <a:schemeClr val="bg1"/>
              </a:solidFill>
              <a:latin typeface="Segoe UI"/>
              <a:cs typeface="Segoe UI" pitchFamily="34" charset="0"/>
            </a:endParaRPr>
          </a:p>
        </p:txBody>
      </p:sp>
      <p:sp>
        <p:nvSpPr>
          <p:cNvPr id="12" name="Rectangle: Rounded Corners 11">
            <a:extLst>
              <a:ext uri="{FF2B5EF4-FFF2-40B4-BE49-F238E27FC236}">
                <a16:creationId xmlns:a16="http://schemas.microsoft.com/office/drawing/2014/main" id="{E18488F4-6B66-136B-BC27-A252C389AFB2}"/>
              </a:ext>
              <a:ext uri="{C183D7F6-B498-43B3-948B-1728B52AA6E4}">
                <adec:decorative xmlns:adec="http://schemas.microsoft.com/office/drawing/2017/decorative" val="1"/>
              </a:ext>
            </a:extLst>
          </p:cNvPr>
          <p:cNvSpPr>
            <a:spLocks/>
          </p:cNvSpPr>
          <p:nvPr/>
        </p:nvSpPr>
        <p:spPr bwMode="auto">
          <a:xfrm>
            <a:off x="4322063" y="1739900"/>
            <a:ext cx="3550920" cy="3670300"/>
          </a:xfrm>
          <a:prstGeom prst="roundRect">
            <a:avLst>
              <a:gd name="adj" fmla="val 350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dirty="0">
              <a:solidFill>
                <a:schemeClr val="bg1"/>
              </a:solidFill>
              <a:latin typeface="Segoe UI"/>
              <a:cs typeface="Segoe UI" pitchFamily="34" charset="0"/>
            </a:endParaRPr>
          </a:p>
        </p:txBody>
      </p:sp>
      <p:sp>
        <p:nvSpPr>
          <p:cNvPr id="14" name="Graphic 68">
            <a:extLst>
              <a:ext uri="{FF2B5EF4-FFF2-40B4-BE49-F238E27FC236}">
                <a16:creationId xmlns:a16="http://schemas.microsoft.com/office/drawing/2014/main" id="{A30A7638-BEE6-AE1B-4B7E-51931B63C38F}"/>
              </a:ext>
              <a:ext uri="{C183D7F6-B498-43B3-948B-1728B52AA6E4}">
                <adec:decorative xmlns:adec="http://schemas.microsoft.com/office/drawing/2017/decorative" val="1"/>
              </a:ext>
            </a:extLst>
          </p:cNvPr>
          <p:cNvSpPr>
            <a:spLocks noChangeAspect="1"/>
          </p:cNvSpPr>
          <p:nvPr/>
        </p:nvSpPr>
        <p:spPr>
          <a:xfrm>
            <a:off x="2013878" y="2158199"/>
            <a:ext cx="682754" cy="682148"/>
          </a:xfrm>
          <a:custGeom>
            <a:avLst/>
            <a:gdLst>
              <a:gd name="connsiteX0" fmla="*/ 154602 w 324635"/>
              <a:gd name="connsiteY0" fmla="*/ 0 h 324348"/>
              <a:gd name="connsiteX1" fmla="*/ 309195 w 324635"/>
              <a:gd name="connsiteY1" fmla="*/ 152907 h 324348"/>
              <a:gd name="connsiteX2" fmla="*/ 285609 w 324635"/>
              <a:gd name="connsiteY2" fmla="*/ 144163 h 324348"/>
              <a:gd name="connsiteX3" fmla="*/ 282355 w 324635"/>
              <a:gd name="connsiteY3" fmla="*/ 123664 h 324348"/>
              <a:gd name="connsiteX4" fmla="*/ 252356 w 324635"/>
              <a:gd name="connsiteY4" fmla="*/ 123671 h 324348"/>
              <a:gd name="connsiteX5" fmla="*/ 242330 w 324635"/>
              <a:gd name="connsiteY5" fmla="*/ 123674 h 324348"/>
              <a:gd name="connsiteX6" fmla="*/ 230448 w 324635"/>
              <a:gd name="connsiteY6" fmla="*/ 123677 h 324348"/>
              <a:gd name="connsiteX7" fmla="*/ 230944 w 324635"/>
              <a:gd name="connsiteY7" fmla="*/ 129380 h 324348"/>
              <a:gd name="connsiteX8" fmla="*/ 208556 w 324635"/>
              <a:gd name="connsiteY8" fmla="*/ 144436 h 324348"/>
              <a:gd name="connsiteX9" fmla="*/ 207111 w 324635"/>
              <a:gd name="connsiteY9" fmla="*/ 123678 h 324348"/>
              <a:gd name="connsiteX10" fmla="*/ 102093 w 324635"/>
              <a:gd name="connsiteY10" fmla="*/ 123678 h 324348"/>
              <a:gd name="connsiteX11" fmla="*/ 100476 w 324635"/>
              <a:gd name="connsiteY11" fmla="*/ 154603 h 324348"/>
              <a:gd name="connsiteX12" fmla="*/ 104182 w 324635"/>
              <a:gd name="connsiteY12" fmla="*/ 200978 h 324348"/>
              <a:gd name="connsiteX13" fmla="*/ 154602 w 324635"/>
              <a:gd name="connsiteY13" fmla="*/ 200978 h 324348"/>
              <a:gd name="connsiteX14" fmla="*/ 154604 w 324635"/>
              <a:gd name="connsiteY14" fmla="*/ 224158 h 324348"/>
              <a:gd name="connsiteX15" fmla="*/ 109173 w 324635"/>
              <a:gd name="connsiteY15" fmla="*/ 224158 h 324348"/>
              <a:gd name="connsiteX16" fmla="*/ 154602 w 324635"/>
              <a:gd name="connsiteY16" fmla="*/ 286018 h 324348"/>
              <a:gd name="connsiteX17" fmla="*/ 167262 w 324635"/>
              <a:gd name="connsiteY17" fmla="*/ 281955 h 324348"/>
              <a:gd name="connsiteX18" fmla="*/ 185765 w 324635"/>
              <a:gd name="connsiteY18" fmla="*/ 306063 h 324348"/>
              <a:gd name="connsiteX19" fmla="*/ 154602 w 324635"/>
              <a:gd name="connsiteY19" fmla="*/ 309204 h 324348"/>
              <a:gd name="connsiteX20" fmla="*/ 0 w 324635"/>
              <a:gd name="connsiteY20" fmla="*/ 154603 h 324348"/>
              <a:gd name="connsiteX21" fmla="*/ 154602 w 324635"/>
              <a:gd name="connsiteY21" fmla="*/ 0 h 324348"/>
              <a:gd name="connsiteX22" fmla="*/ 85171 w 324635"/>
              <a:gd name="connsiteY22" fmla="*/ 224168 h 324348"/>
              <a:gd name="connsiteX23" fmla="*/ 43087 w 324635"/>
              <a:gd name="connsiteY23" fmla="*/ 224165 h 324348"/>
              <a:gd name="connsiteX24" fmla="*/ 106374 w 324635"/>
              <a:gd name="connsiteY24" fmla="*/ 276887 h 324348"/>
              <a:gd name="connsiteX25" fmla="*/ 86738 w 324635"/>
              <a:gd name="connsiteY25" fmla="*/ 230274 h 324348"/>
              <a:gd name="connsiteX26" fmla="*/ 85171 w 324635"/>
              <a:gd name="connsiteY26" fmla="*/ 224168 h 324348"/>
              <a:gd name="connsiteX27" fmla="*/ 78757 w 324635"/>
              <a:gd name="connsiteY27" fmla="*/ 123677 h 324348"/>
              <a:gd name="connsiteX28" fmla="*/ 26856 w 324635"/>
              <a:gd name="connsiteY28" fmla="*/ 123677 h 324348"/>
              <a:gd name="connsiteX29" fmla="*/ 26782 w 324635"/>
              <a:gd name="connsiteY29" fmla="*/ 123942 h 324348"/>
              <a:gd name="connsiteX30" fmla="*/ 23187 w 324635"/>
              <a:gd name="connsiteY30" fmla="*/ 154603 h 324348"/>
              <a:gd name="connsiteX31" fmla="*/ 31604 w 324635"/>
              <a:gd name="connsiteY31" fmla="*/ 200981 h 324348"/>
              <a:gd name="connsiteX32" fmla="*/ 80655 w 324635"/>
              <a:gd name="connsiteY32" fmla="*/ 200975 h 324348"/>
              <a:gd name="connsiteX33" fmla="*/ 77289 w 324635"/>
              <a:gd name="connsiteY33" fmla="*/ 154603 h 324348"/>
              <a:gd name="connsiteX34" fmla="*/ 78757 w 324635"/>
              <a:gd name="connsiteY34" fmla="*/ 123677 h 324348"/>
              <a:gd name="connsiteX35" fmla="*/ 106390 w 324635"/>
              <a:gd name="connsiteY35" fmla="*/ 32318 h 324348"/>
              <a:gd name="connsiteX36" fmla="*/ 106036 w 324635"/>
              <a:gd name="connsiteY36" fmla="*/ 32452 h 324348"/>
              <a:gd name="connsiteX37" fmla="*/ 34806 w 324635"/>
              <a:gd name="connsiteY37" fmla="*/ 100496 h 324348"/>
              <a:gd name="connsiteX38" fmla="*/ 81924 w 324635"/>
              <a:gd name="connsiteY38" fmla="*/ 100502 h 324348"/>
              <a:gd name="connsiteX39" fmla="*/ 106390 w 324635"/>
              <a:gd name="connsiteY39" fmla="*/ 32318 h 324348"/>
              <a:gd name="connsiteX40" fmla="*/ 154602 w 324635"/>
              <a:gd name="connsiteY40" fmla="*/ 23187 h 324348"/>
              <a:gd name="connsiteX41" fmla="*/ 152814 w 324635"/>
              <a:gd name="connsiteY41" fmla="*/ 23269 h 324348"/>
              <a:gd name="connsiteX42" fmla="*/ 105581 w 324635"/>
              <a:gd name="connsiteY42" fmla="*/ 100495 h 324348"/>
              <a:gd name="connsiteX43" fmla="*/ 203624 w 324635"/>
              <a:gd name="connsiteY43" fmla="*/ 100495 h 324348"/>
              <a:gd name="connsiteX44" fmla="*/ 156555 w 324635"/>
              <a:gd name="connsiteY44" fmla="*/ 23284 h 324348"/>
              <a:gd name="connsiteX45" fmla="*/ 154602 w 324635"/>
              <a:gd name="connsiteY45" fmla="*/ 23187 h 324348"/>
              <a:gd name="connsiteX46" fmla="*/ 202831 w 324635"/>
              <a:gd name="connsiteY46" fmla="*/ 32319 h 324348"/>
              <a:gd name="connsiteX47" fmla="*/ 204482 w 324635"/>
              <a:gd name="connsiteY47" fmla="*/ 35010 h 324348"/>
              <a:gd name="connsiteX48" fmla="*/ 227281 w 324635"/>
              <a:gd name="connsiteY48" fmla="*/ 100502 h 324348"/>
              <a:gd name="connsiteX49" fmla="*/ 274398 w 324635"/>
              <a:gd name="connsiteY49" fmla="*/ 100496 h 324348"/>
              <a:gd name="connsiteX50" fmla="*/ 207332 w 324635"/>
              <a:gd name="connsiteY50" fmla="*/ 34193 h 324348"/>
              <a:gd name="connsiteX51" fmla="*/ 202831 w 324635"/>
              <a:gd name="connsiteY51" fmla="*/ 32319 h 324348"/>
              <a:gd name="connsiteX52" fmla="*/ 316913 w 324635"/>
              <a:gd name="connsiteY52" fmla="*/ 169700 h 324348"/>
              <a:gd name="connsiteX53" fmla="*/ 253301 w 324635"/>
              <a:gd name="connsiteY53" fmla="*/ 140780 h 324348"/>
              <a:gd name="connsiteX54" fmla="*/ 241400 w 324635"/>
              <a:gd name="connsiteY54" fmla="*/ 140779 h 324348"/>
              <a:gd name="connsiteX55" fmla="*/ 177781 w 324635"/>
              <a:gd name="connsiteY55" fmla="*/ 169700 h 324348"/>
              <a:gd name="connsiteX56" fmla="*/ 170059 w 324635"/>
              <a:gd name="connsiteY56" fmla="*/ 177782 h 324348"/>
              <a:gd name="connsiteX57" fmla="*/ 170063 w 324635"/>
              <a:gd name="connsiteY57" fmla="*/ 231884 h 324348"/>
              <a:gd name="connsiteX58" fmla="*/ 245385 w 324635"/>
              <a:gd name="connsiteY58" fmla="*/ 324044 h 324348"/>
              <a:gd name="connsiteX59" fmla="*/ 249319 w 324635"/>
              <a:gd name="connsiteY59" fmla="*/ 324044 h 324348"/>
              <a:gd name="connsiteX60" fmla="*/ 324634 w 324635"/>
              <a:gd name="connsiteY60" fmla="*/ 231884 h 324348"/>
              <a:gd name="connsiteX61" fmla="*/ 324636 w 324635"/>
              <a:gd name="connsiteY61" fmla="*/ 177782 h 324348"/>
              <a:gd name="connsiteX62" fmla="*/ 316913 w 324635"/>
              <a:gd name="connsiteY62" fmla="*/ 169700 h 324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24635" h="324348">
                <a:moveTo>
                  <a:pt x="154602" y="0"/>
                </a:moveTo>
                <a:cubicBezTo>
                  <a:pt x="239421" y="0"/>
                  <a:pt x="308286" y="68303"/>
                  <a:pt x="309195" y="152907"/>
                </a:cubicBezTo>
                <a:cubicBezTo>
                  <a:pt x="300555" y="151043"/>
                  <a:pt x="292581" y="147817"/>
                  <a:pt x="285609" y="144163"/>
                </a:cubicBezTo>
                <a:cubicBezTo>
                  <a:pt x="285059" y="137160"/>
                  <a:pt x="283960" y="130314"/>
                  <a:pt x="282355" y="123664"/>
                </a:cubicBezTo>
                <a:lnTo>
                  <a:pt x="252356" y="123671"/>
                </a:lnTo>
                <a:cubicBezTo>
                  <a:pt x="249053" y="122996"/>
                  <a:pt x="245634" y="122996"/>
                  <a:pt x="242330" y="123674"/>
                </a:cubicBezTo>
                <a:lnTo>
                  <a:pt x="230448" y="123677"/>
                </a:lnTo>
                <a:cubicBezTo>
                  <a:pt x="230630" y="125567"/>
                  <a:pt x="230796" y="127467"/>
                  <a:pt x="230944" y="129380"/>
                </a:cubicBezTo>
                <a:cubicBezTo>
                  <a:pt x="225917" y="133650"/>
                  <a:pt x="218167" y="139466"/>
                  <a:pt x="208556" y="144436"/>
                </a:cubicBezTo>
                <a:cubicBezTo>
                  <a:pt x="208315" y="137335"/>
                  <a:pt x="207825" y="130400"/>
                  <a:pt x="207111" y="123678"/>
                </a:cubicBezTo>
                <a:lnTo>
                  <a:pt x="102093" y="123678"/>
                </a:lnTo>
                <a:cubicBezTo>
                  <a:pt x="101042" y="133575"/>
                  <a:pt x="100476" y="143928"/>
                  <a:pt x="100476" y="154603"/>
                </a:cubicBezTo>
                <a:cubicBezTo>
                  <a:pt x="100476" y="170980"/>
                  <a:pt x="101807" y="186597"/>
                  <a:pt x="104182" y="200978"/>
                </a:cubicBezTo>
                <a:lnTo>
                  <a:pt x="154602" y="200978"/>
                </a:lnTo>
                <a:lnTo>
                  <a:pt x="154604" y="224158"/>
                </a:lnTo>
                <a:lnTo>
                  <a:pt x="109173" y="224158"/>
                </a:lnTo>
                <a:cubicBezTo>
                  <a:pt x="119252" y="261475"/>
                  <a:pt x="136772" y="286018"/>
                  <a:pt x="154602" y="286018"/>
                </a:cubicBezTo>
                <a:cubicBezTo>
                  <a:pt x="158873" y="286018"/>
                  <a:pt x="163126" y="284609"/>
                  <a:pt x="167262" y="281955"/>
                </a:cubicBezTo>
                <a:cubicBezTo>
                  <a:pt x="172486" y="291321"/>
                  <a:pt x="178919" y="299317"/>
                  <a:pt x="185765" y="306063"/>
                </a:cubicBezTo>
                <a:cubicBezTo>
                  <a:pt x="175699" y="308122"/>
                  <a:pt x="165278" y="309204"/>
                  <a:pt x="154602" y="309204"/>
                </a:cubicBezTo>
                <a:cubicBezTo>
                  <a:pt x="69218" y="309204"/>
                  <a:pt x="0" y="239987"/>
                  <a:pt x="0" y="154603"/>
                </a:cubicBezTo>
                <a:cubicBezTo>
                  <a:pt x="0" y="69218"/>
                  <a:pt x="69218" y="0"/>
                  <a:pt x="154602" y="0"/>
                </a:cubicBezTo>
                <a:close/>
                <a:moveTo>
                  <a:pt x="85171" y="224168"/>
                </a:moveTo>
                <a:lnTo>
                  <a:pt x="43087" y="224165"/>
                </a:lnTo>
                <a:cubicBezTo>
                  <a:pt x="57901" y="247863"/>
                  <a:pt x="80059" y="266499"/>
                  <a:pt x="106374" y="276887"/>
                </a:cubicBezTo>
                <a:cubicBezTo>
                  <a:pt x="98300" y="264213"/>
                  <a:pt x="91638" y="248350"/>
                  <a:pt x="86738" y="230274"/>
                </a:cubicBezTo>
                <a:lnTo>
                  <a:pt x="85171" y="224168"/>
                </a:lnTo>
                <a:close/>
                <a:moveTo>
                  <a:pt x="78757" y="123677"/>
                </a:moveTo>
                <a:lnTo>
                  <a:pt x="26856" y="123677"/>
                </a:lnTo>
                <a:lnTo>
                  <a:pt x="26782" y="123942"/>
                </a:lnTo>
                <a:cubicBezTo>
                  <a:pt x="24431" y="133780"/>
                  <a:pt x="23187" y="144045"/>
                  <a:pt x="23187" y="154603"/>
                </a:cubicBezTo>
                <a:cubicBezTo>
                  <a:pt x="23187" y="170928"/>
                  <a:pt x="26164" y="186559"/>
                  <a:pt x="31604" y="200981"/>
                </a:cubicBezTo>
                <a:lnTo>
                  <a:pt x="80655" y="200975"/>
                </a:lnTo>
                <a:cubicBezTo>
                  <a:pt x="78455" y="186304"/>
                  <a:pt x="77289" y="170719"/>
                  <a:pt x="77289" y="154603"/>
                </a:cubicBezTo>
                <a:cubicBezTo>
                  <a:pt x="77289" y="144030"/>
                  <a:pt x="77791" y="133685"/>
                  <a:pt x="78757" y="123677"/>
                </a:cubicBezTo>
                <a:close/>
                <a:moveTo>
                  <a:pt x="106390" y="32318"/>
                </a:moveTo>
                <a:lnTo>
                  <a:pt x="106036" y="32452"/>
                </a:lnTo>
                <a:cubicBezTo>
                  <a:pt x="74389" y="45046"/>
                  <a:pt x="48790" y="69583"/>
                  <a:pt x="34806" y="100496"/>
                </a:cubicBezTo>
                <a:lnTo>
                  <a:pt x="81924" y="100502"/>
                </a:lnTo>
                <a:cubicBezTo>
                  <a:pt x="86767" y="73407"/>
                  <a:pt x="95220" y="49820"/>
                  <a:pt x="106390" y="32318"/>
                </a:cubicBezTo>
                <a:close/>
                <a:moveTo>
                  <a:pt x="154602" y="23187"/>
                </a:moveTo>
                <a:lnTo>
                  <a:pt x="152814" y="23269"/>
                </a:lnTo>
                <a:cubicBezTo>
                  <a:pt x="133254" y="25058"/>
                  <a:pt x="114357" y="56004"/>
                  <a:pt x="105581" y="100495"/>
                </a:cubicBezTo>
                <a:lnTo>
                  <a:pt x="203624" y="100495"/>
                </a:lnTo>
                <a:cubicBezTo>
                  <a:pt x="194872" y="56129"/>
                  <a:pt x="176056" y="25232"/>
                  <a:pt x="156555" y="23284"/>
                </a:cubicBezTo>
                <a:lnTo>
                  <a:pt x="154602" y="23187"/>
                </a:lnTo>
                <a:close/>
                <a:moveTo>
                  <a:pt x="202831" y="32319"/>
                </a:moveTo>
                <a:lnTo>
                  <a:pt x="204482" y="35010"/>
                </a:lnTo>
                <a:cubicBezTo>
                  <a:pt x="214826" y="52206"/>
                  <a:pt x="222682" y="74773"/>
                  <a:pt x="227281" y="100502"/>
                </a:cubicBezTo>
                <a:lnTo>
                  <a:pt x="274398" y="100496"/>
                </a:lnTo>
                <a:cubicBezTo>
                  <a:pt x="261033" y="70950"/>
                  <a:pt x="237058" y="47229"/>
                  <a:pt x="207332" y="34193"/>
                </a:cubicBezTo>
                <a:lnTo>
                  <a:pt x="202831" y="32319"/>
                </a:lnTo>
                <a:close/>
                <a:moveTo>
                  <a:pt x="316913" y="169700"/>
                </a:moveTo>
                <a:cubicBezTo>
                  <a:pt x="287438" y="167032"/>
                  <a:pt x="263829" y="149811"/>
                  <a:pt x="253301" y="140780"/>
                </a:cubicBezTo>
                <a:cubicBezTo>
                  <a:pt x="249949" y="137905"/>
                  <a:pt x="244753" y="137904"/>
                  <a:pt x="241400" y="140779"/>
                </a:cubicBezTo>
                <a:cubicBezTo>
                  <a:pt x="230868" y="149808"/>
                  <a:pt x="207252" y="167032"/>
                  <a:pt x="177781" y="169700"/>
                </a:cubicBezTo>
                <a:cubicBezTo>
                  <a:pt x="173529" y="170085"/>
                  <a:pt x="170059" y="173512"/>
                  <a:pt x="170059" y="177782"/>
                </a:cubicBezTo>
                <a:lnTo>
                  <a:pt x="170063" y="231884"/>
                </a:lnTo>
                <a:cubicBezTo>
                  <a:pt x="170063" y="297155"/>
                  <a:pt x="233340" y="320241"/>
                  <a:pt x="245385" y="324044"/>
                </a:cubicBezTo>
                <a:cubicBezTo>
                  <a:pt x="246672" y="324450"/>
                  <a:pt x="248031" y="324450"/>
                  <a:pt x="249319" y="324044"/>
                </a:cubicBezTo>
                <a:cubicBezTo>
                  <a:pt x="261362" y="320241"/>
                  <a:pt x="324634" y="297155"/>
                  <a:pt x="324634" y="231884"/>
                </a:cubicBezTo>
                <a:lnTo>
                  <a:pt x="324636" y="177782"/>
                </a:lnTo>
                <a:cubicBezTo>
                  <a:pt x="324636" y="173512"/>
                  <a:pt x="321165" y="170085"/>
                  <a:pt x="316913" y="169700"/>
                </a:cubicBezTo>
                <a:close/>
              </a:path>
            </a:pathLst>
          </a:cu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dirty="0">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6" name="Freeform: Shape 15">
            <a:extLst>
              <a:ext uri="{FF2B5EF4-FFF2-40B4-BE49-F238E27FC236}">
                <a16:creationId xmlns:a16="http://schemas.microsoft.com/office/drawing/2014/main" id="{A22DB55E-F622-37BC-B193-13F9380A1D51}"/>
              </a:ext>
              <a:ext uri="{C183D7F6-B498-43B3-948B-1728B52AA6E4}">
                <adec:decorative xmlns:adec="http://schemas.microsoft.com/office/drawing/2017/decorative" val="1"/>
              </a:ext>
            </a:extLst>
          </p:cNvPr>
          <p:cNvSpPr>
            <a:spLocks noChangeAspect="1"/>
          </p:cNvSpPr>
          <p:nvPr/>
        </p:nvSpPr>
        <p:spPr>
          <a:xfrm>
            <a:off x="9491406" y="2021590"/>
            <a:ext cx="719394" cy="955366"/>
          </a:xfrm>
          <a:custGeom>
            <a:avLst/>
            <a:gdLst>
              <a:gd name="connsiteX0" fmla="*/ 47894 w 378701"/>
              <a:gd name="connsiteY0" fmla="*/ 425012 h 502920"/>
              <a:gd name="connsiteX1" fmla="*/ 17997 w 378701"/>
              <a:gd name="connsiteY1" fmla="*/ 454968 h 502920"/>
              <a:gd name="connsiteX2" fmla="*/ 47894 w 378701"/>
              <a:gd name="connsiteY2" fmla="*/ 484924 h 502920"/>
              <a:gd name="connsiteX3" fmla="*/ 77851 w 378701"/>
              <a:gd name="connsiteY3" fmla="*/ 454968 h 502920"/>
              <a:gd name="connsiteX4" fmla="*/ 47894 w 378701"/>
              <a:gd name="connsiteY4" fmla="*/ 425012 h 502920"/>
              <a:gd name="connsiteX5" fmla="*/ 47894 w 378701"/>
              <a:gd name="connsiteY5" fmla="*/ 407132 h 502920"/>
              <a:gd name="connsiteX6" fmla="*/ 95789 w 378701"/>
              <a:gd name="connsiteY6" fmla="*/ 455026 h 502920"/>
              <a:gd name="connsiteX7" fmla="*/ 47894 w 378701"/>
              <a:gd name="connsiteY7" fmla="*/ 502920 h 502920"/>
              <a:gd name="connsiteX8" fmla="*/ 0 w 378701"/>
              <a:gd name="connsiteY8" fmla="*/ 455026 h 502920"/>
              <a:gd name="connsiteX9" fmla="*/ 47894 w 378701"/>
              <a:gd name="connsiteY9" fmla="*/ 407132 h 502920"/>
              <a:gd name="connsiteX10" fmla="*/ 161446 w 378701"/>
              <a:gd name="connsiteY10" fmla="*/ 351616 h 502920"/>
              <a:gd name="connsiteX11" fmla="*/ 162442 w 378701"/>
              <a:gd name="connsiteY11" fmla="*/ 352437 h 502920"/>
              <a:gd name="connsiteX12" fmla="*/ 188178 w 378701"/>
              <a:gd name="connsiteY12" fmla="*/ 378172 h 502920"/>
              <a:gd name="connsiteX13" fmla="*/ 213913 w 378701"/>
              <a:gd name="connsiteY13" fmla="*/ 352437 h 502920"/>
              <a:gd name="connsiteX14" fmla="*/ 225227 w 378701"/>
              <a:gd name="connsiteY14" fmla="*/ 351616 h 502920"/>
              <a:gd name="connsiteX15" fmla="*/ 226223 w 378701"/>
              <a:gd name="connsiteY15" fmla="*/ 352437 h 502920"/>
              <a:gd name="connsiteX16" fmla="*/ 227044 w 378701"/>
              <a:gd name="connsiteY16" fmla="*/ 363751 h 502920"/>
              <a:gd name="connsiteX17" fmla="*/ 226223 w 378701"/>
              <a:gd name="connsiteY17" fmla="*/ 364748 h 502920"/>
              <a:gd name="connsiteX18" fmla="*/ 200489 w 378701"/>
              <a:gd name="connsiteY18" fmla="*/ 390483 h 502920"/>
              <a:gd name="connsiteX19" fmla="*/ 226223 w 378701"/>
              <a:gd name="connsiteY19" fmla="*/ 416218 h 502920"/>
              <a:gd name="connsiteX20" fmla="*/ 227044 w 378701"/>
              <a:gd name="connsiteY20" fmla="*/ 427532 h 502920"/>
              <a:gd name="connsiteX21" fmla="*/ 226223 w 378701"/>
              <a:gd name="connsiteY21" fmla="*/ 428528 h 502920"/>
              <a:gd name="connsiteX22" fmla="*/ 214909 w 378701"/>
              <a:gd name="connsiteY22" fmla="*/ 429349 h 502920"/>
              <a:gd name="connsiteX23" fmla="*/ 213913 w 378701"/>
              <a:gd name="connsiteY23" fmla="*/ 428528 h 502920"/>
              <a:gd name="connsiteX24" fmla="*/ 188178 w 378701"/>
              <a:gd name="connsiteY24" fmla="*/ 402794 h 502920"/>
              <a:gd name="connsiteX25" fmla="*/ 162442 w 378701"/>
              <a:gd name="connsiteY25" fmla="*/ 428528 h 502920"/>
              <a:gd name="connsiteX26" fmla="*/ 151128 w 378701"/>
              <a:gd name="connsiteY26" fmla="*/ 429349 h 502920"/>
              <a:gd name="connsiteX27" fmla="*/ 150132 w 378701"/>
              <a:gd name="connsiteY27" fmla="*/ 428528 h 502920"/>
              <a:gd name="connsiteX28" fmla="*/ 149311 w 378701"/>
              <a:gd name="connsiteY28" fmla="*/ 417214 h 502920"/>
              <a:gd name="connsiteX29" fmla="*/ 150132 w 378701"/>
              <a:gd name="connsiteY29" fmla="*/ 416218 h 502920"/>
              <a:gd name="connsiteX30" fmla="*/ 175867 w 378701"/>
              <a:gd name="connsiteY30" fmla="*/ 390483 h 502920"/>
              <a:gd name="connsiteX31" fmla="*/ 150132 w 378701"/>
              <a:gd name="connsiteY31" fmla="*/ 364748 h 502920"/>
              <a:gd name="connsiteX32" fmla="*/ 149311 w 378701"/>
              <a:gd name="connsiteY32" fmla="*/ 353433 h 502920"/>
              <a:gd name="connsiteX33" fmla="*/ 150132 w 378701"/>
              <a:gd name="connsiteY33" fmla="*/ 352437 h 502920"/>
              <a:gd name="connsiteX34" fmla="*/ 161446 w 378701"/>
              <a:gd name="connsiteY34" fmla="*/ 351616 h 502920"/>
              <a:gd name="connsiteX35" fmla="*/ 306126 w 378701"/>
              <a:gd name="connsiteY35" fmla="*/ 314802 h 502920"/>
              <a:gd name="connsiteX36" fmla="*/ 307122 w 378701"/>
              <a:gd name="connsiteY36" fmla="*/ 315623 h 502920"/>
              <a:gd name="connsiteX37" fmla="*/ 332858 w 378701"/>
              <a:gd name="connsiteY37" fmla="*/ 341358 h 502920"/>
              <a:gd name="connsiteX38" fmla="*/ 358593 w 378701"/>
              <a:gd name="connsiteY38" fmla="*/ 315623 h 502920"/>
              <a:gd name="connsiteX39" fmla="*/ 369907 w 378701"/>
              <a:gd name="connsiteY39" fmla="*/ 314802 h 502920"/>
              <a:gd name="connsiteX40" fmla="*/ 370903 w 378701"/>
              <a:gd name="connsiteY40" fmla="*/ 315623 h 502920"/>
              <a:gd name="connsiteX41" fmla="*/ 371724 w 378701"/>
              <a:gd name="connsiteY41" fmla="*/ 326937 h 502920"/>
              <a:gd name="connsiteX42" fmla="*/ 370903 w 378701"/>
              <a:gd name="connsiteY42" fmla="*/ 327934 h 502920"/>
              <a:gd name="connsiteX43" fmla="*/ 345169 w 378701"/>
              <a:gd name="connsiteY43" fmla="*/ 353669 h 502920"/>
              <a:gd name="connsiteX44" fmla="*/ 370903 w 378701"/>
              <a:gd name="connsiteY44" fmla="*/ 379404 h 502920"/>
              <a:gd name="connsiteX45" fmla="*/ 371724 w 378701"/>
              <a:gd name="connsiteY45" fmla="*/ 390718 h 502920"/>
              <a:gd name="connsiteX46" fmla="*/ 370903 w 378701"/>
              <a:gd name="connsiteY46" fmla="*/ 391714 h 502920"/>
              <a:gd name="connsiteX47" fmla="*/ 359589 w 378701"/>
              <a:gd name="connsiteY47" fmla="*/ 392535 h 502920"/>
              <a:gd name="connsiteX48" fmla="*/ 358593 w 378701"/>
              <a:gd name="connsiteY48" fmla="*/ 391714 h 502920"/>
              <a:gd name="connsiteX49" fmla="*/ 332858 w 378701"/>
              <a:gd name="connsiteY49" fmla="*/ 365980 h 502920"/>
              <a:gd name="connsiteX50" fmla="*/ 307122 w 378701"/>
              <a:gd name="connsiteY50" fmla="*/ 391714 h 502920"/>
              <a:gd name="connsiteX51" fmla="*/ 295808 w 378701"/>
              <a:gd name="connsiteY51" fmla="*/ 392535 h 502920"/>
              <a:gd name="connsiteX52" fmla="*/ 294812 w 378701"/>
              <a:gd name="connsiteY52" fmla="*/ 391714 h 502920"/>
              <a:gd name="connsiteX53" fmla="*/ 293991 w 378701"/>
              <a:gd name="connsiteY53" fmla="*/ 380400 h 502920"/>
              <a:gd name="connsiteX54" fmla="*/ 294812 w 378701"/>
              <a:gd name="connsiteY54" fmla="*/ 379404 h 502920"/>
              <a:gd name="connsiteX55" fmla="*/ 320547 w 378701"/>
              <a:gd name="connsiteY55" fmla="*/ 353669 h 502920"/>
              <a:gd name="connsiteX56" fmla="*/ 294812 w 378701"/>
              <a:gd name="connsiteY56" fmla="*/ 327934 h 502920"/>
              <a:gd name="connsiteX57" fmla="*/ 293991 w 378701"/>
              <a:gd name="connsiteY57" fmla="*/ 316619 h 502920"/>
              <a:gd name="connsiteX58" fmla="*/ 294812 w 378701"/>
              <a:gd name="connsiteY58" fmla="*/ 315623 h 502920"/>
              <a:gd name="connsiteX59" fmla="*/ 306126 w 378701"/>
              <a:gd name="connsiteY59" fmla="*/ 314802 h 502920"/>
              <a:gd name="connsiteX60" fmla="*/ 123635 w 378701"/>
              <a:gd name="connsiteY60" fmla="*/ 153884 h 502920"/>
              <a:gd name="connsiteX61" fmla="*/ 124631 w 378701"/>
              <a:gd name="connsiteY61" fmla="*/ 154705 h 502920"/>
              <a:gd name="connsiteX62" fmla="*/ 150367 w 378701"/>
              <a:gd name="connsiteY62" fmla="*/ 180440 h 502920"/>
              <a:gd name="connsiteX63" fmla="*/ 176102 w 378701"/>
              <a:gd name="connsiteY63" fmla="*/ 154705 h 502920"/>
              <a:gd name="connsiteX64" fmla="*/ 187416 w 378701"/>
              <a:gd name="connsiteY64" fmla="*/ 153884 h 502920"/>
              <a:gd name="connsiteX65" fmla="*/ 188412 w 378701"/>
              <a:gd name="connsiteY65" fmla="*/ 154705 h 502920"/>
              <a:gd name="connsiteX66" fmla="*/ 189233 w 378701"/>
              <a:gd name="connsiteY66" fmla="*/ 166019 h 502920"/>
              <a:gd name="connsiteX67" fmla="*/ 188412 w 378701"/>
              <a:gd name="connsiteY67" fmla="*/ 167015 h 502920"/>
              <a:gd name="connsiteX68" fmla="*/ 162678 w 378701"/>
              <a:gd name="connsiteY68" fmla="*/ 192750 h 502920"/>
              <a:gd name="connsiteX69" fmla="*/ 188412 w 378701"/>
              <a:gd name="connsiteY69" fmla="*/ 218486 h 502920"/>
              <a:gd name="connsiteX70" fmla="*/ 189233 w 378701"/>
              <a:gd name="connsiteY70" fmla="*/ 229800 h 502920"/>
              <a:gd name="connsiteX71" fmla="*/ 188412 w 378701"/>
              <a:gd name="connsiteY71" fmla="*/ 230796 h 502920"/>
              <a:gd name="connsiteX72" fmla="*/ 177098 w 378701"/>
              <a:gd name="connsiteY72" fmla="*/ 231617 h 502920"/>
              <a:gd name="connsiteX73" fmla="*/ 176102 w 378701"/>
              <a:gd name="connsiteY73" fmla="*/ 230796 h 502920"/>
              <a:gd name="connsiteX74" fmla="*/ 150367 w 378701"/>
              <a:gd name="connsiteY74" fmla="*/ 205061 h 502920"/>
              <a:gd name="connsiteX75" fmla="*/ 124631 w 378701"/>
              <a:gd name="connsiteY75" fmla="*/ 230796 h 502920"/>
              <a:gd name="connsiteX76" fmla="*/ 113317 w 378701"/>
              <a:gd name="connsiteY76" fmla="*/ 231617 h 502920"/>
              <a:gd name="connsiteX77" fmla="*/ 112321 w 378701"/>
              <a:gd name="connsiteY77" fmla="*/ 230796 h 502920"/>
              <a:gd name="connsiteX78" fmla="*/ 111500 w 378701"/>
              <a:gd name="connsiteY78" fmla="*/ 219482 h 502920"/>
              <a:gd name="connsiteX79" fmla="*/ 112321 w 378701"/>
              <a:gd name="connsiteY79" fmla="*/ 218486 h 502920"/>
              <a:gd name="connsiteX80" fmla="*/ 138056 w 378701"/>
              <a:gd name="connsiteY80" fmla="*/ 192750 h 502920"/>
              <a:gd name="connsiteX81" fmla="*/ 112321 w 378701"/>
              <a:gd name="connsiteY81" fmla="*/ 167015 h 502920"/>
              <a:gd name="connsiteX82" fmla="*/ 111500 w 378701"/>
              <a:gd name="connsiteY82" fmla="*/ 155701 h 502920"/>
              <a:gd name="connsiteX83" fmla="*/ 112321 w 378701"/>
              <a:gd name="connsiteY83" fmla="*/ 154705 h 502920"/>
              <a:gd name="connsiteX84" fmla="*/ 123635 w 378701"/>
              <a:gd name="connsiteY84" fmla="*/ 153884 h 502920"/>
              <a:gd name="connsiteX85" fmla="*/ 322775 w 378701"/>
              <a:gd name="connsiteY85" fmla="*/ 126741 h 502920"/>
              <a:gd name="connsiteX86" fmla="*/ 339072 w 378701"/>
              <a:gd name="connsiteY86" fmla="*/ 126741 h 502920"/>
              <a:gd name="connsiteX87" fmla="*/ 370376 w 378701"/>
              <a:gd name="connsiteY87" fmla="*/ 158046 h 502920"/>
              <a:gd name="connsiteX88" fmla="*/ 369790 w 378701"/>
              <a:gd name="connsiteY88" fmla="*/ 174342 h 502920"/>
              <a:gd name="connsiteX89" fmla="*/ 369731 w 378701"/>
              <a:gd name="connsiteY89" fmla="*/ 174402 h 502920"/>
              <a:gd name="connsiteX90" fmla="*/ 353434 w 378701"/>
              <a:gd name="connsiteY90" fmla="*/ 173815 h 502920"/>
              <a:gd name="connsiteX91" fmla="*/ 342472 w 378701"/>
              <a:gd name="connsiteY91" fmla="*/ 162853 h 502920"/>
              <a:gd name="connsiteX92" fmla="*/ 342472 w 378701"/>
              <a:gd name="connsiteY92" fmla="*/ 192750 h 502920"/>
              <a:gd name="connsiteX93" fmla="*/ 342413 w 378701"/>
              <a:gd name="connsiteY93" fmla="*/ 194480 h 502920"/>
              <a:gd name="connsiteX94" fmla="*/ 342413 w 378701"/>
              <a:gd name="connsiteY94" fmla="*/ 196209 h 502920"/>
              <a:gd name="connsiteX95" fmla="*/ 342355 w 378701"/>
              <a:gd name="connsiteY95" fmla="*/ 196209 h 502920"/>
              <a:gd name="connsiteX96" fmla="*/ 342355 w 378701"/>
              <a:gd name="connsiteY96" fmla="*/ 196209 h 502920"/>
              <a:gd name="connsiteX97" fmla="*/ 244338 w 378701"/>
              <a:gd name="connsiteY97" fmla="*/ 290942 h 502920"/>
              <a:gd name="connsiteX98" fmla="*/ 134597 w 378701"/>
              <a:gd name="connsiteY98" fmla="*/ 290942 h 502920"/>
              <a:gd name="connsiteX99" fmla="*/ 59502 w 378701"/>
              <a:gd name="connsiteY99" fmla="*/ 366038 h 502920"/>
              <a:gd name="connsiteX100" fmla="*/ 59502 w 378701"/>
              <a:gd name="connsiteY100" fmla="*/ 379638 h 502920"/>
              <a:gd name="connsiteX101" fmla="*/ 47953 w 378701"/>
              <a:gd name="connsiteY101" fmla="*/ 391187 h 502920"/>
              <a:gd name="connsiteX102" fmla="*/ 36405 w 378701"/>
              <a:gd name="connsiteY102" fmla="*/ 379638 h 502920"/>
              <a:gd name="connsiteX103" fmla="*/ 36405 w 378701"/>
              <a:gd name="connsiteY103" fmla="*/ 366038 h 502920"/>
              <a:gd name="connsiteX104" fmla="*/ 134597 w 378701"/>
              <a:gd name="connsiteY104" fmla="*/ 267845 h 502920"/>
              <a:gd name="connsiteX105" fmla="*/ 244338 w 378701"/>
              <a:gd name="connsiteY105" fmla="*/ 267845 h 502920"/>
              <a:gd name="connsiteX106" fmla="*/ 319433 w 378701"/>
              <a:gd name="connsiteY106" fmla="*/ 192750 h 502920"/>
              <a:gd name="connsiteX107" fmla="*/ 319433 w 378701"/>
              <a:gd name="connsiteY107" fmla="*/ 162853 h 502920"/>
              <a:gd name="connsiteX108" fmla="*/ 308295 w 378701"/>
              <a:gd name="connsiteY108" fmla="*/ 173815 h 502920"/>
              <a:gd name="connsiteX109" fmla="*/ 307709 w 378701"/>
              <a:gd name="connsiteY109" fmla="*/ 174402 h 502920"/>
              <a:gd name="connsiteX110" fmla="*/ 291412 w 378701"/>
              <a:gd name="connsiteY110" fmla="*/ 173815 h 502920"/>
              <a:gd name="connsiteX111" fmla="*/ 291998 w 378701"/>
              <a:gd name="connsiteY111" fmla="*/ 157518 h 502920"/>
              <a:gd name="connsiteX112" fmla="*/ 330806 w 378701"/>
              <a:gd name="connsiteY112" fmla="*/ 17879 h 502920"/>
              <a:gd name="connsiteX113" fmla="*/ 300908 w 378701"/>
              <a:gd name="connsiteY113" fmla="*/ 47835 h 502920"/>
              <a:gd name="connsiteX114" fmla="*/ 330806 w 378701"/>
              <a:gd name="connsiteY114" fmla="*/ 77791 h 502920"/>
              <a:gd name="connsiteX115" fmla="*/ 360762 w 378701"/>
              <a:gd name="connsiteY115" fmla="*/ 47835 h 502920"/>
              <a:gd name="connsiteX116" fmla="*/ 330806 w 378701"/>
              <a:gd name="connsiteY116" fmla="*/ 17879 h 502920"/>
              <a:gd name="connsiteX117" fmla="*/ 330806 w 378701"/>
              <a:gd name="connsiteY117" fmla="*/ 0 h 502920"/>
              <a:gd name="connsiteX118" fmla="*/ 378701 w 378701"/>
              <a:gd name="connsiteY118" fmla="*/ 47894 h 502920"/>
              <a:gd name="connsiteX119" fmla="*/ 330806 w 378701"/>
              <a:gd name="connsiteY119" fmla="*/ 95788 h 502920"/>
              <a:gd name="connsiteX120" fmla="*/ 282911 w 378701"/>
              <a:gd name="connsiteY120" fmla="*/ 47894 h 502920"/>
              <a:gd name="connsiteX121" fmla="*/ 330806 w 378701"/>
              <a:gd name="connsiteY121" fmla="*/ 0 h 502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378701" h="502920">
                <a:moveTo>
                  <a:pt x="47894" y="425012"/>
                </a:moveTo>
                <a:cubicBezTo>
                  <a:pt x="31422" y="425012"/>
                  <a:pt x="17997" y="438436"/>
                  <a:pt x="17997" y="454968"/>
                </a:cubicBezTo>
                <a:cubicBezTo>
                  <a:pt x="17997" y="471499"/>
                  <a:pt x="31422" y="484924"/>
                  <a:pt x="47894" y="484924"/>
                </a:cubicBezTo>
                <a:cubicBezTo>
                  <a:pt x="64426" y="484924"/>
                  <a:pt x="77851" y="471499"/>
                  <a:pt x="77851" y="454968"/>
                </a:cubicBezTo>
                <a:cubicBezTo>
                  <a:pt x="77851" y="438436"/>
                  <a:pt x="64367" y="425012"/>
                  <a:pt x="47894" y="425012"/>
                </a:cubicBezTo>
                <a:close/>
                <a:moveTo>
                  <a:pt x="47894" y="407132"/>
                </a:moveTo>
                <a:cubicBezTo>
                  <a:pt x="74333" y="407132"/>
                  <a:pt x="95789" y="428588"/>
                  <a:pt x="95789" y="455026"/>
                </a:cubicBezTo>
                <a:cubicBezTo>
                  <a:pt x="95789" y="481465"/>
                  <a:pt x="74333" y="502920"/>
                  <a:pt x="47894" y="502920"/>
                </a:cubicBezTo>
                <a:cubicBezTo>
                  <a:pt x="21456" y="502920"/>
                  <a:pt x="0" y="481465"/>
                  <a:pt x="0" y="455026"/>
                </a:cubicBezTo>
                <a:cubicBezTo>
                  <a:pt x="0" y="428588"/>
                  <a:pt x="21456" y="407132"/>
                  <a:pt x="47894" y="407132"/>
                </a:cubicBezTo>
                <a:close/>
                <a:moveTo>
                  <a:pt x="161446" y="351616"/>
                </a:moveTo>
                <a:lnTo>
                  <a:pt x="162442" y="352437"/>
                </a:lnTo>
                <a:lnTo>
                  <a:pt x="188178" y="378172"/>
                </a:lnTo>
                <a:lnTo>
                  <a:pt x="213913" y="352437"/>
                </a:lnTo>
                <a:cubicBezTo>
                  <a:pt x="216961" y="349388"/>
                  <a:pt x="221768" y="349036"/>
                  <a:pt x="225227" y="351616"/>
                </a:cubicBezTo>
                <a:lnTo>
                  <a:pt x="226223" y="352437"/>
                </a:lnTo>
                <a:cubicBezTo>
                  <a:pt x="229272" y="355485"/>
                  <a:pt x="229624" y="360293"/>
                  <a:pt x="227044" y="363751"/>
                </a:cubicBezTo>
                <a:lnTo>
                  <a:pt x="226223" y="364748"/>
                </a:lnTo>
                <a:lnTo>
                  <a:pt x="200489" y="390483"/>
                </a:lnTo>
                <a:lnTo>
                  <a:pt x="226223" y="416218"/>
                </a:lnTo>
                <a:cubicBezTo>
                  <a:pt x="229272" y="419266"/>
                  <a:pt x="229624" y="424074"/>
                  <a:pt x="227044" y="427532"/>
                </a:cubicBezTo>
                <a:lnTo>
                  <a:pt x="226223" y="428528"/>
                </a:lnTo>
                <a:cubicBezTo>
                  <a:pt x="223175" y="431577"/>
                  <a:pt x="218368" y="431929"/>
                  <a:pt x="214909" y="429349"/>
                </a:cubicBezTo>
                <a:lnTo>
                  <a:pt x="213913" y="428528"/>
                </a:lnTo>
                <a:lnTo>
                  <a:pt x="188178" y="402794"/>
                </a:lnTo>
                <a:lnTo>
                  <a:pt x="162442" y="428528"/>
                </a:lnTo>
                <a:cubicBezTo>
                  <a:pt x="159394" y="431577"/>
                  <a:pt x="154587" y="431929"/>
                  <a:pt x="151128" y="429349"/>
                </a:cubicBezTo>
                <a:lnTo>
                  <a:pt x="150132" y="428528"/>
                </a:lnTo>
                <a:cubicBezTo>
                  <a:pt x="147083" y="425480"/>
                  <a:pt x="146731" y="420673"/>
                  <a:pt x="149311" y="417214"/>
                </a:cubicBezTo>
                <a:lnTo>
                  <a:pt x="150132" y="416218"/>
                </a:lnTo>
                <a:lnTo>
                  <a:pt x="175867" y="390483"/>
                </a:lnTo>
                <a:lnTo>
                  <a:pt x="150132" y="364748"/>
                </a:lnTo>
                <a:cubicBezTo>
                  <a:pt x="147083" y="361699"/>
                  <a:pt x="146731" y="356892"/>
                  <a:pt x="149311" y="353433"/>
                </a:cubicBezTo>
                <a:lnTo>
                  <a:pt x="150132" y="352437"/>
                </a:lnTo>
                <a:cubicBezTo>
                  <a:pt x="153180" y="349388"/>
                  <a:pt x="157987" y="349036"/>
                  <a:pt x="161446" y="351616"/>
                </a:cubicBezTo>
                <a:close/>
                <a:moveTo>
                  <a:pt x="306126" y="314802"/>
                </a:moveTo>
                <a:lnTo>
                  <a:pt x="307122" y="315623"/>
                </a:lnTo>
                <a:lnTo>
                  <a:pt x="332858" y="341358"/>
                </a:lnTo>
                <a:lnTo>
                  <a:pt x="358593" y="315623"/>
                </a:lnTo>
                <a:cubicBezTo>
                  <a:pt x="361641" y="312574"/>
                  <a:pt x="366448" y="312222"/>
                  <a:pt x="369907" y="314802"/>
                </a:cubicBezTo>
                <a:lnTo>
                  <a:pt x="370903" y="315623"/>
                </a:lnTo>
                <a:cubicBezTo>
                  <a:pt x="373952" y="318671"/>
                  <a:pt x="374304" y="323478"/>
                  <a:pt x="371724" y="326937"/>
                </a:cubicBezTo>
                <a:lnTo>
                  <a:pt x="370903" y="327934"/>
                </a:lnTo>
                <a:lnTo>
                  <a:pt x="345169" y="353669"/>
                </a:lnTo>
                <a:lnTo>
                  <a:pt x="370903" y="379404"/>
                </a:lnTo>
                <a:cubicBezTo>
                  <a:pt x="373952" y="382452"/>
                  <a:pt x="374304" y="387260"/>
                  <a:pt x="371724" y="390718"/>
                </a:cubicBezTo>
                <a:lnTo>
                  <a:pt x="370903" y="391714"/>
                </a:lnTo>
                <a:cubicBezTo>
                  <a:pt x="367855" y="394763"/>
                  <a:pt x="363048" y="395115"/>
                  <a:pt x="359589" y="392535"/>
                </a:cubicBezTo>
                <a:lnTo>
                  <a:pt x="358593" y="391714"/>
                </a:lnTo>
                <a:lnTo>
                  <a:pt x="332858" y="365980"/>
                </a:lnTo>
                <a:lnTo>
                  <a:pt x="307122" y="391714"/>
                </a:lnTo>
                <a:cubicBezTo>
                  <a:pt x="304074" y="394763"/>
                  <a:pt x="299267" y="395115"/>
                  <a:pt x="295808" y="392535"/>
                </a:cubicBezTo>
                <a:lnTo>
                  <a:pt x="294812" y="391714"/>
                </a:lnTo>
                <a:cubicBezTo>
                  <a:pt x="291763" y="388666"/>
                  <a:pt x="291411" y="383859"/>
                  <a:pt x="293991" y="380400"/>
                </a:cubicBezTo>
                <a:lnTo>
                  <a:pt x="294812" y="379404"/>
                </a:lnTo>
                <a:lnTo>
                  <a:pt x="320547" y="353669"/>
                </a:lnTo>
                <a:lnTo>
                  <a:pt x="294812" y="327934"/>
                </a:lnTo>
                <a:cubicBezTo>
                  <a:pt x="291763" y="324885"/>
                  <a:pt x="291411" y="320078"/>
                  <a:pt x="293991" y="316619"/>
                </a:cubicBezTo>
                <a:lnTo>
                  <a:pt x="294812" y="315623"/>
                </a:lnTo>
                <a:cubicBezTo>
                  <a:pt x="297860" y="312574"/>
                  <a:pt x="302667" y="312222"/>
                  <a:pt x="306126" y="314802"/>
                </a:cubicBezTo>
                <a:close/>
                <a:moveTo>
                  <a:pt x="123635" y="153884"/>
                </a:moveTo>
                <a:lnTo>
                  <a:pt x="124631" y="154705"/>
                </a:lnTo>
                <a:lnTo>
                  <a:pt x="150367" y="180440"/>
                </a:lnTo>
                <a:lnTo>
                  <a:pt x="176102" y="154705"/>
                </a:lnTo>
                <a:cubicBezTo>
                  <a:pt x="179150" y="151656"/>
                  <a:pt x="183957" y="151304"/>
                  <a:pt x="187416" y="153884"/>
                </a:cubicBezTo>
                <a:lnTo>
                  <a:pt x="188412" y="154705"/>
                </a:lnTo>
                <a:cubicBezTo>
                  <a:pt x="191461" y="157753"/>
                  <a:pt x="191813" y="162560"/>
                  <a:pt x="189233" y="166019"/>
                </a:cubicBezTo>
                <a:lnTo>
                  <a:pt x="188412" y="167015"/>
                </a:lnTo>
                <a:lnTo>
                  <a:pt x="162678" y="192750"/>
                </a:lnTo>
                <a:lnTo>
                  <a:pt x="188412" y="218486"/>
                </a:lnTo>
                <a:cubicBezTo>
                  <a:pt x="191461" y="221534"/>
                  <a:pt x="191813" y="226341"/>
                  <a:pt x="189233" y="229800"/>
                </a:cubicBezTo>
                <a:lnTo>
                  <a:pt x="188412" y="230796"/>
                </a:lnTo>
                <a:cubicBezTo>
                  <a:pt x="185364" y="233845"/>
                  <a:pt x="180557" y="234197"/>
                  <a:pt x="177098" y="231617"/>
                </a:cubicBezTo>
                <a:lnTo>
                  <a:pt x="176102" y="230796"/>
                </a:lnTo>
                <a:lnTo>
                  <a:pt x="150367" y="205061"/>
                </a:lnTo>
                <a:lnTo>
                  <a:pt x="124631" y="230796"/>
                </a:lnTo>
                <a:cubicBezTo>
                  <a:pt x="121583" y="233845"/>
                  <a:pt x="116776" y="234197"/>
                  <a:pt x="113317" y="231617"/>
                </a:cubicBezTo>
                <a:lnTo>
                  <a:pt x="112321" y="230796"/>
                </a:lnTo>
                <a:cubicBezTo>
                  <a:pt x="109272" y="227748"/>
                  <a:pt x="108920" y="222941"/>
                  <a:pt x="111500" y="219482"/>
                </a:cubicBezTo>
                <a:lnTo>
                  <a:pt x="112321" y="218486"/>
                </a:lnTo>
                <a:lnTo>
                  <a:pt x="138056" y="192750"/>
                </a:lnTo>
                <a:lnTo>
                  <a:pt x="112321" y="167015"/>
                </a:lnTo>
                <a:cubicBezTo>
                  <a:pt x="109272" y="163967"/>
                  <a:pt x="108920" y="159160"/>
                  <a:pt x="111500" y="155701"/>
                </a:cubicBezTo>
                <a:lnTo>
                  <a:pt x="112321" y="154705"/>
                </a:lnTo>
                <a:cubicBezTo>
                  <a:pt x="115369" y="151656"/>
                  <a:pt x="120176" y="151304"/>
                  <a:pt x="123635" y="153884"/>
                </a:cubicBezTo>
                <a:close/>
                <a:moveTo>
                  <a:pt x="322775" y="126741"/>
                </a:moveTo>
                <a:cubicBezTo>
                  <a:pt x="327230" y="122286"/>
                  <a:pt x="334617" y="122286"/>
                  <a:pt x="339072" y="126741"/>
                </a:cubicBezTo>
                <a:lnTo>
                  <a:pt x="370376" y="158046"/>
                </a:lnTo>
                <a:cubicBezTo>
                  <a:pt x="374714" y="162794"/>
                  <a:pt x="374538" y="170005"/>
                  <a:pt x="369790" y="174342"/>
                </a:cubicBezTo>
                <a:lnTo>
                  <a:pt x="369731" y="174402"/>
                </a:lnTo>
                <a:cubicBezTo>
                  <a:pt x="365100" y="178739"/>
                  <a:pt x="357772" y="178563"/>
                  <a:pt x="353434" y="173815"/>
                </a:cubicBezTo>
                <a:lnTo>
                  <a:pt x="342472" y="162853"/>
                </a:lnTo>
                <a:lnTo>
                  <a:pt x="342472" y="192750"/>
                </a:lnTo>
                <a:lnTo>
                  <a:pt x="342413" y="194480"/>
                </a:lnTo>
                <a:lnTo>
                  <a:pt x="342413" y="196209"/>
                </a:lnTo>
                <a:lnTo>
                  <a:pt x="342355" y="196209"/>
                </a:lnTo>
                <a:lnTo>
                  <a:pt x="342355" y="196209"/>
                </a:lnTo>
                <a:cubicBezTo>
                  <a:pt x="340596" y="248793"/>
                  <a:pt x="297333" y="290942"/>
                  <a:pt x="244338" y="290942"/>
                </a:cubicBezTo>
                <a:lnTo>
                  <a:pt x="134597" y="290942"/>
                </a:lnTo>
                <a:cubicBezTo>
                  <a:pt x="93327" y="290942"/>
                  <a:pt x="59502" y="324592"/>
                  <a:pt x="59502" y="366038"/>
                </a:cubicBezTo>
                <a:lnTo>
                  <a:pt x="59502" y="379638"/>
                </a:lnTo>
                <a:cubicBezTo>
                  <a:pt x="59502" y="385970"/>
                  <a:pt x="54284" y="391187"/>
                  <a:pt x="47953" y="391187"/>
                </a:cubicBezTo>
                <a:cubicBezTo>
                  <a:pt x="41622" y="391187"/>
                  <a:pt x="36405" y="385970"/>
                  <a:pt x="36405" y="379638"/>
                </a:cubicBezTo>
                <a:lnTo>
                  <a:pt x="36405" y="366038"/>
                </a:lnTo>
                <a:cubicBezTo>
                  <a:pt x="36405" y="311871"/>
                  <a:pt x="80430" y="267845"/>
                  <a:pt x="134597" y="267845"/>
                </a:cubicBezTo>
                <a:lnTo>
                  <a:pt x="244338" y="267845"/>
                </a:lnTo>
                <a:cubicBezTo>
                  <a:pt x="285608" y="267845"/>
                  <a:pt x="319433" y="234196"/>
                  <a:pt x="319433" y="192750"/>
                </a:cubicBezTo>
                <a:lnTo>
                  <a:pt x="319433" y="162853"/>
                </a:lnTo>
                <a:lnTo>
                  <a:pt x="308295" y="173815"/>
                </a:lnTo>
                <a:cubicBezTo>
                  <a:pt x="308295" y="173815"/>
                  <a:pt x="307885" y="174226"/>
                  <a:pt x="307709" y="174402"/>
                </a:cubicBezTo>
                <a:cubicBezTo>
                  <a:pt x="303077" y="178739"/>
                  <a:pt x="295750" y="178563"/>
                  <a:pt x="291412" y="173815"/>
                </a:cubicBezTo>
                <a:cubicBezTo>
                  <a:pt x="287074" y="169184"/>
                  <a:pt x="287367" y="161856"/>
                  <a:pt x="291998" y="157518"/>
                </a:cubicBezTo>
                <a:close/>
                <a:moveTo>
                  <a:pt x="330806" y="17879"/>
                </a:moveTo>
                <a:cubicBezTo>
                  <a:pt x="314333" y="17879"/>
                  <a:pt x="300908" y="31304"/>
                  <a:pt x="300908" y="47835"/>
                </a:cubicBezTo>
                <a:cubicBezTo>
                  <a:pt x="300908" y="64366"/>
                  <a:pt x="314333" y="77791"/>
                  <a:pt x="330806" y="77791"/>
                </a:cubicBezTo>
                <a:cubicBezTo>
                  <a:pt x="347338" y="77791"/>
                  <a:pt x="360762" y="64366"/>
                  <a:pt x="360762" y="47835"/>
                </a:cubicBezTo>
                <a:cubicBezTo>
                  <a:pt x="360762" y="31304"/>
                  <a:pt x="347278" y="17879"/>
                  <a:pt x="330806" y="17879"/>
                </a:cubicBezTo>
                <a:close/>
                <a:moveTo>
                  <a:pt x="330806" y="0"/>
                </a:moveTo>
                <a:cubicBezTo>
                  <a:pt x="357245" y="0"/>
                  <a:pt x="378701" y="21456"/>
                  <a:pt x="378701" y="47894"/>
                </a:cubicBezTo>
                <a:cubicBezTo>
                  <a:pt x="378701" y="74333"/>
                  <a:pt x="357245" y="95788"/>
                  <a:pt x="330806" y="95788"/>
                </a:cubicBezTo>
                <a:cubicBezTo>
                  <a:pt x="304367" y="95788"/>
                  <a:pt x="282911" y="74333"/>
                  <a:pt x="282911" y="47894"/>
                </a:cubicBezTo>
                <a:cubicBezTo>
                  <a:pt x="282911" y="21456"/>
                  <a:pt x="304367" y="0"/>
                  <a:pt x="330806" y="0"/>
                </a:cubicBezTo>
                <a:close/>
              </a:path>
            </a:pathLst>
          </a:cu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18" name="Graphic 24">
            <a:extLst>
              <a:ext uri="{FF2B5EF4-FFF2-40B4-BE49-F238E27FC236}">
                <a16:creationId xmlns:a16="http://schemas.microsoft.com/office/drawing/2014/main" id="{90A85DE2-BC77-F8C8-B794-421409D0C513}"/>
              </a:ext>
              <a:ext uri="{C183D7F6-B498-43B3-948B-1728B52AA6E4}">
                <adec:decorative xmlns:adec="http://schemas.microsoft.com/office/drawing/2017/decorative" val="1"/>
              </a:ext>
            </a:extLst>
          </p:cNvPr>
          <p:cNvSpPr>
            <a:spLocks noChangeAspect="1"/>
          </p:cNvSpPr>
          <p:nvPr/>
        </p:nvSpPr>
        <p:spPr>
          <a:xfrm>
            <a:off x="5738080" y="2139830"/>
            <a:ext cx="718886" cy="718886"/>
          </a:xfrm>
          <a:custGeom>
            <a:avLst/>
            <a:gdLst>
              <a:gd name="connsiteX0" fmla="*/ 280983 w 306526"/>
              <a:gd name="connsiteY0" fmla="*/ 153263 h 306526"/>
              <a:gd name="connsiteX1" fmla="*/ 153263 w 306526"/>
              <a:gd name="connsiteY1" fmla="*/ 25544 h 306526"/>
              <a:gd name="connsiteX2" fmla="*/ 66430 w 306526"/>
              <a:gd name="connsiteY2" fmla="*/ 59602 h 306526"/>
              <a:gd name="connsiteX3" fmla="*/ 89404 w 306526"/>
              <a:gd name="connsiteY3" fmla="*/ 59602 h 306526"/>
              <a:gd name="connsiteX4" fmla="*/ 102176 w 306526"/>
              <a:gd name="connsiteY4" fmla="*/ 72374 h 306526"/>
              <a:gd name="connsiteX5" fmla="*/ 89404 w 306526"/>
              <a:gd name="connsiteY5" fmla="*/ 85146 h 306526"/>
              <a:gd name="connsiteX6" fmla="*/ 38316 w 306526"/>
              <a:gd name="connsiteY6" fmla="*/ 85146 h 306526"/>
              <a:gd name="connsiteX7" fmla="*/ 25544 w 306526"/>
              <a:gd name="connsiteY7" fmla="*/ 72374 h 306526"/>
              <a:gd name="connsiteX8" fmla="*/ 25544 w 306526"/>
              <a:gd name="connsiteY8" fmla="*/ 21287 h 306526"/>
              <a:gd name="connsiteX9" fmla="*/ 38316 w 306526"/>
              <a:gd name="connsiteY9" fmla="*/ 8515 h 306526"/>
              <a:gd name="connsiteX10" fmla="*/ 51088 w 306526"/>
              <a:gd name="connsiteY10" fmla="*/ 21287 h 306526"/>
              <a:gd name="connsiteX11" fmla="*/ 51088 w 306526"/>
              <a:gd name="connsiteY11" fmla="*/ 39026 h 306526"/>
              <a:gd name="connsiteX12" fmla="*/ 153263 w 306526"/>
              <a:gd name="connsiteY12" fmla="*/ 0 h 306526"/>
              <a:gd name="connsiteX13" fmla="*/ 306527 w 306526"/>
              <a:gd name="connsiteY13" fmla="*/ 153263 h 306526"/>
              <a:gd name="connsiteX14" fmla="*/ 153263 w 306526"/>
              <a:gd name="connsiteY14" fmla="*/ 306527 h 306526"/>
              <a:gd name="connsiteX15" fmla="*/ 0 w 306526"/>
              <a:gd name="connsiteY15" fmla="*/ 153263 h 306526"/>
              <a:gd name="connsiteX16" fmla="*/ 1783 w 306526"/>
              <a:gd name="connsiteY16" fmla="*/ 129811 h 306526"/>
              <a:gd name="connsiteX17" fmla="*/ 14595 w 306526"/>
              <a:gd name="connsiteY17" fmla="*/ 119205 h 306526"/>
              <a:gd name="connsiteX18" fmla="*/ 26927 w 306526"/>
              <a:gd name="connsiteY18" fmla="*/ 134400 h 306526"/>
              <a:gd name="connsiteX19" fmla="*/ 25544 w 306526"/>
              <a:gd name="connsiteY19" fmla="*/ 153263 h 306526"/>
              <a:gd name="connsiteX20" fmla="*/ 153263 w 306526"/>
              <a:gd name="connsiteY20" fmla="*/ 280983 h 306526"/>
              <a:gd name="connsiteX21" fmla="*/ 280983 w 306526"/>
              <a:gd name="connsiteY21" fmla="*/ 153263 h 306526"/>
              <a:gd name="connsiteX22" fmla="*/ 161778 w 306526"/>
              <a:gd name="connsiteY22" fmla="*/ 80889 h 306526"/>
              <a:gd name="connsiteX23" fmla="*/ 149006 w 306526"/>
              <a:gd name="connsiteY23" fmla="*/ 68117 h 306526"/>
              <a:gd name="connsiteX24" fmla="*/ 136234 w 306526"/>
              <a:gd name="connsiteY24" fmla="*/ 80889 h 306526"/>
              <a:gd name="connsiteX25" fmla="*/ 136234 w 306526"/>
              <a:gd name="connsiteY25" fmla="*/ 157521 h 306526"/>
              <a:gd name="connsiteX26" fmla="*/ 149006 w 306526"/>
              <a:gd name="connsiteY26" fmla="*/ 170293 h 306526"/>
              <a:gd name="connsiteX27" fmla="*/ 191579 w 306526"/>
              <a:gd name="connsiteY27" fmla="*/ 170293 h 306526"/>
              <a:gd name="connsiteX28" fmla="*/ 204351 w 306526"/>
              <a:gd name="connsiteY28" fmla="*/ 157521 h 306526"/>
              <a:gd name="connsiteX29" fmla="*/ 191579 w 306526"/>
              <a:gd name="connsiteY29" fmla="*/ 144749 h 306526"/>
              <a:gd name="connsiteX30" fmla="*/ 161778 w 306526"/>
              <a:gd name="connsiteY30" fmla="*/ 144749 h 306526"/>
              <a:gd name="connsiteX31" fmla="*/ 161778 w 306526"/>
              <a:gd name="connsiteY31" fmla="*/ 80889 h 306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6526" h="306526">
                <a:moveTo>
                  <a:pt x="280983" y="153263"/>
                </a:moveTo>
                <a:cubicBezTo>
                  <a:pt x="280983" y="82726"/>
                  <a:pt x="223800" y="25544"/>
                  <a:pt x="153263" y="25544"/>
                </a:cubicBezTo>
                <a:cubicBezTo>
                  <a:pt x="119731" y="25544"/>
                  <a:pt x="89217" y="38466"/>
                  <a:pt x="66430" y="59602"/>
                </a:cubicBezTo>
                <a:lnTo>
                  <a:pt x="89404" y="59602"/>
                </a:lnTo>
                <a:cubicBezTo>
                  <a:pt x="96457" y="59602"/>
                  <a:pt x="102176" y="65321"/>
                  <a:pt x="102176" y="72374"/>
                </a:cubicBezTo>
                <a:cubicBezTo>
                  <a:pt x="102176" y="79428"/>
                  <a:pt x="96457" y="85146"/>
                  <a:pt x="89404" y="85146"/>
                </a:cubicBezTo>
                <a:lnTo>
                  <a:pt x="38316" y="85146"/>
                </a:lnTo>
                <a:cubicBezTo>
                  <a:pt x="31262" y="85146"/>
                  <a:pt x="25544" y="79428"/>
                  <a:pt x="25544" y="72374"/>
                </a:cubicBezTo>
                <a:lnTo>
                  <a:pt x="25544" y="21287"/>
                </a:lnTo>
                <a:cubicBezTo>
                  <a:pt x="25544" y="14233"/>
                  <a:pt x="31262" y="8515"/>
                  <a:pt x="38316" y="8515"/>
                </a:cubicBezTo>
                <a:cubicBezTo>
                  <a:pt x="45369" y="8515"/>
                  <a:pt x="51088" y="14233"/>
                  <a:pt x="51088" y="21287"/>
                </a:cubicBezTo>
                <a:lnTo>
                  <a:pt x="51088" y="39026"/>
                </a:lnTo>
                <a:cubicBezTo>
                  <a:pt x="78203" y="14757"/>
                  <a:pt x="114010" y="0"/>
                  <a:pt x="153263" y="0"/>
                </a:cubicBezTo>
                <a:cubicBezTo>
                  <a:pt x="237909" y="0"/>
                  <a:pt x="306527" y="68618"/>
                  <a:pt x="306527" y="153263"/>
                </a:cubicBezTo>
                <a:cubicBezTo>
                  <a:pt x="306527" y="237909"/>
                  <a:pt x="237909" y="306527"/>
                  <a:pt x="153263" y="306527"/>
                </a:cubicBezTo>
                <a:cubicBezTo>
                  <a:pt x="68618" y="306527"/>
                  <a:pt x="0" y="237909"/>
                  <a:pt x="0" y="153263"/>
                </a:cubicBezTo>
                <a:cubicBezTo>
                  <a:pt x="0" y="145288"/>
                  <a:pt x="609" y="137457"/>
                  <a:pt x="1783" y="129811"/>
                </a:cubicBezTo>
                <a:cubicBezTo>
                  <a:pt x="2742" y="123568"/>
                  <a:pt x="8280" y="119205"/>
                  <a:pt x="14595" y="119205"/>
                </a:cubicBezTo>
                <a:cubicBezTo>
                  <a:pt x="22412" y="119205"/>
                  <a:pt x="28072" y="126667"/>
                  <a:pt x="26927" y="134400"/>
                </a:cubicBezTo>
                <a:cubicBezTo>
                  <a:pt x="26016" y="140556"/>
                  <a:pt x="25544" y="146853"/>
                  <a:pt x="25544" y="153263"/>
                </a:cubicBezTo>
                <a:cubicBezTo>
                  <a:pt x="25544" y="223800"/>
                  <a:pt x="82726" y="280983"/>
                  <a:pt x="153263" y="280983"/>
                </a:cubicBezTo>
                <a:cubicBezTo>
                  <a:pt x="223800" y="280983"/>
                  <a:pt x="280983" y="223800"/>
                  <a:pt x="280983" y="153263"/>
                </a:cubicBezTo>
                <a:close/>
                <a:moveTo>
                  <a:pt x="161778" y="80889"/>
                </a:moveTo>
                <a:cubicBezTo>
                  <a:pt x="161778" y="73835"/>
                  <a:pt x="156059" y="68117"/>
                  <a:pt x="149006" y="68117"/>
                </a:cubicBezTo>
                <a:cubicBezTo>
                  <a:pt x="141952" y="68117"/>
                  <a:pt x="136234" y="73835"/>
                  <a:pt x="136234" y="80889"/>
                </a:cubicBezTo>
                <a:lnTo>
                  <a:pt x="136234" y="157521"/>
                </a:lnTo>
                <a:cubicBezTo>
                  <a:pt x="136234" y="164574"/>
                  <a:pt x="141952" y="170293"/>
                  <a:pt x="149006" y="170293"/>
                </a:cubicBezTo>
                <a:lnTo>
                  <a:pt x="191579" y="170293"/>
                </a:lnTo>
                <a:cubicBezTo>
                  <a:pt x="198633" y="170293"/>
                  <a:pt x="204351" y="164574"/>
                  <a:pt x="204351" y="157521"/>
                </a:cubicBezTo>
                <a:cubicBezTo>
                  <a:pt x="204351" y="150467"/>
                  <a:pt x="198633" y="144749"/>
                  <a:pt x="191579" y="144749"/>
                </a:cubicBezTo>
                <a:lnTo>
                  <a:pt x="161778" y="144749"/>
                </a:lnTo>
                <a:lnTo>
                  <a:pt x="161778" y="80889"/>
                </a:lnTo>
                <a:close/>
              </a:path>
            </a:pathLst>
          </a:cu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a:ln w="3175">
                <a:noFill/>
              </a:ln>
              <a:gradFill flip="none" rotWithShape="1">
                <a:gsLst>
                  <a:gs pos="20183">
                    <a:srgbClr val="FFFFFF"/>
                  </a:gs>
                  <a:gs pos="42000">
                    <a:srgbClr val="FFFFFF"/>
                  </a:gs>
                </a:gsLst>
                <a:lin ang="2700000" scaled="0"/>
                <a:tileRect/>
              </a:gradFill>
              <a:latin typeface="+mj-lt"/>
              <a:cs typeface="Segoe Sans Display Semibold" pitchFamily="2" charset="0"/>
            </a:endParaRPr>
          </a:p>
        </p:txBody>
      </p:sp>
      <p:sp>
        <p:nvSpPr>
          <p:cNvPr id="20" name="Rectangle: Rounded Corners 19">
            <a:extLst>
              <a:ext uri="{FF2B5EF4-FFF2-40B4-BE49-F238E27FC236}">
                <a16:creationId xmlns:a16="http://schemas.microsoft.com/office/drawing/2014/main" id="{D0DD01F7-6FD9-46B3-DB32-438841E4AD8F}"/>
              </a:ext>
            </a:extLst>
          </p:cNvPr>
          <p:cNvSpPr/>
          <p:nvPr/>
        </p:nvSpPr>
        <p:spPr bwMode="auto">
          <a:xfrm>
            <a:off x="708487" y="3099895"/>
            <a:ext cx="3293536" cy="2173145"/>
          </a:xfrm>
          <a:prstGeom prst="roundRect">
            <a:avLst>
              <a:gd name="adj" fmla="val 6148"/>
            </a:avLst>
          </a:pr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20624" rIns="182880" bIns="146304" numCol="1" spcCol="0" rtlCol="0" fromWordArt="0" anchor="t" anchorCtr="0" forceAA="0" compatLnSpc="1">
            <a:prstTxWarp prst="textNoShape">
              <a:avLst/>
            </a:prstTxWarp>
            <a:noAutofit/>
          </a:bodyPr>
          <a:lstStyle/>
          <a:p>
            <a:pPr algn="ctr">
              <a:lnSpc>
                <a:spcPct val="100000"/>
              </a:lnSpc>
            </a:pPr>
            <a:r>
              <a:rPr lang="en-US" sz="2000">
                <a:solidFill>
                  <a:schemeClr val="accent2">
                    <a:lumMod val="75000"/>
                  </a:schemeClr>
                </a:solidFill>
                <a:latin typeface="+mj-lt"/>
              </a:rPr>
              <a:t>Cyber and AI regulations expanding across </a:t>
            </a:r>
            <a:br>
              <a:rPr lang="en-US" sz="2000">
                <a:solidFill>
                  <a:schemeClr val="accent2">
                    <a:lumMod val="75000"/>
                  </a:schemeClr>
                </a:solidFill>
                <a:latin typeface="+mj-lt"/>
              </a:rPr>
            </a:br>
            <a:r>
              <a:rPr lang="en-US" sz="2000">
                <a:solidFill>
                  <a:schemeClr val="accent2">
                    <a:lumMod val="75000"/>
                  </a:schemeClr>
                </a:solidFill>
                <a:latin typeface="+mj-lt"/>
              </a:rPr>
              <a:t>90+ countries.</a:t>
            </a:r>
          </a:p>
        </p:txBody>
      </p:sp>
      <p:sp>
        <p:nvSpPr>
          <p:cNvPr id="22" name="Rectangle: Rounded Corners 21">
            <a:extLst>
              <a:ext uri="{FF2B5EF4-FFF2-40B4-BE49-F238E27FC236}">
                <a16:creationId xmlns:a16="http://schemas.microsoft.com/office/drawing/2014/main" id="{57575214-501F-52B1-A179-86D7EABF52CF}"/>
              </a:ext>
            </a:extLst>
          </p:cNvPr>
          <p:cNvSpPr/>
          <p:nvPr/>
        </p:nvSpPr>
        <p:spPr bwMode="auto">
          <a:xfrm>
            <a:off x="4450755" y="3099895"/>
            <a:ext cx="3293536" cy="2173145"/>
          </a:xfrm>
          <a:prstGeom prst="roundRect">
            <a:avLst>
              <a:gd name="adj" fmla="val 6148"/>
            </a:avLst>
          </a:pr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20624" rIns="182880" bIns="146304" numCol="1" spcCol="0" rtlCol="0" fromWordArt="0" anchor="t" anchorCtr="0" forceAA="0" compatLnSpc="1">
            <a:prstTxWarp prst="textNoShape">
              <a:avLst/>
            </a:prstTxWarp>
            <a:noAutofit/>
          </a:bodyPr>
          <a:lstStyle/>
          <a:p>
            <a:pPr algn="ctr"/>
            <a:r>
              <a:rPr lang="en-US" sz="2000">
                <a:solidFill>
                  <a:schemeClr val="accent2">
                    <a:lumMod val="75000"/>
                  </a:schemeClr>
                </a:solidFill>
                <a:latin typeface="+mj-lt"/>
              </a:rPr>
              <a:t>Regulatory expectations moving from reporting to real-time accountability.</a:t>
            </a:r>
          </a:p>
        </p:txBody>
      </p:sp>
      <p:sp>
        <p:nvSpPr>
          <p:cNvPr id="24" name="Rectangle: Rounded Corners 23">
            <a:extLst>
              <a:ext uri="{FF2B5EF4-FFF2-40B4-BE49-F238E27FC236}">
                <a16:creationId xmlns:a16="http://schemas.microsoft.com/office/drawing/2014/main" id="{55C2F5E9-737F-A0C1-D3B3-20477BE198DE}"/>
              </a:ext>
            </a:extLst>
          </p:cNvPr>
          <p:cNvSpPr/>
          <p:nvPr/>
        </p:nvSpPr>
        <p:spPr bwMode="auto">
          <a:xfrm>
            <a:off x="8204335" y="3099895"/>
            <a:ext cx="3293536" cy="2173145"/>
          </a:xfrm>
          <a:prstGeom prst="roundRect">
            <a:avLst>
              <a:gd name="adj" fmla="val 6148"/>
            </a:avLst>
          </a:prstGeom>
          <a:solidFill>
            <a:schemeClr val="accent2">
              <a:lumMod val="20000"/>
              <a:lumOff val="80000"/>
              <a:alpha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20624" rIns="182880" bIns="146304" numCol="1" spcCol="0" rtlCol="0" fromWordArt="0" anchor="t" anchorCtr="0" forceAA="0" compatLnSpc="1">
            <a:prstTxWarp prst="textNoShape">
              <a:avLst/>
            </a:prstTxWarp>
            <a:noAutofit/>
          </a:bodyPr>
          <a:lstStyle/>
          <a:p>
            <a:pPr algn="ctr">
              <a:lnSpc>
                <a:spcPct val="100000"/>
              </a:lnSpc>
            </a:pPr>
            <a:r>
              <a:rPr lang="en-US" sz="2000">
                <a:solidFill>
                  <a:schemeClr val="accent2">
                    <a:lumMod val="75000"/>
                  </a:schemeClr>
                </a:solidFill>
                <a:latin typeface="+mj-lt"/>
              </a:rPr>
              <a:t>Resilience is no longer </a:t>
            </a:r>
            <a:br>
              <a:rPr lang="en-US" sz="2000">
                <a:solidFill>
                  <a:schemeClr val="accent2">
                    <a:lumMod val="75000"/>
                  </a:schemeClr>
                </a:solidFill>
                <a:latin typeface="+mj-lt"/>
              </a:rPr>
            </a:br>
            <a:r>
              <a:rPr lang="en-US" sz="2000">
                <a:solidFill>
                  <a:schemeClr val="accent2">
                    <a:lumMod val="75000"/>
                  </a:schemeClr>
                </a:solidFill>
                <a:latin typeface="+mj-lt"/>
              </a:rPr>
              <a:t>optional—it’s a strategic advantage.</a:t>
            </a:r>
          </a:p>
        </p:txBody>
      </p:sp>
      <p:sp>
        <p:nvSpPr>
          <p:cNvPr id="26" name="TextBox 25">
            <a:extLst>
              <a:ext uri="{FF2B5EF4-FFF2-40B4-BE49-F238E27FC236}">
                <a16:creationId xmlns:a16="http://schemas.microsoft.com/office/drawing/2014/main" id="{DC6C9EF2-22E5-4CC6-BAA0-D3DDAA99B9B8}"/>
              </a:ext>
            </a:extLst>
          </p:cNvPr>
          <p:cNvSpPr txBox="1">
            <a:spLocks/>
          </p:cNvSpPr>
          <p:nvPr/>
        </p:nvSpPr>
        <p:spPr>
          <a:xfrm>
            <a:off x="404018" y="5740948"/>
            <a:ext cx="11383964" cy="369332"/>
          </a:xfrm>
          <a:prstGeom prst="rect">
            <a:avLst/>
          </a:prstGeom>
          <a:solidFill>
            <a:schemeClr val="accent1"/>
          </a:solidFill>
        </p:spPr>
        <p:txBody>
          <a:bodyPr wrap="square" lIns="0" tIns="0" rIns="0" bIns="0">
            <a:spAutoFit/>
          </a:bodyPr>
          <a:lstStyle/>
          <a:p>
            <a:pPr marL="0" marR="0" lvl="0" indent="0" algn="ctr" defTabSz="932472" rtl="0" eaLnBrk="1" fontAlgn="base" latinLnBrk="0" hangingPunct="1">
              <a:lnSpc>
                <a:spcPct val="100000"/>
              </a:lnSpc>
              <a:spcBef>
                <a:spcPct val="0"/>
              </a:spcBef>
              <a:spcAft>
                <a:spcPct val="0"/>
              </a:spcAft>
              <a:buClrTx/>
              <a:buSzTx/>
              <a:buFontTx/>
              <a:buNone/>
              <a:tabLst>
                <a:tab pos="5892800" algn="l"/>
              </a:tabLst>
              <a:defRPr/>
            </a:pPr>
            <a:r>
              <a:rPr kumimoji="0" lang="en-US" sz="2400" b="1" i="0" strike="noStrike" kern="1200" cap="none" spc="0" normalizeH="0" baseline="0" noProof="0" dirty="0">
                <a:ln>
                  <a:noFill/>
                </a:ln>
                <a:solidFill>
                  <a:schemeClr val="bg1"/>
                </a:solidFill>
                <a:effectLst/>
                <a:uLnTx/>
                <a:uFillTx/>
                <a:ea typeface="+mj-ea"/>
                <a:cs typeface="+mj-cs"/>
              </a:rPr>
              <a:t>Trust is the control plane </a:t>
            </a:r>
            <a:r>
              <a:rPr kumimoji="0" lang="en-US" sz="2400" i="0" u="none" strike="noStrike" kern="1200" cap="none" spc="0" normalizeH="0" baseline="0" noProof="0" dirty="0">
                <a:ln>
                  <a:noFill/>
                </a:ln>
                <a:solidFill>
                  <a:schemeClr val="bg1"/>
                </a:solidFill>
                <a:effectLst/>
                <a:uLnTx/>
                <a:uFillTx/>
                <a:latin typeface="+mj-lt"/>
                <a:ea typeface="+mj-ea"/>
                <a:cs typeface="+mj-cs"/>
              </a:rPr>
              <a:t>for resilient innovation.</a:t>
            </a: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Trust AI agents by embedding compliance, safety &amp; checks into agent lifecycle</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42" name="Title 11">
            <a:extLst>
              <a:ext uri="{FF2B5EF4-FFF2-40B4-BE49-F238E27FC236}">
                <a16:creationId xmlns:a16="http://schemas.microsoft.com/office/drawing/2014/main" id="{628CA030-6747-B45A-D73B-E1AF1B41805B}"/>
              </a:ext>
              <a:ext uri="{C183D7F6-B498-43B3-948B-1728B52AA6E4}">
                <adec:decorative xmlns:adec="http://schemas.microsoft.com/office/drawing/2017/decorative" val="1"/>
              </a:ext>
            </a:extLst>
          </p:cNvPr>
          <p:cNvSpPr txBox="1">
            <a:spLocks/>
          </p:cNvSpPr>
          <p:nvPr/>
        </p:nvSpPr>
        <p:spPr>
          <a:xfrm>
            <a:off x="3941264" y="1935956"/>
            <a:ext cx="4110690" cy="4114800"/>
          </a:xfrm>
          <a:prstGeom prst="ellipse">
            <a:avLst/>
          </a:prstGeom>
          <a:solidFill>
            <a:schemeClr val="bg1">
              <a:lumMod val="95000"/>
            </a:schemeClr>
          </a:solidFill>
          <a:effectLst>
            <a:outerShdw blurRad="127000" dir="5400000" algn="ctr" rotWithShape="0">
              <a:schemeClr val="bg1">
                <a:lumMod val="50000"/>
                <a:alpha val="20000"/>
              </a:schemeClr>
            </a:outerShdw>
          </a:effectLst>
        </p:spPr>
        <p:txBody>
          <a:bodyPr vert="horz" wrap="square" lIns="0" tIns="0" rIns="0" bIns="0" rtlCol="0" anchor="b">
            <a:noAutofit/>
          </a:bodyPr>
          <a:lstStyle>
            <a:lvl1pPr algn="l" defTabSz="932742" rtl="0" eaLnBrk="1" latinLnBrk="0" hangingPunct="1">
              <a:lnSpc>
                <a:spcPct val="100000"/>
              </a:lnSpc>
              <a:spcBef>
                <a:spcPct val="0"/>
              </a:spcBef>
              <a:buNone/>
              <a:defRPr lang="en-US" sz="3200" b="0" kern="1200" cap="none" spc="-50" baseline="0">
                <a:ln w="3175">
                  <a:noFill/>
                </a:ln>
                <a:solidFill>
                  <a:schemeClr val="tx1"/>
                </a:solidFill>
                <a:effectLst/>
                <a:latin typeface="+mj-lt"/>
                <a:ea typeface="+mn-ea"/>
                <a:cs typeface="Segoe UI" pitchFamily="34" charset="0"/>
              </a:defRPr>
            </a:lvl1pPr>
          </a:lstStyle>
          <a:p>
            <a:pPr algn="ctr"/>
            <a:endParaRPr lang="en-US" sz="2000"/>
          </a:p>
        </p:txBody>
      </p:sp>
      <p:grpSp>
        <p:nvGrpSpPr>
          <p:cNvPr id="43" name="!!circle">
            <a:extLst>
              <a:ext uri="{FF2B5EF4-FFF2-40B4-BE49-F238E27FC236}">
                <a16:creationId xmlns:a16="http://schemas.microsoft.com/office/drawing/2014/main" id="{5CC79567-FD9E-D87C-1924-6B74B35555E3}"/>
              </a:ext>
              <a:ext uri="{C183D7F6-B498-43B3-948B-1728B52AA6E4}">
                <adec:decorative xmlns:adec="http://schemas.microsoft.com/office/drawing/2017/decorative" val="1"/>
              </a:ext>
            </a:extLst>
          </p:cNvPr>
          <p:cNvGrpSpPr/>
          <p:nvPr/>
        </p:nvGrpSpPr>
        <p:grpSpPr>
          <a:xfrm>
            <a:off x="3097198" y="1252728"/>
            <a:ext cx="5881149" cy="5605272"/>
            <a:chOff x="4252433" y="2302195"/>
            <a:chExt cx="3898915" cy="3843409"/>
          </a:xfr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p:grpSpPr>
        <p:sp>
          <p:nvSpPr>
            <p:cNvPr id="44" name="Doughnut 33">
              <a:extLst>
                <a:ext uri="{FF2B5EF4-FFF2-40B4-BE49-F238E27FC236}">
                  <a16:creationId xmlns:a16="http://schemas.microsoft.com/office/drawing/2014/main" id="{556D32B9-CEC2-18EC-2AF8-DA180577C2F8}"/>
                </a:ext>
                <a:ext uri="{C183D7F6-B498-43B3-948B-1728B52AA6E4}">
                  <adec:decorative xmlns:adec="http://schemas.microsoft.com/office/drawing/2017/decorative" val="1"/>
                </a:ext>
              </a:extLst>
            </p:cNvPr>
            <p:cNvSpPr/>
            <p:nvPr/>
          </p:nvSpPr>
          <p:spPr bwMode="auto">
            <a:xfrm>
              <a:off x="4284564" y="2302195"/>
              <a:ext cx="3834652" cy="3834652"/>
            </a:xfrm>
            <a:prstGeom prst="donut">
              <a:avLst>
                <a:gd name="adj" fmla="val 17045"/>
              </a:avLst>
            </a:prstGeom>
            <a:grp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endParaRPr lang="en-US" sz="2400" b="1" err="1">
                <a:ln w="3175">
                  <a:noFill/>
                </a:ln>
                <a:solidFill>
                  <a:srgbClr val="FFFFFF"/>
                </a:solidFill>
                <a:latin typeface="Segoe UI Semibold"/>
                <a:cs typeface="Segoe UI" pitchFamily="34" charset="0"/>
              </a:endParaRPr>
            </a:p>
          </p:txBody>
        </p:sp>
        <p:sp>
          <p:nvSpPr>
            <p:cNvPr id="45" name="!!Chevron 2">
              <a:extLst>
                <a:ext uri="{FF2B5EF4-FFF2-40B4-BE49-F238E27FC236}">
                  <a16:creationId xmlns:a16="http://schemas.microsoft.com/office/drawing/2014/main" id="{E4858B06-DB37-F633-9939-4B4CE520DFB6}"/>
                </a:ext>
                <a:ext uri="{C183D7F6-B498-43B3-948B-1728B52AA6E4}">
                  <adec:decorative xmlns:adec="http://schemas.microsoft.com/office/drawing/2017/decorative" val="1"/>
                </a:ext>
              </a:extLst>
            </p:cNvPr>
            <p:cNvSpPr/>
            <p:nvPr/>
          </p:nvSpPr>
          <p:spPr bwMode="auto">
            <a:xfrm flipH="1">
              <a:off x="5959376" y="5482762"/>
              <a:ext cx="263551" cy="662842"/>
            </a:xfrm>
            <a:prstGeom prst="chevron">
              <a:avLst>
                <a:gd name="adj" fmla="val 81094"/>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46" name="!!Chevron 3">
              <a:extLst>
                <a:ext uri="{FF2B5EF4-FFF2-40B4-BE49-F238E27FC236}">
                  <a16:creationId xmlns:a16="http://schemas.microsoft.com/office/drawing/2014/main" id="{7B976B1F-F209-251C-6F89-E4B3E52D9D01}"/>
                </a:ext>
                <a:ext uri="{C183D7F6-B498-43B3-948B-1728B52AA6E4}">
                  <adec:decorative xmlns:adec="http://schemas.microsoft.com/office/drawing/2017/decorative" val="1"/>
                </a:ext>
              </a:extLst>
            </p:cNvPr>
            <p:cNvSpPr/>
            <p:nvPr/>
          </p:nvSpPr>
          <p:spPr bwMode="auto">
            <a:xfrm rot="17810938">
              <a:off x="4681409" y="3115281"/>
              <a:ext cx="263551" cy="664426"/>
            </a:xfrm>
            <a:prstGeom prst="chevron">
              <a:avLst>
                <a:gd name="adj" fmla="val 81094"/>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47" name="Rectangle 46">
              <a:extLst>
                <a:ext uri="{FF2B5EF4-FFF2-40B4-BE49-F238E27FC236}">
                  <a16:creationId xmlns:a16="http://schemas.microsoft.com/office/drawing/2014/main" id="{F0F4F7F4-036F-88E0-5F47-B120A3701621}"/>
                </a:ext>
                <a:ext uri="{C183D7F6-B498-43B3-948B-1728B52AA6E4}">
                  <adec:decorative xmlns:adec="http://schemas.microsoft.com/office/drawing/2017/decorative" val="1"/>
                </a:ext>
              </a:extLst>
            </p:cNvPr>
            <p:cNvSpPr/>
            <p:nvPr/>
          </p:nvSpPr>
          <p:spPr bwMode="auto">
            <a:xfrm>
              <a:off x="4252433" y="4165422"/>
              <a:ext cx="717600" cy="45467"/>
            </a:xfrm>
            <a:prstGeom prst="rect">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sp>
          <p:nvSpPr>
            <p:cNvPr id="48" name="Rectangle 47">
              <a:extLst>
                <a:ext uri="{FF2B5EF4-FFF2-40B4-BE49-F238E27FC236}">
                  <a16:creationId xmlns:a16="http://schemas.microsoft.com/office/drawing/2014/main" id="{4FDE9F14-CD94-E038-1FDE-E468B756DD7F}"/>
                </a:ext>
                <a:ext uri="{C183D7F6-B498-43B3-948B-1728B52AA6E4}">
                  <adec:decorative xmlns:adec="http://schemas.microsoft.com/office/drawing/2017/decorative" val="1"/>
                </a:ext>
              </a:extLst>
            </p:cNvPr>
            <p:cNvSpPr/>
            <p:nvPr/>
          </p:nvSpPr>
          <p:spPr bwMode="auto">
            <a:xfrm>
              <a:off x="7447825" y="4168761"/>
              <a:ext cx="703523" cy="42128"/>
            </a:xfrm>
            <a:prstGeom prst="rect">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49" name="!!Chevron 1">
              <a:extLst>
                <a:ext uri="{FF2B5EF4-FFF2-40B4-BE49-F238E27FC236}">
                  <a16:creationId xmlns:a16="http://schemas.microsoft.com/office/drawing/2014/main" id="{053ED382-FB09-E6CB-CD48-622B5692F571}"/>
                </a:ext>
                <a:ext uri="{C183D7F6-B498-43B3-948B-1728B52AA6E4}">
                  <adec:decorative xmlns:adec="http://schemas.microsoft.com/office/drawing/2017/decorative" val="1"/>
                </a:ext>
              </a:extLst>
            </p:cNvPr>
            <p:cNvSpPr/>
            <p:nvPr/>
          </p:nvSpPr>
          <p:spPr bwMode="auto">
            <a:xfrm rot="3035888">
              <a:off x="7309524" y="2899325"/>
              <a:ext cx="263551" cy="662289"/>
            </a:xfrm>
            <a:prstGeom prst="chevron">
              <a:avLst>
                <a:gd name="adj" fmla="val 81094"/>
              </a:avLst>
            </a:prstGeom>
            <a:grp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grpSp>
      <p:sp>
        <p:nvSpPr>
          <p:cNvPr id="50" name="TextBox 49">
            <a:extLst>
              <a:ext uri="{FF2B5EF4-FFF2-40B4-BE49-F238E27FC236}">
                <a16:creationId xmlns:a16="http://schemas.microsoft.com/office/drawing/2014/main" id="{A179EB46-2556-D891-3608-D903F1D4F4ED}"/>
              </a:ext>
              <a:ext uri="{C183D7F6-B498-43B3-948B-1728B52AA6E4}">
                <adec:decorative xmlns:adec="http://schemas.microsoft.com/office/drawing/2017/decorative" val="1"/>
              </a:ext>
            </a:extLst>
          </p:cNvPr>
          <p:cNvSpPr txBox="1">
            <a:spLocks/>
          </p:cNvSpPr>
          <p:nvPr/>
        </p:nvSpPr>
        <p:spPr>
          <a:xfrm>
            <a:off x="3723960" y="1864636"/>
            <a:ext cx="4680000" cy="4680000"/>
          </a:xfrm>
          <a:prstGeom prst="rect">
            <a:avLst/>
          </a:prstGeom>
          <a:noFill/>
        </p:spPr>
        <p:txBody>
          <a:bodyPr wrap="square" lIns="0" tIns="0" rIns="0" bIns="0" rtlCol="0" anchor="t">
            <a:prstTxWarp prst="textArchUp">
              <a:avLst>
                <a:gd name="adj" fmla="val 10787160"/>
              </a:avLst>
            </a:prstTxWarp>
            <a:noAutofit/>
          </a:bodyPr>
          <a:lstStyle/>
          <a:p>
            <a:pPr algn="ctr"/>
            <a:r>
              <a:rPr lang="en-US" sz="2800" kern="0" dirty="0">
                <a:solidFill>
                  <a:schemeClr val="bg1"/>
                </a:solidFill>
              </a:rPr>
              <a:t>Develop</a:t>
            </a:r>
          </a:p>
        </p:txBody>
      </p:sp>
      <p:sp>
        <p:nvSpPr>
          <p:cNvPr id="51" name="!!edfeded">
            <a:extLst>
              <a:ext uri="{FF2B5EF4-FFF2-40B4-BE49-F238E27FC236}">
                <a16:creationId xmlns:a16="http://schemas.microsoft.com/office/drawing/2014/main" id="{06602644-D0C0-5F4A-AF7F-E4FA3BFEDCCC}"/>
              </a:ext>
              <a:ext uri="{C183D7F6-B498-43B3-948B-1728B52AA6E4}">
                <adec:decorative xmlns:adec="http://schemas.microsoft.com/office/drawing/2017/decorative" val="1"/>
              </a:ext>
            </a:extLst>
          </p:cNvPr>
          <p:cNvSpPr txBox="1">
            <a:spLocks/>
          </p:cNvSpPr>
          <p:nvPr/>
        </p:nvSpPr>
        <p:spPr>
          <a:xfrm>
            <a:off x="4337946" y="2377440"/>
            <a:ext cx="3414576" cy="3291840"/>
          </a:xfrm>
          <a:prstGeom prst="ellipse">
            <a:avLst/>
          </a:prstGeom>
          <a:solidFill>
            <a:schemeClr val="bg1"/>
          </a:solidFill>
          <a:effectLst>
            <a:outerShdw blurRad="127000" dir="5400000" algn="ctr" rotWithShape="0">
              <a:schemeClr val="bg1">
                <a:lumMod val="50000"/>
                <a:alpha val="20000"/>
              </a:schemeClr>
            </a:outerShdw>
          </a:effectLst>
        </p:spPr>
        <p:txBody>
          <a:bodyPr wrap="square" lIns="0" tIns="0" rIns="0" bIns="0" anchor="b">
            <a:noAutofit/>
          </a:bodyPr>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algn="ctr"/>
            <a:r>
              <a:rPr lang="en-GB" sz="2000" dirty="0">
                <a:solidFill>
                  <a:schemeClr val="accent2"/>
                </a:solidFill>
              </a:rPr>
              <a:t>Trust AI agents by embedding compliance </a:t>
            </a:r>
            <a:r>
              <a:rPr lang="en-GB" sz="2000" dirty="0"/>
              <a:t>safety &amp; checks into agent lifecycle</a:t>
            </a:r>
          </a:p>
        </p:txBody>
      </p:sp>
      <p:sp>
        <p:nvSpPr>
          <p:cNvPr id="52" name="!!Graphic 5">
            <a:extLst>
              <a:ext uri="{FF2B5EF4-FFF2-40B4-BE49-F238E27FC236}">
                <a16:creationId xmlns:a16="http://schemas.microsoft.com/office/drawing/2014/main" id="{C1B31897-B444-E887-6D53-3847E57CBF11}"/>
              </a:ext>
              <a:ext uri="{C183D7F6-B498-43B3-948B-1728B52AA6E4}">
                <adec:decorative xmlns:adec="http://schemas.microsoft.com/office/drawing/2017/decorative" val="1"/>
              </a:ext>
            </a:extLst>
          </p:cNvPr>
          <p:cNvSpPr>
            <a:spLocks noChangeAspect="1"/>
          </p:cNvSpPr>
          <p:nvPr/>
        </p:nvSpPr>
        <p:spPr>
          <a:xfrm>
            <a:off x="5604299" y="2674144"/>
            <a:ext cx="784624" cy="784756"/>
          </a:xfrm>
          <a:custGeom>
            <a:avLst/>
            <a:gdLst>
              <a:gd name="connsiteX0" fmla="*/ 102548 w 398857"/>
              <a:gd name="connsiteY0" fmla="*/ 20069 h 398925"/>
              <a:gd name="connsiteX1" fmla="*/ 162432 w 398857"/>
              <a:gd name="connsiteY1" fmla="*/ 0 h 398925"/>
              <a:gd name="connsiteX2" fmla="*/ 193696 w 398857"/>
              <a:gd name="connsiteY2" fmla="*/ 11472 h 398925"/>
              <a:gd name="connsiteX3" fmla="*/ 199429 w 398857"/>
              <a:gd name="connsiteY3" fmla="*/ 17549 h 398925"/>
              <a:gd name="connsiteX4" fmla="*/ 205162 w 398857"/>
              <a:gd name="connsiteY4" fmla="*/ 11472 h 398925"/>
              <a:gd name="connsiteX5" fmla="*/ 236423 w 398857"/>
              <a:gd name="connsiteY5" fmla="*/ 0 h 398925"/>
              <a:gd name="connsiteX6" fmla="*/ 296309 w 398857"/>
              <a:gd name="connsiteY6" fmla="*/ 20069 h 398925"/>
              <a:gd name="connsiteX7" fmla="*/ 323308 w 398857"/>
              <a:gd name="connsiteY7" fmla="*/ 60736 h 398925"/>
              <a:gd name="connsiteX8" fmla="*/ 345168 w 398857"/>
              <a:gd name="connsiteY8" fmla="*/ 72050 h 398925"/>
              <a:gd name="connsiteX9" fmla="*/ 365882 w 398857"/>
              <a:gd name="connsiteY9" fmla="*/ 107447 h 398925"/>
              <a:gd name="connsiteX10" fmla="*/ 371769 w 398857"/>
              <a:gd name="connsiteY10" fmla="*/ 150975 h 398925"/>
              <a:gd name="connsiteX11" fmla="*/ 368227 w 398857"/>
              <a:gd name="connsiteY11" fmla="*/ 173458 h 398925"/>
              <a:gd name="connsiteX12" fmla="*/ 369538 w 398857"/>
              <a:gd name="connsiteY12" fmla="*/ 174049 h 398925"/>
              <a:gd name="connsiteX13" fmla="*/ 387388 w 398857"/>
              <a:gd name="connsiteY13" fmla="*/ 190225 h 398925"/>
              <a:gd name="connsiteX14" fmla="*/ 398857 w 398857"/>
              <a:gd name="connsiteY14" fmla="*/ 248661 h 398925"/>
              <a:gd name="connsiteX15" fmla="*/ 373667 w 398857"/>
              <a:gd name="connsiteY15" fmla="*/ 309219 h 398925"/>
              <a:gd name="connsiteX16" fmla="*/ 348331 w 398857"/>
              <a:gd name="connsiteY16" fmla="*/ 322981 h 398925"/>
              <a:gd name="connsiteX17" fmla="*/ 327993 w 398857"/>
              <a:gd name="connsiteY17" fmla="*/ 365629 h 398925"/>
              <a:gd name="connsiteX18" fmla="*/ 261001 w 398857"/>
              <a:gd name="connsiteY18" fmla="*/ 398925 h 398925"/>
              <a:gd name="connsiteX19" fmla="*/ 205623 w 398857"/>
              <a:gd name="connsiteY19" fmla="*/ 372763 h 398925"/>
              <a:gd name="connsiteX20" fmla="*/ 199429 w 398857"/>
              <a:gd name="connsiteY20" fmla="*/ 365663 h 398925"/>
              <a:gd name="connsiteX21" fmla="*/ 193233 w 398857"/>
              <a:gd name="connsiteY21" fmla="*/ 372763 h 398925"/>
              <a:gd name="connsiteX22" fmla="*/ 137855 w 398857"/>
              <a:gd name="connsiteY22" fmla="*/ 398925 h 398925"/>
              <a:gd name="connsiteX23" fmla="*/ 70864 w 398857"/>
              <a:gd name="connsiteY23" fmla="*/ 365629 h 398925"/>
              <a:gd name="connsiteX24" fmla="*/ 50527 w 398857"/>
              <a:gd name="connsiteY24" fmla="*/ 322981 h 398925"/>
              <a:gd name="connsiteX25" fmla="*/ 25191 w 398857"/>
              <a:gd name="connsiteY25" fmla="*/ 309219 h 398925"/>
              <a:gd name="connsiteX26" fmla="*/ 0 w 398857"/>
              <a:gd name="connsiteY26" fmla="*/ 248661 h 398925"/>
              <a:gd name="connsiteX27" fmla="*/ 11468 w 398857"/>
              <a:gd name="connsiteY27" fmla="*/ 190225 h 398925"/>
              <a:gd name="connsiteX28" fmla="*/ 29319 w 398857"/>
              <a:gd name="connsiteY28" fmla="*/ 174049 h 398925"/>
              <a:gd name="connsiteX29" fmla="*/ 30630 w 398857"/>
              <a:gd name="connsiteY29" fmla="*/ 173458 h 398925"/>
              <a:gd name="connsiteX30" fmla="*/ 27089 w 398857"/>
              <a:gd name="connsiteY30" fmla="*/ 150975 h 398925"/>
              <a:gd name="connsiteX31" fmla="*/ 32974 w 398857"/>
              <a:gd name="connsiteY31" fmla="*/ 107447 h 398925"/>
              <a:gd name="connsiteX32" fmla="*/ 53689 w 398857"/>
              <a:gd name="connsiteY32" fmla="*/ 72050 h 398925"/>
              <a:gd name="connsiteX33" fmla="*/ 75549 w 398857"/>
              <a:gd name="connsiteY33" fmla="*/ 60736 h 398925"/>
              <a:gd name="connsiteX34" fmla="*/ 102548 w 398857"/>
              <a:gd name="connsiteY34" fmla="*/ 20069 h 398925"/>
              <a:gd name="connsiteX35" fmla="*/ 120935 w 398857"/>
              <a:gd name="connsiteY35" fmla="*/ 43689 h 398925"/>
              <a:gd name="connsiteX36" fmla="*/ 103667 w 398857"/>
              <a:gd name="connsiteY36" fmla="*/ 76465 h 398925"/>
              <a:gd name="connsiteX37" fmla="*/ 97450 w 398857"/>
              <a:gd name="connsiteY37" fmla="*/ 88608 h 398925"/>
              <a:gd name="connsiteX38" fmla="*/ 83963 w 398857"/>
              <a:gd name="connsiteY38" fmla="*/ 90663 h 398925"/>
              <a:gd name="connsiteX39" fmla="*/ 74172 w 398857"/>
              <a:gd name="connsiteY39" fmla="*/ 93878 h 398925"/>
              <a:gd name="connsiteX40" fmla="*/ 61476 w 398857"/>
              <a:gd name="connsiteY40" fmla="*/ 116596 h 398925"/>
              <a:gd name="connsiteX41" fmla="*/ 56993 w 398857"/>
              <a:gd name="connsiteY41" fmla="*/ 149631 h 398925"/>
              <a:gd name="connsiteX42" fmla="*/ 64290 w 398857"/>
              <a:gd name="connsiteY42" fmla="*/ 176178 h 398925"/>
              <a:gd name="connsiteX43" fmla="*/ 65945 w 398857"/>
              <a:gd name="connsiteY43" fmla="*/ 179487 h 398925"/>
              <a:gd name="connsiteX44" fmla="*/ 87539 w 398857"/>
              <a:gd name="connsiteY44" fmla="*/ 179487 h 398925"/>
              <a:gd name="connsiteX45" fmla="*/ 144265 w 398857"/>
              <a:gd name="connsiteY45" fmla="*/ 232217 h 398925"/>
              <a:gd name="connsiteX46" fmla="*/ 169363 w 398857"/>
              <a:gd name="connsiteY46" fmla="*/ 269289 h 398925"/>
              <a:gd name="connsiteX47" fmla="*/ 129451 w 398857"/>
              <a:gd name="connsiteY47" fmla="*/ 309201 h 398925"/>
              <a:gd name="connsiteX48" fmla="*/ 89539 w 398857"/>
              <a:gd name="connsiteY48" fmla="*/ 269289 h 398925"/>
              <a:gd name="connsiteX49" fmla="*/ 114190 w 398857"/>
              <a:gd name="connsiteY49" fmla="*/ 232398 h 398925"/>
              <a:gd name="connsiteX50" fmla="*/ 87539 w 398857"/>
              <a:gd name="connsiteY50" fmla="*/ 209421 h 398925"/>
              <a:gd name="connsiteX51" fmla="*/ 35654 w 398857"/>
              <a:gd name="connsiteY51" fmla="*/ 209421 h 398925"/>
              <a:gd name="connsiteX52" fmla="*/ 35152 w 398857"/>
              <a:gd name="connsiteY52" fmla="*/ 209413 h 398925"/>
              <a:gd name="connsiteX53" fmla="*/ 29934 w 398857"/>
              <a:gd name="connsiteY53" fmla="*/ 248661 h 398925"/>
              <a:gd name="connsiteX54" fmla="*/ 44682 w 398857"/>
              <a:gd name="connsiteY54" fmla="*/ 286501 h 398925"/>
              <a:gd name="connsiteX55" fmla="*/ 64122 w 398857"/>
              <a:gd name="connsiteY55" fmla="*/ 295192 h 398925"/>
              <a:gd name="connsiteX56" fmla="*/ 79089 w 398857"/>
              <a:gd name="connsiteY56" fmla="*/ 310159 h 398925"/>
              <a:gd name="connsiteX57" fmla="*/ 94247 w 398857"/>
              <a:gd name="connsiteY57" fmla="*/ 346940 h 398925"/>
              <a:gd name="connsiteX58" fmla="*/ 137855 w 398857"/>
              <a:gd name="connsiteY58" fmla="*/ 368991 h 398925"/>
              <a:gd name="connsiteX59" fmla="*/ 171570 w 398857"/>
              <a:gd name="connsiteY59" fmla="*/ 352104 h 398925"/>
              <a:gd name="connsiteX60" fmla="*/ 181916 w 398857"/>
              <a:gd name="connsiteY60" fmla="*/ 338431 h 398925"/>
              <a:gd name="connsiteX61" fmla="*/ 184228 w 398857"/>
              <a:gd name="connsiteY61" fmla="*/ 333785 h 398925"/>
              <a:gd name="connsiteX62" fmla="*/ 184332 w 398857"/>
              <a:gd name="connsiteY62" fmla="*/ 333513 h 398925"/>
              <a:gd name="connsiteX63" fmla="*/ 184332 w 398857"/>
              <a:gd name="connsiteY63" fmla="*/ 284513 h 398925"/>
              <a:gd name="connsiteX64" fmla="*/ 184330 w 398857"/>
              <a:gd name="connsiteY64" fmla="*/ 284256 h 398925"/>
              <a:gd name="connsiteX65" fmla="*/ 184332 w 398857"/>
              <a:gd name="connsiteY65" fmla="*/ 283999 h 398925"/>
              <a:gd name="connsiteX66" fmla="*/ 184332 w 398857"/>
              <a:gd name="connsiteY66" fmla="*/ 144564 h 398925"/>
              <a:gd name="connsiteX67" fmla="*/ 166462 w 398857"/>
              <a:gd name="connsiteY67" fmla="*/ 144564 h 398925"/>
              <a:gd name="connsiteX68" fmla="*/ 129451 w 398857"/>
              <a:gd name="connsiteY68" fmla="*/ 169509 h 398925"/>
              <a:gd name="connsiteX69" fmla="*/ 89539 w 398857"/>
              <a:gd name="connsiteY69" fmla="*/ 129597 h 398925"/>
              <a:gd name="connsiteX70" fmla="*/ 129451 w 398857"/>
              <a:gd name="connsiteY70" fmla="*/ 89685 h 398925"/>
              <a:gd name="connsiteX71" fmla="*/ 166462 w 398857"/>
              <a:gd name="connsiteY71" fmla="*/ 114630 h 398925"/>
              <a:gd name="connsiteX72" fmla="*/ 184332 w 398857"/>
              <a:gd name="connsiteY72" fmla="*/ 114630 h 398925"/>
              <a:gd name="connsiteX73" fmla="*/ 184332 w 398857"/>
              <a:gd name="connsiteY73" fmla="*/ 64213 h 398925"/>
              <a:gd name="connsiteX74" fmla="*/ 184328 w 398857"/>
              <a:gd name="connsiteY74" fmla="*/ 63987 h 398925"/>
              <a:gd name="connsiteX75" fmla="*/ 184282 w 398857"/>
              <a:gd name="connsiteY75" fmla="*/ 62852 h 398925"/>
              <a:gd name="connsiteX76" fmla="*/ 183871 w 398857"/>
              <a:gd name="connsiteY76" fmla="*/ 58333 h 398925"/>
              <a:gd name="connsiteX77" fmla="*/ 180676 w 398857"/>
              <a:gd name="connsiteY77" fmla="*/ 44818 h 398925"/>
              <a:gd name="connsiteX78" fmla="*/ 173797 w 398857"/>
              <a:gd name="connsiteY78" fmla="*/ 33836 h 398925"/>
              <a:gd name="connsiteX79" fmla="*/ 162432 w 398857"/>
              <a:gd name="connsiteY79" fmla="*/ 29934 h 398925"/>
              <a:gd name="connsiteX80" fmla="*/ 120935 w 398857"/>
              <a:gd name="connsiteY80" fmla="*/ 43689 h 398925"/>
              <a:gd name="connsiteX81" fmla="*/ 214526 w 398857"/>
              <a:gd name="connsiteY81" fmla="*/ 299223 h 398925"/>
              <a:gd name="connsiteX82" fmla="*/ 214526 w 398857"/>
              <a:gd name="connsiteY82" fmla="*/ 333513 h 398925"/>
              <a:gd name="connsiteX83" fmla="*/ 214627 w 398857"/>
              <a:gd name="connsiteY83" fmla="*/ 333785 h 398925"/>
              <a:gd name="connsiteX84" fmla="*/ 216940 w 398857"/>
              <a:gd name="connsiteY84" fmla="*/ 338431 h 398925"/>
              <a:gd name="connsiteX85" fmla="*/ 227285 w 398857"/>
              <a:gd name="connsiteY85" fmla="*/ 352104 h 398925"/>
              <a:gd name="connsiteX86" fmla="*/ 261001 w 398857"/>
              <a:gd name="connsiteY86" fmla="*/ 368991 h 398925"/>
              <a:gd name="connsiteX87" fmla="*/ 304611 w 398857"/>
              <a:gd name="connsiteY87" fmla="*/ 346940 h 398925"/>
              <a:gd name="connsiteX88" fmla="*/ 319768 w 398857"/>
              <a:gd name="connsiteY88" fmla="*/ 310159 h 398925"/>
              <a:gd name="connsiteX89" fmla="*/ 334735 w 398857"/>
              <a:gd name="connsiteY89" fmla="*/ 295192 h 398925"/>
              <a:gd name="connsiteX90" fmla="*/ 354176 w 398857"/>
              <a:gd name="connsiteY90" fmla="*/ 286501 h 398925"/>
              <a:gd name="connsiteX91" fmla="*/ 368923 w 398857"/>
              <a:gd name="connsiteY91" fmla="*/ 248661 h 398925"/>
              <a:gd name="connsiteX92" fmla="*/ 361959 w 398857"/>
              <a:gd name="connsiteY92" fmla="*/ 206015 h 398925"/>
              <a:gd name="connsiteX93" fmla="*/ 356768 w 398857"/>
              <a:gd name="connsiteY93" fmla="*/ 201123 h 398925"/>
              <a:gd name="connsiteX94" fmla="*/ 347023 w 398857"/>
              <a:gd name="connsiteY94" fmla="*/ 199443 h 398925"/>
              <a:gd name="connsiteX95" fmla="*/ 333829 w 398857"/>
              <a:gd name="connsiteY95" fmla="*/ 191540 h 398925"/>
              <a:gd name="connsiteX96" fmla="*/ 334567 w 398857"/>
              <a:gd name="connsiteY96" fmla="*/ 176178 h 398925"/>
              <a:gd name="connsiteX97" fmla="*/ 341865 w 398857"/>
              <a:gd name="connsiteY97" fmla="*/ 149631 h 398925"/>
              <a:gd name="connsiteX98" fmla="*/ 337381 w 398857"/>
              <a:gd name="connsiteY98" fmla="*/ 116596 h 398925"/>
              <a:gd name="connsiteX99" fmla="*/ 324685 w 398857"/>
              <a:gd name="connsiteY99" fmla="*/ 93878 h 398925"/>
              <a:gd name="connsiteX100" fmla="*/ 314894 w 398857"/>
              <a:gd name="connsiteY100" fmla="*/ 90663 h 398925"/>
              <a:gd name="connsiteX101" fmla="*/ 301408 w 398857"/>
              <a:gd name="connsiteY101" fmla="*/ 88608 h 398925"/>
              <a:gd name="connsiteX102" fmla="*/ 295190 w 398857"/>
              <a:gd name="connsiteY102" fmla="*/ 76465 h 398925"/>
              <a:gd name="connsiteX103" fmla="*/ 277922 w 398857"/>
              <a:gd name="connsiteY103" fmla="*/ 43689 h 398925"/>
              <a:gd name="connsiteX104" fmla="*/ 236423 w 398857"/>
              <a:gd name="connsiteY104" fmla="*/ 29934 h 398925"/>
              <a:gd name="connsiteX105" fmla="*/ 225058 w 398857"/>
              <a:gd name="connsiteY105" fmla="*/ 33836 h 398925"/>
              <a:gd name="connsiteX106" fmla="*/ 218182 w 398857"/>
              <a:gd name="connsiteY106" fmla="*/ 44818 h 398925"/>
              <a:gd name="connsiteX107" fmla="*/ 214985 w 398857"/>
              <a:gd name="connsiteY107" fmla="*/ 58333 h 398925"/>
              <a:gd name="connsiteX108" fmla="*/ 214576 w 398857"/>
              <a:gd name="connsiteY108" fmla="*/ 62852 h 398925"/>
              <a:gd name="connsiteX109" fmla="*/ 214530 w 398857"/>
              <a:gd name="connsiteY109" fmla="*/ 63987 h 398925"/>
              <a:gd name="connsiteX110" fmla="*/ 214526 w 398857"/>
              <a:gd name="connsiteY110" fmla="*/ 64213 h 398925"/>
              <a:gd name="connsiteX111" fmla="*/ 214526 w 398857"/>
              <a:gd name="connsiteY111" fmla="*/ 269289 h 398925"/>
              <a:gd name="connsiteX112" fmla="*/ 227236 w 398857"/>
              <a:gd name="connsiteY112" fmla="*/ 269289 h 398925"/>
              <a:gd name="connsiteX113" fmla="*/ 254176 w 398857"/>
              <a:gd name="connsiteY113" fmla="*/ 242348 h 398925"/>
              <a:gd name="connsiteX114" fmla="*/ 254176 w 398857"/>
              <a:gd name="connsiteY114" fmla="*/ 206519 h 398925"/>
              <a:gd name="connsiteX115" fmla="*/ 229231 w 398857"/>
              <a:gd name="connsiteY115" fmla="*/ 169509 h 398925"/>
              <a:gd name="connsiteX116" fmla="*/ 269143 w 398857"/>
              <a:gd name="connsiteY116" fmla="*/ 129597 h 398925"/>
              <a:gd name="connsiteX117" fmla="*/ 309055 w 398857"/>
              <a:gd name="connsiteY117" fmla="*/ 169509 h 398925"/>
              <a:gd name="connsiteX118" fmla="*/ 284110 w 398857"/>
              <a:gd name="connsiteY118" fmla="*/ 206519 h 398925"/>
              <a:gd name="connsiteX119" fmla="*/ 284110 w 398857"/>
              <a:gd name="connsiteY119" fmla="*/ 242348 h 398925"/>
              <a:gd name="connsiteX120" fmla="*/ 227236 w 398857"/>
              <a:gd name="connsiteY120" fmla="*/ 299223 h 398925"/>
              <a:gd name="connsiteX121" fmla="*/ 214526 w 398857"/>
              <a:gd name="connsiteY121" fmla="*/ 299223 h 398925"/>
              <a:gd name="connsiteX122" fmla="*/ 129451 w 398857"/>
              <a:gd name="connsiteY122" fmla="*/ 119619 h 398925"/>
              <a:gd name="connsiteX123" fmla="*/ 119473 w 398857"/>
              <a:gd name="connsiteY123" fmla="*/ 129597 h 398925"/>
              <a:gd name="connsiteX124" fmla="*/ 129451 w 398857"/>
              <a:gd name="connsiteY124" fmla="*/ 139575 h 398925"/>
              <a:gd name="connsiteX125" fmla="*/ 139429 w 398857"/>
              <a:gd name="connsiteY125" fmla="*/ 129597 h 398925"/>
              <a:gd name="connsiteX126" fmla="*/ 129451 w 398857"/>
              <a:gd name="connsiteY126" fmla="*/ 119619 h 398925"/>
              <a:gd name="connsiteX127" fmla="*/ 119473 w 398857"/>
              <a:gd name="connsiteY127" fmla="*/ 269289 h 398925"/>
              <a:gd name="connsiteX128" fmla="*/ 129451 w 398857"/>
              <a:gd name="connsiteY128" fmla="*/ 279267 h 398925"/>
              <a:gd name="connsiteX129" fmla="*/ 139429 w 398857"/>
              <a:gd name="connsiteY129" fmla="*/ 269289 h 398925"/>
              <a:gd name="connsiteX130" fmla="*/ 129451 w 398857"/>
              <a:gd name="connsiteY130" fmla="*/ 259311 h 398925"/>
              <a:gd name="connsiteX131" fmla="*/ 119473 w 398857"/>
              <a:gd name="connsiteY131" fmla="*/ 269289 h 398925"/>
              <a:gd name="connsiteX132" fmla="*/ 259165 w 398857"/>
              <a:gd name="connsiteY132" fmla="*/ 169509 h 398925"/>
              <a:gd name="connsiteX133" fmla="*/ 269143 w 398857"/>
              <a:gd name="connsiteY133" fmla="*/ 179487 h 398925"/>
              <a:gd name="connsiteX134" fmla="*/ 279121 w 398857"/>
              <a:gd name="connsiteY134" fmla="*/ 169509 h 398925"/>
              <a:gd name="connsiteX135" fmla="*/ 269143 w 398857"/>
              <a:gd name="connsiteY135" fmla="*/ 159531 h 398925"/>
              <a:gd name="connsiteX136" fmla="*/ 259165 w 398857"/>
              <a:gd name="connsiteY136" fmla="*/ 169509 h 398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98857" h="398925">
                <a:moveTo>
                  <a:pt x="102548" y="20069"/>
                </a:moveTo>
                <a:cubicBezTo>
                  <a:pt x="119144" y="7149"/>
                  <a:pt x="140855" y="0"/>
                  <a:pt x="162432" y="0"/>
                </a:cubicBezTo>
                <a:cubicBezTo>
                  <a:pt x="175332" y="0"/>
                  <a:pt x="185781" y="4432"/>
                  <a:pt x="193696" y="11472"/>
                </a:cubicBezTo>
                <a:cubicBezTo>
                  <a:pt x="195835" y="13377"/>
                  <a:pt x="197739" y="15424"/>
                  <a:pt x="199429" y="17549"/>
                </a:cubicBezTo>
                <a:cubicBezTo>
                  <a:pt x="201119" y="15424"/>
                  <a:pt x="203021" y="13377"/>
                  <a:pt x="205162" y="11472"/>
                </a:cubicBezTo>
                <a:cubicBezTo>
                  <a:pt x="213075" y="4432"/>
                  <a:pt x="223524" y="0"/>
                  <a:pt x="236423" y="0"/>
                </a:cubicBezTo>
                <a:cubicBezTo>
                  <a:pt x="258002" y="0"/>
                  <a:pt x="279714" y="7149"/>
                  <a:pt x="296309" y="20069"/>
                </a:cubicBezTo>
                <a:cubicBezTo>
                  <a:pt x="309221" y="30120"/>
                  <a:pt x="319343" y="43976"/>
                  <a:pt x="323308" y="60736"/>
                </a:cubicBezTo>
                <a:cubicBezTo>
                  <a:pt x="331693" y="62123"/>
                  <a:pt x="339143" y="66397"/>
                  <a:pt x="345168" y="72050"/>
                </a:cubicBezTo>
                <a:cubicBezTo>
                  <a:pt x="354762" y="81053"/>
                  <a:pt x="361585" y="94060"/>
                  <a:pt x="365882" y="107447"/>
                </a:cubicBezTo>
                <a:cubicBezTo>
                  <a:pt x="370244" y="121036"/>
                  <a:pt x="372427" y="136312"/>
                  <a:pt x="371769" y="150975"/>
                </a:cubicBezTo>
                <a:cubicBezTo>
                  <a:pt x="371432" y="158482"/>
                  <a:pt x="370332" y="166133"/>
                  <a:pt x="368227" y="173458"/>
                </a:cubicBezTo>
                <a:cubicBezTo>
                  <a:pt x="368666" y="173648"/>
                  <a:pt x="369103" y="173846"/>
                  <a:pt x="369538" y="174049"/>
                </a:cubicBezTo>
                <a:cubicBezTo>
                  <a:pt x="376926" y="177533"/>
                  <a:pt x="382896" y="182987"/>
                  <a:pt x="387388" y="190225"/>
                </a:cubicBezTo>
                <a:cubicBezTo>
                  <a:pt x="395872" y="203889"/>
                  <a:pt x="398857" y="223578"/>
                  <a:pt x="398857" y="248661"/>
                </a:cubicBezTo>
                <a:cubicBezTo>
                  <a:pt x="398857" y="277487"/>
                  <a:pt x="387839" y="297062"/>
                  <a:pt x="373667" y="309219"/>
                </a:cubicBezTo>
                <a:cubicBezTo>
                  <a:pt x="365443" y="316273"/>
                  <a:pt x="356367" y="320646"/>
                  <a:pt x="348331" y="322981"/>
                </a:cubicBezTo>
                <a:cubicBezTo>
                  <a:pt x="345547" y="336802"/>
                  <a:pt x="338584" y="352378"/>
                  <a:pt x="327993" y="365629"/>
                </a:cubicBezTo>
                <a:cubicBezTo>
                  <a:pt x="313569" y="383675"/>
                  <a:pt x="291149" y="398925"/>
                  <a:pt x="261001" y="398925"/>
                </a:cubicBezTo>
                <a:cubicBezTo>
                  <a:pt x="236848" y="398925"/>
                  <a:pt x="217836" y="385569"/>
                  <a:pt x="205623" y="372763"/>
                </a:cubicBezTo>
                <a:cubicBezTo>
                  <a:pt x="203390" y="370420"/>
                  <a:pt x="201321" y="368035"/>
                  <a:pt x="199429" y="365663"/>
                </a:cubicBezTo>
                <a:cubicBezTo>
                  <a:pt x="197535" y="368035"/>
                  <a:pt x="195468" y="370420"/>
                  <a:pt x="193233" y="372763"/>
                </a:cubicBezTo>
                <a:cubicBezTo>
                  <a:pt x="181019" y="385569"/>
                  <a:pt x="162007" y="398925"/>
                  <a:pt x="137855" y="398925"/>
                </a:cubicBezTo>
                <a:cubicBezTo>
                  <a:pt x="107708" y="398925"/>
                  <a:pt x="85288" y="383675"/>
                  <a:pt x="70864" y="365629"/>
                </a:cubicBezTo>
                <a:cubicBezTo>
                  <a:pt x="60273" y="352378"/>
                  <a:pt x="53310" y="336802"/>
                  <a:pt x="50527" y="322981"/>
                </a:cubicBezTo>
                <a:cubicBezTo>
                  <a:pt x="42490" y="320646"/>
                  <a:pt x="33414" y="316273"/>
                  <a:pt x="25191" y="309219"/>
                </a:cubicBezTo>
                <a:cubicBezTo>
                  <a:pt x="11019" y="297062"/>
                  <a:pt x="0" y="277487"/>
                  <a:pt x="0" y="248661"/>
                </a:cubicBezTo>
                <a:cubicBezTo>
                  <a:pt x="0" y="223578"/>
                  <a:pt x="2985" y="203889"/>
                  <a:pt x="11468" y="190225"/>
                </a:cubicBezTo>
                <a:cubicBezTo>
                  <a:pt x="15961" y="182987"/>
                  <a:pt x="21932" y="177533"/>
                  <a:pt x="29319" y="174049"/>
                </a:cubicBezTo>
                <a:cubicBezTo>
                  <a:pt x="29754" y="173846"/>
                  <a:pt x="30191" y="173648"/>
                  <a:pt x="30630" y="173458"/>
                </a:cubicBezTo>
                <a:cubicBezTo>
                  <a:pt x="28525" y="166133"/>
                  <a:pt x="27426" y="158482"/>
                  <a:pt x="27089" y="150975"/>
                </a:cubicBezTo>
                <a:cubicBezTo>
                  <a:pt x="26430" y="136312"/>
                  <a:pt x="28613" y="121036"/>
                  <a:pt x="32974" y="107447"/>
                </a:cubicBezTo>
                <a:cubicBezTo>
                  <a:pt x="37271" y="94060"/>
                  <a:pt x="44094" y="81053"/>
                  <a:pt x="53689" y="72050"/>
                </a:cubicBezTo>
                <a:cubicBezTo>
                  <a:pt x="59713" y="66397"/>
                  <a:pt x="67165" y="62123"/>
                  <a:pt x="75549" y="60736"/>
                </a:cubicBezTo>
                <a:cubicBezTo>
                  <a:pt x="79515" y="43976"/>
                  <a:pt x="89635" y="30120"/>
                  <a:pt x="102548" y="20069"/>
                </a:cubicBezTo>
                <a:close/>
                <a:moveTo>
                  <a:pt x="120935" y="43689"/>
                </a:moveTo>
                <a:cubicBezTo>
                  <a:pt x="110044" y="52168"/>
                  <a:pt x="103667" y="63462"/>
                  <a:pt x="103667" y="76465"/>
                </a:cubicBezTo>
                <a:cubicBezTo>
                  <a:pt x="103667" y="81277"/>
                  <a:pt x="101354" y="85796"/>
                  <a:pt x="97450" y="88608"/>
                </a:cubicBezTo>
                <a:cubicBezTo>
                  <a:pt x="93546" y="91421"/>
                  <a:pt x="88528" y="92186"/>
                  <a:pt x="83963" y="90663"/>
                </a:cubicBezTo>
                <a:cubicBezTo>
                  <a:pt x="81221" y="89748"/>
                  <a:pt x="78335" y="89971"/>
                  <a:pt x="74172" y="93878"/>
                </a:cubicBezTo>
                <a:cubicBezTo>
                  <a:pt x="69557" y="98209"/>
                  <a:pt x="64859" y="106055"/>
                  <a:pt x="61476" y="116596"/>
                </a:cubicBezTo>
                <a:cubicBezTo>
                  <a:pt x="58157" y="126935"/>
                  <a:pt x="56500" y="138661"/>
                  <a:pt x="56993" y="149631"/>
                </a:cubicBezTo>
                <a:cubicBezTo>
                  <a:pt x="57492" y="160738"/>
                  <a:pt x="60133" y="169938"/>
                  <a:pt x="64290" y="176178"/>
                </a:cubicBezTo>
                <a:cubicBezTo>
                  <a:pt x="64986" y="177224"/>
                  <a:pt x="65538" y="178336"/>
                  <a:pt x="65945" y="179487"/>
                </a:cubicBezTo>
                <a:lnTo>
                  <a:pt x="87539" y="179487"/>
                </a:lnTo>
                <a:cubicBezTo>
                  <a:pt x="117556" y="179487"/>
                  <a:pt x="142142" y="202742"/>
                  <a:pt x="144265" y="232217"/>
                </a:cubicBezTo>
                <a:cubicBezTo>
                  <a:pt x="158973" y="238100"/>
                  <a:pt x="169363" y="252480"/>
                  <a:pt x="169363" y="269289"/>
                </a:cubicBezTo>
                <a:cubicBezTo>
                  <a:pt x="169363" y="291332"/>
                  <a:pt x="151494" y="309201"/>
                  <a:pt x="129451" y="309201"/>
                </a:cubicBezTo>
                <a:cubicBezTo>
                  <a:pt x="107408" y="309201"/>
                  <a:pt x="89539" y="291332"/>
                  <a:pt x="89539" y="269289"/>
                </a:cubicBezTo>
                <a:cubicBezTo>
                  <a:pt x="89539" y="252652"/>
                  <a:pt x="99719" y="238391"/>
                  <a:pt x="114190" y="232398"/>
                </a:cubicBezTo>
                <a:cubicBezTo>
                  <a:pt x="112274" y="219399"/>
                  <a:pt x="101072" y="209421"/>
                  <a:pt x="87539" y="209421"/>
                </a:cubicBezTo>
                <a:lnTo>
                  <a:pt x="35654" y="209421"/>
                </a:lnTo>
                <a:cubicBezTo>
                  <a:pt x="35486" y="209421"/>
                  <a:pt x="35319" y="209419"/>
                  <a:pt x="35152" y="209413"/>
                </a:cubicBezTo>
                <a:cubicBezTo>
                  <a:pt x="32174" y="216358"/>
                  <a:pt x="29934" y="228359"/>
                  <a:pt x="29934" y="248661"/>
                </a:cubicBezTo>
                <a:cubicBezTo>
                  <a:pt x="29934" y="269034"/>
                  <a:pt x="37349" y="280209"/>
                  <a:pt x="44682" y="286501"/>
                </a:cubicBezTo>
                <a:cubicBezTo>
                  <a:pt x="52729" y="293404"/>
                  <a:pt x="61563" y="295192"/>
                  <a:pt x="64122" y="295192"/>
                </a:cubicBezTo>
                <a:cubicBezTo>
                  <a:pt x="72388" y="295192"/>
                  <a:pt x="79089" y="301893"/>
                  <a:pt x="79089" y="310159"/>
                </a:cubicBezTo>
                <a:cubicBezTo>
                  <a:pt x="79089" y="318523"/>
                  <a:pt x="83715" y="333763"/>
                  <a:pt x="94247" y="346940"/>
                </a:cubicBezTo>
                <a:cubicBezTo>
                  <a:pt x="104400" y="359642"/>
                  <a:pt x="118847" y="368991"/>
                  <a:pt x="137855" y="368991"/>
                </a:cubicBezTo>
                <a:cubicBezTo>
                  <a:pt x="150569" y="368991"/>
                  <a:pt x="162279" y="361847"/>
                  <a:pt x="171570" y="352104"/>
                </a:cubicBezTo>
                <a:cubicBezTo>
                  <a:pt x="176096" y="347359"/>
                  <a:pt x="179611" y="342430"/>
                  <a:pt x="181916" y="338431"/>
                </a:cubicBezTo>
                <a:cubicBezTo>
                  <a:pt x="183071" y="336427"/>
                  <a:pt x="183817" y="334839"/>
                  <a:pt x="184228" y="333785"/>
                </a:cubicBezTo>
                <a:lnTo>
                  <a:pt x="184332" y="333513"/>
                </a:lnTo>
                <a:lnTo>
                  <a:pt x="184332" y="284513"/>
                </a:lnTo>
                <a:cubicBezTo>
                  <a:pt x="184330" y="284428"/>
                  <a:pt x="184330" y="284342"/>
                  <a:pt x="184330" y="284256"/>
                </a:cubicBezTo>
                <a:cubicBezTo>
                  <a:pt x="184330" y="284170"/>
                  <a:pt x="184330" y="284084"/>
                  <a:pt x="184332" y="283999"/>
                </a:cubicBezTo>
                <a:lnTo>
                  <a:pt x="184332" y="144564"/>
                </a:lnTo>
                <a:lnTo>
                  <a:pt x="166462" y="144564"/>
                </a:lnTo>
                <a:cubicBezTo>
                  <a:pt x="160541" y="159191"/>
                  <a:pt x="146201" y="169509"/>
                  <a:pt x="129451" y="169509"/>
                </a:cubicBezTo>
                <a:cubicBezTo>
                  <a:pt x="107408" y="169509"/>
                  <a:pt x="89539" y="151640"/>
                  <a:pt x="89539" y="129597"/>
                </a:cubicBezTo>
                <a:cubicBezTo>
                  <a:pt x="89539" y="107554"/>
                  <a:pt x="107408" y="89685"/>
                  <a:pt x="129451" y="89685"/>
                </a:cubicBezTo>
                <a:cubicBezTo>
                  <a:pt x="146201" y="89685"/>
                  <a:pt x="160541" y="100003"/>
                  <a:pt x="166462" y="114630"/>
                </a:cubicBezTo>
                <a:lnTo>
                  <a:pt x="184332" y="114630"/>
                </a:lnTo>
                <a:lnTo>
                  <a:pt x="184332" y="64213"/>
                </a:lnTo>
                <a:lnTo>
                  <a:pt x="184328" y="63987"/>
                </a:lnTo>
                <a:cubicBezTo>
                  <a:pt x="184322" y="63759"/>
                  <a:pt x="184310" y="63373"/>
                  <a:pt x="184282" y="62852"/>
                </a:cubicBezTo>
                <a:cubicBezTo>
                  <a:pt x="184226" y="61805"/>
                  <a:pt x="184109" y="60239"/>
                  <a:pt x="183871" y="58333"/>
                </a:cubicBezTo>
                <a:cubicBezTo>
                  <a:pt x="183386" y="54444"/>
                  <a:pt x="182438" y="49524"/>
                  <a:pt x="180676" y="44818"/>
                </a:cubicBezTo>
                <a:cubicBezTo>
                  <a:pt x="178888" y="40049"/>
                  <a:pt x="176563" y="36297"/>
                  <a:pt x="173797" y="33836"/>
                </a:cubicBezTo>
                <a:cubicBezTo>
                  <a:pt x="171343" y="31652"/>
                  <a:pt x="167966" y="29934"/>
                  <a:pt x="162432" y="29934"/>
                </a:cubicBezTo>
                <a:cubicBezTo>
                  <a:pt x="147144" y="29934"/>
                  <a:pt x="131989" y="35085"/>
                  <a:pt x="120935" y="43689"/>
                </a:cubicBezTo>
                <a:close/>
                <a:moveTo>
                  <a:pt x="214526" y="299223"/>
                </a:moveTo>
                <a:lnTo>
                  <a:pt x="214526" y="333513"/>
                </a:lnTo>
                <a:lnTo>
                  <a:pt x="214627" y="333785"/>
                </a:lnTo>
                <a:cubicBezTo>
                  <a:pt x="215040" y="334839"/>
                  <a:pt x="215787" y="336427"/>
                  <a:pt x="216940" y="338431"/>
                </a:cubicBezTo>
                <a:cubicBezTo>
                  <a:pt x="219245" y="342430"/>
                  <a:pt x="222759" y="347359"/>
                  <a:pt x="227285" y="352104"/>
                </a:cubicBezTo>
                <a:cubicBezTo>
                  <a:pt x="236579" y="361847"/>
                  <a:pt x="248289" y="368991"/>
                  <a:pt x="261001" y="368991"/>
                </a:cubicBezTo>
                <a:cubicBezTo>
                  <a:pt x="280009" y="368991"/>
                  <a:pt x="294457" y="359642"/>
                  <a:pt x="304611" y="346940"/>
                </a:cubicBezTo>
                <a:cubicBezTo>
                  <a:pt x="315142" y="333763"/>
                  <a:pt x="319768" y="318523"/>
                  <a:pt x="319768" y="310159"/>
                </a:cubicBezTo>
                <a:cubicBezTo>
                  <a:pt x="319768" y="301893"/>
                  <a:pt x="326469" y="295192"/>
                  <a:pt x="334735" y="295192"/>
                </a:cubicBezTo>
                <a:cubicBezTo>
                  <a:pt x="337295" y="295192"/>
                  <a:pt x="346127" y="293404"/>
                  <a:pt x="354176" y="286501"/>
                </a:cubicBezTo>
                <a:cubicBezTo>
                  <a:pt x="361508" y="280209"/>
                  <a:pt x="368923" y="269034"/>
                  <a:pt x="368923" y="248661"/>
                </a:cubicBezTo>
                <a:cubicBezTo>
                  <a:pt x="368923" y="224546"/>
                  <a:pt x="365762" y="212143"/>
                  <a:pt x="361959" y="206015"/>
                </a:cubicBezTo>
                <a:cubicBezTo>
                  <a:pt x="360306" y="203354"/>
                  <a:pt x="358598" y="201985"/>
                  <a:pt x="356768" y="201123"/>
                </a:cubicBezTo>
                <a:cubicBezTo>
                  <a:pt x="354742" y="200167"/>
                  <a:pt x="351717" y="199443"/>
                  <a:pt x="347023" y="199443"/>
                </a:cubicBezTo>
                <a:cubicBezTo>
                  <a:pt x="341506" y="199443"/>
                  <a:pt x="336435" y="196406"/>
                  <a:pt x="333829" y="191540"/>
                </a:cubicBezTo>
                <a:cubicBezTo>
                  <a:pt x="331224" y="186675"/>
                  <a:pt x="331508" y="180772"/>
                  <a:pt x="334567" y="176178"/>
                </a:cubicBezTo>
                <a:cubicBezTo>
                  <a:pt x="338724" y="169938"/>
                  <a:pt x="341366" y="160738"/>
                  <a:pt x="341865" y="149631"/>
                </a:cubicBezTo>
                <a:cubicBezTo>
                  <a:pt x="342358" y="138661"/>
                  <a:pt x="340699" y="126935"/>
                  <a:pt x="337381" y="116596"/>
                </a:cubicBezTo>
                <a:cubicBezTo>
                  <a:pt x="333998" y="106055"/>
                  <a:pt x="329301" y="98209"/>
                  <a:pt x="324685" y="93878"/>
                </a:cubicBezTo>
                <a:cubicBezTo>
                  <a:pt x="320522" y="89971"/>
                  <a:pt x="317636" y="89748"/>
                  <a:pt x="314894" y="90663"/>
                </a:cubicBezTo>
                <a:cubicBezTo>
                  <a:pt x="310330" y="92186"/>
                  <a:pt x="305311" y="91421"/>
                  <a:pt x="301408" y="88608"/>
                </a:cubicBezTo>
                <a:cubicBezTo>
                  <a:pt x="297503" y="85796"/>
                  <a:pt x="295190" y="81277"/>
                  <a:pt x="295190" y="76465"/>
                </a:cubicBezTo>
                <a:cubicBezTo>
                  <a:pt x="295190" y="63462"/>
                  <a:pt x="288812" y="52168"/>
                  <a:pt x="277922" y="43689"/>
                </a:cubicBezTo>
                <a:cubicBezTo>
                  <a:pt x="266868" y="35085"/>
                  <a:pt x="251714" y="29934"/>
                  <a:pt x="236423" y="29934"/>
                </a:cubicBezTo>
                <a:cubicBezTo>
                  <a:pt x="230892" y="29934"/>
                  <a:pt x="227515" y="31652"/>
                  <a:pt x="225058" y="33836"/>
                </a:cubicBezTo>
                <a:cubicBezTo>
                  <a:pt x="222294" y="36297"/>
                  <a:pt x="219968" y="40049"/>
                  <a:pt x="218182" y="44818"/>
                </a:cubicBezTo>
                <a:cubicBezTo>
                  <a:pt x="216419" y="49524"/>
                  <a:pt x="215472" y="54444"/>
                  <a:pt x="214985" y="58333"/>
                </a:cubicBezTo>
                <a:cubicBezTo>
                  <a:pt x="214747" y="60239"/>
                  <a:pt x="214631" y="61805"/>
                  <a:pt x="214576" y="62852"/>
                </a:cubicBezTo>
                <a:cubicBezTo>
                  <a:pt x="214548" y="63373"/>
                  <a:pt x="214536" y="63759"/>
                  <a:pt x="214530" y="63987"/>
                </a:cubicBezTo>
                <a:lnTo>
                  <a:pt x="214526" y="64213"/>
                </a:lnTo>
                <a:lnTo>
                  <a:pt x="214526" y="269289"/>
                </a:lnTo>
                <a:lnTo>
                  <a:pt x="227236" y="269289"/>
                </a:lnTo>
                <a:cubicBezTo>
                  <a:pt x="242115" y="269289"/>
                  <a:pt x="254176" y="257228"/>
                  <a:pt x="254176" y="242348"/>
                </a:cubicBezTo>
                <a:lnTo>
                  <a:pt x="254176" y="206519"/>
                </a:lnTo>
                <a:cubicBezTo>
                  <a:pt x="239548" y="200599"/>
                  <a:pt x="229231" y="186258"/>
                  <a:pt x="229231" y="169509"/>
                </a:cubicBezTo>
                <a:cubicBezTo>
                  <a:pt x="229231" y="147466"/>
                  <a:pt x="247100" y="129597"/>
                  <a:pt x="269143" y="129597"/>
                </a:cubicBezTo>
                <a:cubicBezTo>
                  <a:pt x="291187" y="129597"/>
                  <a:pt x="309055" y="147466"/>
                  <a:pt x="309055" y="169509"/>
                </a:cubicBezTo>
                <a:cubicBezTo>
                  <a:pt x="309055" y="186258"/>
                  <a:pt x="298736" y="200599"/>
                  <a:pt x="284110" y="206519"/>
                </a:cubicBezTo>
                <a:lnTo>
                  <a:pt x="284110" y="242348"/>
                </a:lnTo>
                <a:cubicBezTo>
                  <a:pt x="284110" y="273759"/>
                  <a:pt x="258646" y="299223"/>
                  <a:pt x="227236" y="299223"/>
                </a:cubicBezTo>
                <a:lnTo>
                  <a:pt x="214526" y="299223"/>
                </a:lnTo>
                <a:close/>
                <a:moveTo>
                  <a:pt x="129451" y="119619"/>
                </a:moveTo>
                <a:cubicBezTo>
                  <a:pt x="123940" y="119619"/>
                  <a:pt x="119473" y="124086"/>
                  <a:pt x="119473" y="129597"/>
                </a:cubicBezTo>
                <a:cubicBezTo>
                  <a:pt x="119473" y="135108"/>
                  <a:pt x="123940" y="139575"/>
                  <a:pt x="129451" y="139575"/>
                </a:cubicBezTo>
                <a:cubicBezTo>
                  <a:pt x="134962" y="139575"/>
                  <a:pt x="139429" y="135108"/>
                  <a:pt x="139429" y="129597"/>
                </a:cubicBezTo>
                <a:cubicBezTo>
                  <a:pt x="139429" y="124086"/>
                  <a:pt x="134962" y="119619"/>
                  <a:pt x="129451" y="119619"/>
                </a:cubicBezTo>
                <a:close/>
                <a:moveTo>
                  <a:pt x="119473" y="269289"/>
                </a:moveTo>
                <a:cubicBezTo>
                  <a:pt x="119473" y="274799"/>
                  <a:pt x="123940" y="279267"/>
                  <a:pt x="129451" y="279267"/>
                </a:cubicBezTo>
                <a:cubicBezTo>
                  <a:pt x="134962" y="279267"/>
                  <a:pt x="139429" y="274799"/>
                  <a:pt x="139429" y="269289"/>
                </a:cubicBezTo>
                <a:cubicBezTo>
                  <a:pt x="139429" y="263779"/>
                  <a:pt x="134962" y="259311"/>
                  <a:pt x="129451" y="259311"/>
                </a:cubicBezTo>
                <a:cubicBezTo>
                  <a:pt x="123940" y="259311"/>
                  <a:pt x="119473" y="263779"/>
                  <a:pt x="119473" y="269289"/>
                </a:cubicBezTo>
                <a:close/>
                <a:moveTo>
                  <a:pt x="259165" y="169509"/>
                </a:moveTo>
                <a:cubicBezTo>
                  <a:pt x="259165" y="175019"/>
                  <a:pt x="263631" y="179487"/>
                  <a:pt x="269143" y="179487"/>
                </a:cubicBezTo>
                <a:cubicBezTo>
                  <a:pt x="274653" y="179487"/>
                  <a:pt x="279121" y="175019"/>
                  <a:pt x="279121" y="169509"/>
                </a:cubicBezTo>
                <a:cubicBezTo>
                  <a:pt x="279121" y="163999"/>
                  <a:pt x="274653" y="159531"/>
                  <a:pt x="269143" y="159531"/>
                </a:cubicBezTo>
                <a:cubicBezTo>
                  <a:pt x="263631" y="159531"/>
                  <a:pt x="259165" y="163999"/>
                  <a:pt x="259165" y="169509"/>
                </a:cubicBezTo>
                <a:close/>
              </a:path>
            </a:pathLst>
          </a:custGeom>
          <a:solidFill>
            <a:schemeClr val="accent1"/>
          </a:solidFill>
          <a:ln w="15875" cap="rnd">
            <a:noFill/>
            <a:prstDash val="solid"/>
            <a:round/>
          </a:ln>
          <a:effectLst/>
        </p:spPr>
        <p:txBody>
          <a:bodyPr rot="0" spcFirstLastPara="0" vertOverflow="overflow" horzOverflow="overflow" vert="horz" wrap="square" lIns="914401" tIns="261258" rIns="914401" bIns="391886" numCol="1" spcCol="0" rtlCol="0" fromWordArt="0" anchor="ctr" anchorCtr="0" forceAA="0" compatLnSpc="1">
            <a:prstTxWarp prst="textNoShape">
              <a:avLst/>
            </a:prstTxWarp>
            <a:noAutofit/>
          </a:bodyPr>
          <a:lstStyle/>
          <a:p>
            <a:pPr algn="ctr" defTabSz="3447426">
              <a:spcBef>
                <a:spcPts val="1205"/>
              </a:spcBef>
              <a:tabLst>
                <a:tab pos="5665570" algn="l"/>
              </a:tabLst>
            </a:pPr>
            <a:endParaRPr lang="en-US" sz="5141" b="1" dirty="0">
              <a:ln w="3175">
                <a:noFill/>
              </a:ln>
              <a:gradFill flip="none" rotWithShape="1">
                <a:gsLst>
                  <a:gs pos="20183">
                    <a:srgbClr val="FFFFFF"/>
                  </a:gs>
                  <a:gs pos="42000">
                    <a:srgbClr val="FFFFFF"/>
                  </a:gs>
                </a:gsLst>
                <a:lin ang="2700000" scaled="0"/>
                <a:tileRect/>
              </a:gradFill>
              <a:latin typeface="Segoe UI Variable Display Semib" pitchFamily="2" charset="0"/>
              <a:cs typeface="Segoe Sans Display Semibold" pitchFamily="2" charset="0"/>
            </a:endParaRPr>
          </a:p>
        </p:txBody>
      </p:sp>
      <p:sp>
        <p:nvSpPr>
          <p:cNvPr id="56" name="TextBox 55">
            <a:extLst>
              <a:ext uri="{FF2B5EF4-FFF2-40B4-BE49-F238E27FC236}">
                <a16:creationId xmlns:a16="http://schemas.microsoft.com/office/drawing/2014/main" id="{F045446E-B17D-D3D2-1F0F-92EB08205FF1}"/>
              </a:ext>
            </a:extLst>
          </p:cNvPr>
          <p:cNvSpPr txBox="1"/>
          <p:nvPr/>
        </p:nvSpPr>
        <p:spPr>
          <a:xfrm>
            <a:off x="3048000" y="3303969"/>
            <a:ext cx="6096000" cy="369332"/>
          </a:xfrm>
          <a:prstGeom prst="rect">
            <a:avLst/>
          </a:prstGeom>
          <a:noFill/>
        </p:spPr>
        <p:txBody>
          <a:bodyPr wrap="square">
            <a:spAutoFit/>
          </a:bodyPr>
          <a:lstStyle/>
          <a:p>
            <a:pPr algn="ctr"/>
            <a:r>
              <a:rPr lang="en-US" sz="1800" kern="0" dirty="0">
                <a:solidFill>
                  <a:schemeClr val="bg1"/>
                </a:solidFill>
              </a:rPr>
              <a:t>Develop</a:t>
            </a:r>
          </a:p>
        </p:txBody>
      </p:sp>
      <p:sp>
        <p:nvSpPr>
          <p:cNvPr id="62" name="TextBox 61">
            <a:extLst>
              <a:ext uri="{FF2B5EF4-FFF2-40B4-BE49-F238E27FC236}">
                <a16:creationId xmlns:a16="http://schemas.microsoft.com/office/drawing/2014/main" id="{8C5BA949-BB80-348D-FE7E-2E51E2BB68DA}"/>
              </a:ext>
              <a:ext uri="{C183D7F6-B498-43B3-948B-1728B52AA6E4}">
                <adec:decorative xmlns:adec="http://schemas.microsoft.com/office/drawing/2017/decorative" val="1"/>
              </a:ext>
            </a:extLst>
          </p:cNvPr>
          <p:cNvSpPr txBox="1">
            <a:spLocks/>
          </p:cNvSpPr>
          <p:nvPr/>
        </p:nvSpPr>
        <p:spPr>
          <a:xfrm rot="18307503">
            <a:off x="3359650" y="1439908"/>
            <a:ext cx="5022165" cy="5060343"/>
          </a:xfrm>
          <a:prstGeom prst="rect">
            <a:avLst/>
          </a:prstGeom>
          <a:noFill/>
        </p:spPr>
        <p:txBody>
          <a:bodyPr wrap="square" lIns="0" tIns="0" rIns="0" bIns="0" rtlCol="0" anchor="t">
            <a:prstTxWarp prst="textArchDown">
              <a:avLst>
                <a:gd name="adj" fmla="val 3711980"/>
              </a:avLst>
            </a:prstTxWarp>
            <a:noAutofit/>
          </a:bodyPr>
          <a:lstStyle/>
          <a:p>
            <a:pPr algn="ctr"/>
            <a:r>
              <a:rPr lang="en-US" sz="2400" kern="0" dirty="0">
                <a:solidFill>
                  <a:schemeClr val="bg1"/>
                </a:solidFill>
              </a:rPr>
              <a:t>Test &amp; Deploy</a:t>
            </a:r>
          </a:p>
        </p:txBody>
      </p:sp>
      <p:sp>
        <p:nvSpPr>
          <p:cNvPr id="64" name="TextBox 63">
            <a:extLst>
              <a:ext uri="{FF2B5EF4-FFF2-40B4-BE49-F238E27FC236}">
                <a16:creationId xmlns:a16="http://schemas.microsoft.com/office/drawing/2014/main" id="{6998A81D-6F0D-7463-004D-33DBD516ACC1}"/>
              </a:ext>
              <a:ext uri="{C183D7F6-B498-43B3-948B-1728B52AA6E4}">
                <adec:decorative xmlns:adec="http://schemas.microsoft.com/office/drawing/2017/decorative" val="1"/>
              </a:ext>
            </a:extLst>
          </p:cNvPr>
          <p:cNvSpPr txBox="1">
            <a:spLocks/>
          </p:cNvSpPr>
          <p:nvPr/>
        </p:nvSpPr>
        <p:spPr>
          <a:xfrm rot="3182713">
            <a:off x="3667247" y="2232500"/>
            <a:ext cx="4025494" cy="4069624"/>
          </a:xfrm>
          <a:prstGeom prst="rect">
            <a:avLst/>
          </a:prstGeom>
          <a:noFill/>
        </p:spPr>
        <p:txBody>
          <a:bodyPr wrap="square" lIns="0" tIns="0" rIns="0" bIns="0" rtlCol="0" anchor="t">
            <a:prstTxWarp prst="textArchDown">
              <a:avLst>
                <a:gd name="adj" fmla="val 2212002"/>
              </a:avLst>
            </a:prstTxWarp>
            <a:noAutofit/>
          </a:bodyPr>
          <a:lstStyle/>
          <a:p>
            <a:pPr algn="ctr"/>
            <a:r>
              <a:rPr lang="en-US" sz="2400" kern="0" dirty="0">
                <a:solidFill>
                  <a:schemeClr val="bg1"/>
                </a:solidFill>
              </a:rPr>
              <a:t>Maintain, Monitor and Scale</a:t>
            </a: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731520" y="3657600"/>
            <a:ext cx="9144000" cy="91440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3300" b="1">
                <a:solidFill>
                  <a:srgbClr val="FFFFFF"/>
                </a:solidFill>
                <a:latin typeface="Segoe UI Semibold"/>
              </a:defRPr>
            </a:pPr>
            <a:r>
              <a:rPr kumimoji="0" sz="3300" b="1" i="0" u="none" strike="noStrike" kern="1200" cap="none" spc="0" normalizeH="0" baseline="0" noProof="0">
                <a:ln>
                  <a:noFill/>
                </a:ln>
                <a:solidFill>
                  <a:srgbClr val="FFFFFF"/>
                </a:solidFill>
                <a:effectLst/>
                <a:uLnTx/>
                <a:uFillTx/>
                <a:latin typeface="Segoe UI Semibold"/>
                <a:ea typeface="+mn-ea"/>
                <a:cs typeface="+mn-cs"/>
              </a:rPr>
              <a:t>Appendix</a:t>
            </a:r>
          </a:p>
        </p:txBody>
      </p:sp>
      <p:sp>
        <p:nvSpPr>
          <p:cNvPr id="3" name="TextBox 2"/>
          <p:cNvSpPr txBox="1"/>
          <p:nvPr/>
        </p:nvSpPr>
        <p:spPr>
          <a:xfrm>
            <a:off x="731520" y="4480560"/>
            <a:ext cx="9144000" cy="64008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1800" b="0">
                <a:solidFill>
                  <a:srgbClr val="FFFFFF"/>
                </a:solidFill>
                <a:latin typeface="Segoe UI"/>
              </a:defRPr>
            </a:pPr>
            <a:r>
              <a:rPr kumimoji="0" sz="1800" b="0" i="0" u="none" strike="noStrike" kern="1200" cap="none" spc="0" normalizeH="0" baseline="0" noProof="0">
                <a:ln>
                  <a:noFill/>
                </a:ln>
                <a:solidFill>
                  <a:srgbClr val="FFFFFF"/>
                </a:solidFill>
                <a:effectLst/>
                <a:uLnTx/>
                <a:uFillTx/>
                <a:latin typeface="Segoe UI"/>
                <a:ea typeface="+mn-ea"/>
                <a:cs typeface="+mn-cs"/>
              </a:rPr>
              <a:t>Real-World Examples – Public Case Studies &amp; Citations</a:t>
            </a:r>
          </a:p>
        </p:txBody>
      </p:sp>
      <p:sp>
        <p:nvSpPr>
          <p:cNvPr id="4" name="Rectangle 3"/>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 name="TextBox 4"/>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The cost of ungoverned AI</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3E0AE08-6AB3-C334-597C-EF70999BDEFE}"/>
              </a:ext>
              <a:ext uri="{C183D7F6-B498-43B3-948B-1728B52AA6E4}">
                <adec:decorative xmlns:adec="http://schemas.microsoft.com/office/drawing/2017/decorative" val="1"/>
              </a:ext>
            </a:extLst>
          </p:cNvPr>
          <p:cNvSpPr>
            <a:spLocks/>
          </p:cNvSpPr>
          <p:nvPr/>
        </p:nvSpPr>
        <p:spPr>
          <a:xfrm>
            <a:off x="58826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1" name="Rectangle: Rounded Corners 10">
            <a:extLst>
              <a:ext uri="{FF2B5EF4-FFF2-40B4-BE49-F238E27FC236}">
                <a16:creationId xmlns:a16="http://schemas.microsoft.com/office/drawing/2014/main" id="{6DE8F578-4B21-0C6B-143B-DD028DA786D8}"/>
              </a:ext>
              <a:ext uri="{C183D7F6-B498-43B3-948B-1728B52AA6E4}">
                <adec:decorative xmlns:adec="http://schemas.microsoft.com/office/drawing/2017/decorative" val="1"/>
              </a:ext>
            </a:extLst>
          </p:cNvPr>
          <p:cNvSpPr>
            <a:spLocks/>
          </p:cNvSpPr>
          <p:nvPr/>
        </p:nvSpPr>
        <p:spPr>
          <a:xfrm>
            <a:off x="3399341"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5" name="Rectangle: Rounded Corners 14">
            <a:extLst>
              <a:ext uri="{FF2B5EF4-FFF2-40B4-BE49-F238E27FC236}">
                <a16:creationId xmlns:a16="http://schemas.microsoft.com/office/drawing/2014/main" id="{3694B7C3-A43D-A1D3-633C-A3F6B8ABC406}"/>
              </a:ext>
              <a:ext uri="{C183D7F6-B498-43B3-948B-1728B52AA6E4}">
                <adec:decorative xmlns:adec="http://schemas.microsoft.com/office/drawing/2017/decorative" val="1"/>
              </a:ext>
            </a:extLst>
          </p:cNvPr>
          <p:cNvSpPr>
            <a:spLocks/>
          </p:cNvSpPr>
          <p:nvPr/>
        </p:nvSpPr>
        <p:spPr>
          <a:xfrm>
            <a:off x="6210420"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9" name="Rectangle: Rounded Corners 18">
            <a:extLst>
              <a:ext uri="{FF2B5EF4-FFF2-40B4-BE49-F238E27FC236}">
                <a16:creationId xmlns:a16="http://schemas.microsoft.com/office/drawing/2014/main" id="{959B9B07-0B60-AFC8-62EB-BEE63F3D46E5}"/>
              </a:ext>
              <a:ext uri="{C183D7F6-B498-43B3-948B-1728B52AA6E4}">
                <adec:decorative xmlns:adec="http://schemas.microsoft.com/office/drawing/2017/decorative" val="1"/>
              </a:ext>
            </a:extLst>
          </p:cNvPr>
          <p:cNvSpPr>
            <a:spLocks/>
          </p:cNvSpPr>
          <p:nvPr/>
        </p:nvSpPr>
        <p:spPr>
          <a:xfrm>
            <a:off x="899362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8" name="Rounded Rectangle 2">
            <a:extLst>
              <a:ext uri="{FF2B5EF4-FFF2-40B4-BE49-F238E27FC236}">
                <a16:creationId xmlns:a16="http://schemas.microsoft.com/office/drawing/2014/main" id="{123B7009-5807-9E59-154D-A8E3A4E2B746}"/>
              </a:ext>
            </a:extLst>
          </p:cNvPr>
          <p:cNvSpPr/>
          <p:nvPr/>
        </p:nvSpPr>
        <p:spPr bwMode="auto">
          <a:xfrm>
            <a:off x="661044" y="1849120"/>
            <a:ext cx="2470198" cy="1079159"/>
          </a:xfrm>
          <a:prstGeom prst="roundRect">
            <a:avLst>
              <a:gd name="adj" fmla="val 21859"/>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AI breach costs</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0" name="Content Placeholder 2">
            <a:extLst>
              <a:ext uri="{FF2B5EF4-FFF2-40B4-BE49-F238E27FC236}">
                <a16:creationId xmlns:a16="http://schemas.microsoft.com/office/drawing/2014/main" id="{43F0CCED-1223-C759-9275-67CD10D73397}"/>
              </a:ext>
            </a:extLst>
          </p:cNvPr>
          <p:cNvSpPr txBox="1">
            <a:spLocks/>
          </p:cNvSpPr>
          <p:nvPr/>
        </p:nvSpPr>
        <p:spPr>
          <a:xfrm>
            <a:off x="991213"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lvl="1" indent="0" algn="ctr" defTabSz="2275850" fontAlgn="base">
              <a:spcBef>
                <a:spcPct val="0"/>
              </a:spcBef>
              <a:spcAft>
                <a:spcPts val="2987"/>
              </a:spcAft>
              <a:buNone/>
              <a:defRPr/>
            </a:pPr>
            <a:r>
              <a:rPr lang="en-US" sz="4000">
                <a:ln w="3175">
                  <a:noFill/>
                </a:ln>
                <a:solidFill>
                  <a:schemeClr val="accent2"/>
                </a:solidFill>
                <a:latin typeface="+mj-lt"/>
                <a:ea typeface="+mj-ea"/>
                <a:cs typeface="+mj-cs"/>
              </a:rPr>
              <a:t>$4.88M</a:t>
            </a:r>
          </a:p>
        </p:txBody>
      </p:sp>
      <p:sp>
        <p:nvSpPr>
          <p:cNvPr id="9" name="Google Shape;3000;p241">
            <a:extLst>
              <a:ext uri="{FF2B5EF4-FFF2-40B4-BE49-F238E27FC236}">
                <a16:creationId xmlns:a16="http://schemas.microsoft.com/office/drawing/2014/main" id="{F9DEFC5F-8E88-ECD1-DE46-63595AD38DFD}"/>
              </a:ext>
            </a:extLst>
          </p:cNvPr>
          <p:cNvSpPr txBox="1"/>
          <p:nvPr/>
        </p:nvSpPr>
        <p:spPr>
          <a:xfrm>
            <a:off x="748365"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average cost of a data breach globally in 2024</a:t>
            </a:r>
            <a:r>
              <a:rPr kumimoji="0" lang="en-US" sz="1600" b="0" i="0" u="none" strike="noStrike" kern="1200" cap="none" spc="0" normalizeH="0" baseline="30000" noProof="0">
                <a:ln>
                  <a:noFill/>
                </a:ln>
                <a:effectLst/>
                <a:uLnTx/>
                <a:uFillTx/>
              </a:rPr>
              <a:t>3</a:t>
            </a:r>
            <a:r>
              <a:rPr kumimoji="0" lang="en-US" sz="1600" b="0" i="0" u="none" strike="noStrike" kern="1200" cap="none" spc="0" normalizeH="0" baseline="0" noProof="0">
                <a:ln>
                  <a:noFill/>
                </a:ln>
                <a:effectLst/>
                <a:uLnTx/>
                <a:uFillTx/>
              </a:rPr>
              <a:t> </a:t>
            </a:r>
            <a:endParaRPr kumimoji="0" lang="en-US" sz="2400" b="0" i="0" u="none" strike="noStrike" kern="1200" cap="none" spc="0" normalizeH="0" baseline="0" noProof="0">
              <a:ln>
                <a:noFill/>
              </a:ln>
              <a:effectLst/>
              <a:uLnTx/>
              <a:uFillTx/>
            </a:endParaRPr>
          </a:p>
        </p:txBody>
      </p:sp>
      <p:sp>
        <p:nvSpPr>
          <p:cNvPr id="13" name="Rounded Rectangle 2">
            <a:extLst>
              <a:ext uri="{FF2B5EF4-FFF2-40B4-BE49-F238E27FC236}">
                <a16:creationId xmlns:a16="http://schemas.microsoft.com/office/drawing/2014/main" id="{9C7FDCE9-7641-2FAF-CD0E-5F292070F20D}"/>
              </a:ext>
            </a:extLst>
          </p:cNvPr>
          <p:cNvSpPr/>
          <p:nvPr/>
        </p:nvSpPr>
        <p:spPr bwMode="auto">
          <a:xfrm>
            <a:off x="3472123"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AI-specific breaches</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2" name="Content Placeholder 2">
            <a:extLst>
              <a:ext uri="{FF2B5EF4-FFF2-40B4-BE49-F238E27FC236}">
                <a16:creationId xmlns:a16="http://schemas.microsoft.com/office/drawing/2014/main" id="{DE53BF27-149B-0162-C407-C67AF1D34893}"/>
              </a:ext>
            </a:extLst>
          </p:cNvPr>
          <p:cNvSpPr txBox="1">
            <a:spLocks/>
          </p:cNvSpPr>
          <p:nvPr/>
        </p:nvSpPr>
        <p:spPr>
          <a:xfrm>
            <a:off x="3802292"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13%</a:t>
            </a:r>
          </a:p>
        </p:txBody>
      </p:sp>
      <p:sp>
        <p:nvSpPr>
          <p:cNvPr id="14" name="Google Shape;3000;p241">
            <a:extLst>
              <a:ext uri="{FF2B5EF4-FFF2-40B4-BE49-F238E27FC236}">
                <a16:creationId xmlns:a16="http://schemas.microsoft.com/office/drawing/2014/main" id="{381CC044-19CB-D650-0393-E36DDDFE52F3}"/>
              </a:ext>
            </a:extLst>
          </p:cNvPr>
          <p:cNvSpPr txBox="1"/>
          <p:nvPr/>
        </p:nvSpPr>
        <p:spPr>
          <a:xfrm>
            <a:off x="3559444"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of organizations reported</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breaches of AI models</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or applications</a:t>
            </a:r>
            <a:r>
              <a:rPr kumimoji="0" lang="en-US" sz="1600" b="0" i="0" u="none" strike="noStrike" kern="1200" cap="none" spc="0" normalizeH="0" baseline="30000" noProof="0">
                <a:ln>
                  <a:noFill/>
                </a:ln>
                <a:effectLst/>
                <a:uLnTx/>
                <a:uFillTx/>
              </a:rPr>
              <a:t>1</a:t>
            </a:r>
            <a:endParaRPr kumimoji="0" lang="en-US" sz="1600" b="0" i="0" u="none" strike="noStrike" kern="1200" cap="none" spc="0" normalizeH="0" baseline="30000" noProof="0">
              <a:ln w="3175">
                <a:noFill/>
              </a:ln>
              <a:effectLst/>
              <a:uLnTx/>
              <a:uFillTx/>
            </a:endParaRPr>
          </a:p>
        </p:txBody>
      </p:sp>
      <p:sp>
        <p:nvSpPr>
          <p:cNvPr id="17" name="Rectangle: Rounded Corners 16">
            <a:extLst>
              <a:ext uri="{FF2B5EF4-FFF2-40B4-BE49-F238E27FC236}">
                <a16:creationId xmlns:a16="http://schemas.microsoft.com/office/drawing/2014/main" id="{DF3738A9-357D-746D-77DC-5947528B8FB5}"/>
              </a:ext>
            </a:extLst>
          </p:cNvPr>
          <p:cNvSpPr/>
          <p:nvPr/>
        </p:nvSpPr>
        <p:spPr bwMode="auto">
          <a:xfrm>
            <a:off x="6283202" y="1849120"/>
            <a:ext cx="2470198" cy="1079159"/>
          </a:xfrm>
          <a:prstGeom prst="roundRect">
            <a:avLst>
              <a:gd name="adj" fmla="val 12035"/>
            </a:avLst>
          </a:prstGeom>
          <a:solidFill>
            <a:schemeClr val="tx2"/>
          </a:solidFill>
          <a:ln>
            <a:solidFill>
              <a:schemeClr val="tx2"/>
            </a:solidFill>
          </a:ln>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Lacking AI</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access controls</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6" name="Content Placeholder 2">
            <a:extLst>
              <a:ext uri="{FF2B5EF4-FFF2-40B4-BE49-F238E27FC236}">
                <a16:creationId xmlns:a16="http://schemas.microsoft.com/office/drawing/2014/main" id="{8202CC74-D081-D316-54D4-838C9588AD88}"/>
              </a:ext>
            </a:extLst>
          </p:cNvPr>
          <p:cNvSpPr txBox="1">
            <a:spLocks/>
          </p:cNvSpPr>
          <p:nvPr/>
        </p:nvSpPr>
        <p:spPr>
          <a:xfrm>
            <a:off x="6575680" y="3096077"/>
            <a:ext cx="1885242"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97%</a:t>
            </a:r>
          </a:p>
        </p:txBody>
      </p:sp>
      <p:sp>
        <p:nvSpPr>
          <p:cNvPr id="18" name="Google Shape;3000;p241">
            <a:extLst>
              <a:ext uri="{FF2B5EF4-FFF2-40B4-BE49-F238E27FC236}">
                <a16:creationId xmlns:a16="http://schemas.microsoft.com/office/drawing/2014/main" id="{7C7F9988-FFA6-9179-9DF7-F196FE1A8FE8}"/>
              </a:ext>
            </a:extLst>
          </p:cNvPr>
          <p:cNvSpPr txBox="1"/>
          <p:nvPr/>
        </p:nvSpPr>
        <p:spPr>
          <a:xfrm>
            <a:off x="6370523" y="4036996"/>
            <a:ext cx="2295556" cy="738664"/>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of breached organizations</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reported not having AI</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access controls in place</a:t>
            </a:r>
            <a:r>
              <a:rPr kumimoji="0" lang="en-US" sz="1600" b="0" i="0" u="none" strike="noStrike" kern="1200" cap="none" spc="0" normalizeH="0" baseline="30000" noProof="0">
                <a:ln>
                  <a:noFill/>
                </a:ln>
                <a:effectLst/>
                <a:uLnTx/>
                <a:uFillTx/>
              </a:rPr>
              <a:t>2</a:t>
            </a:r>
            <a:endParaRPr kumimoji="0" lang="en-US" sz="1600" b="0" i="0" u="none" strike="noStrike" kern="1200" cap="none" spc="0" normalizeH="0" baseline="0" noProof="0">
              <a:ln>
                <a:noFill/>
              </a:ln>
              <a:effectLst/>
              <a:uLnTx/>
              <a:uFillTx/>
            </a:endParaRPr>
          </a:p>
        </p:txBody>
      </p:sp>
      <p:sp>
        <p:nvSpPr>
          <p:cNvPr id="21" name="Rectangle: Rounded Corners 17">
            <a:extLst>
              <a:ext uri="{FF2B5EF4-FFF2-40B4-BE49-F238E27FC236}">
                <a16:creationId xmlns:a16="http://schemas.microsoft.com/office/drawing/2014/main" id="{60C58489-BCF3-98FA-E2DA-7CC1FFFE4CE4}"/>
              </a:ext>
            </a:extLst>
          </p:cNvPr>
          <p:cNvSpPr/>
          <p:nvPr/>
        </p:nvSpPr>
        <p:spPr bwMode="auto">
          <a:xfrm>
            <a:off x="9094281"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Shadow AI</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governance gap</a:t>
            </a:r>
          </a:p>
        </p:txBody>
      </p:sp>
      <p:sp>
        <p:nvSpPr>
          <p:cNvPr id="20" name="Content Placeholder 2">
            <a:extLst>
              <a:ext uri="{FF2B5EF4-FFF2-40B4-BE49-F238E27FC236}">
                <a16:creationId xmlns:a16="http://schemas.microsoft.com/office/drawing/2014/main" id="{90600409-5634-01A0-E46B-809F09E178D8}"/>
              </a:ext>
            </a:extLst>
          </p:cNvPr>
          <p:cNvSpPr txBox="1">
            <a:spLocks/>
          </p:cNvSpPr>
          <p:nvPr/>
        </p:nvSpPr>
        <p:spPr>
          <a:xfrm>
            <a:off x="9365615" y="3096077"/>
            <a:ext cx="1927528" cy="830997"/>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2275850" fontAlgn="base">
              <a:spcBef>
                <a:spcPct val="0"/>
              </a:spcBef>
              <a:spcAft>
                <a:spcPts val="2987"/>
              </a:spcAft>
              <a:buNone/>
              <a:defRPr/>
            </a:pPr>
            <a:r>
              <a:rPr lang="en-US" sz="5400">
                <a:ln w="3175">
                  <a:noFill/>
                </a:ln>
                <a:solidFill>
                  <a:schemeClr val="accent2"/>
                </a:solidFill>
                <a:latin typeface="+mj-lt"/>
                <a:ea typeface="+mj-ea"/>
                <a:cs typeface="+mj-cs"/>
              </a:rPr>
              <a:t>34%</a:t>
            </a:r>
          </a:p>
        </p:txBody>
      </p:sp>
      <p:sp>
        <p:nvSpPr>
          <p:cNvPr id="22" name="Google Shape;3000;p241">
            <a:extLst>
              <a:ext uri="{FF2B5EF4-FFF2-40B4-BE49-F238E27FC236}">
                <a16:creationId xmlns:a16="http://schemas.microsoft.com/office/drawing/2014/main" id="{4989A62E-8EF1-FFBC-BF47-63F1A2FCC89A}"/>
              </a:ext>
            </a:extLst>
          </p:cNvPr>
          <p:cNvSpPr txBox="1"/>
          <p:nvPr/>
        </p:nvSpPr>
        <p:spPr>
          <a:xfrm>
            <a:off x="9181601" y="4036996"/>
            <a:ext cx="2295556" cy="1231106"/>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of organizations with AI governance actually audit for misuse</a:t>
            </a:r>
          </a:p>
        </p:txBody>
      </p:sp>
      <p:sp>
        <p:nvSpPr>
          <p:cNvPr id="24" name="TextBox 11">
            <a:extLst>
              <a:ext uri="{FF2B5EF4-FFF2-40B4-BE49-F238E27FC236}">
                <a16:creationId xmlns:a16="http://schemas.microsoft.com/office/drawing/2014/main" id="{7DC19AF3-0391-7025-9223-EDF17FA08583}"/>
              </a:ext>
              <a:ext uri="{C183D7F6-B498-43B3-948B-1728B52AA6E4}">
                <adec:decorative xmlns:adec="http://schemas.microsoft.com/office/drawing/2017/decorative" val="0"/>
              </a:ext>
            </a:extLst>
          </p:cNvPr>
          <p:cNvSpPr txBox="1"/>
          <p:nvPr/>
        </p:nvSpPr>
        <p:spPr>
          <a:xfrm>
            <a:off x="588262" y="6145272"/>
            <a:ext cx="11049000" cy="420628"/>
          </a:xfrm>
          <a:prstGeom prst="rect">
            <a:avLst/>
          </a:prstGeom>
          <a:noFill/>
        </p:spPr>
        <p:txBody>
          <a:bodyPr wrap="square" lIns="0" tIns="0" rIns="0" bIns="0" numCol="1"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IBM Cost of a Data Breach Report, July 2025</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IBM / Ponemon Institute, 2025</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TechRepublic, Shadow AI and Poor Governance Report, 2025</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1.25E-6 4.81481E-6 L 1.25E-6 0.03541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grpId="1" nodeType="withEffect">
                                  <p:stCondLst>
                                    <p:cond delay="0"/>
                                  </p:stCondLst>
                                  <p:childTnLst>
                                    <p:animMotion origin="layout" path="M 1.25E-6 4.81481E-6 L 1.25E-6 0.03541 " pathEditMode="relative" rAng="0" ptsTypes="AA">
                                      <p:cBhvr>
                                        <p:cTn id="14" dur="700" spd="-100000" fill="hold"/>
                                        <p:tgtEl>
                                          <p:spTgt spid="11"/>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0"/>
                                  </p:stCondLst>
                                  <p:childTnLst>
                                    <p:animMotion origin="layout" path="M 1.25E-6 4.81481E-6 L 1.25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0"/>
                                  </p:stCondLst>
                                  <p:childTnLst>
                                    <p:animMotion origin="layout" path="M 1.25E-6 4.81481E-6 L 1.25E-6 0.03541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0"/>
                                  </p:stCondLst>
                                  <p:childTnLst>
                                    <p:animMotion origin="layout" path="M 1.25E-6 4.81481E-6 L 1.25E-6 0.03541 " pathEditMode="relative" rAng="0" ptsTypes="AA">
                                      <p:cBhvr>
                                        <p:cTn id="29" dur="700" spd="-100000" fill="hold"/>
                                        <p:tgtEl>
                                          <p:spTgt spid="8"/>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42" presetClass="path" presetSubtype="0" decel="100000" fill="hold" grpId="1" nodeType="withEffect">
                                  <p:stCondLst>
                                    <p:cond delay="0"/>
                                  </p:stCondLst>
                                  <p:childTnLst>
                                    <p:animMotion origin="layout" path="M 1.25E-6 3.33333E-6 L 1.25E-6 0.03541 " pathEditMode="relative" rAng="0" ptsTypes="AA">
                                      <p:cBhvr>
                                        <p:cTn id="34" dur="700" spd="-100000" fill="hold"/>
                                        <p:tgtEl>
                                          <p:spTgt spid="9"/>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42" presetClass="path" presetSubtype="0" decel="100000" fill="hold" grpId="1" nodeType="withEffect">
                                  <p:stCondLst>
                                    <p:cond delay="0"/>
                                  </p:stCondLst>
                                  <p:childTnLst>
                                    <p:animMotion origin="layout" path="M 1.25E-6 2.96296E-6 L 1.25E-6 0.03541 " pathEditMode="relative" rAng="0" ptsTypes="AA">
                                      <p:cBhvr>
                                        <p:cTn id="39" dur="700" spd="-100000" fill="hold"/>
                                        <p:tgtEl>
                                          <p:spTgt spid="10"/>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42" presetClass="path" presetSubtype="0" decel="100000" fill="hold" grpId="1" nodeType="withEffect">
                                  <p:stCondLst>
                                    <p:cond delay="0"/>
                                  </p:stCondLst>
                                  <p:childTnLst>
                                    <p:animMotion origin="layout" path="M 2.29167E-6 2.96296E-6 L 2.29167E-6 0.03541 " pathEditMode="relative" rAng="0" ptsTypes="AA">
                                      <p:cBhvr>
                                        <p:cTn id="44" dur="700" spd="-100000" fill="hold"/>
                                        <p:tgtEl>
                                          <p:spTgt spid="12"/>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42" presetClass="path" presetSubtype="0" decel="100000" fill="hold" grpId="1" nodeType="withEffect">
                                  <p:stCondLst>
                                    <p:cond delay="0"/>
                                  </p:stCondLst>
                                  <p:childTnLst>
                                    <p:animMotion origin="layout" path="M 1.25E-6 4.81481E-6 L 1.25E-6 0.03541 " pathEditMode="relative" rAng="0" ptsTypes="AA">
                                      <p:cBhvr>
                                        <p:cTn id="49" dur="700" spd="-100000" fill="hold"/>
                                        <p:tgtEl>
                                          <p:spTgt spid="13"/>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42" presetClass="path" presetSubtype="0" decel="100000" fill="hold" grpId="1" nodeType="withEffect">
                                  <p:stCondLst>
                                    <p:cond delay="0"/>
                                  </p:stCondLst>
                                  <p:childTnLst>
                                    <p:animMotion origin="layout" path="M 2.29167E-6 3.33333E-6 L 2.29167E-6 0.03541 " pathEditMode="relative" rAng="0" ptsTypes="AA">
                                      <p:cBhvr>
                                        <p:cTn id="54" dur="700" spd="-100000" fill="hold"/>
                                        <p:tgtEl>
                                          <p:spTgt spid="14"/>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42" presetClass="path" presetSubtype="0" decel="100000" fill="hold" grpId="1" nodeType="withEffect">
                                  <p:stCondLst>
                                    <p:cond delay="0"/>
                                  </p:stCondLst>
                                  <p:childTnLst>
                                    <p:animMotion origin="layout" path="M 3.33333E-6 2.96296E-6 L 3.33333E-6 0.03541 " pathEditMode="relative" rAng="0" ptsTypes="AA">
                                      <p:cBhvr>
                                        <p:cTn id="59" dur="700" spd="-100000" fill="hold"/>
                                        <p:tgtEl>
                                          <p:spTgt spid="16"/>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42" presetClass="path" presetSubtype="0" decel="100000" fill="hold" grpId="1" nodeType="withEffect">
                                  <p:stCondLst>
                                    <p:cond delay="0"/>
                                  </p:stCondLst>
                                  <p:childTnLst>
                                    <p:animMotion origin="layout" path="M 1.25E-6 4.81481E-6 L 1.25E-6 0.03541 " pathEditMode="relative" rAng="0" ptsTypes="AA">
                                      <p:cBhvr>
                                        <p:cTn id="64" dur="700" spd="-100000" fill="hold"/>
                                        <p:tgtEl>
                                          <p:spTgt spid="17"/>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42" presetClass="path" presetSubtype="0" decel="100000" fill="hold" grpId="1" nodeType="withEffect">
                                  <p:stCondLst>
                                    <p:cond delay="0"/>
                                  </p:stCondLst>
                                  <p:childTnLst>
                                    <p:animMotion origin="layout" path="M 3.33333E-6 -1.11111E-6 L 3.33333E-6 0.03542 " pathEditMode="relative" rAng="0" ptsTypes="AA">
                                      <p:cBhvr>
                                        <p:cTn id="69" dur="700" spd="-100000" fill="hold"/>
                                        <p:tgtEl>
                                          <p:spTgt spid="18"/>
                                        </p:tgtEl>
                                        <p:attrNameLst>
                                          <p:attrName>ppt_x</p:attrName>
                                          <p:attrName>ppt_y</p:attrName>
                                        </p:attrNameLst>
                                      </p:cBhvr>
                                      <p:rCtr x="0" y="1759"/>
                                    </p:animMotion>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42" presetClass="path" presetSubtype="0" decel="100000" fill="hold" grpId="1" nodeType="withEffect">
                                  <p:stCondLst>
                                    <p:cond delay="0"/>
                                  </p:stCondLst>
                                  <p:childTnLst>
                                    <p:animMotion origin="layout" path="M 4.375E-6 2.96296E-6 L 4.375E-6 0.03541 " pathEditMode="relative" rAng="0" ptsTypes="AA">
                                      <p:cBhvr>
                                        <p:cTn id="74" dur="700" spd="-100000" fill="hold"/>
                                        <p:tgtEl>
                                          <p:spTgt spid="20"/>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par>
                                <p:cTn id="78" presetID="42" presetClass="path" presetSubtype="0" decel="100000" fill="hold" grpId="1" nodeType="withEffect">
                                  <p:stCondLst>
                                    <p:cond delay="0"/>
                                  </p:stCondLst>
                                  <p:childTnLst>
                                    <p:animMotion origin="layout" path="M 1.25E-6 4.81481E-6 L 1.25E-6 0.03541 " pathEditMode="relative" rAng="0" ptsTypes="AA">
                                      <p:cBhvr>
                                        <p:cTn id="79" dur="700" spd="-100000" fill="hold"/>
                                        <p:tgtEl>
                                          <p:spTgt spid="21"/>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42" presetClass="path" presetSubtype="0" decel="100000" fill="hold" grpId="1" nodeType="withEffect">
                                  <p:stCondLst>
                                    <p:cond delay="0"/>
                                  </p:stCondLst>
                                  <p:childTnLst>
                                    <p:animMotion origin="layout" path="M 4.375E-6 -7.40741E-7 L 4.375E-6 0.03542 " pathEditMode="relative" rAng="0" ptsTypes="AA">
                                      <p:cBhvr>
                                        <p:cTn id="84" dur="700" spd="-100000" fill="hold"/>
                                        <p:tgtEl>
                                          <p:spTgt spid="2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P spid="11" grpId="1" animBg="1"/>
      <p:bldP spid="15" grpId="0" animBg="1"/>
      <p:bldP spid="15" grpId="1" animBg="1"/>
      <p:bldP spid="19" grpId="0" animBg="1"/>
      <p:bldP spid="19" grpId="1" animBg="1"/>
      <p:bldP spid="8" grpId="0" animBg="1"/>
      <p:bldP spid="8" grpId="1" animBg="1"/>
      <p:bldP spid="10" grpId="0"/>
      <p:bldP spid="10" grpId="1"/>
      <p:bldP spid="9" grpId="0"/>
      <p:bldP spid="9" grpId="1"/>
      <p:bldP spid="13" grpId="0" animBg="1"/>
      <p:bldP spid="13" grpId="1" animBg="1"/>
      <p:bldP spid="12" grpId="0"/>
      <p:bldP spid="12" grpId="1"/>
      <p:bldP spid="14" grpId="0"/>
      <p:bldP spid="14" grpId="1"/>
      <p:bldP spid="17" grpId="0" animBg="1"/>
      <p:bldP spid="17" grpId="1" animBg="1"/>
      <p:bldP spid="16" grpId="0"/>
      <p:bldP spid="16" grpId="1"/>
      <p:bldP spid="18" grpId="0"/>
      <p:bldP spid="18" grpId="1"/>
      <p:bldP spid="21" grpId="0" animBg="1"/>
      <p:bldP spid="21" grpId="1" animBg="1"/>
      <p:bldP spid="20" grpId="0"/>
      <p:bldP spid="20" grpId="1"/>
      <p:bldP spid="22" grpId="0"/>
      <p:bldP spid="22" grpId="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AI chatbot and agent incidents</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3E0AE08-6AB3-C334-597C-EF70999BDEFE}"/>
              </a:ext>
              <a:ext uri="{C183D7F6-B498-43B3-948B-1728B52AA6E4}">
                <adec:decorative xmlns:adec="http://schemas.microsoft.com/office/drawing/2017/decorative" val="1"/>
              </a:ext>
            </a:extLst>
          </p:cNvPr>
          <p:cNvSpPr>
            <a:spLocks/>
          </p:cNvSpPr>
          <p:nvPr/>
        </p:nvSpPr>
        <p:spPr>
          <a:xfrm>
            <a:off x="58826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1" name="Rectangle: Rounded Corners 10">
            <a:extLst>
              <a:ext uri="{FF2B5EF4-FFF2-40B4-BE49-F238E27FC236}">
                <a16:creationId xmlns:a16="http://schemas.microsoft.com/office/drawing/2014/main" id="{6DE8F578-4B21-0C6B-143B-DD028DA786D8}"/>
              </a:ext>
              <a:ext uri="{C183D7F6-B498-43B3-948B-1728B52AA6E4}">
                <adec:decorative xmlns:adec="http://schemas.microsoft.com/office/drawing/2017/decorative" val="1"/>
              </a:ext>
            </a:extLst>
          </p:cNvPr>
          <p:cNvSpPr>
            <a:spLocks/>
          </p:cNvSpPr>
          <p:nvPr/>
        </p:nvSpPr>
        <p:spPr>
          <a:xfrm>
            <a:off x="3399341"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5" name="Rectangle: Rounded Corners 14">
            <a:extLst>
              <a:ext uri="{FF2B5EF4-FFF2-40B4-BE49-F238E27FC236}">
                <a16:creationId xmlns:a16="http://schemas.microsoft.com/office/drawing/2014/main" id="{3694B7C3-A43D-A1D3-633C-A3F6B8ABC406}"/>
              </a:ext>
              <a:ext uri="{C183D7F6-B498-43B3-948B-1728B52AA6E4}">
                <adec:decorative xmlns:adec="http://schemas.microsoft.com/office/drawing/2017/decorative" val="1"/>
              </a:ext>
            </a:extLst>
          </p:cNvPr>
          <p:cNvSpPr>
            <a:spLocks/>
          </p:cNvSpPr>
          <p:nvPr/>
        </p:nvSpPr>
        <p:spPr>
          <a:xfrm>
            <a:off x="6210420"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9" name="Rectangle: Rounded Corners 18">
            <a:extLst>
              <a:ext uri="{FF2B5EF4-FFF2-40B4-BE49-F238E27FC236}">
                <a16:creationId xmlns:a16="http://schemas.microsoft.com/office/drawing/2014/main" id="{959B9B07-0B60-AFC8-62EB-BEE63F3D46E5}"/>
              </a:ext>
              <a:ext uri="{C183D7F6-B498-43B3-948B-1728B52AA6E4}">
                <adec:decorative xmlns:adec="http://schemas.microsoft.com/office/drawing/2017/decorative" val="1"/>
              </a:ext>
            </a:extLst>
          </p:cNvPr>
          <p:cNvSpPr>
            <a:spLocks/>
          </p:cNvSpPr>
          <p:nvPr/>
        </p:nvSpPr>
        <p:spPr>
          <a:xfrm>
            <a:off x="899362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8" name="Rounded Rectangle 2">
            <a:extLst>
              <a:ext uri="{FF2B5EF4-FFF2-40B4-BE49-F238E27FC236}">
                <a16:creationId xmlns:a16="http://schemas.microsoft.com/office/drawing/2014/main" id="{123B7009-5807-9E59-154D-A8E3A4E2B746}"/>
              </a:ext>
            </a:extLst>
          </p:cNvPr>
          <p:cNvSpPr/>
          <p:nvPr/>
        </p:nvSpPr>
        <p:spPr bwMode="auto">
          <a:xfrm>
            <a:off x="661044" y="1849120"/>
            <a:ext cx="2470198" cy="1079159"/>
          </a:xfrm>
          <a:prstGeom prst="roundRect">
            <a:avLst>
              <a:gd name="adj" fmla="val 21859"/>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Air Canada chatbot</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0" name="Content Placeholder 2">
            <a:extLst>
              <a:ext uri="{FF2B5EF4-FFF2-40B4-BE49-F238E27FC236}">
                <a16:creationId xmlns:a16="http://schemas.microsoft.com/office/drawing/2014/main" id="{43F0CCED-1223-C759-9275-67CD10D73397}"/>
              </a:ext>
            </a:extLst>
          </p:cNvPr>
          <p:cNvSpPr txBox="1">
            <a:spLocks/>
          </p:cNvSpPr>
          <p:nvPr/>
        </p:nvSpPr>
        <p:spPr>
          <a:xfrm>
            <a:off x="991213"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lvl="1" indent="0" algn="ctr" defTabSz="2275850" fontAlgn="base">
              <a:spcBef>
                <a:spcPct val="0"/>
              </a:spcBef>
              <a:spcAft>
                <a:spcPts val="2987"/>
              </a:spcAft>
              <a:buNone/>
              <a:defRPr/>
            </a:pPr>
            <a:r>
              <a:rPr lang="en-US" sz="5400">
                <a:ln w="3175">
                  <a:noFill/>
                </a:ln>
                <a:solidFill>
                  <a:schemeClr val="accent2"/>
                </a:solidFill>
                <a:latin typeface="+mj-lt"/>
                <a:ea typeface="+mj-ea"/>
                <a:cs typeface="+mj-cs"/>
              </a:rPr>
              <a:t>2024</a:t>
            </a:r>
          </a:p>
        </p:txBody>
      </p:sp>
      <p:sp>
        <p:nvSpPr>
          <p:cNvPr id="9" name="Google Shape;3000;p241">
            <a:extLst>
              <a:ext uri="{FF2B5EF4-FFF2-40B4-BE49-F238E27FC236}">
                <a16:creationId xmlns:a16="http://schemas.microsoft.com/office/drawing/2014/main" id="{F9DEFC5F-8E88-ECD1-DE46-63595AD38DFD}"/>
              </a:ext>
            </a:extLst>
          </p:cNvPr>
          <p:cNvSpPr txBox="1"/>
          <p:nvPr/>
        </p:nvSpPr>
        <p:spPr>
          <a:xfrm>
            <a:off x="748365"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Airline held liable for chatbot giving incorrect bereavement fare advice to a customer</a:t>
            </a:r>
            <a:endParaRPr kumimoji="0" lang="en-US" sz="2400" b="0" i="0" u="none" strike="noStrike" kern="1200" cap="none" spc="0" normalizeH="0" baseline="0" noProof="0">
              <a:ln>
                <a:noFill/>
              </a:ln>
              <a:effectLst/>
              <a:uLnTx/>
              <a:uFillTx/>
            </a:endParaRPr>
          </a:p>
        </p:txBody>
      </p:sp>
      <p:sp>
        <p:nvSpPr>
          <p:cNvPr id="13" name="Rounded Rectangle 2">
            <a:extLst>
              <a:ext uri="{FF2B5EF4-FFF2-40B4-BE49-F238E27FC236}">
                <a16:creationId xmlns:a16="http://schemas.microsoft.com/office/drawing/2014/main" id="{9C7FDCE9-7641-2FAF-CD0E-5F292070F20D}"/>
              </a:ext>
            </a:extLst>
          </p:cNvPr>
          <p:cNvSpPr/>
          <p:nvPr/>
        </p:nvSpPr>
        <p:spPr bwMode="auto">
          <a:xfrm>
            <a:off x="3472123"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Chevrolet of Watsonville</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2" name="Content Placeholder 2">
            <a:extLst>
              <a:ext uri="{FF2B5EF4-FFF2-40B4-BE49-F238E27FC236}">
                <a16:creationId xmlns:a16="http://schemas.microsoft.com/office/drawing/2014/main" id="{DE53BF27-149B-0162-C407-C67AF1D34893}"/>
              </a:ext>
            </a:extLst>
          </p:cNvPr>
          <p:cNvSpPr txBox="1">
            <a:spLocks/>
          </p:cNvSpPr>
          <p:nvPr/>
        </p:nvSpPr>
        <p:spPr>
          <a:xfrm>
            <a:off x="3802292"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2023</a:t>
            </a:r>
          </a:p>
        </p:txBody>
      </p:sp>
      <p:sp>
        <p:nvSpPr>
          <p:cNvPr id="14" name="Google Shape;3000;p241">
            <a:extLst>
              <a:ext uri="{FF2B5EF4-FFF2-40B4-BE49-F238E27FC236}">
                <a16:creationId xmlns:a16="http://schemas.microsoft.com/office/drawing/2014/main" id="{381CC044-19CB-D650-0393-E36DDDFE52F3}"/>
              </a:ext>
            </a:extLst>
          </p:cNvPr>
          <p:cNvSpPr txBox="1"/>
          <p:nvPr/>
        </p:nvSpPr>
        <p:spPr>
          <a:xfrm>
            <a:off x="3559444"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Dealership chatbot tricked via prompt injection into agreeing to sell a Tahoe for $1</a:t>
            </a:r>
            <a:endParaRPr kumimoji="0" lang="en-US" sz="1600" b="0" i="0" u="none" strike="noStrike" kern="1200" cap="none" spc="0" normalizeH="0" baseline="30000" noProof="0">
              <a:ln w="3175">
                <a:noFill/>
              </a:ln>
              <a:effectLst/>
              <a:uLnTx/>
              <a:uFillTx/>
            </a:endParaRPr>
          </a:p>
        </p:txBody>
      </p:sp>
      <p:sp>
        <p:nvSpPr>
          <p:cNvPr id="17" name="Rectangle: Rounded Corners 16">
            <a:extLst>
              <a:ext uri="{FF2B5EF4-FFF2-40B4-BE49-F238E27FC236}">
                <a16:creationId xmlns:a16="http://schemas.microsoft.com/office/drawing/2014/main" id="{DF3738A9-357D-746D-77DC-5947528B8FB5}"/>
              </a:ext>
            </a:extLst>
          </p:cNvPr>
          <p:cNvSpPr/>
          <p:nvPr/>
        </p:nvSpPr>
        <p:spPr bwMode="auto">
          <a:xfrm>
            <a:off x="6283202" y="1849120"/>
            <a:ext cx="2470198" cy="1079159"/>
          </a:xfrm>
          <a:prstGeom prst="roundRect">
            <a:avLst>
              <a:gd name="adj" fmla="val 12035"/>
            </a:avLst>
          </a:prstGeom>
          <a:solidFill>
            <a:schemeClr val="tx2"/>
          </a:solidFill>
          <a:ln>
            <a:solidFill>
              <a:schemeClr val="tx2"/>
            </a:solidFill>
          </a:ln>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DPD chatbot</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6" name="Content Placeholder 2">
            <a:extLst>
              <a:ext uri="{FF2B5EF4-FFF2-40B4-BE49-F238E27FC236}">
                <a16:creationId xmlns:a16="http://schemas.microsoft.com/office/drawing/2014/main" id="{8202CC74-D081-D316-54D4-838C9588AD88}"/>
              </a:ext>
            </a:extLst>
          </p:cNvPr>
          <p:cNvSpPr txBox="1">
            <a:spLocks/>
          </p:cNvSpPr>
          <p:nvPr/>
        </p:nvSpPr>
        <p:spPr>
          <a:xfrm>
            <a:off x="6575680" y="3096077"/>
            <a:ext cx="1885242"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2024</a:t>
            </a:r>
          </a:p>
        </p:txBody>
      </p:sp>
      <p:sp>
        <p:nvSpPr>
          <p:cNvPr id="18" name="Google Shape;3000;p241">
            <a:extLst>
              <a:ext uri="{FF2B5EF4-FFF2-40B4-BE49-F238E27FC236}">
                <a16:creationId xmlns:a16="http://schemas.microsoft.com/office/drawing/2014/main" id="{7C7F9988-FFA6-9179-9DF7-F196FE1A8FE8}"/>
              </a:ext>
            </a:extLst>
          </p:cNvPr>
          <p:cNvSpPr txBox="1"/>
          <p:nvPr/>
        </p:nvSpPr>
        <p:spPr>
          <a:xfrm>
            <a:off x="6370523" y="4036996"/>
            <a:ext cx="2295556" cy="738664"/>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Parcel delivery chatbot manipulated into swearing and criticizing its own company</a:t>
            </a:r>
          </a:p>
        </p:txBody>
      </p:sp>
      <p:sp>
        <p:nvSpPr>
          <p:cNvPr id="21" name="Rectangle: Rounded Corners 17">
            <a:extLst>
              <a:ext uri="{FF2B5EF4-FFF2-40B4-BE49-F238E27FC236}">
                <a16:creationId xmlns:a16="http://schemas.microsoft.com/office/drawing/2014/main" id="{60C58489-BCF3-98FA-E2DA-7CC1FFFE4CE4}"/>
              </a:ext>
            </a:extLst>
          </p:cNvPr>
          <p:cNvSpPr/>
          <p:nvPr/>
        </p:nvSpPr>
        <p:spPr bwMode="auto">
          <a:xfrm>
            <a:off x="9094281"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Samsung data leak</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20" name="Content Placeholder 2">
            <a:extLst>
              <a:ext uri="{FF2B5EF4-FFF2-40B4-BE49-F238E27FC236}">
                <a16:creationId xmlns:a16="http://schemas.microsoft.com/office/drawing/2014/main" id="{90600409-5634-01A0-E46B-809F09E178D8}"/>
              </a:ext>
            </a:extLst>
          </p:cNvPr>
          <p:cNvSpPr txBox="1">
            <a:spLocks/>
          </p:cNvSpPr>
          <p:nvPr/>
        </p:nvSpPr>
        <p:spPr>
          <a:xfrm>
            <a:off x="9365615" y="3096077"/>
            <a:ext cx="1927528" cy="830997"/>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2275850" fontAlgn="base">
              <a:spcBef>
                <a:spcPct val="0"/>
              </a:spcBef>
              <a:spcAft>
                <a:spcPts val="2987"/>
              </a:spcAft>
              <a:buNone/>
              <a:defRPr/>
            </a:pPr>
            <a:r>
              <a:rPr lang="en-US" sz="5400">
                <a:ln w="3175">
                  <a:noFill/>
                </a:ln>
                <a:solidFill>
                  <a:schemeClr val="accent2"/>
                </a:solidFill>
                <a:latin typeface="+mj-lt"/>
                <a:ea typeface="+mj-ea"/>
                <a:cs typeface="+mj-cs"/>
              </a:rPr>
              <a:t>2023</a:t>
            </a:r>
          </a:p>
        </p:txBody>
      </p:sp>
      <p:sp>
        <p:nvSpPr>
          <p:cNvPr id="22" name="Google Shape;3000;p241">
            <a:extLst>
              <a:ext uri="{FF2B5EF4-FFF2-40B4-BE49-F238E27FC236}">
                <a16:creationId xmlns:a16="http://schemas.microsoft.com/office/drawing/2014/main" id="{4989A62E-8EF1-FFBC-BF47-63F1A2FCC89A}"/>
              </a:ext>
            </a:extLst>
          </p:cNvPr>
          <p:cNvSpPr txBox="1"/>
          <p:nvPr/>
        </p:nvSpPr>
        <p:spPr>
          <a:xfrm>
            <a:off x="9181601" y="4036996"/>
            <a:ext cx="2295556" cy="1231106"/>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Engineers pasted proprietary source code into ChatGPT on three separate occasions</a:t>
            </a:r>
          </a:p>
        </p:txBody>
      </p:sp>
      <p:sp>
        <p:nvSpPr>
          <p:cNvPr id="24" name="TextBox 11">
            <a:extLst>
              <a:ext uri="{FF2B5EF4-FFF2-40B4-BE49-F238E27FC236}">
                <a16:creationId xmlns:a16="http://schemas.microsoft.com/office/drawing/2014/main" id="{7DC19AF3-0391-7025-9223-EDF17FA08583}"/>
              </a:ext>
              <a:ext uri="{C183D7F6-B498-43B3-948B-1728B52AA6E4}">
                <adec:decorative xmlns:adec="http://schemas.microsoft.com/office/drawing/2017/decorative" val="0"/>
              </a:ext>
            </a:extLst>
          </p:cNvPr>
          <p:cNvSpPr txBox="1"/>
          <p:nvPr/>
        </p:nvSpPr>
        <p:spPr>
          <a:xfrm>
            <a:off x="588262" y="6145272"/>
            <a:ext cx="11049000" cy="420628"/>
          </a:xfrm>
          <a:prstGeom prst="rect">
            <a:avLst/>
          </a:prstGeom>
          <a:noFill/>
        </p:spPr>
        <p:txBody>
          <a:bodyPr wrap="square" lIns="0" tIns="0" rIns="0" bIns="0" numCol="1"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CBC News, Air Canada chatbot ruling, February 2024</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COMPEL Framework Case Study, Chatbot Incidents, 2024</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TechCrunch, Samsung bans generative AI tools, May 2023</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1.25E-6 4.81481E-6 L 1.25E-6 0.03541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grpId="1" nodeType="withEffect">
                                  <p:stCondLst>
                                    <p:cond delay="0"/>
                                  </p:stCondLst>
                                  <p:childTnLst>
                                    <p:animMotion origin="layout" path="M 1.25E-6 4.81481E-6 L 1.25E-6 0.03541 " pathEditMode="relative" rAng="0" ptsTypes="AA">
                                      <p:cBhvr>
                                        <p:cTn id="14" dur="700" spd="-100000" fill="hold"/>
                                        <p:tgtEl>
                                          <p:spTgt spid="11"/>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0"/>
                                  </p:stCondLst>
                                  <p:childTnLst>
                                    <p:animMotion origin="layout" path="M 1.25E-6 4.81481E-6 L 1.25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0"/>
                                  </p:stCondLst>
                                  <p:childTnLst>
                                    <p:animMotion origin="layout" path="M 1.25E-6 4.81481E-6 L 1.25E-6 0.03541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0"/>
                                  </p:stCondLst>
                                  <p:childTnLst>
                                    <p:animMotion origin="layout" path="M 1.25E-6 4.81481E-6 L 1.25E-6 0.03541 " pathEditMode="relative" rAng="0" ptsTypes="AA">
                                      <p:cBhvr>
                                        <p:cTn id="29" dur="700" spd="-100000" fill="hold"/>
                                        <p:tgtEl>
                                          <p:spTgt spid="8"/>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42" presetClass="path" presetSubtype="0" decel="100000" fill="hold" grpId="1" nodeType="withEffect">
                                  <p:stCondLst>
                                    <p:cond delay="0"/>
                                  </p:stCondLst>
                                  <p:childTnLst>
                                    <p:animMotion origin="layout" path="M 1.25E-6 3.33333E-6 L 1.25E-6 0.03541 " pathEditMode="relative" rAng="0" ptsTypes="AA">
                                      <p:cBhvr>
                                        <p:cTn id="34" dur="700" spd="-100000" fill="hold"/>
                                        <p:tgtEl>
                                          <p:spTgt spid="9"/>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42" presetClass="path" presetSubtype="0" decel="100000" fill="hold" grpId="1" nodeType="withEffect">
                                  <p:stCondLst>
                                    <p:cond delay="0"/>
                                  </p:stCondLst>
                                  <p:childTnLst>
                                    <p:animMotion origin="layout" path="M 1.25E-6 2.96296E-6 L 1.25E-6 0.03541 " pathEditMode="relative" rAng="0" ptsTypes="AA">
                                      <p:cBhvr>
                                        <p:cTn id="39" dur="700" spd="-100000" fill="hold"/>
                                        <p:tgtEl>
                                          <p:spTgt spid="10"/>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42" presetClass="path" presetSubtype="0" decel="100000" fill="hold" grpId="1" nodeType="withEffect">
                                  <p:stCondLst>
                                    <p:cond delay="0"/>
                                  </p:stCondLst>
                                  <p:childTnLst>
                                    <p:animMotion origin="layout" path="M 2.29167E-6 2.96296E-6 L 2.29167E-6 0.03541 " pathEditMode="relative" rAng="0" ptsTypes="AA">
                                      <p:cBhvr>
                                        <p:cTn id="44" dur="700" spd="-100000" fill="hold"/>
                                        <p:tgtEl>
                                          <p:spTgt spid="12"/>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42" presetClass="path" presetSubtype="0" decel="100000" fill="hold" grpId="1" nodeType="withEffect">
                                  <p:stCondLst>
                                    <p:cond delay="0"/>
                                  </p:stCondLst>
                                  <p:childTnLst>
                                    <p:animMotion origin="layout" path="M 1.25E-6 4.81481E-6 L 1.25E-6 0.03541 " pathEditMode="relative" rAng="0" ptsTypes="AA">
                                      <p:cBhvr>
                                        <p:cTn id="49" dur="700" spd="-100000" fill="hold"/>
                                        <p:tgtEl>
                                          <p:spTgt spid="13"/>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42" presetClass="path" presetSubtype="0" decel="100000" fill="hold" grpId="1" nodeType="withEffect">
                                  <p:stCondLst>
                                    <p:cond delay="0"/>
                                  </p:stCondLst>
                                  <p:childTnLst>
                                    <p:animMotion origin="layout" path="M 2.29167E-6 3.33333E-6 L 2.29167E-6 0.03541 " pathEditMode="relative" rAng="0" ptsTypes="AA">
                                      <p:cBhvr>
                                        <p:cTn id="54" dur="700" spd="-100000" fill="hold"/>
                                        <p:tgtEl>
                                          <p:spTgt spid="14"/>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42" presetClass="path" presetSubtype="0" decel="100000" fill="hold" grpId="1" nodeType="withEffect">
                                  <p:stCondLst>
                                    <p:cond delay="0"/>
                                  </p:stCondLst>
                                  <p:childTnLst>
                                    <p:animMotion origin="layout" path="M 3.33333E-6 2.96296E-6 L 3.33333E-6 0.03541 " pathEditMode="relative" rAng="0" ptsTypes="AA">
                                      <p:cBhvr>
                                        <p:cTn id="59" dur="700" spd="-100000" fill="hold"/>
                                        <p:tgtEl>
                                          <p:spTgt spid="16"/>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42" presetClass="path" presetSubtype="0" decel="100000" fill="hold" grpId="1" nodeType="withEffect">
                                  <p:stCondLst>
                                    <p:cond delay="0"/>
                                  </p:stCondLst>
                                  <p:childTnLst>
                                    <p:animMotion origin="layout" path="M 1.25E-6 4.81481E-6 L 1.25E-6 0.03541 " pathEditMode="relative" rAng="0" ptsTypes="AA">
                                      <p:cBhvr>
                                        <p:cTn id="64" dur="700" spd="-100000" fill="hold"/>
                                        <p:tgtEl>
                                          <p:spTgt spid="17"/>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42" presetClass="path" presetSubtype="0" decel="100000" fill="hold" grpId="1" nodeType="withEffect">
                                  <p:stCondLst>
                                    <p:cond delay="0"/>
                                  </p:stCondLst>
                                  <p:childTnLst>
                                    <p:animMotion origin="layout" path="M 3.33333E-6 -1.11111E-6 L 3.33333E-6 0.03542 " pathEditMode="relative" rAng="0" ptsTypes="AA">
                                      <p:cBhvr>
                                        <p:cTn id="69" dur="700" spd="-100000" fill="hold"/>
                                        <p:tgtEl>
                                          <p:spTgt spid="18"/>
                                        </p:tgtEl>
                                        <p:attrNameLst>
                                          <p:attrName>ppt_x</p:attrName>
                                          <p:attrName>ppt_y</p:attrName>
                                        </p:attrNameLst>
                                      </p:cBhvr>
                                      <p:rCtr x="0" y="1759"/>
                                    </p:animMotion>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42" presetClass="path" presetSubtype="0" decel="100000" fill="hold" grpId="1" nodeType="withEffect">
                                  <p:stCondLst>
                                    <p:cond delay="0"/>
                                  </p:stCondLst>
                                  <p:childTnLst>
                                    <p:animMotion origin="layout" path="M 4.375E-6 2.96296E-6 L 4.375E-6 0.03541 " pathEditMode="relative" rAng="0" ptsTypes="AA">
                                      <p:cBhvr>
                                        <p:cTn id="74" dur="700" spd="-100000" fill="hold"/>
                                        <p:tgtEl>
                                          <p:spTgt spid="20"/>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par>
                                <p:cTn id="78" presetID="42" presetClass="path" presetSubtype="0" decel="100000" fill="hold" grpId="1" nodeType="withEffect">
                                  <p:stCondLst>
                                    <p:cond delay="0"/>
                                  </p:stCondLst>
                                  <p:childTnLst>
                                    <p:animMotion origin="layout" path="M 1.25E-6 4.81481E-6 L 1.25E-6 0.03541 " pathEditMode="relative" rAng="0" ptsTypes="AA">
                                      <p:cBhvr>
                                        <p:cTn id="79" dur="700" spd="-100000" fill="hold"/>
                                        <p:tgtEl>
                                          <p:spTgt spid="21"/>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42" presetClass="path" presetSubtype="0" decel="100000" fill="hold" grpId="1" nodeType="withEffect">
                                  <p:stCondLst>
                                    <p:cond delay="0"/>
                                  </p:stCondLst>
                                  <p:childTnLst>
                                    <p:animMotion origin="layout" path="M 4.375E-6 -7.40741E-7 L 4.375E-6 0.03542 " pathEditMode="relative" rAng="0" ptsTypes="AA">
                                      <p:cBhvr>
                                        <p:cTn id="84" dur="700" spd="-100000" fill="hold"/>
                                        <p:tgtEl>
                                          <p:spTgt spid="2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P spid="11" grpId="1" animBg="1"/>
      <p:bldP spid="15" grpId="0" animBg="1"/>
      <p:bldP spid="15" grpId="1" animBg="1"/>
      <p:bldP spid="19" grpId="0" animBg="1"/>
      <p:bldP spid="19" grpId="1" animBg="1"/>
      <p:bldP spid="8" grpId="0" animBg="1"/>
      <p:bldP spid="8" grpId="1" animBg="1"/>
      <p:bldP spid="10" grpId="0"/>
      <p:bldP spid="10" grpId="1"/>
      <p:bldP spid="9" grpId="0"/>
      <p:bldP spid="9" grpId="1"/>
      <p:bldP spid="13" grpId="0" animBg="1"/>
      <p:bldP spid="13" grpId="1" animBg="1"/>
      <p:bldP spid="12" grpId="0"/>
      <p:bldP spid="12" grpId="1"/>
      <p:bldP spid="14" grpId="0"/>
      <p:bldP spid="14" grpId="1"/>
      <p:bldP spid="17" grpId="0" animBg="1"/>
      <p:bldP spid="17" grpId="1" animBg="1"/>
      <p:bldP spid="16" grpId="0"/>
      <p:bldP spid="16" grpId="1"/>
      <p:bldP spid="18" grpId="0"/>
      <p:bldP spid="18" grpId="1"/>
      <p:bldP spid="21" grpId="0" animBg="1"/>
      <p:bldP spid="21" grpId="1" animBg="1"/>
      <p:bldP spid="20" grpId="0"/>
      <p:bldP spid="20" grpId="1"/>
      <p:bldP spid="22" grpId="0"/>
      <p:bldP spid="22"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Regulatory enforcement actions on AI</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3E0AE08-6AB3-C334-597C-EF70999BDEFE}"/>
              </a:ext>
              <a:ext uri="{C183D7F6-B498-43B3-948B-1728B52AA6E4}">
                <adec:decorative xmlns:adec="http://schemas.microsoft.com/office/drawing/2017/decorative" val="1"/>
              </a:ext>
            </a:extLst>
          </p:cNvPr>
          <p:cNvSpPr>
            <a:spLocks/>
          </p:cNvSpPr>
          <p:nvPr/>
        </p:nvSpPr>
        <p:spPr>
          <a:xfrm>
            <a:off x="58826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1" name="Rectangle: Rounded Corners 10">
            <a:extLst>
              <a:ext uri="{FF2B5EF4-FFF2-40B4-BE49-F238E27FC236}">
                <a16:creationId xmlns:a16="http://schemas.microsoft.com/office/drawing/2014/main" id="{6DE8F578-4B21-0C6B-143B-DD028DA786D8}"/>
              </a:ext>
              <a:ext uri="{C183D7F6-B498-43B3-948B-1728B52AA6E4}">
                <adec:decorative xmlns:adec="http://schemas.microsoft.com/office/drawing/2017/decorative" val="1"/>
              </a:ext>
            </a:extLst>
          </p:cNvPr>
          <p:cNvSpPr>
            <a:spLocks/>
          </p:cNvSpPr>
          <p:nvPr/>
        </p:nvSpPr>
        <p:spPr>
          <a:xfrm>
            <a:off x="3399341"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5" name="Rectangle: Rounded Corners 14">
            <a:extLst>
              <a:ext uri="{FF2B5EF4-FFF2-40B4-BE49-F238E27FC236}">
                <a16:creationId xmlns:a16="http://schemas.microsoft.com/office/drawing/2014/main" id="{3694B7C3-A43D-A1D3-633C-A3F6B8ABC406}"/>
              </a:ext>
              <a:ext uri="{C183D7F6-B498-43B3-948B-1728B52AA6E4}">
                <adec:decorative xmlns:adec="http://schemas.microsoft.com/office/drawing/2017/decorative" val="1"/>
              </a:ext>
            </a:extLst>
          </p:cNvPr>
          <p:cNvSpPr>
            <a:spLocks/>
          </p:cNvSpPr>
          <p:nvPr/>
        </p:nvSpPr>
        <p:spPr>
          <a:xfrm>
            <a:off x="6210420"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9" name="Rectangle: Rounded Corners 18">
            <a:extLst>
              <a:ext uri="{FF2B5EF4-FFF2-40B4-BE49-F238E27FC236}">
                <a16:creationId xmlns:a16="http://schemas.microsoft.com/office/drawing/2014/main" id="{959B9B07-0B60-AFC8-62EB-BEE63F3D46E5}"/>
              </a:ext>
              <a:ext uri="{C183D7F6-B498-43B3-948B-1728B52AA6E4}">
                <adec:decorative xmlns:adec="http://schemas.microsoft.com/office/drawing/2017/decorative" val="1"/>
              </a:ext>
            </a:extLst>
          </p:cNvPr>
          <p:cNvSpPr>
            <a:spLocks/>
          </p:cNvSpPr>
          <p:nvPr/>
        </p:nvSpPr>
        <p:spPr>
          <a:xfrm>
            <a:off x="899362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8" name="Rounded Rectangle 2">
            <a:extLst>
              <a:ext uri="{FF2B5EF4-FFF2-40B4-BE49-F238E27FC236}">
                <a16:creationId xmlns:a16="http://schemas.microsoft.com/office/drawing/2014/main" id="{123B7009-5807-9E59-154D-A8E3A4E2B746}"/>
              </a:ext>
            </a:extLst>
          </p:cNvPr>
          <p:cNvSpPr/>
          <p:nvPr/>
        </p:nvSpPr>
        <p:spPr bwMode="auto">
          <a:xfrm>
            <a:off x="661044" y="1849120"/>
            <a:ext cx="2470198" cy="1079159"/>
          </a:xfrm>
          <a:prstGeom prst="roundRect">
            <a:avLst>
              <a:gd name="adj" fmla="val 21859"/>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OpenAI / Italy</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0" name="Content Placeholder 2">
            <a:extLst>
              <a:ext uri="{FF2B5EF4-FFF2-40B4-BE49-F238E27FC236}">
                <a16:creationId xmlns:a16="http://schemas.microsoft.com/office/drawing/2014/main" id="{43F0CCED-1223-C759-9275-67CD10D73397}"/>
              </a:ext>
            </a:extLst>
          </p:cNvPr>
          <p:cNvSpPr txBox="1">
            <a:spLocks/>
          </p:cNvSpPr>
          <p:nvPr/>
        </p:nvSpPr>
        <p:spPr>
          <a:xfrm>
            <a:off x="991213"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lvl="1" indent="0" algn="ctr" defTabSz="2275850" fontAlgn="base">
              <a:spcBef>
                <a:spcPct val="0"/>
              </a:spcBef>
              <a:spcAft>
                <a:spcPts val="2987"/>
              </a:spcAft>
              <a:buNone/>
              <a:defRPr/>
            </a:pPr>
            <a:r>
              <a:rPr lang="en-US" sz="5400">
                <a:ln w="3175">
                  <a:noFill/>
                </a:ln>
                <a:solidFill>
                  <a:schemeClr val="accent2"/>
                </a:solidFill>
                <a:latin typeface="+mj-lt"/>
                <a:ea typeface="+mj-ea"/>
                <a:cs typeface="+mj-cs"/>
              </a:rPr>
              <a:t>€15M</a:t>
            </a:r>
          </a:p>
        </p:txBody>
      </p:sp>
      <p:sp>
        <p:nvSpPr>
          <p:cNvPr id="9" name="Google Shape;3000;p241">
            <a:extLst>
              <a:ext uri="{FF2B5EF4-FFF2-40B4-BE49-F238E27FC236}">
                <a16:creationId xmlns:a16="http://schemas.microsoft.com/office/drawing/2014/main" id="{F9DEFC5F-8E88-ECD1-DE46-63595AD38DFD}"/>
              </a:ext>
            </a:extLst>
          </p:cNvPr>
          <p:cNvSpPr txBox="1"/>
          <p:nvPr/>
        </p:nvSpPr>
        <p:spPr>
          <a:xfrm>
            <a:off x="748365"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fine by Italy’s Garante for ChatGPT GDPR violations and lack of age verification</a:t>
            </a:r>
            <a:r>
              <a:rPr kumimoji="0" lang="en-US" sz="1600" b="0" i="0" u="none" strike="noStrike" kern="1200" cap="none" spc="0" normalizeH="0" baseline="30000" noProof="0">
                <a:ln>
                  <a:noFill/>
                </a:ln>
                <a:effectLst/>
                <a:uLnTx/>
                <a:uFillTx/>
              </a:rPr>
              <a:t>3</a:t>
            </a:r>
            <a:r>
              <a:rPr kumimoji="0" lang="en-US" sz="1600" b="0" i="0" u="none" strike="noStrike" kern="1200" cap="none" spc="0" normalizeH="0" baseline="0" noProof="0">
                <a:ln>
                  <a:noFill/>
                </a:ln>
                <a:effectLst/>
                <a:uLnTx/>
                <a:uFillTx/>
              </a:rPr>
              <a:t> </a:t>
            </a:r>
            <a:endParaRPr kumimoji="0" lang="en-US" sz="2400" b="0" i="0" u="none" strike="noStrike" kern="1200" cap="none" spc="0" normalizeH="0" baseline="0" noProof="0">
              <a:ln>
                <a:noFill/>
              </a:ln>
              <a:effectLst/>
              <a:uLnTx/>
              <a:uFillTx/>
            </a:endParaRPr>
          </a:p>
        </p:txBody>
      </p:sp>
      <p:sp>
        <p:nvSpPr>
          <p:cNvPr id="13" name="Rounded Rectangle 2">
            <a:extLst>
              <a:ext uri="{FF2B5EF4-FFF2-40B4-BE49-F238E27FC236}">
                <a16:creationId xmlns:a16="http://schemas.microsoft.com/office/drawing/2014/main" id="{9C7FDCE9-7641-2FAF-CD0E-5F292070F20D}"/>
              </a:ext>
            </a:extLst>
          </p:cNvPr>
          <p:cNvSpPr/>
          <p:nvPr/>
        </p:nvSpPr>
        <p:spPr bwMode="auto">
          <a:xfrm>
            <a:off x="3472123"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Clearview AI /</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Netherlands</a:t>
            </a:r>
          </a:p>
        </p:txBody>
      </p:sp>
      <p:sp>
        <p:nvSpPr>
          <p:cNvPr id="12" name="Content Placeholder 2">
            <a:extLst>
              <a:ext uri="{FF2B5EF4-FFF2-40B4-BE49-F238E27FC236}">
                <a16:creationId xmlns:a16="http://schemas.microsoft.com/office/drawing/2014/main" id="{DE53BF27-149B-0162-C407-C67AF1D34893}"/>
              </a:ext>
            </a:extLst>
          </p:cNvPr>
          <p:cNvSpPr txBox="1">
            <a:spLocks/>
          </p:cNvSpPr>
          <p:nvPr/>
        </p:nvSpPr>
        <p:spPr>
          <a:xfrm>
            <a:off x="3802292"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€30M</a:t>
            </a:r>
          </a:p>
        </p:txBody>
      </p:sp>
      <p:sp>
        <p:nvSpPr>
          <p:cNvPr id="14" name="Google Shape;3000;p241">
            <a:extLst>
              <a:ext uri="{FF2B5EF4-FFF2-40B4-BE49-F238E27FC236}">
                <a16:creationId xmlns:a16="http://schemas.microsoft.com/office/drawing/2014/main" id="{381CC044-19CB-D650-0393-E36DDDFE52F3}"/>
              </a:ext>
            </a:extLst>
          </p:cNvPr>
          <p:cNvSpPr txBox="1"/>
          <p:nvPr/>
        </p:nvSpPr>
        <p:spPr>
          <a:xfrm>
            <a:off x="3559444"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fine for illegal biometric</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data collection; cumulative</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EU penalties in the hundreds of millions</a:t>
            </a:r>
            <a:r>
              <a:rPr kumimoji="0" lang="en-US" sz="1600" b="0" i="0" u="none" strike="noStrike" kern="1200" cap="none" spc="0" normalizeH="0" baseline="30000" noProof="0">
                <a:ln>
                  <a:noFill/>
                </a:ln>
                <a:effectLst/>
                <a:uLnTx/>
                <a:uFillTx/>
              </a:rPr>
              <a:t>1</a:t>
            </a:r>
            <a:endParaRPr kumimoji="0" lang="en-US" sz="1600" b="0" i="0" u="none" strike="noStrike" kern="1200" cap="none" spc="0" normalizeH="0" baseline="30000" noProof="0">
              <a:ln w="3175">
                <a:noFill/>
              </a:ln>
              <a:effectLst/>
              <a:uLnTx/>
              <a:uFillTx/>
            </a:endParaRPr>
          </a:p>
        </p:txBody>
      </p:sp>
      <p:sp>
        <p:nvSpPr>
          <p:cNvPr id="17" name="Rectangle: Rounded Corners 16">
            <a:extLst>
              <a:ext uri="{FF2B5EF4-FFF2-40B4-BE49-F238E27FC236}">
                <a16:creationId xmlns:a16="http://schemas.microsoft.com/office/drawing/2014/main" id="{DF3738A9-357D-746D-77DC-5947528B8FB5}"/>
              </a:ext>
            </a:extLst>
          </p:cNvPr>
          <p:cNvSpPr/>
          <p:nvPr/>
        </p:nvSpPr>
        <p:spPr bwMode="auto">
          <a:xfrm>
            <a:off x="6283202" y="1849120"/>
            <a:ext cx="2470198" cy="1079159"/>
          </a:xfrm>
          <a:prstGeom prst="roundRect">
            <a:avLst>
              <a:gd name="adj" fmla="val 12035"/>
            </a:avLst>
          </a:prstGeom>
          <a:solidFill>
            <a:schemeClr val="tx2"/>
          </a:solidFill>
          <a:ln>
            <a:solidFill>
              <a:schemeClr val="tx2"/>
            </a:solidFill>
          </a:ln>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EU AI Act</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penalties</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 </a:t>
            </a:r>
          </a:p>
        </p:txBody>
      </p:sp>
      <p:sp>
        <p:nvSpPr>
          <p:cNvPr id="16" name="Content Placeholder 2">
            <a:extLst>
              <a:ext uri="{FF2B5EF4-FFF2-40B4-BE49-F238E27FC236}">
                <a16:creationId xmlns:a16="http://schemas.microsoft.com/office/drawing/2014/main" id="{8202CC74-D081-D316-54D4-838C9588AD88}"/>
              </a:ext>
            </a:extLst>
          </p:cNvPr>
          <p:cNvSpPr txBox="1">
            <a:spLocks/>
          </p:cNvSpPr>
          <p:nvPr/>
        </p:nvSpPr>
        <p:spPr>
          <a:xfrm>
            <a:off x="6575680" y="3096077"/>
            <a:ext cx="1885242"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€35M</a:t>
            </a:r>
          </a:p>
        </p:txBody>
      </p:sp>
      <p:sp>
        <p:nvSpPr>
          <p:cNvPr id="18" name="Google Shape;3000;p241">
            <a:extLst>
              <a:ext uri="{FF2B5EF4-FFF2-40B4-BE49-F238E27FC236}">
                <a16:creationId xmlns:a16="http://schemas.microsoft.com/office/drawing/2014/main" id="{7C7F9988-FFA6-9179-9DF7-F196FE1A8FE8}"/>
              </a:ext>
            </a:extLst>
          </p:cNvPr>
          <p:cNvSpPr txBox="1"/>
          <p:nvPr/>
        </p:nvSpPr>
        <p:spPr>
          <a:xfrm>
            <a:off x="6370523" y="4036996"/>
            <a:ext cx="2295556" cy="738664"/>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or 7% of global revenue</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for prohibited AI practices</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under new EU AI Act enforcement</a:t>
            </a:r>
            <a:r>
              <a:rPr kumimoji="0" lang="en-US" sz="1600" b="0" i="0" u="none" strike="noStrike" kern="1200" cap="none" spc="0" normalizeH="0" baseline="30000" noProof="0">
                <a:ln>
                  <a:noFill/>
                </a:ln>
                <a:effectLst/>
                <a:uLnTx/>
                <a:uFillTx/>
              </a:rPr>
              <a:t>2</a:t>
            </a:r>
            <a:endParaRPr kumimoji="0" lang="en-US" sz="1600" b="0" i="0" u="none" strike="noStrike" kern="1200" cap="none" spc="0" normalizeH="0" baseline="0" noProof="0">
              <a:ln>
                <a:noFill/>
              </a:ln>
              <a:effectLst/>
              <a:uLnTx/>
              <a:uFillTx/>
            </a:endParaRPr>
          </a:p>
        </p:txBody>
      </p:sp>
      <p:sp>
        <p:nvSpPr>
          <p:cNvPr id="21" name="Rectangle: Rounded Corners 17">
            <a:extLst>
              <a:ext uri="{FF2B5EF4-FFF2-40B4-BE49-F238E27FC236}">
                <a16:creationId xmlns:a16="http://schemas.microsoft.com/office/drawing/2014/main" id="{60C58489-BCF3-98FA-E2DA-7CC1FFFE4CE4}"/>
              </a:ext>
            </a:extLst>
          </p:cNvPr>
          <p:cNvSpPr/>
          <p:nvPr/>
        </p:nvSpPr>
        <p:spPr bwMode="auto">
          <a:xfrm>
            <a:off x="9094281"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Global AI</a:t>
            </a:r>
            <a:br>
              <a:rPr lang="en-US">
                <a:ln w="3175">
                  <a:noFill/>
                </a:ln>
                <a:solidFill>
                  <a:schemeClr val="bg1"/>
                </a:solidFill>
                <a:latin typeface="+mj-lt"/>
                <a:ea typeface="+mj-ea"/>
                <a:cs typeface="+mj-cs"/>
              </a:rPr>
            </a:br>
            <a:r>
              <a:rPr lang="en-US">
                <a:ln w="3175">
                  <a:noFill/>
                </a:ln>
                <a:solidFill>
                  <a:schemeClr val="bg1"/>
                </a:solidFill>
                <a:latin typeface="+mj-lt"/>
                <a:ea typeface="+mj-ea"/>
                <a:cs typeface="+mj-cs"/>
              </a:rPr>
              <a:t>regulation</a:t>
            </a:r>
          </a:p>
        </p:txBody>
      </p:sp>
      <p:sp>
        <p:nvSpPr>
          <p:cNvPr id="20" name="Content Placeholder 2">
            <a:extLst>
              <a:ext uri="{FF2B5EF4-FFF2-40B4-BE49-F238E27FC236}">
                <a16:creationId xmlns:a16="http://schemas.microsoft.com/office/drawing/2014/main" id="{90600409-5634-01A0-E46B-809F09E178D8}"/>
              </a:ext>
            </a:extLst>
          </p:cNvPr>
          <p:cNvSpPr txBox="1">
            <a:spLocks/>
          </p:cNvSpPr>
          <p:nvPr/>
        </p:nvSpPr>
        <p:spPr>
          <a:xfrm>
            <a:off x="9365615" y="3096077"/>
            <a:ext cx="1927528" cy="830997"/>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2275850" fontAlgn="base">
              <a:spcBef>
                <a:spcPct val="0"/>
              </a:spcBef>
              <a:spcAft>
                <a:spcPts val="2987"/>
              </a:spcAft>
              <a:buNone/>
              <a:defRPr/>
            </a:pPr>
            <a:r>
              <a:rPr lang="en-US" sz="5400">
                <a:ln w="3175">
                  <a:noFill/>
                </a:ln>
                <a:solidFill>
                  <a:schemeClr val="accent2"/>
                </a:solidFill>
                <a:latin typeface="+mj-lt"/>
                <a:ea typeface="+mj-ea"/>
                <a:cs typeface="+mj-cs"/>
              </a:rPr>
              <a:t>90+</a:t>
            </a:r>
          </a:p>
        </p:txBody>
      </p:sp>
      <p:sp>
        <p:nvSpPr>
          <p:cNvPr id="22" name="Google Shape;3000;p241">
            <a:extLst>
              <a:ext uri="{FF2B5EF4-FFF2-40B4-BE49-F238E27FC236}">
                <a16:creationId xmlns:a16="http://schemas.microsoft.com/office/drawing/2014/main" id="{4989A62E-8EF1-FFBC-BF47-63F1A2FCC89A}"/>
              </a:ext>
            </a:extLst>
          </p:cNvPr>
          <p:cNvSpPr txBox="1"/>
          <p:nvPr/>
        </p:nvSpPr>
        <p:spPr>
          <a:xfrm>
            <a:off x="9181601" y="4036996"/>
            <a:ext cx="2295556" cy="1231106"/>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countries now expanding</a:t>
            </a:r>
          </a:p>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cyber and AI regulations</a:t>
            </a:r>
            <a:br>
              <a:rPr kumimoji="0" lang="en-US" sz="1600" b="0" i="0" u="none" strike="noStrike" kern="1200" cap="none" spc="0" normalizeH="0" baseline="0" noProof="0">
                <a:ln>
                  <a:noFill/>
                </a:ln>
                <a:effectLst/>
                <a:uLnTx/>
                <a:uFillTx/>
              </a:rPr>
            </a:br>
            <a:r>
              <a:rPr kumimoji="0" lang="en-US" sz="1600" b="0" i="0" u="none" strike="noStrike" kern="1200" cap="none" spc="0" normalizeH="0" baseline="0" noProof="0">
                <a:ln>
                  <a:noFill/>
                </a:ln>
                <a:effectLst/>
                <a:uLnTx/>
                <a:uFillTx/>
              </a:rPr>
              <a:t>with real-time accountability</a:t>
            </a:r>
            <a:r>
              <a:rPr kumimoji="0" lang="en-US" sz="1600" b="0" i="0" u="none" strike="noStrike" kern="1200" cap="none" spc="0" normalizeH="0" baseline="30000" noProof="0">
                <a:ln>
                  <a:noFill/>
                </a:ln>
                <a:effectLst/>
                <a:uLnTx/>
                <a:uFillTx/>
              </a:rPr>
              <a:t>1</a:t>
            </a:r>
            <a:endParaRPr kumimoji="0" lang="en-US" sz="1600" b="0" i="0" u="none" strike="noStrike" kern="1200" cap="none" spc="0" normalizeH="0" baseline="0" noProof="0">
              <a:ln>
                <a:noFill/>
              </a:ln>
              <a:effectLst/>
              <a:uLnTx/>
              <a:uFillTx/>
            </a:endParaRPr>
          </a:p>
        </p:txBody>
      </p:sp>
      <p:sp>
        <p:nvSpPr>
          <p:cNvPr id="24" name="TextBox 11">
            <a:extLst>
              <a:ext uri="{FF2B5EF4-FFF2-40B4-BE49-F238E27FC236}">
                <a16:creationId xmlns:a16="http://schemas.microsoft.com/office/drawing/2014/main" id="{7DC19AF3-0391-7025-9223-EDF17FA08583}"/>
              </a:ext>
              <a:ext uri="{C183D7F6-B498-43B3-948B-1728B52AA6E4}">
                <adec:decorative xmlns:adec="http://schemas.microsoft.com/office/drawing/2017/decorative" val="0"/>
              </a:ext>
            </a:extLst>
          </p:cNvPr>
          <p:cNvSpPr txBox="1"/>
          <p:nvPr/>
        </p:nvSpPr>
        <p:spPr>
          <a:xfrm>
            <a:off x="588262" y="6145272"/>
            <a:ext cx="11049000" cy="420628"/>
          </a:xfrm>
          <a:prstGeom prst="rect">
            <a:avLst/>
          </a:prstGeom>
          <a:noFill/>
        </p:spPr>
        <p:txBody>
          <a:bodyPr wrap="square" lIns="0" tIns="0" rIns="0" bIns="0" numCol="1"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The Hacker News, Italy fines OpenAI, December 2024</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European Data Protection Board, Clearview AI fine, September 2024</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EU AI Act Regulation 2024/1689, effective February 2025</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1.25E-6 4.81481E-6 L 1.25E-6 0.03541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grpId="1" nodeType="withEffect">
                                  <p:stCondLst>
                                    <p:cond delay="0"/>
                                  </p:stCondLst>
                                  <p:childTnLst>
                                    <p:animMotion origin="layout" path="M 1.25E-6 4.81481E-6 L 1.25E-6 0.03541 " pathEditMode="relative" rAng="0" ptsTypes="AA">
                                      <p:cBhvr>
                                        <p:cTn id="14" dur="700" spd="-100000" fill="hold"/>
                                        <p:tgtEl>
                                          <p:spTgt spid="11"/>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0"/>
                                  </p:stCondLst>
                                  <p:childTnLst>
                                    <p:animMotion origin="layout" path="M 1.25E-6 4.81481E-6 L 1.25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0"/>
                                  </p:stCondLst>
                                  <p:childTnLst>
                                    <p:animMotion origin="layout" path="M 1.25E-6 4.81481E-6 L 1.25E-6 0.03541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0"/>
                                  </p:stCondLst>
                                  <p:childTnLst>
                                    <p:animMotion origin="layout" path="M 1.25E-6 4.81481E-6 L 1.25E-6 0.03541 " pathEditMode="relative" rAng="0" ptsTypes="AA">
                                      <p:cBhvr>
                                        <p:cTn id="29" dur="700" spd="-100000" fill="hold"/>
                                        <p:tgtEl>
                                          <p:spTgt spid="8"/>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42" presetClass="path" presetSubtype="0" decel="100000" fill="hold" grpId="1" nodeType="withEffect">
                                  <p:stCondLst>
                                    <p:cond delay="0"/>
                                  </p:stCondLst>
                                  <p:childTnLst>
                                    <p:animMotion origin="layout" path="M 1.25E-6 3.33333E-6 L 1.25E-6 0.03541 " pathEditMode="relative" rAng="0" ptsTypes="AA">
                                      <p:cBhvr>
                                        <p:cTn id="34" dur="700" spd="-100000" fill="hold"/>
                                        <p:tgtEl>
                                          <p:spTgt spid="9"/>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42" presetClass="path" presetSubtype="0" decel="100000" fill="hold" grpId="1" nodeType="withEffect">
                                  <p:stCondLst>
                                    <p:cond delay="0"/>
                                  </p:stCondLst>
                                  <p:childTnLst>
                                    <p:animMotion origin="layout" path="M 1.25E-6 2.96296E-6 L 1.25E-6 0.03541 " pathEditMode="relative" rAng="0" ptsTypes="AA">
                                      <p:cBhvr>
                                        <p:cTn id="39" dur="700" spd="-100000" fill="hold"/>
                                        <p:tgtEl>
                                          <p:spTgt spid="10"/>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42" presetClass="path" presetSubtype="0" decel="100000" fill="hold" grpId="1" nodeType="withEffect">
                                  <p:stCondLst>
                                    <p:cond delay="0"/>
                                  </p:stCondLst>
                                  <p:childTnLst>
                                    <p:animMotion origin="layout" path="M 2.29167E-6 2.96296E-6 L 2.29167E-6 0.03541 " pathEditMode="relative" rAng="0" ptsTypes="AA">
                                      <p:cBhvr>
                                        <p:cTn id="44" dur="700" spd="-100000" fill="hold"/>
                                        <p:tgtEl>
                                          <p:spTgt spid="12"/>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42" presetClass="path" presetSubtype="0" decel="100000" fill="hold" grpId="1" nodeType="withEffect">
                                  <p:stCondLst>
                                    <p:cond delay="0"/>
                                  </p:stCondLst>
                                  <p:childTnLst>
                                    <p:animMotion origin="layout" path="M 1.25E-6 4.81481E-6 L 1.25E-6 0.03541 " pathEditMode="relative" rAng="0" ptsTypes="AA">
                                      <p:cBhvr>
                                        <p:cTn id="49" dur="700" spd="-100000" fill="hold"/>
                                        <p:tgtEl>
                                          <p:spTgt spid="13"/>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42" presetClass="path" presetSubtype="0" decel="100000" fill="hold" grpId="1" nodeType="withEffect">
                                  <p:stCondLst>
                                    <p:cond delay="0"/>
                                  </p:stCondLst>
                                  <p:childTnLst>
                                    <p:animMotion origin="layout" path="M 2.29167E-6 3.33333E-6 L 2.29167E-6 0.03541 " pathEditMode="relative" rAng="0" ptsTypes="AA">
                                      <p:cBhvr>
                                        <p:cTn id="54" dur="700" spd="-100000" fill="hold"/>
                                        <p:tgtEl>
                                          <p:spTgt spid="14"/>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42" presetClass="path" presetSubtype="0" decel="100000" fill="hold" grpId="1" nodeType="withEffect">
                                  <p:stCondLst>
                                    <p:cond delay="0"/>
                                  </p:stCondLst>
                                  <p:childTnLst>
                                    <p:animMotion origin="layout" path="M 3.33333E-6 2.96296E-6 L 3.33333E-6 0.03541 " pathEditMode="relative" rAng="0" ptsTypes="AA">
                                      <p:cBhvr>
                                        <p:cTn id="59" dur="700" spd="-100000" fill="hold"/>
                                        <p:tgtEl>
                                          <p:spTgt spid="16"/>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42" presetClass="path" presetSubtype="0" decel="100000" fill="hold" grpId="1" nodeType="withEffect">
                                  <p:stCondLst>
                                    <p:cond delay="0"/>
                                  </p:stCondLst>
                                  <p:childTnLst>
                                    <p:animMotion origin="layout" path="M 1.25E-6 4.81481E-6 L 1.25E-6 0.03541 " pathEditMode="relative" rAng="0" ptsTypes="AA">
                                      <p:cBhvr>
                                        <p:cTn id="64" dur="700" spd="-100000" fill="hold"/>
                                        <p:tgtEl>
                                          <p:spTgt spid="17"/>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42" presetClass="path" presetSubtype="0" decel="100000" fill="hold" grpId="1" nodeType="withEffect">
                                  <p:stCondLst>
                                    <p:cond delay="0"/>
                                  </p:stCondLst>
                                  <p:childTnLst>
                                    <p:animMotion origin="layout" path="M 3.33333E-6 -1.11111E-6 L 3.33333E-6 0.03542 " pathEditMode="relative" rAng="0" ptsTypes="AA">
                                      <p:cBhvr>
                                        <p:cTn id="69" dur="700" spd="-100000" fill="hold"/>
                                        <p:tgtEl>
                                          <p:spTgt spid="18"/>
                                        </p:tgtEl>
                                        <p:attrNameLst>
                                          <p:attrName>ppt_x</p:attrName>
                                          <p:attrName>ppt_y</p:attrName>
                                        </p:attrNameLst>
                                      </p:cBhvr>
                                      <p:rCtr x="0" y="1759"/>
                                    </p:animMotion>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42" presetClass="path" presetSubtype="0" decel="100000" fill="hold" grpId="1" nodeType="withEffect">
                                  <p:stCondLst>
                                    <p:cond delay="0"/>
                                  </p:stCondLst>
                                  <p:childTnLst>
                                    <p:animMotion origin="layout" path="M 4.375E-6 2.96296E-6 L 4.375E-6 0.03541 " pathEditMode="relative" rAng="0" ptsTypes="AA">
                                      <p:cBhvr>
                                        <p:cTn id="74" dur="700" spd="-100000" fill="hold"/>
                                        <p:tgtEl>
                                          <p:spTgt spid="20"/>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par>
                                <p:cTn id="78" presetID="42" presetClass="path" presetSubtype="0" decel="100000" fill="hold" grpId="1" nodeType="withEffect">
                                  <p:stCondLst>
                                    <p:cond delay="0"/>
                                  </p:stCondLst>
                                  <p:childTnLst>
                                    <p:animMotion origin="layout" path="M 1.25E-6 4.81481E-6 L 1.25E-6 0.03541 " pathEditMode="relative" rAng="0" ptsTypes="AA">
                                      <p:cBhvr>
                                        <p:cTn id="79" dur="700" spd="-100000" fill="hold"/>
                                        <p:tgtEl>
                                          <p:spTgt spid="21"/>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42" presetClass="path" presetSubtype="0" decel="100000" fill="hold" grpId="1" nodeType="withEffect">
                                  <p:stCondLst>
                                    <p:cond delay="0"/>
                                  </p:stCondLst>
                                  <p:childTnLst>
                                    <p:animMotion origin="layout" path="M 4.375E-6 -7.40741E-7 L 4.375E-6 0.03542 " pathEditMode="relative" rAng="0" ptsTypes="AA">
                                      <p:cBhvr>
                                        <p:cTn id="84" dur="700" spd="-100000" fill="hold"/>
                                        <p:tgtEl>
                                          <p:spTgt spid="2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P spid="11" grpId="1" animBg="1"/>
      <p:bldP spid="15" grpId="0" animBg="1"/>
      <p:bldP spid="15" grpId="1" animBg="1"/>
      <p:bldP spid="19" grpId="0" animBg="1"/>
      <p:bldP spid="19" grpId="1" animBg="1"/>
      <p:bldP spid="8" grpId="0" animBg="1"/>
      <p:bldP spid="8" grpId="1" animBg="1"/>
      <p:bldP spid="10" grpId="0"/>
      <p:bldP spid="10" grpId="1"/>
      <p:bldP spid="9" grpId="0"/>
      <p:bldP spid="9" grpId="1"/>
      <p:bldP spid="13" grpId="0" animBg="1"/>
      <p:bldP spid="13" grpId="1" animBg="1"/>
      <p:bldP spid="12" grpId="0"/>
      <p:bldP spid="12" grpId="1"/>
      <p:bldP spid="14" grpId="0"/>
      <p:bldP spid="14" grpId="1"/>
      <p:bldP spid="17" grpId="0" animBg="1"/>
      <p:bldP spid="17" grpId="1" animBg="1"/>
      <p:bldP spid="16" grpId="0"/>
      <p:bldP spid="16" grpId="1"/>
      <p:bldP spid="18" grpId="0"/>
      <p:bldP spid="18" grpId="1"/>
      <p:bldP spid="21" grpId="0" animBg="1"/>
      <p:bldP spid="21" grpId="1" animBg="1"/>
      <p:bldP spid="20" grpId="0"/>
      <p:bldP spid="20" grpId="1"/>
      <p:bldP spid="22" grpId="0"/>
      <p:bldP spid="22"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AI security vulnerabilities in the wild</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3E0AE08-6AB3-C334-597C-EF70999BDEFE}"/>
              </a:ext>
              <a:ext uri="{C183D7F6-B498-43B3-948B-1728B52AA6E4}">
                <adec:decorative xmlns:adec="http://schemas.microsoft.com/office/drawing/2017/decorative" val="1"/>
              </a:ext>
            </a:extLst>
          </p:cNvPr>
          <p:cNvSpPr>
            <a:spLocks/>
          </p:cNvSpPr>
          <p:nvPr/>
        </p:nvSpPr>
        <p:spPr>
          <a:xfrm>
            <a:off x="58826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1" name="Rectangle: Rounded Corners 10">
            <a:extLst>
              <a:ext uri="{FF2B5EF4-FFF2-40B4-BE49-F238E27FC236}">
                <a16:creationId xmlns:a16="http://schemas.microsoft.com/office/drawing/2014/main" id="{6DE8F578-4B21-0C6B-143B-DD028DA786D8}"/>
              </a:ext>
              <a:ext uri="{C183D7F6-B498-43B3-948B-1728B52AA6E4}">
                <adec:decorative xmlns:adec="http://schemas.microsoft.com/office/drawing/2017/decorative" val="1"/>
              </a:ext>
            </a:extLst>
          </p:cNvPr>
          <p:cNvSpPr>
            <a:spLocks/>
          </p:cNvSpPr>
          <p:nvPr/>
        </p:nvSpPr>
        <p:spPr>
          <a:xfrm>
            <a:off x="3399341"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5" name="Rectangle: Rounded Corners 14">
            <a:extLst>
              <a:ext uri="{FF2B5EF4-FFF2-40B4-BE49-F238E27FC236}">
                <a16:creationId xmlns:a16="http://schemas.microsoft.com/office/drawing/2014/main" id="{3694B7C3-A43D-A1D3-633C-A3F6B8ABC406}"/>
              </a:ext>
              <a:ext uri="{C183D7F6-B498-43B3-948B-1728B52AA6E4}">
                <adec:decorative xmlns:adec="http://schemas.microsoft.com/office/drawing/2017/decorative" val="1"/>
              </a:ext>
            </a:extLst>
          </p:cNvPr>
          <p:cNvSpPr>
            <a:spLocks/>
          </p:cNvSpPr>
          <p:nvPr/>
        </p:nvSpPr>
        <p:spPr>
          <a:xfrm>
            <a:off x="6210420"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9" name="Rectangle: Rounded Corners 18">
            <a:extLst>
              <a:ext uri="{FF2B5EF4-FFF2-40B4-BE49-F238E27FC236}">
                <a16:creationId xmlns:a16="http://schemas.microsoft.com/office/drawing/2014/main" id="{959B9B07-0B60-AFC8-62EB-BEE63F3D46E5}"/>
              </a:ext>
              <a:ext uri="{C183D7F6-B498-43B3-948B-1728B52AA6E4}">
                <adec:decorative xmlns:adec="http://schemas.microsoft.com/office/drawing/2017/decorative" val="1"/>
              </a:ext>
            </a:extLst>
          </p:cNvPr>
          <p:cNvSpPr>
            <a:spLocks/>
          </p:cNvSpPr>
          <p:nvPr/>
        </p:nvSpPr>
        <p:spPr>
          <a:xfrm>
            <a:off x="899362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8" name="Rounded Rectangle 2">
            <a:extLst>
              <a:ext uri="{FF2B5EF4-FFF2-40B4-BE49-F238E27FC236}">
                <a16:creationId xmlns:a16="http://schemas.microsoft.com/office/drawing/2014/main" id="{123B7009-5807-9E59-154D-A8E3A4E2B746}"/>
              </a:ext>
            </a:extLst>
          </p:cNvPr>
          <p:cNvSpPr/>
          <p:nvPr/>
        </p:nvSpPr>
        <p:spPr bwMode="auto">
          <a:xfrm>
            <a:off x="661044" y="1849120"/>
            <a:ext cx="2470198" cy="1079159"/>
          </a:xfrm>
          <a:prstGeom prst="roundRect">
            <a:avLst>
              <a:gd name="adj" fmla="val 21859"/>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Skeleton Key jailbreak</a:t>
            </a:r>
          </a:p>
        </p:txBody>
      </p:sp>
      <p:sp>
        <p:nvSpPr>
          <p:cNvPr id="10" name="Content Placeholder 2">
            <a:extLst>
              <a:ext uri="{FF2B5EF4-FFF2-40B4-BE49-F238E27FC236}">
                <a16:creationId xmlns:a16="http://schemas.microsoft.com/office/drawing/2014/main" id="{43F0CCED-1223-C759-9275-67CD10D73397}"/>
              </a:ext>
            </a:extLst>
          </p:cNvPr>
          <p:cNvSpPr txBox="1">
            <a:spLocks/>
          </p:cNvSpPr>
          <p:nvPr/>
        </p:nvSpPr>
        <p:spPr>
          <a:xfrm>
            <a:off x="991213"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lvl="1" indent="0" algn="ctr" defTabSz="2275850" fontAlgn="base">
              <a:spcBef>
                <a:spcPct val="0"/>
              </a:spcBef>
              <a:spcAft>
                <a:spcPts val="2987"/>
              </a:spcAft>
              <a:buNone/>
              <a:defRPr/>
            </a:pPr>
            <a:r>
              <a:rPr lang="en-US" sz="5400">
                <a:ln w="3175">
                  <a:noFill/>
                </a:ln>
                <a:solidFill>
                  <a:schemeClr val="accent2"/>
                </a:solidFill>
                <a:latin typeface="+mj-lt"/>
                <a:ea typeface="+mj-ea"/>
                <a:cs typeface="+mj-cs"/>
              </a:rPr>
              <a:t>2024</a:t>
            </a:r>
          </a:p>
        </p:txBody>
      </p:sp>
      <p:sp>
        <p:nvSpPr>
          <p:cNvPr id="9" name="Google Shape;3000;p241">
            <a:extLst>
              <a:ext uri="{FF2B5EF4-FFF2-40B4-BE49-F238E27FC236}">
                <a16:creationId xmlns:a16="http://schemas.microsoft.com/office/drawing/2014/main" id="{F9DEFC5F-8E88-ECD1-DE46-63595AD38DFD}"/>
              </a:ext>
            </a:extLst>
          </p:cNvPr>
          <p:cNvSpPr txBox="1"/>
          <p:nvPr/>
        </p:nvSpPr>
        <p:spPr>
          <a:xfrm>
            <a:off x="748365"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Jailbreak bypassed safety guardrails across multiple LLM models by simulating a safe testing context</a:t>
            </a:r>
            <a:endParaRPr kumimoji="0" lang="en-US" sz="2400" b="0" i="0" u="none" strike="noStrike" kern="1200" cap="none" spc="0" normalizeH="0" baseline="0" noProof="0">
              <a:ln>
                <a:noFill/>
              </a:ln>
              <a:effectLst/>
              <a:uLnTx/>
              <a:uFillTx/>
            </a:endParaRPr>
          </a:p>
        </p:txBody>
      </p:sp>
      <p:sp>
        <p:nvSpPr>
          <p:cNvPr id="13" name="Rounded Rectangle 2">
            <a:extLst>
              <a:ext uri="{FF2B5EF4-FFF2-40B4-BE49-F238E27FC236}">
                <a16:creationId xmlns:a16="http://schemas.microsoft.com/office/drawing/2014/main" id="{9C7FDCE9-7641-2FAF-CD0E-5F292070F20D}"/>
              </a:ext>
            </a:extLst>
          </p:cNvPr>
          <p:cNvSpPr/>
          <p:nvPr/>
        </p:nvSpPr>
        <p:spPr bwMode="auto">
          <a:xfrm>
            <a:off x="3472123"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SearchLeak Copilot attack</a:t>
            </a:r>
          </a:p>
        </p:txBody>
      </p:sp>
      <p:sp>
        <p:nvSpPr>
          <p:cNvPr id="12" name="Content Placeholder 2">
            <a:extLst>
              <a:ext uri="{FF2B5EF4-FFF2-40B4-BE49-F238E27FC236}">
                <a16:creationId xmlns:a16="http://schemas.microsoft.com/office/drawing/2014/main" id="{DE53BF27-149B-0162-C407-C67AF1D34893}"/>
              </a:ext>
            </a:extLst>
          </p:cNvPr>
          <p:cNvSpPr txBox="1">
            <a:spLocks/>
          </p:cNvSpPr>
          <p:nvPr/>
        </p:nvSpPr>
        <p:spPr>
          <a:xfrm>
            <a:off x="3802292"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2026</a:t>
            </a:r>
          </a:p>
        </p:txBody>
      </p:sp>
      <p:sp>
        <p:nvSpPr>
          <p:cNvPr id="14" name="Google Shape;3000;p241">
            <a:extLst>
              <a:ext uri="{FF2B5EF4-FFF2-40B4-BE49-F238E27FC236}">
                <a16:creationId xmlns:a16="http://schemas.microsoft.com/office/drawing/2014/main" id="{381CC044-19CB-D650-0393-E36DDDFE52F3}"/>
              </a:ext>
            </a:extLst>
          </p:cNvPr>
          <p:cNvSpPr txBox="1"/>
          <p:nvPr/>
        </p:nvSpPr>
        <p:spPr>
          <a:xfrm>
            <a:off x="3559444"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Three-stage prompt injection chain turned AI assistant into a one-click data exfiltration tool</a:t>
            </a:r>
            <a:endParaRPr kumimoji="0" lang="en-US" sz="1600" b="0" i="0" u="none" strike="noStrike" kern="1200" cap="none" spc="0" normalizeH="0" baseline="30000" noProof="0">
              <a:ln w="3175">
                <a:noFill/>
              </a:ln>
              <a:effectLst/>
              <a:uLnTx/>
              <a:uFillTx/>
            </a:endParaRPr>
          </a:p>
        </p:txBody>
      </p:sp>
      <p:sp>
        <p:nvSpPr>
          <p:cNvPr id="17" name="Rectangle: Rounded Corners 16">
            <a:extLst>
              <a:ext uri="{FF2B5EF4-FFF2-40B4-BE49-F238E27FC236}">
                <a16:creationId xmlns:a16="http://schemas.microsoft.com/office/drawing/2014/main" id="{DF3738A9-357D-746D-77DC-5947528B8FB5}"/>
              </a:ext>
            </a:extLst>
          </p:cNvPr>
          <p:cNvSpPr/>
          <p:nvPr/>
        </p:nvSpPr>
        <p:spPr bwMode="auto">
          <a:xfrm>
            <a:off x="6283202" y="1849120"/>
            <a:ext cx="2470198" cy="1079159"/>
          </a:xfrm>
          <a:prstGeom prst="roundRect">
            <a:avLst>
              <a:gd name="adj" fmla="val 12035"/>
            </a:avLst>
          </a:prstGeom>
          <a:solidFill>
            <a:schemeClr val="tx2"/>
          </a:solidFill>
          <a:ln>
            <a:solidFill>
              <a:schemeClr val="tx2"/>
            </a:solidFill>
          </a:ln>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Hades malware vs. AI agents</a:t>
            </a:r>
          </a:p>
        </p:txBody>
      </p:sp>
      <p:sp>
        <p:nvSpPr>
          <p:cNvPr id="16" name="Content Placeholder 2">
            <a:extLst>
              <a:ext uri="{FF2B5EF4-FFF2-40B4-BE49-F238E27FC236}">
                <a16:creationId xmlns:a16="http://schemas.microsoft.com/office/drawing/2014/main" id="{8202CC74-D081-D316-54D4-838C9588AD88}"/>
              </a:ext>
            </a:extLst>
          </p:cNvPr>
          <p:cNvSpPr txBox="1">
            <a:spLocks/>
          </p:cNvSpPr>
          <p:nvPr/>
        </p:nvSpPr>
        <p:spPr>
          <a:xfrm>
            <a:off x="6575680" y="3096077"/>
            <a:ext cx="1885242"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2026</a:t>
            </a:r>
          </a:p>
        </p:txBody>
      </p:sp>
      <p:sp>
        <p:nvSpPr>
          <p:cNvPr id="18" name="Google Shape;3000;p241">
            <a:extLst>
              <a:ext uri="{FF2B5EF4-FFF2-40B4-BE49-F238E27FC236}">
                <a16:creationId xmlns:a16="http://schemas.microsoft.com/office/drawing/2014/main" id="{7C7F9988-FFA6-9179-9DF7-F196FE1A8FE8}"/>
              </a:ext>
            </a:extLst>
          </p:cNvPr>
          <p:cNvSpPr txBox="1"/>
          <p:nvPr/>
        </p:nvSpPr>
        <p:spPr>
          <a:xfrm>
            <a:off x="6370523" y="4036996"/>
            <a:ext cx="2295556" cy="738664"/>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Supply-chain attack that deceives AI security agents through manipulation of agent reasoning</a:t>
            </a:r>
          </a:p>
        </p:txBody>
      </p:sp>
      <p:sp>
        <p:nvSpPr>
          <p:cNvPr id="21" name="Rectangle: Rounded Corners 17">
            <a:extLst>
              <a:ext uri="{FF2B5EF4-FFF2-40B4-BE49-F238E27FC236}">
                <a16:creationId xmlns:a16="http://schemas.microsoft.com/office/drawing/2014/main" id="{60C58489-BCF3-98FA-E2DA-7CC1FFFE4CE4}"/>
              </a:ext>
            </a:extLst>
          </p:cNvPr>
          <p:cNvSpPr/>
          <p:nvPr/>
        </p:nvSpPr>
        <p:spPr bwMode="auto">
          <a:xfrm>
            <a:off x="9094281"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Guardrail denial-of-service</a:t>
            </a:r>
          </a:p>
        </p:txBody>
      </p:sp>
      <p:sp>
        <p:nvSpPr>
          <p:cNvPr id="20" name="Content Placeholder 2">
            <a:extLst>
              <a:ext uri="{FF2B5EF4-FFF2-40B4-BE49-F238E27FC236}">
                <a16:creationId xmlns:a16="http://schemas.microsoft.com/office/drawing/2014/main" id="{90600409-5634-01A0-E46B-809F09E178D8}"/>
              </a:ext>
            </a:extLst>
          </p:cNvPr>
          <p:cNvSpPr txBox="1">
            <a:spLocks/>
          </p:cNvSpPr>
          <p:nvPr/>
        </p:nvSpPr>
        <p:spPr>
          <a:xfrm>
            <a:off x="9365615" y="3096077"/>
            <a:ext cx="1927528" cy="830997"/>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2275850" fontAlgn="base">
              <a:spcBef>
                <a:spcPct val="0"/>
              </a:spcBef>
              <a:spcAft>
                <a:spcPts val="2987"/>
              </a:spcAft>
              <a:buNone/>
              <a:defRPr/>
            </a:pPr>
            <a:r>
              <a:rPr lang="en-US" sz="5400">
                <a:ln w="3175">
                  <a:noFill/>
                </a:ln>
                <a:solidFill>
                  <a:schemeClr val="accent2"/>
                </a:solidFill>
                <a:latin typeface="+mj-lt"/>
                <a:ea typeface="+mj-ea"/>
                <a:cs typeface="+mj-cs"/>
              </a:rPr>
              <a:t>2026</a:t>
            </a:r>
          </a:p>
        </p:txBody>
      </p:sp>
      <p:sp>
        <p:nvSpPr>
          <p:cNvPr id="22" name="Google Shape;3000;p241">
            <a:extLst>
              <a:ext uri="{FF2B5EF4-FFF2-40B4-BE49-F238E27FC236}">
                <a16:creationId xmlns:a16="http://schemas.microsoft.com/office/drawing/2014/main" id="{4989A62E-8EF1-FFBC-BF47-63F1A2FCC89A}"/>
              </a:ext>
            </a:extLst>
          </p:cNvPr>
          <p:cNvSpPr txBox="1"/>
          <p:nvPr/>
        </p:nvSpPr>
        <p:spPr>
          <a:xfrm>
            <a:off x="9181601" y="4036996"/>
            <a:ext cx="2295556" cy="1231106"/>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Researchers found attackers can weaponize AI agent guardrails as denial-of-service vectors</a:t>
            </a:r>
          </a:p>
        </p:txBody>
      </p:sp>
      <p:sp>
        <p:nvSpPr>
          <p:cNvPr id="24" name="TextBox 11">
            <a:extLst>
              <a:ext uri="{FF2B5EF4-FFF2-40B4-BE49-F238E27FC236}">
                <a16:creationId xmlns:a16="http://schemas.microsoft.com/office/drawing/2014/main" id="{7DC19AF3-0391-7025-9223-EDF17FA08583}"/>
              </a:ext>
              <a:ext uri="{C183D7F6-B498-43B3-948B-1728B52AA6E4}">
                <adec:decorative xmlns:adec="http://schemas.microsoft.com/office/drawing/2017/decorative" val="0"/>
              </a:ext>
            </a:extLst>
          </p:cNvPr>
          <p:cNvSpPr txBox="1"/>
          <p:nvPr/>
        </p:nvSpPr>
        <p:spPr>
          <a:xfrm>
            <a:off x="588262" y="6145272"/>
            <a:ext cx="11049000" cy="420628"/>
          </a:xfrm>
          <a:prstGeom prst="rect">
            <a:avLst/>
          </a:prstGeom>
          <a:noFill/>
        </p:spPr>
        <p:txBody>
          <a:bodyPr wrap="square" lIns="0" tIns="0" rIns="0" bIns="0" numCol="1"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Microsoft Security Blog, Skeleton Key jailbreak technique, June 2024</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Dark Reading, Copilot SearchLeak Attack, June 2026</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CSO Online, Hades malware and guardrail attacks, June 2026</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1.25E-6 4.81481E-6 L 1.25E-6 0.03541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grpId="1" nodeType="withEffect">
                                  <p:stCondLst>
                                    <p:cond delay="0"/>
                                  </p:stCondLst>
                                  <p:childTnLst>
                                    <p:animMotion origin="layout" path="M 1.25E-6 4.81481E-6 L 1.25E-6 0.03541 " pathEditMode="relative" rAng="0" ptsTypes="AA">
                                      <p:cBhvr>
                                        <p:cTn id="14" dur="700" spd="-100000" fill="hold"/>
                                        <p:tgtEl>
                                          <p:spTgt spid="11"/>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0"/>
                                  </p:stCondLst>
                                  <p:childTnLst>
                                    <p:animMotion origin="layout" path="M 1.25E-6 4.81481E-6 L 1.25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0"/>
                                  </p:stCondLst>
                                  <p:childTnLst>
                                    <p:animMotion origin="layout" path="M 1.25E-6 4.81481E-6 L 1.25E-6 0.03541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0"/>
                                  </p:stCondLst>
                                  <p:childTnLst>
                                    <p:animMotion origin="layout" path="M 1.25E-6 4.81481E-6 L 1.25E-6 0.03541 " pathEditMode="relative" rAng="0" ptsTypes="AA">
                                      <p:cBhvr>
                                        <p:cTn id="29" dur="700" spd="-100000" fill="hold"/>
                                        <p:tgtEl>
                                          <p:spTgt spid="8"/>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42" presetClass="path" presetSubtype="0" decel="100000" fill="hold" grpId="1" nodeType="withEffect">
                                  <p:stCondLst>
                                    <p:cond delay="0"/>
                                  </p:stCondLst>
                                  <p:childTnLst>
                                    <p:animMotion origin="layout" path="M 1.25E-6 3.33333E-6 L 1.25E-6 0.03541 " pathEditMode="relative" rAng="0" ptsTypes="AA">
                                      <p:cBhvr>
                                        <p:cTn id="34" dur="700" spd="-100000" fill="hold"/>
                                        <p:tgtEl>
                                          <p:spTgt spid="9"/>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42" presetClass="path" presetSubtype="0" decel="100000" fill="hold" grpId="1" nodeType="withEffect">
                                  <p:stCondLst>
                                    <p:cond delay="0"/>
                                  </p:stCondLst>
                                  <p:childTnLst>
                                    <p:animMotion origin="layout" path="M 1.25E-6 2.96296E-6 L 1.25E-6 0.03541 " pathEditMode="relative" rAng="0" ptsTypes="AA">
                                      <p:cBhvr>
                                        <p:cTn id="39" dur="700" spd="-100000" fill="hold"/>
                                        <p:tgtEl>
                                          <p:spTgt spid="10"/>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42" presetClass="path" presetSubtype="0" decel="100000" fill="hold" grpId="1" nodeType="withEffect">
                                  <p:stCondLst>
                                    <p:cond delay="0"/>
                                  </p:stCondLst>
                                  <p:childTnLst>
                                    <p:animMotion origin="layout" path="M 2.29167E-6 2.96296E-6 L 2.29167E-6 0.03541 " pathEditMode="relative" rAng="0" ptsTypes="AA">
                                      <p:cBhvr>
                                        <p:cTn id="44" dur="700" spd="-100000" fill="hold"/>
                                        <p:tgtEl>
                                          <p:spTgt spid="12"/>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42" presetClass="path" presetSubtype="0" decel="100000" fill="hold" grpId="1" nodeType="withEffect">
                                  <p:stCondLst>
                                    <p:cond delay="0"/>
                                  </p:stCondLst>
                                  <p:childTnLst>
                                    <p:animMotion origin="layout" path="M 1.25E-6 4.81481E-6 L 1.25E-6 0.03541 " pathEditMode="relative" rAng="0" ptsTypes="AA">
                                      <p:cBhvr>
                                        <p:cTn id="49" dur="700" spd="-100000" fill="hold"/>
                                        <p:tgtEl>
                                          <p:spTgt spid="13"/>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42" presetClass="path" presetSubtype="0" decel="100000" fill="hold" grpId="1" nodeType="withEffect">
                                  <p:stCondLst>
                                    <p:cond delay="0"/>
                                  </p:stCondLst>
                                  <p:childTnLst>
                                    <p:animMotion origin="layout" path="M 2.29167E-6 3.33333E-6 L 2.29167E-6 0.03541 " pathEditMode="relative" rAng="0" ptsTypes="AA">
                                      <p:cBhvr>
                                        <p:cTn id="54" dur="700" spd="-100000" fill="hold"/>
                                        <p:tgtEl>
                                          <p:spTgt spid="14"/>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42" presetClass="path" presetSubtype="0" decel="100000" fill="hold" grpId="1" nodeType="withEffect">
                                  <p:stCondLst>
                                    <p:cond delay="0"/>
                                  </p:stCondLst>
                                  <p:childTnLst>
                                    <p:animMotion origin="layout" path="M 3.33333E-6 2.96296E-6 L 3.33333E-6 0.03541 " pathEditMode="relative" rAng="0" ptsTypes="AA">
                                      <p:cBhvr>
                                        <p:cTn id="59" dur="700" spd="-100000" fill="hold"/>
                                        <p:tgtEl>
                                          <p:spTgt spid="16"/>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42" presetClass="path" presetSubtype="0" decel="100000" fill="hold" grpId="1" nodeType="withEffect">
                                  <p:stCondLst>
                                    <p:cond delay="0"/>
                                  </p:stCondLst>
                                  <p:childTnLst>
                                    <p:animMotion origin="layout" path="M 1.25E-6 4.81481E-6 L 1.25E-6 0.03541 " pathEditMode="relative" rAng="0" ptsTypes="AA">
                                      <p:cBhvr>
                                        <p:cTn id="64" dur="700" spd="-100000" fill="hold"/>
                                        <p:tgtEl>
                                          <p:spTgt spid="17"/>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42" presetClass="path" presetSubtype="0" decel="100000" fill="hold" grpId="1" nodeType="withEffect">
                                  <p:stCondLst>
                                    <p:cond delay="0"/>
                                  </p:stCondLst>
                                  <p:childTnLst>
                                    <p:animMotion origin="layout" path="M 3.33333E-6 -1.11111E-6 L 3.33333E-6 0.03542 " pathEditMode="relative" rAng="0" ptsTypes="AA">
                                      <p:cBhvr>
                                        <p:cTn id="69" dur="700" spd="-100000" fill="hold"/>
                                        <p:tgtEl>
                                          <p:spTgt spid="18"/>
                                        </p:tgtEl>
                                        <p:attrNameLst>
                                          <p:attrName>ppt_x</p:attrName>
                                          <p:attrName>ppt_y</p:attrName>
                                        </p:attrNameLst>
                                      </p:cBhvr>
                                      <p:rCtr x="0" y="1759"/>
                                    </p:animMotion>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42" presetClass="path" presetSubtype="0" decel="100000" fill="hold" grpId="1" nodeType="withEffect">
                                  <p:stCondLst>
                                    <p:cond delay="0"/>
                                  </p:stCondLst>
                                  <p:childTnLst>
                                    <p:animMotion origin="layout" path="M 4.375E-6 2.96296E-6 L 4.375E-6 0.03541 " pathEditMode="relative" rAng="0" ptsTypes="AA">
                                      <p:cBhvr>
                                        <p:cTn id="74" dur="700" spd="-100000" fill="hold"/>
                                        <p:tgtEl>
                                          <p:spTgt spid="20"/>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par>
                                <p:cTn id="78" presetID="42" presetClass="path" presetSubtype="0" decel="100000" fill="hold" grpId="1" nodeType="withEffect">
                                  <p:stCondLst>
                                    <p:cond delay="0"/>
                                  </p:stCondLst>
                                  <p:childTnLst>
                                    <p:animMotion origin="layout" path="M 1.25E-6 4.81481E-6 L 1.25E-6 0.03541 " pathEditMode="relative" rAng="0" ptsTypes="AA">
                                      <p:cBhvr>
                                        <p:cTn id="79" dur="700" spd="-100000" fill="hold"/>
                                        <p:tgtEl>
                                          <p:spTgt spid="21"/>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42" presetClass="path" presetSubtype="0" decel="100000" fill="hold" grpId="1" nodeType="withEffect">
                                  <p:stCondLst>
                                    <p:cond delay="0"/>
                                  </p:stCondLst>
                                  <p:childTnLst>
                                    <p:animMotion origin="layout" path="M 4.375E-6 -7.40741E-7 L 4.375E-6 0.03542 " pathEditMode="relative" rAng="0" ptsTypes="AA">
                                      <p:cBhvr>
                                        <p:cTn id="84" dur="700" spd="-100000" fill="hold"/>
                                        <p:tgtEl>
                                          <p:spTgt spid="2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P spid="11" grpId="1" animBg="1"/>
      <p:bldP spid="15" grpId="0" animBg="1"/>
      <p:bldP spid="15" grpId="1" animBg="1"/>
      <p:bldP spid="19" grpId="0" animBg="1"/>
      <p:bldP spid="19" grpId="1" animBg="1"/>
      <p:bldP spid="8" grpId="0" animBg="1"/>
      <p:bldP spid="8" grpId="1" animBg="1"/>
      <p:bldP spid="10" grpId="0"/>
      <p:bldP spid="10" grpId="1"/>
      <p:bldP spid="9" grpId="0"/>
      <p:bldP spid="9" grpId="1"/>
      <p:bldP spid="13" grpId="0" animBg="1"/>
      <p:bldP spid="13" grpId="1" animBg="1"/>
      <p:bldP spid="12" grpId="0"/>
      <p:bldP spid="12" grpId="1"/>
      <p:bldP spid="14" grpId="0"/>
      <p:bldP spid="14" grpId="1"/>
      <p:bldP spid="17" grpId="0" animBg="1"/>
      <p:bldP spid="17" grpId="1" animBg="1"/>
      <p:bldP spid="16" grpId="0"/>
      <p:bldP spid="16" grpId="1"/>
      <p:bldP spid="18" grpId="0"/>
      <p:bldP spid="18" grpId="1"/>
      <p:bldP spid="21" grpId="0" animBg="1"/>
      <p:bldP spid="21" grpId="1" animBg="1"/>
      <p:bldP spid="20" grpId="0"/>
      <p:bldP spid="20" grpId="1"/>
      <p:bldP spid="22" grpId="0"/>
      <p:bldP spid="22"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243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40080" y="274320"/>
            <a:ext cx="10515600" cy="731520"/>
          </a:xfrm>
          <a:prstGeom prst="rect">
            <a:avLst/>
          </a:prstGeom>
          <a:noFill/>
        </p:spPr>
        <p:txBody>
          <a:bodyPr wrap="square" anchor="t"/>
          <a:lstStyle/>
          <a:p>
            <a:pPr marL="0" marR="0" lvl="0" indent="0" algn="l" defTabSz="457200" rtl="0" eaLnBrk="1" fontAlgn="auto" latinLnBrk="0" hangingPunct="1">
              <a:lnSpc>
                <a:spcPct val="100000"/>
              </a:lnSpc>
              <a:spcBef>
                <a:spcPts val="0"/>
              </a:spcBef>
              <a:spcAft>
                <a:spcPts val="0"/>
              </a:spcAft>
              <a:buClrTx/>
              <a:buSzTx/>
              <a:buFontTx/>
              <a:buNone/>
              <a:tabLst/>
              <a:defRPr sz="2400" b="1">
                <a:solidFill>
                  <a:srgbClr val="FFFFFF"/>
                </a:solidFill>
                <a:latin typeface="Segoe UI Semibold"/>
              </a:defRPr>
            </a:pPr>
            <a:r>
              <a:rPr kumimoji="0" sz="2400" b="1" i="0" u="none" strike="noStrike" kern="1200" cap="none" spc="0" normalizeH="0" baseline="0" noProof="0">
                <a:ln>
                  <a:noFill/>
                </a:ln>
                <a:solidFill>
                  <a:srgbClr val="FFFFFF"/>
                </a:solidFill>
                <a:effectLst/>
                <a:uLnTx/>
                <a:uFillTx/>
                <a:latin typeface="Segoe UI Semibold"/>
                <a:ea typeface="+mn-ea"/>
                <a:cs typeface="+mn-cs"/>
              </a:rPr>
              <a:t>Governance as a growth enabler</a:t>
            </a:r>
          </a:p>
        </p:txBody>
      </p:sp>
      <p:sp>
        <p:nvSpPr>
          <p:cNvPr id="4" name="Rectangle 3"/>
          <p:cNvSpPr/>
          <p:nvPr/>
        </p:nvSpPr>
        <p:spPr>
          <a:xfrm>
            <a:off x="0" y="1188720"/>
            <a:ext cx="12191695" cy="64008"/>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TextBox 5"/>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737373"/>
                </a:solidFill>
                <a:latin typeface="Segoe UI"/>
              </a:defRPr>
            </a:pPr>
            <a:r>
              <a:rPr kumimoji="0" sz="800" b="0" i="0" u="none" strike="noStrike" kern="1200" cap="none" spc="0" normalizeH="0" baseline="0" noProof="0">
                <a:ln>
                  <a:noFill/>
                </a:ln>
                <a:solidFill>
                  <a:srgbClr val="737373"/>
                </a:solidFill>
                <a:effectLst/>
                <a:uLnTx/>
                <a:uFillTx/>
                <a:latin typeface="Segoe UI"/>
                <a:ea typeface="+mn-ea"/>
                <a:cs typeface="+mn-cs"/>
              </a:rPr>
              <a:t>Microsoft Confidential</a:t>
            </a:r>
          </a:p>
        </p:txBody>
      </p:sp>
      <p:sp>
        <p:nvSpPr>
          <p:cNvPr id="7" name="Rectangle: Rounded Corners 6">
            <a:extLst>
              <a:ext uri="{FF2B5EF4-FFF2-40B4-BE49-F238E27FC236}">
                <a16:creationId xmlns:a16="http://schemas.microsoft.com/office/drawing/2014/main" id="{B3E0AE08-6AB3-C334-597C-EF70999BDEFE}"/>
              </a:ext>
              <a:ext uri="{C183D7F6-B498-43B3-948B-1728B52AA6E4}">
                <adec:decorative xmlns:adec="http://schemas.microsoft.com/office/drawing/2017/decorative" val="1"/>
              </a:ext>
            </a:extLst>
          </p:cNvPr>
          <p:cNvSpPr>
            <a:spLocks/>
          </p:cNvSpPr>
          <p:nvPr/>
        </p:nvSpPr>
        <p:spPr>
          <a:xfrm>
            <a:off x="58826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1" name="Rectangle: Rounded Corners 10">
            <a:extLst>
              <a:ext uri="{FF2B5EF4-FFF2-40B4-BE49-F238E27FC236}">
                <a16:creationId xmlns:a16="http://schemas.microsoft.com/office/drawing/2014/main" id="{6DE8F578-4B21-0C6B-143B-DD028DA786D8}"/>
              </a:ext>
              <a:ext uri="{C183D7F6-B498-43B3-948B-1728B52AA6E4}">
                <adec:decorative xmlns:adec="http://schemas.microsoft.com/office/drawing/2017/decorative" val="1"/>
              </a:ext>
            </a:extLst>
          </p:cNvPr>
          <p:cNvSpPr>
            <a:spLocks/>
          </p:cNvSpPr>
          <p:nvPr/>
        </p:nvSpPr>
        <p:spPr>
          <a:xfrm>
            <a:off x="3399341"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5" name="Rectangle: Rounded Corners 14">
            <a:extLst>
              <a:ext uri="{FF2B5EF4-FFF2-40B4-BE49-F238E27FC236}">
                <a16:creationId xmlns:a16="http://schemas.microsoft.com/office/drawing/2014/main" id="{3694B7C3-A43D-A1D3-633C-A3F6B8ABC406}"/>
              </a:ext>
              <a:ext uri="{C183D7F6-B498-43B3-948B-1728B52AA6E4}">
                <adec:decorative xmlns:adec="http://schemas.microsoft.com/office/drawing/2017/decorative" val="1"/>
              </a:ext>
            </a:extLst>
          </p:cNvPr>
          <p:cNvSpPr>
            <a:spLocks/>
          </p:cNvSpPr>
          <p:nvPr/>
        </p:nvSpPr>
        <p:spPr>
          <a:xfrm>
            <a:off x="6210420"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19" name="Rectangle: Rounded Corners 18">
            <a:extLst>
              <a:ext uri="{FF2B5EF4-FFF2-40B4-BE49-F238E27FC236}">
                <a16:creationId xmlns:a16="http://schemas.microsoft.com/office/drawing/2014/main" id="{959B9B07-0B60-AFC8-62EB-BEE63F3D46E5}"/>
              </a:ext>
              <a:ext uri="{C183D7F6-B498-43B3-948B-1728B52AA6E4}">
                <adec:decorative xmlns:adec="http://schemas.microsoft.com/office/drawing/2017/decorative" val="1"/>
              </a:ext>
            </a:extLst>
          </p:cNvPr>
          <p:cNvSpPr>
            <a:spLocks/>
          </p:cNvSpPr>
          <p:nvPr/>
        </p:nvSpPr>
        <p:spPr>
          <a:xfrm>
            <a:off x="8993622" y="1778001"/>
            <a:ext cx="2615761" cy="3885070"/>
          </a:xfrm>
          <a:prstGeom prst="roundRect">
            <a:avLst>
              <a:gd name="adj" fmla="val 7550"/>
            </a:avLst>
          </a:prstGeom>
          <a:solidFill>
            <a:schemeClr val="bg1"/>
          </a:solidFill>
          <a:ln w="3175">
            <a:noFill/>
            <a:headEnd type="none" w="med" len="med"/>
            <a:tailEnd type="none" w="med" len="med"/>
          </a:ln>
          <a:effectLst>
            <a:outerShdw blurRad="127000" algn="ctr" rotWithShape="0">
              <a:schemeClr val="bg1">
                <a:lumMod val="65000"/>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868680"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1200" baseline="30000">
              <a:solidFill>
                <a:srgbClr val="FFFFFF"/>
              </a:solidFill>
              <a:latin typeface="Segoe UI"/>
              <a:cs typeface="Segoe UI" pitchFamily="34" charset="0"/>
            </a:endParaRPr>
          </a:p>
        </p:txBody>
      </p:sp>
      <p:sp>
        <p:nvSpPr>
          <p:cNvPr id="8" name="Rounded Rectangle 2">
            <a:extLst>
              <a:ext uri="{FF2B5EF4-FFF2-40B4-BE49-F238E27FC236}">
                <a16:creationId xmlns:a16="http://schemas.microsoft.com/office/drawing/2014/main" id="{123B7009-5807-9E59-154D-A8E3A4E2B746}"/>
              </a:ext>
            </a:extLst>
          </p:cNvPr>
          <p:cNvSpPr/>
          <p:nvPr/>
        </p:nvSpPr>
        <p:spPr bwMode="auto">
          <a:xfrm>
            <a:off x="661044" y="1849120"/>
            <a:ext cx="2470198" cy="1079159"/>
          </a:xfrm>
          <a:prstGeom prst="roundRect">
            <a:avLst>
              <a:gd name="adj" fmla="val 21859"/>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EY survey</a:t>
            </a:r>
          </a:p>
        </p:txBody>
      </p:sp>
      <p:sp>
        <p:nvSpPr>
          <p:cNvPr id="10" name="Content Placeholder 2">
            <a:extLst>
              <a:ext uri="{FF2B5EF4-FFF2-40B4-BE49-F238E27FC236}">
                <a16:creationId xmlns:a16="http://schemas.microsoft.com/office/drawing/2014/main" id="{43F0CCED-1223-C759-9275-67CD10D73397}"/>
              </a:ext>
            </a:extLst>
          </p:cNvPr>
          <p:cNvSpPr txBox="1">
            <a:spLocks/>
          </p:cNvSpPr>
          <p:nvPr/>
        </p:nvSpPr>
        <p:spPr>
          <a:xfrm>
            <a:off x="991213"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lvl="1" indent="0" algn="ctr" defTabSz="2275850" fontAlgn="base">
              <a:spcBef>
                <a:spcPct val="0"/>
              </a:spcBef>
              <a:spcAft>
                <a:spcPts val="2987"/>
              </a:spcAft>
              <a:buNone/>
              <a:defRPr/>
            </a:pPr>
            <a:r>
              <a:rPr lang="en-US" sz="5400">
                <a:ln w="3175">
                  <a:noFill/>
                </a:ln>
                <a:solidFill>
                  <a:schemeClr val="accent2"/>
                </a:solidFill>
                <a:latin typeface="+mj-lt"/>
                <a:ea typeface="+mj-ea"/>
                <a:cs typeface="+mj-cs"/>
              </a:rPr>
              <a:t>2025</a:t>
            </a:r>
          </a:p>
        </p:txBody>
      </p:sp>
      <p:sp>
        <p:nvSpPr>
          <p:cNvPr id="9" name="Google Shape;3000;p241">
            <a:extLst>
              <a:ext uri="{FF2B5EF4-FFF2-40B4-BE49-F238E27FC236}">
                <a16:creationId xmlns:a16="http://schemas.microsoft.com/office/drawing/2014/main" id="{F9DEFC5F-8E88-ECD1-DE46-63595AD38DFD}"/>
              </a:ext>
            </a:extLst>
          </p:cNvPr>
          <p:cNvSpPr txBox="1"/>
          <p:nvPr/>
        </p:nvSpPr>
        <p:spPr>
          <a:xfrm>
            <a:off x="748365"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rPr>
              <a:t>Companies advancing responsible AI governance linked to better business outcomes and customer trust</a:t>
            </a:r>
            <a:endParaRPr kumimoji="0" lang="en-US" sz="2400" b="0" i="0" u="none" strike="noStrike" kern="1200" cap="none" spc="0" normalizeH="0" baseline="0" noProof="0">
              <a:ln>
                <a:noFill/>
              </a:ln>
              <a:effectLst/>
              <a:uLnTx/>
              <a:uFillTx/>
            </a:endParaRPr>
          </a:p>
        </p:txBody>
      </p:sp>
      <p:sp>
        <p:nvSpPr>
          <p:cNvPr id="13" name="Rounded Rectangle 2">
            <a:extLst>
              <a:ext uri="{FF2B5EF4-FFF2-40B4-BE49-F238E27FC236}">
                <a16:creationId xmlns:a16="http://schemas.microsoft.com/office/drawing/2014/main" id="{9C7FDCE9-7641-2FAF-CD0E-5F292070F20D}"/>
              </a:ext>
            </a:extLst>
          </p:cNvPr>
          <p:cNvSpPr/>
          <p:nvPr/>
        </p:nvSpPr>
        <p:spPr bwMode="auto">
          <a:xfrm>
            <a:off x="3472123"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PwC research</a:t>
            </a:r>
          </a:p>
        </p:txBody>
      </p:sp>
      <p:sp>
        <p:nvSpPr>
          <p:cNvPr id="12" name="Content Placeholder 2">
            <a:extLst>
              <a:ext uri="{FF2B5EF4-FFF2-40B4-BE49-F238E27FC236}">
                <a16:creationId xmlns:a16="http://schemas.microsoft.com/office/drawing/2014/main" id="{DE53BF27-149B-0162-C407-C67AF1D34893}"/>
              </a:ext>
            </a:extLst>
          </p:cNvPr>
          <p:cNvSpPr txBox="1">
            <a:spLocks/>
          </p:cNvSpPr>
          <p:nvPr/>
        </p:nvSpPr>
        <p:spPr>
          <a:xfrm>
            <a:off x="3802292" y="3096077"/>
            <a:ext cx="1809860"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2025</a:t>
            </a:r>
          </a:p>
        </p:txBody>
      </p:sp>
      <p:sp>
        <p:nvSpPr>
          <p:cNvPr id="14" name="Google Shape;3000;p241">
            <a:extLst>
              <a:ext uri="{FF2B5EF4-FFF2-40B4-BE49-F238E27FC236}">
                <a16:creationId xmlns:a16="http://schemas.microsoft.com/office/drawing/2014/main" id="{381CC044-19CB-D650-0393-E36DDDFE52F3}"/>
              </a:ext>
            </a:extLst>
          </p:cNvPr>
          <p:cNvSpPr txBox="1"/>
          <p:nvPr/>
        </p:nvSpPr>
        <p:spPr>
          <a:xfrm>
            <a:off x="3559444" y="4036996"/>
            <a:ext cx="2295556" cy="984885"/>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Biggest AI financial performance gains accrue to companies investing in responsible AI practices</a:t>
            </a:r>
            <a:endParaRPr kumimoji="0" lang="en-US" sz="1600" b="0" i="0" u="none" strike="noStrike" kern="1200" cap="none" spc="0" normalizeH="0" baseline="30000" noProof="0">
              <a:ln w="3175">
                <a:noFill/>
              </a:ln>
              <a:effectLst/>
              <a:uLnTx/>
              <a:uFillTx/>
            </a:endParaRPr>
          </a:p>
        </p:txBody>
      </p:sp>
      <p:sp>
        <p:nvSpPr>
          <p:cNvPr id="17" name="Rectangle: Rounded Corners 16">
            <a:extLst>
              <a:ext uri="{FF2B5EF4-FFF2-40B4-BE49-F238E27FC236}">
                <a16:creationId xmlns:a16="http://schemas.microsoft.com/office/drawing/2014/main" id="{DF3738A9-357D-746D-77DC-5947528B8FB5}"/>
              </a:ext>
            </a:extLst>
          </p:cNvPr>
          <p:cNvSpPr/>
          <p:nvPr/>
        </p:nvSpPr>
        <p:spPr bwMode="auto">
          <a:xfrm>
            <a:off x="6283202" y="1849120"/>
            <a:ext cx="2470198" cy="1079159"/>
          </a:xfrm>
          <a:prstGeom prst="roundRect">
            <a:avLst>
              <a:gd name="adj" fmla="val 12035"/>
            </a:avLst>
          </a:prstGeom>
          <a:solidFill>
            <a:schemeClr val="tx2"/>
          </a:solidFill>
          <a:ln>
            <a:solidFill>
              <a:schemeClr val="tx2"/>
            </a:solidFill>
          </a:ln>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IBM governance velocity</a:t>
            </a:r>
          </a:p>
        </p:txBody>
      </p:sp>
      <p:sp>
        <p:nvSpPr>
          <p:cNvPr id="16" name="Content Placeholder 2">
            <a:extLst>
              <a:ext uri="{FF2B5EF4-FFF2-40B4-BE49-F238E27FC236}">
                <a16:creationId xmlns:a16="http://schemas.microsoft.com/office/drawing/2014/main" id="{8202CC74-D081-D316-54D4-838C9588AD88}"/>
              </a:ext>
            </a:extLst>
          </p:cNvPr>
          <p:cNvSpPr txBox="1">
            <a:spLocks/>
          </p:cNvSpPr>
          <p:nvPr/>
        </p:nvSpPr>
        <p:spPr>
          <a:xfrm>
            <a:off x="6575680" y="3096077"/>
            <a:ext cx="1885242" cy="830997"/>
          </a:xfrm>
          <a:prstGeom prst="rect">
            <a:avLst/>
          </a:prstGeom>
        </p:spPr>
        <p:txBody>
          <a:bodyPr vert="horz" wrap="square" lIns="0" tIns="0" rIns="0" bIns="0" rtlCol="0" anchor="ctr" anchorCtr="0">
            <a:spAutoFit/>
          </a:bodyPr>
          <a:lstStyle>
            <a:defPPr>
              <a:defRPr lang="en-US"/>
            </a:defPPr>
            <a:lvl1pPr marR="0" lvl="0" indent="0" algn="ctr" defTabSz="932742" fontAlgn="auto">
              <a:lnSpc>
                <a:spcPct val="100000"/>
              </a:lnSpc>
              <a:spcBef>
                <a:spcPts val="0"/>
              </a:spcBef>
              <a:spcAft>
                <a:spcPts val="600"/>
              </a:spcAft>
              <a:buClrTx/>
              <a:buSzPct val="90000"/>
              <a:buFont typeface="Wingdings" panose="05000000000000000000" pitchFamily="2" charset="2"/>
              <a:buNone/>
              <a:tabLst/>
              <a:defRPr sz="3600" spc="0" baseline="0">
                <a:solidFill>
                  <a:schemeClr val="bg1"/>
                </a:solidFill>
                <a:latin typeface="+mj-lt"/>
                <a:cs typeface="Segoe UI" panose="020B0502040204020203" pitchFamily="34" charset="0"/>
              </a:defRPr>
            </a:lvl1pPr>
            <a:lvl2pPr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lvl="0" defTabSz="2275850" fontAlgn="base">
              <a:spcBef>
                <a:spcPct val="0"/>
              </a:spcBef>
              <a:spcAft>
                <a:spcPts val="2987"/>
              </a:spcAft>
              <a:defRPr/>
            </a:pPr>
            <a:r>
              <a:rPr lang="en-US" sz="5400">
                <a:ln w="3175">
                  <a:noFill/>
                </a:ln>
                <a:solidFill>
                  <a:schemeClr val="accent2"/>
                </a:solidFill>
                <a:ea typeface="+mj-ea"/>
                <a:cs typeface="+mj-cs"/>
              </a:rPr>
              <a:t>2025</a:t>
            </a:r>
          </a:p>
        </p:txBody>
      </p:sp>
      <p:sp>
        <p:nvSpPr>
          <p:cNvPr id="18" name="Google Shape;3000;p241">
            <a:extLst>
              <a:ext uri="{FF2B5EF4-FFF2-40B4-BE49-F238E27FC236}">
                <a16:creationId xmlns:a16="http://schemas.microsoft.com/office/drawing/2014/main" id="{7C7F9988-FFA6-9179-9DF7-F196FE1A8FE8}"/>
              </a:ext>
            </a:extLst>
          </p:cNvPr>
          <p:cNvSpPr txBox="1"/>
          <p:nvPr/>
        </p:nvSpPr>
        <p:spPr>
          <a:xfrm>
            <a:off x="6370523" y="4036996"/>
            <a:ext cx="2295556" cy="738664"/>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Mature AI governance increases deployment velocity; less time remediating, more time shipping</a:t>
            </a:r>
          </a:p>
        </p:txBody>
      </p:sp>
      <p:sp>
        <p:nvSpPr>
          <p:cNvPr id="21" name="Rectangle: Rounded Corners 17">
            <a:extLst>
              <a:ext uri="{FF2B5EF4-FFF2-40B4-BE49-F238E27FC236}">
                <a16:creationId xmlns:a16="http://schemas.microsoft.com/office/drawing/2014/main" id="{60C58489-BCF3-98FA-E2DA-7CC1FFFE4CE4}"/>
              </a:ext>
            </a:extLst>
          </p:cNvPr>
          <p:cNvSpPr/>
          <p:nvPr/>
        </p:nvSpPr>
        <p:spPr bwMode="auto">
          <a:xfrm>
            <a:off x="9094281" y="1849120"/>
            <a:ext cx="2470198" cy="1079159"/>
          </a:xfrm>
          <a:prstGeom prst="roundRect">
            <a:avLst>
              <a:gd name="adj" fmla="val 12035"/>
            </a:avLst>
          </a:prstGeom>
          <a:solidFill>
            <a:schemeClr val="tx2"/>
          </a:solidFill>
        </p:spPr>
        <p:txBody>
          <a:bodyPr wrap="square" lIns="137160" tIns="18288" rIns="137160" bIns="54864" rtlCol="0" anchor="ctr" anchorCtr="0">
            <a:noAutofit/>
          </a:bodyPr>
          <a:lstStyle/>
          <a:p>
            <a:pPr algn="ctr" defTabSz="914437" fontAlgn="base">
              <a:spcBef>
                <a:spcPct val="0"/>
              </a:spcBef>
              <a:spcAft>
                <a:spcPct val="0"/>
              </a:spcAft>
              <a:tabLst>
                <a:tab pos="1487158" algn="l"/>
              </a:tabLst>
            </a:pPr>
            <a:r>
              <a:rPr lang="en-US">
                <a:ln w="3175">
                  <a:noFill/>
                </a:ln>
                <a:solidFill>
                  <a:schemeClr val="bg1"/>
                </a:solidFill>
                <a:latin typeface="+mj-lt"/>
                <a:ea typeface="+mj-ea"/>
                <a:cs typeface="+mj-cs"/>
              </a:rPr>
              <a:t>World Economic Forum</a:t>
            </a:r>
          </a:p>
        </p:txBody>
      </p:sp>
      <p:sp>
        <p:nvSpPr>
          <p:cNvPr id="20" name="Content Placeholder 2">
            <a:extLst>
              <a:ext uri="{FF2B5EF4-FFF2-40B4-BE49-F238E27FC236}">
                <a16:creationId xmlns:a16="http://schemas.microsoft.com/office/drawing/2014/main" id="{90600409-5634-01A0-E46B-809F09E178D8}"/>
              </a:ext>
            </a:extLst>
          </p:cNvPr>
          <p:cNvSpPr txBox="1">
            <a:spLocks/>
          </p:cNvSpPr>
          <p:nvPr/>
        </p:nvSpPr>
        <p:spPr>
          <a:xfrm>
            <a:off x="9365615" y="3096077"/>
            <a:ext cx="1927528" cy="830997"/>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ctr" defTabSz="2275850" fontAlgn="base">
              <a:spcBef>
                <a:spcPct val="0"/>
              </a:spcBef>
              <a:spcAft>
                <a:spcPts val="2987"/>
              </a:spcAft>
              <a:buNone/>
              <a:defRPr/>
            </a:pPr>
            <a:r>
              <a:rPr lang="en-US" sz="5400">
                <a:ln w="3175">
                  <a:noFill/>
                </a:ln>
                <a:solidFill>
                  <a:schemeClr val="accent2"/>
                </a:solidFill>
                <a:latin typeface="+mj-lt"/>
                <a:ea typeface="+mj-ea"/>
                <a:cs typeface="+mj-cs"/>
              </a:rPr>
              <a:t>2026</a:t>
            </a:r>
          </a:p>
        </p:txBody>
      </p:sp>
      <p:sp>
        <p:nvSpPr>
          <p:cNvPr id="22" name="Google Shape;3000;p241">
            <a:extLst>
              <a:ext uri="{FF2B5EF4-FFF2-40B4-BE49-F238E27FC236}">
                <a16:creationId xmlns:a16="http://schemas.microsoft.com/office/drawing/2014/main" id="{4989A62E-8EF1-FFBC-BF47-63F1A2FCC89A}"/>
              </a:ext>
            </a:extLst>
          </p:cNvPr>
          <p:cNvSpPr txBox="1"/>
          <p:nvPr/>
        </p:nvSpPr>
        <p:spPr>
          <a:xfrm>
            <a:off x="9181601" y="4036996"/>
            <a:ext cx="2295556" cy="1231106"/>
          </a:xfrm>
          <a:prstGeom prst="rect">
            <a:avLst/>
          </a:prstGeom>
          <a:noFill/>
          <a:ln>
            <a:noFill/>
          </a:ln>
        </p:spPr>
        <p:txBody>
          <a:bodyPr spcFirstLastPara="1" wrap="square" lIns="0" tIns="0" rIns="0" bIns="0" anchor="t" anchorCtr="0">
            <a:spAutoFit/>
          </a:bodyPr>
          <a:lstStyle/>
          <a:p>
            <a:pPr marL="0" marR="0" lvl="0" indent="0" algn="ctr" defTabSz="910106" rtl="0" eaLnBrk="1" fontAlgn="auto" latinLnBrk="0" hangingPunct="1">
              <a:lnSpc>
                <a:spcPct val="100000"/>
              </a:lnSpc>
              <a:spcBef>
                <a:spcPts val="0"/>
              </a:spcBef>
              <a:spcAft>
                <a:spcPts val="0"/>
              </a:spcAft>
              <a:buClr>
                <a:srgbClr val="FFFFFF"/>
              </a:buClr>
              <a:buSzPts val="1600"/>
              <a:buFontTx/>
              <a:buNone/>
              <a:tabLst/>
              <a:defRPr/>
            </a:pPr>
            <a:r>
              <a:rPr kumimoji="0" lang="en-US" sz="1600" b="0" i="0" u="none" strike="noStrike" kern="1200" cap="none" spc="0" normalizeH="0" baseline="0" noProof="0">
                <a:ln>
                  <a:noFill/>
                </a:ln>
                <a:effectLst/>
                <a:uLnTx/>
                <a:uFillTx/>
              </a:rPr>
              <a:t>AI governance positioned as a growth strategy that strengthens confidence and reduces friction</a:t>
            </a:r>
          </a:p>
        </p:txBody>
      </p:sp>
      <p:sp>
        <p:nvSpPr>
          <p:cNvPr id="24" name="TextBox 11">
            <a:extLst>
              <a:ext uri="{FF2B5EF4-FFF2-40B4-BE49-F238E27FC236}">
                <a16:creationId xmlns:a16="http://schemas.microsoft.com/office/drawing/2014/main" id="{7DC19AF3-0391-7025-9223-EDF17FA08583}"/>
              </a:ext>
              <a:ext uri="{C183D7F6-B498-43B3-948B-1728B52AA6E4}">
                <adec:decorative xmlns:adec="http://schemas.microsoft.com/office/drawing/2017/decorative" val="0"/>
              </a:ext>
            </a:extLst>
          </p:cNvPr>
          <p:cNvSpPr txBox="1"/>
          <p:nvPr/>
        </p:nvSpPr>
        <p:spPr>
          <a:xfrm>
            <a:off x="588262" y="6145272"/>
            <a:ext cx="11049000" cy="420628"/>
          </a:xfrm>
          <a:prstGeom prst="rect">
            <a:avLst/>
          </a:prstGeom>
          <a:noFill/>
        </p:spPr>
        <p:txBody>
          <a:bodyPr wrap="square" lIns="0" tIns="0" rIns="0" bIns="0" numCol="1" rtlCol="0"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EY Global Newsroom, Responsible AI governance survey, October 2025</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PwC, Quantifying the value of Responsible AI, August 2025</a:t>
            </a:r>
          </a:p>
          <a:p>
            <a:pPr marL="114300" marR="0" lvl="0" indent="-114300" algn="l" defTabSz="914400" rtl="0" eaLnBrk="1" fontAlgn="auto" latinLnBrk="0" hangingPunct="1">
              <a:lnSpc>
                <a:spcPct val="100000"/>
              </a:lnSpc>
              <a:spcBef>
                <a:spcPts val="200"/>
              </a:spcBef>
              <a:spcAft>
                <a:spcPts val="0"/>
              </a:spcAft>
              <a:buSzTx/>
              <a:buFont typeface="+mj-lt"/>
              <a:buAutoNum type="arabicPeriod"/>
              <a:tabLst/>
              <a:defRPr/>
            </a:pPr>
            <a:r>
              <a:rPr kumimoji="0" lang="en-US" sz="800" b="0" i="0" u="none" strike="noStrike" kern="1200" cap="none" spc="0" normalizeH="0" baseline="0" noProof="0">
                <a:ln>
                  <a:noFill/>
                </a:ln>
                <a:effectLst/>
                <a:uLnTx/>
                <a:uFillTx/>
              </a:rPr>
              <a:t>World Economic Forum, AI governance as growth strategy, January 2026</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grpId="1" nodeType="withEffect">
                                  <p:stCondLst>
                                    <p:cond delay="0"/>
                                  </p:stCondLst>
                                  <p:childTnLst>
                                    <p:animMotion origin="layout" path="M 1.25E-6 4.81481E-6 L 1.25E-6 0.03541 " pathEditMode="relative" rAng="0" ptsTypes="AA">
                                      <p:cBhvr>
                                        <p:cTn id="9" dur="700" spd="-100000" fill="hold"/>
                                        <p:tgtEl>
                                          <p:spTgt spid="7"/>
                                        </p:tgtEl>
                                        <p:attrNameLst>
                                          <p:attrName>ppt_x</p:attrName>
                                          <p:attrName>ppt_y</p:attrName>
                                        </p:attrNameLst>
                                      </p:cBhvr>
                                      <p:rCtr x="0" y="1759"/>
                                    </p:animMotion>
                                  </p:childTnLst>
                                </p:cTn>
                              </p:par>
                              <p:par>
                                <p:cTn id="10" presetID="10"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grpId="1" nodeType="withEffect">
                                  <p:stCondLst>
                                    <p:cond delay="0"/>
                                  </p:stCondLst>
                                  <p:childTnLst>
                                    <p:animMotion origin="layout" path="M 1.25E-6 4.81481E-6 L 1.25E-6 0.03541 " pathEditMode="relative" rAng="0" ptsTypes="AA">
                                      <p:cBhvr>
                                        <p:cTn id="14" dur="700" spd="-100000" fill="hold"/>
                                        <p:tgtEl>
                                          <p:spTgt spid="11"/>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grpId="1" nodeType="withEffect">
                                  <p:stCondLst>
                                    <p:cond delay="0"/>
                                  </p:stCondLst>
                                  <p:childTnLst>
                                    <p:animMotion origin="layout" path="M 1.25E-6 4.81481E-6 L 1.25E-6 0.03541 " pathEditMode="relative" rAng="0" ptsTypes="AA">
                                      <p:cBhvr>
                                        <p:cTn id="19" dur="700" spd="-100000" fill="hold"/>
                                        <p:tgtEl>
                                          <p:spTgt spid="15"/>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par>
                                <p:cTn id="23" presetID="42" presetClass="path" presetSubtype="0" decel="100000" fill="hold" grpId="1" nodeType="withEffect">
                                  <p:stCondLst>
                                    <p:cond delay="0"/>
                                  </p:stCondLst>
                                  <p:childTnLst>
                                    <p:animMotion origin="layout" path="M 1.25E-6 4.81481E-6 L 1.25E-6 0.03541 " pathEditMode="relative" rAng="0" ptsTypes="AA">
                                      <p:cBhvr>
                                        <p:cTn id="24" dur="700" spd="-100000" fill="hold"/>
                                        <p:tgtEl>
                                          <p:spTgt spid="19"/>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42" presetClass="path" presetSubtype="0" decel="100000" fill="hold" grpId="1" nodeType="withEffect">
                                  <p:stCondLst>
                                    <p:cond delay="0"/>
                                  </p:stCondLst>
                                  <p:childTnLst>
                                    <p:animMotion origin="layout" path="M 1.25E-6 4.81481E-6 L 1.25E-6 0.03541 " pathEditMode="relative" rAng="0" ptsTypes="AA">
                                      <p:cBhvr>
                                        <p:cTn id="29" dur="700" spd="-100000" fill="hold"/>
                                        <p:tgtEl>
                                          <p:spTgt spid="8"/>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42" presetClass="path" presetSubtype="0" decel="100000" fill="hold" grpId="1" nodeType="withEffect">
                                  <p:stCondLst>
                                    <p:cond delay="0"/>
                                  </p:stCondLst>
                                  <p:childTnLst>
                                    <p:animMotion origin="layout" path="M 1.25E-6 3.33333E-6 L 1.25E-6 0.03541 " pathEditMode="relative" rAng="0" ptsTypes="AA">
                                      <p:cBhvr>
                                        <p:cTn id="34" dur="700" spd="-100000" fill="hold"/>
                                        <p:tgtEl>
                                          <p:spTgt spid="9"/>
                                        </p:tgtEl>
                                        <p:attrNameLst>
                                          <p:attrName>ppt_x</p:attrName>
                                          <p:attrName>ppt_y</p:attrName>
                                        </p:attrNameLst>
                                      </p:cBhvr>
                                      <p:rCtr x="0" y="1759"/>
                                    </p:animMotion>
                                  </p:childTnLst>
                                </p:cTn>
                              </p:par>
                              <p:par>
                                <p:cTn id="35" presetID="10"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par>
                                <p:cTn id="38" presetID="42" presetClass="path" presetSubtype="0" decel="100000" fill="hold" grpId="1" nodeType="withEffect">
                                  <p:stCondLst>
                                    <p:cond delay="0"/>
                                  </p:stCondLst>
                                  <p:childTnLst>
                                    <p:animMotion origin="layout" path="M 1.25E-6 2.96296E-6 L 1.25E-6 0.03541 " pathEditMode="relative" rAng="0" ptsTypes="AA">
                                      <p:cBhvr>
                                        <p:cTn id="39" dur="700" spd="-100000" fill="hold"/>
                                        <p:tgtEl>
                                          <p:spTgt spid="10"/>
                                        </p:tgtEl>
                                        <p:attrNameLst>
                                          <p:attrName>ppt_x</p:attrName>
                                          <p:attrName>ppt_y</p:attrName>
                                        </p:attrNameLst>
                                      </p:cBhvr>
                                      <p:rCtr x="0" y="1759"/>
                                    </p:animMotion>
                                  </p:childTnLst>
                                </p:cTn>
                              </p:par>
                              <p:par>
                                <p:cTn id="40" presetID="10"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42" presetClass="path" presetSubtype="0" decel="100000" fill="hold" grpId="1" nodeType="withEffect">
                                  <p:stCondLst>
                                    <p:cond delay="0"/>
                                  </p:stCondLst>
                                  <p:childTnLst>
                                    <p:animMotion origin="layout" path="M 2.29167E-6 2.96296E-6 L 2.29167E-6 0.03541 " pathEditMode="relative" rAng="0" ptsTypes="AA">
                                      <p:cBhvr>
                                        <p:cTn id="44" dur="700" spd="-100000" fill="hold"/>
                                        <p:tgtEl>
                                          <p:spTgt spid="12"/>
                                        </p:tgtEl>
                                        <p:attrNameLst>
                                          <p:attrName>ppt_x</p:attrName>
                                          <p:attrName>ppt_y</p:attrName>
                                        </p:attrNameLst>
                                      </p:cBhvr>
                                      <p:rCtr x="0" y="1759"/>
                                    </p:animMotion>
                                  </p:childTnLst>
                                </p:cTn>
                              </p:par>
                              <p:par>
                                <p:cTn id="45" presetID="10" presetClass="entr" presetSubtype="0"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par>
                                <p:cTn id="48" presetID="42" presetClass="path" presetSubtype="0" decel="100000" fill="hold" grpId="1" nodeType="withEffect">
                                  <p:stCondLst>
                                    <p:cond delay="0"/>
                                  </p:stCondLst>
                                  <p:childTnLst>
                                    <p:animMotion origin="layout" path="M 1.25E-6 4.81481E-6 L 1.25E-6 0.03541 " pathEditMode="relative" rAng="0" ptsTypes="AA">
                                      <p:cBhvr>
                                        <p:cTn id="49" dur="700" spd="-100000" fill="hold"/>
                                        <p:tgtEl>
                                          <p:spTgt spid="13"/>
                                        </p:tgtEl>
                                        <p:attrNameLst>
                                          <p:attrName>ppt_x</p:attrName>
                                          <p:attrName>ppt_y</p:attrName>
                                        </p:attrNameLst>
                                      </p:cBhvr>
                                      <p:rCtr x="0" y="1759"/>
                                    </p:animMotion>
                                  </p:childTnLst>
                                </p:cTn>
                              </p:par>
                              <p:par>
                                <p:cTn id="50" presetID="10" presetClass="entr" presetSubtype="0" fill="hold" grpId="0"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42" presetClass="path" presetSubtype="0" decel="100000" fill="hold" grpId="1" nodeType="withEffect">
                                  <p:stCondLst>
                                    <p:cond delay="0"/>
                                  </p:stCondLst>
                                  <p:childTnLst>
                                    <p:animMotion origin="layout" path="M 2.29167E-6 3.33333E-6 L 2.29167E-6 0.03541 " pathEditMode="relative" rAng="0" ptsTypes="AA">
                                      <p:cBhvr>
                                        <p:cTn id="54" dur="700" spd="-100000" fill="hold"/>
                                        <p:tgtEl>
                                          <p:spTgt spid="14"/>
                                        </p:tgtEl>
                                        <p:attrNameLst>
                                          <p:attrName>ppt_x</p:attrName>
                                          <p:attrName>ppt_y</p:attrName>
                                        </p:attrNameLst>
                                      </p:cBhvr>
                                      <p:rCtr x="0" y="1759"/>
                                    </p:animMotion>
                                  </p:childTnLst>
                                </p:cTn>
                              </p:par>
                              <p:par>
                                <p:cTn id="55" presetID="10" presetClass="entr" presetSubtype="0"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par>
                                <p:cTn id="58" presetID="42" presetClass="path" presetSubtype="0" decel="100000" fill="hold" grpId="1" nodeType="withEffect">
                                  <p:stCondLst>
                                    <p:cond delay="0"/>
                                  </p:stCondLst>
                                  <p:childTnLst>
                                    <p:animMotion origin="layout" path="M 3.33333E-6 2.96296E-6 L 3.33333E-6 0.03541 " pathEditMode="relative" rAng="0" ptsTypes="AA">
                                      <p:cBhvr>
                                        <p:cTn id="59" dur="700" spd="-100000" fill="hold"/>
                                        <p:tgtEl>
                                          <p:spTgt spid="16"/>
                                        </p:tgtEl>
                                        <p:attrNameLst>
                                          <p:attrName>ppt_x</p:attrName>
                                          <p:attrName>ppt_y</p:attrName>
                                        </p:attrNameLst>
                                      </p:cBhvr>
                                      <p:rCtr x="0" y="1759"/>
                                    </p:animMotion>
                                  </p:childTnLst>
                                </p:cTn>
                              </p:par>
                              <p:par>
                                <p:cTn id="60" presetID="10" presetClass="entr" presetSubtype="0"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par>
                                <p:cTn id="63" presetID="42" presetClass="path" presetSubtype="0" decel="100000" fill="hold" grpId="1" nodeType="withEffect">
                                  <p:stCondLst>
                                    <p:cond delay="0"/>
                                  </p:stCondLst>
                                  <p:childTnLst>
                                    <p:animMotion origin="layout" path="M 1.25E-6 4.81481E-6 L 1.25E-6 0.03541 " pathEditMode="relative" rAng="0" ptsTypes="AA">
                                      <p:cBhvr>
                                        <p:cTn id="64" dur="700" spd="-100000" fill="hold"/>
                                        <p:tgtEl>
                                          <p:spTgt spid="17"/>
                                        </p:tgtEl>
                                        <p:attrNameLst>
                                          <p:attrName>ppt_x</p:attrName>
                                          <p:attrName>ppt_y</p:attrName>
                                        </p:attrNameLst>
                                      </p:cBhvr>
                                      <p:rCtr x="0" y="1759"/>
                                    </p:animMotion>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par>
                                <p:cTn id="68" presetID="42" presetClass="path" presetSubtype="0" decel="100000" fill="hold" grpId="1" nodeType="withEffect">
                                  <p:stCondLst>
                                    <p:cond delay="0"/>
                                  </p:stCondLst>
                                  <p:childTnLst>
                                    <p:animMotion origin="layout" path="M 3.33333E-6 -1.11111E-6 L 3.33333E-6 0.03542 " pathEditMode="relative" rAng="0" ptsTypes="AA">
                                      <p:cBhvr>
                                        <p:cTn id="69" dur="700" spd="-100000" fill="hold"/>
                                        <p:tgtEl>
                                          <p:spTgt spid="18"/>
                                        </p:tgtEl>
                                        <p:attrNameLst>
                                          <p:attrName>ppt_x</p:attrName>
                                          <p:attrName>ppt_y</p:attrName>
                                        </p:attrNameLst>
                                      </p:cBhvr>
                                      <p:rCtr x="0" y="1759"/>
                                    </p:animMotion>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42" presetClass="path" presetSubtype="0" decel="100000" fill="hold" grpId="1" nodeType="withEffect">
                                  <p:stCondLst>
                                    <p:cond delay="0"/>
                                  </p:stCondLst>
                                  <p:childTnLst>
                                    <p:animMotion origin="layout" path="M 4.375E-6 2.96296E-6 L 4.375E-6 0.03541 " pathEditMode="relative" rAng="0" ptsTypes="AA">
                                      <p:cBhvr>
                                        <p:cTn id="74" dur="700" spd="-100000" fill="hold"/>
                                        <p:tgtEl>
                                          <p:spTgt spid="20"/>
                                        </p:tgtEl>
                                        <p:attrNameLst>
                                          <p:attrName>ppt_x</p:attrName>
                                          <p:attrName>ppt_y</p:attrName>
                                        </p:attrNameLst>
                                      </p:cBhvr>
                                      <p:rCtr x="0" y="1759"/>
                                    </p:animMotion>
                                  </p:childTnLst>
                                </p:cTn>
                              </p:par>
                              <p:par>
                                <p:cTn id="75" presetID="10" presetClass="entr" presetSubtype="0" fill="hold" grpId="0" nodeType="with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fade">
                                      <p:cBhvr>
                                        <p:cTn id="77" dur="500"/>
                                        <p:tgtEl>
                                          <p:spTgt spid="21"/>
                                        </p:tgtEl>
                                      </p:cBhvr>
                                    </p:animEffect>
                                  </p:childTnLst>
                                </p:cTn>
                              </p:par>
                              <p:par>
                                <p:cTn id="78" presetID="42" presetClass="path" presetSubtype="0" decel="100000" fill="hold" grpId="1" nodeType="withEffect">
                                  <p:stCondLst>
                                    <p:cond delay="0"/>
                                  </p:stCondLst>
                                  <p:childTnLst>
                                    <p:animMotion origin="layout" path="M 1.25E-6 4.81481E-6 L 1.25E-6 0.03541 " pathEditMode="relative" rAng="0" ptsTypes="AA">
                                      <p:cBhvr>
                                        <p:cTn id="79" dur="700" spd="-100000" fill="hold"/>
                                        <p:tgtEl>
                                          <p:spTgt spid="21"/>
                                        </p:tgtEl>
                                        <p:attrNameLst>
                                          <p:attrName>ppt_x</p:attrName>
                                          <p:attrName>ppt_y</p:attrName>
                                        </p:attrNameLst>
                                      </p:cBhvr>
                                      <p:rCtr x="0" y="1759"/>
                                    </p:animMotion>
                                  </p:childTnLst>
                                </p:cTn>
                              </p:par>
                              <p:par>
                                <p:cTn id="80" presetID="10" presetClass="entr" presetSubtype="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00"/>
                                        <p:tgtEl>
                                          <p:spTgt spid="22"/>
                                        </p:tgtEl>
                                      </p:cBhvr>
                                    </p:animEffect>
                                  </p:childTnLst>
                                </p:cTn>
                              </p:par>
                              <p:par>
                                <p:cTn id="83" presetID="42" presetClass="path" presetSubtype="0" decel="100000" fill="hold" grpId="1" nodeType="withEffect">
                                  <p:stCondLst>
                                    <p:cond delay="0"/>
                                  </p:stCondLst>
                                  <p:childTnLst>
                                    <p:animMotion origin="layout" path="M 4.375E-6 -7.40741E-7 L 4.375E-6 0.03542 " pathEditMode="relative" rAng="0" ptsTypes="AA">
                                      <p:cBhvr>
                                        <p:cTn id="84" dur="700" spd="-100000" fill="hold"/>
                                        <p:tgtEl>
                                          <p:spTgt spid="22"/>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1" grpId="0" animBg="1"/>
      <p:bldP spid="11" grpId="1" animBg="1"/>
      <p:bldP spid="15" grpId="0" animBg="1"/>
      <p:bldP spid="15" grpId="1" animBg="1"/>
      <p:bldP spid="19" grpId="0" animBg="1"/>
      <p:bldP spid="19" grpId="1" animBg="1"/>
      <p:bldP spid="8" grpId="0" animBg="1"/>
      <p:bldP spid="8" grpId="1" animBg="1"/>
      <p:bldP spid="10" grpId="0"/>
      <p:bldP spid="10" grpId="1"/>
      <p:bldP spid="9" grpId="0"/>
      <p:bldP spid="9" grpId="1"/>
      <p:bldP spid="13" grpId="0" animBg="1"/>
      <p:bldP spid="13" grpId="1" animBg="1"/>
      <p:bldP spid="12" grpId="0"/>
      <p:bldP spid="12" grpId="1"/>
      <p:bldP spid="14" grpId="0"/>
      <p:bldP spid="14" grpId="1"/>
      <p:bldP spid="17" grpId="0" animBg="1"/>
      <p:bldP spid="17" grpId="1" animBg="1"/>
      <p:bldP spid="16" grpId="0"/>
      <p:bldP spid="16" grpId="1"/>
      <p:bldP spid="18" grpId="0"/>
      <p:bldP spid="18" grpId="1"/>
      <p:bldP spid="21" grpId="0" animBg="1"/>
      <p:bldP spid="21" grpId="1" animBg="1"/>
      <p:bldP spid="20" grpId="0"/>
      <p:bldP spid="20" grpId="1"/>
      <p:bldP spid="22" grpId="0"/>
      <p:bldP spid="22" grpId="1"/>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243A5E"/>
        </a:solidFill>
        <a:effectLst/>
      </p:bgPr>
    </p:bg>
    <p:spTree>
      <p:nvGrpSpPr>
        <p:cNvPr id="1" name=""/>
        <p:cNvGrpSpPr/>
        <p:nvPr/>
      </p:nvGrpSpPr>
      <p:grpSpPr>
        <a:xfrm>
          <a:off x="0" y="0"/>
          <a:ext cx="0" cy="0"/>
          <a:chOff x="0" y="0"/>
          <a:chExt cx="0" cy="0"/>
        </a:xfrm>
      </p:grpSpPr>
      <p:sp>
        <p:nvSpPr>
          <p:cNvPr id="2" name="TextBox 1"/>
          <p:cNvSpPr txBox="1"/>
          <p:nvPr/>
        </p:nvSpPr>
        <p:spPr>
          <a:xfrm>
            <a:off x="2743200" y="2560320"/>
            <a:ext cx="6675120" cy="1371600"/>
          </a:xfrm>
          <a:prstGeom prst="rect">
            <a:avLst/>
          </a:prstGeom>
          <a:noFill/>
        </p:spPr>
        <p:txBody>
          <a:bodyPr wrap="square" anchor="ctr"/>
          <a:lstStyle/>
          <a:p>
            <a:pPr marL="0" marR="0" lvl="0" indent="0" algn="ctr" defTabSz="457200" rtl="0" eaLnBrk="1" fontAlgn="auto" latinLnBrk="0" hangingPunct="1">
              <a:lnSpc>
                <a:spcPct val="100000"/>
              </a:lnSpc>
              <a:spcBef>
                <a:spcPts val="0"/>
              </a:spcBef>
              <a:spcAft>
                <a:spcPts val="0"/>
              </a:spcAft>
              <a:buClrTx/>
              <a:buSzTx/>
              <a:buFontTx/>
              <a:buNone/>
              <a:tabLst/>
              <a:defRPr sz="4000" b="1">
                <a:solidFill>
                  <a:srgbClr val="FFFFFF"/>
                </a:solidFill>
                <a:latin typeface="Segoe UI Semibold"/>
              </a:defRPr>
            </a:pPr>
            <a:r>
              <a:rPr kumimoji="0" sz="4000" b="1" i="0" u="none" strike="noStrike" kern="1200" cap="none" spc="0" normalizeH="0" baseline="0" noProof="0">
                <a:ln>
                  <a:noFill/>
                </a:ln>
                <a:solidFill>
                  <a:srgbClr val="FFFFFF"/>
                </a:solidFill>
                <a:effectLst/>
                <a:uLnTx/>
                <a:uFillTx/>
                <a:latin typeface="Segoe UI Semibold"/>
                <a:ea typeface="+mn-ea"/>
                <a:cs typeface="+mn-cs"/>
              </a:rPr>
              <a:t>Questions?</a:t>
            </a:r>
          </a:p>
        </p:txBody>
      </p:sp>
      <p:sp>
        <p:nvSpPr>
          <p:cNvPr id="3" name="Rectangle 2"/>
          <p:cNvSpPr/>
          <p:nvPr/>
        </p:nvSpPr>
        <p:spPr>
          <a:xfrm>
            <a:off x="731520" y="5943600"/>
            <a:ext cx="10698480" cy="18288"/>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 name="TextBox 3"/>
          <p:cNvSpPr txBox="1"/>
          <p:nvPr/>
        </p:nvSpPr>
        <p:spPr>
          <a:xfrm>
            <a:off x="4114800" y="6446520"/>
            <a:ext cx="3931920" cy="320040"/>
          </a:xfrm>
          <a:prstGeom prst="rect">
            <a:avLst/>
          </a:prstGeom>
          <a:noFill/>
        </p:spPr>
        <p:txBody>
          <a:bodyPr wrap="square" anchor="t"/>
          <a:lstStyle/>
          <a:p>
            <a:pPr marL="0" marR="0" lvl="0" indent="0" algn="ctr" defTabSz="457200" rtl="0" eaLnBrk="1" fontAlgn="auto" latinLnBrk="0" hangingPunct="1">
              <a:lnSpc>
                <a:spcPct val="100000"/>
              </a:lnSpc>
              <a:spcBef>
                <a:spcPts val="0"/>
              </a:spcBef>
              <a:spcAft>
                <a:spcPts val="0"/>
              </a:spcAft>
              <a:buClrTx/>
              <a:buSzTx/>
              <a:buFontTx/>
              <a:buNone/>
              <a:tabLst/>
              <a:defRPr sz="800" b="0">
                <a:solidFill>
                  <a:srgbClr val="FFFFFF"/>
                </a:solidFill>
                <a:latin typeface="Segoe UI"/>
              </a:defRPr>
            </a:pPr>
            <a:r>
              <a:rPr kumimoji="0"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DBID" val="12b0c59e-2253-4124-a5e9-470adf4cb168"/>
  <p:tag name="MIO_EKGUID" val="66b2b442-327e-43dd-bd4d-df915862f5d3"/>
  <p:tag name="MIO_GUID" val="3f15d768-aaeb-472a-a613-08046adda187"/>
  <p:tag name="MIO_LASTDOWNLOADED" val="30.03.2020 15:44:51"/>
  <p:tag name="MIO_LASTEDITORNAME" val="Devid Treuling"/>
  <p:tag name="MIO_OBJECTNAME" val="Learning Units covered in this Module"/>
  <p:tag name="MIO_UPDATE" val="True"/>
  <p:tag name="MIO_VERSION" val="30.03.2020 15:44:05"/>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1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3.xml><?xml version="1.0" encoding="utf-8"?>
<a:theme xmlns:a="http://schemas.openxmlformats.org/drawingml/2006/main" name="2_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item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mso-contentType ?>
<FormTemplates xmlns="http://schemas.microsoft.com/sharepoint/v3/contenttype/forms">
  <Display>DocumentLibraryForm</Display>
  <Edit>DocumentLibraryForm</Edit>
  <New>DocumentLibraryForm</New>
</FormTemplates>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9.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4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lcf76f155ced4ddcb4097134ff3c332f xmlns="a29421e1-74d8-4915-bb0d-c72892872ba0">
      <Terms xmlns="http://schemas.microsoft.com/office/infopath/2007/PartnerControls"/>
    </lcf76f155ced4ddcb4097134ff3c332f>
  </documentManagement>
</p:properties>
</file>

<file path=customXml/item4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43.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4EA01338-72BB-48B6-B6A4-05B31FE21105}">
  <ds:schemaRefs>
    <ds:schemaRef ds:uri="Strauss.PersonalizationDefinition"/>
  </ds:schemaRefs>
</ds:datastoreItem>
</file>

<file path=customXml/itemProps2.xml><?xml version="1.0" encoding="utf-8"?>
<ds:datastoreItem xmlns:ds="http://schemas.openxmlformats.org/officeDocument/2006/customXml" ds:itemID="{11767EAE-0FC6-472D-9D35-EB3533243F22}">
  <ds:schemaRefs>
    <ds:schemaRef ds:uri="Strauss.PersonalizationDefinition"/>
  </ds:schemaRefs>
</ds:datastoreItem>
</file>

<file path=customXml/itemProps3.xml><?xml version="1.0" encoding="utf-8"?>
<ds:datastoreItem xmlns:ds="http://schemas.openxmlformats.org/officeDocument/2006/customXml" ds:itemID="{FBC13881-F2DC-4AA3-88C8-97C40CA1EBC7}">
  <ds:schemaRefs>
    <ds:schemaRef ds:uri="Strauss.PersonalizationDefinition"/>
  </ds:schemaRefs>
</ds:datastoreItem>
</file>

<file path=customXml/itemProps4.xml><?xml version="1.0" encoding="utf-8"?>
<ds:datastoreItem xmlns:ds="http://schemas.openxmlformats.org/officeDocument/2006/customXml" ds:itemID="{EA31EFDE-2B76-48DD-B1AA-A0555F283591}"/>
</file>

<file path=customXml/itemProps5.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6.xml><?xml version="1.0" encoding="utf-8"?>
<ds:datastoreItem xmlns:ds="http://schemas.openxmlformats.org/officeDocument/2006/customXml" ds:itemID="{406127A5-B8F7-4F8A-95A9-8E20F72EA129}">
  <ds:schemaRefs>
    <ds:schemaRef ds:uri="Strauss.PersonalizationDefinition"/>
  </ds:schemaRefs>
</ds:datastoreItem>
</file>

<file path=customXml/itemProps7.xml><?xml version="1.0" encoding="utf-8"?>
<ds:datastoreItem xmlns:ds="http://schemas.openxmlformats.org/officeDocument/2006/customXml" ds:itemID="{BC268A45-186B-46A3-937F-0E016CEA70C1}">
  <ds:schemaRefs>
    <ds:schemaRef ds:uri="Strauss.PersonalizationDefinition"/>
  </ds:schemaRefs>
</ds:datastoreItem>
</file>

<file path=customXml/itemProps8.xml><?xml version="1.0" encoding="utf-8"?>
<ds:datastoreItem xmlns:ds="http://schemas.openxmlformats.org/officeDocument/2006/customXml" ds:itemID="{A0EED17B-F609-411E-840C-8A361DF5E053}">
  <ds:schemaRefs>
    <ds:schemaRef ds:uri="Strauss.PersonalizationDefinition"/>
  </ds:schemaRefs>
</ds:datastoreItem>
</file>

<file path=customXml/itemProps9.xml><?xml version="1.0" encoding="utf-8"?>
<ds:datastoreItem xmlns:ds="http://schemas.openxmlformats.org/officeDocument/2006/customXml" ds:itemID="{B228D3F7-8445-4CE7-92DC-AC7FE2D5A2AF}">
  <ds:schemaRefs>
    <ds:schemaRef ds:uri="Strauss.PersonalizationDefinition"/>
  </ds:schemaRefs>
</ds:datastoreItem>
</file>

<file path=customXml/itemProps10.xml><?xml version="1.0" encoding="utf-8"?>
<ds:datastoreItem xmlns:ds="http://schemas.openxmlformats.org/officeDocument/2006/customXml" ds:itemID="{B09E3EAE-66CA-4A91-A5FE-A34A70B099ED}">
  <ds:schemaRefs>
    <ds:schemaRef ds:uri="Strauss.PersonalizationDefinition"/>
  </ds:schemaRefs>
</ds:datastoreItem>
</file>

<file path=customXml/itemProps11.xml><?xml version="1.0" encoding="utf-8"?>
<ds:datastoreItem xmlns:ds="http://schemas.openxmlformats.org/officeDocument/2006/customXml" ds:itemID="{F56EB5D8-3CD5-48EE-9536-13CF2B9AC25D}">
  <ds:schemaRefs>
    <ds:schemaRef ds:uri="Strauss.PersonalizationDefinition"/>
  </ds:schemaRefs>
</ds:datastoreItem>
</file>

<file path=customXml/itemProps12.xml><?xml version="1.0" encoding="utf-8"?>
<ds:datastoreItem xmlns:ds="http://schemas.openxmlformats.org/officeDocument/2006/customXml" ds:itemID="{7BE5F28F-50CA-40F1-A02E-E794FE33362D}">
  <ds:schemaRefs>
    <ds:schemaRef ds:uri="Strauss.PersonalizationDefinition"/>
  </ds:schemaRefs>
</ds:datastoreItem>
</file>

<file path=customXml/itemProps13.xml><?xml version="1.0" encoding="utf-8"?>
<ds:datastoreItem xmlns:ds="http://schemas.openxmlformats.org/officeDocument/2006/customXml" ds:itemID="{82C716E8-B770-4139-99B0-F35B9C64B90F}">
  <ds:schemaRefs>
    <ds:schemaRef ds:uri="Strauss.PersonalizationDefinition"/>
  </ds:schemaRefs>
</ds:datastoreItem>
</file>

<file path=customXml/itemProps14.xml><?xml version="1.0" encoding="utf-8"?>
<ds:datastoreItem xmlns:ds="http://schemas.openxmlformats.org/officeDocument/2006/customXml" ds:itemID="{2BCFCE7B-4A43-491B-887D-365E2A1C50B2}">
  <ds:schemaRefs>
    <ds:schemaRef ds:uri="Strauss.PersonalizationDefinition"/>
  </ds:schemaRefs>
</ds:datastoreItem>
</file>

<file path=customXml/itemProps15.xml><?xml version="1.0" encoding="utf-8"?>
<ds:datastoreItem xmlns:ds="http://schemas.openxmlformats.org/officeDocument/2006/customXml" ds:itemID="{4C485A9E-99A8-4277-BE90-E837A967DB2E}">
  <ds:schemaRefs>
    <ds:schemaRef ds:uri="Strauss.PersonalizationDefinition"/>
  </ds:schemaRefs>
</ds:datastoreItem>
</file>

<file path=customXml/itemProps16.xml><?xml version="1.0" encoding="utf-8"?>
<ds:datastoreItem xmlns:ds="http://schemas.openxmlformats.org/officeDocument/2006/customXml" ds:itemID="{68BE9F8F-073F-46B7-B2D0-86DC8E2E9DCE}">
  <ds:schemaRefs>
    <ds:schemaRef ds:uri="Strauss.PersonalizationDefinition"/>
  </ds:schemaRefs>
</ds:datastoreItem>
</file>

<file path=customXml/itemProps17.xml><?xml version="1.0" encoding="utf-8"?>
<ds:datastoreItem xmlns:ds="http://schemas.openxmlformats.org/officeDocument/2006/customXml" ds:itemID="{5C919DC8-E31E-42F0-9621-B916C2E029BA}">
  <ds:schemaRefs>
    <ds:schemaRef ds:uri="Strauss.PersonalizationDefinition"/>
  </ds:schemaRefs>
</ds:datastoreItem>
</file>

<file path=customXml/itemProps18.xml><?xml version="1.0" encoding="utf-8"?>
<ds:datastoreItem xmlns:ds="http://schemas.openxmlformats.org/officeDocument/2006/customXml" ds:itemID="{734F6CED-B619-41E0-BEDE-58B64D5F5EB2}">
  <ds:schemaRefs>
    <ds:schemaRef ds:uri="Strauss.PersonalizationDefinition"/>
  </ds:schemaRefs>
</ds:datastoreItem>
</file>

<file path=customXml/itemProps19.xml><?xml version="1.0" encoding="utf-8"?>
<ds:datastoreItem xmlns:ds="http://schemas.openxmlformats.org/officeDocument/2006/customXml" ds:itemID="{D76C1D54-C31A-41C7-8796-37E3A885C9B9}">
  <ds:schemaRefs>
    <ds:schemaRef ds:uri="Strauss.PersonalizationDefinition"/>
  </ds:schemaRefs>
</ds:datastoreItem>
</file>

<file path=customXml/itemProps20.xml><?xml version="1.0" encoding="utf-8"?>
<ds:datastoreItem xmlns:ds="http://schemas.openxmlformats.org/officeDocument/2006/customXml" ds:itemID="{08068EAD-DA6C-4DC8-843E-9CB0982D15F3}">
  <ds:schemaRefs>
    <ds:schemaRef ds:uri="Strauss.PersonalizationDefinition"/>
  </ds:schemaRefs>
</ds:datastoreItem>
</file>

<file path=customXml/itemProps21.xml><?xml version="1.0" encoding="utf-8"?>
<ds:datastoreItem xmlns:ds="http://schemas.openxmlformats.org/officeDocument/2006/customXml" ds:itemID="{628127A0-F2C3-45C3-BB9F-5B29A6B848BE}">
  <ds:schemaRefs>
    <ds:schemaRef ds:uri="Strauss.PersonalizationDefinition"/>
  </ds:schemaRefs>
</ds:datastoreItem>
</file>

<file path=customXml/itemProps22.xml><?xml version="1.0" encoding="utf-8"?>
<ds:datastoreItem xmlns:ds="http://schemas.openxmlformats.org/officeDocument/2006/customXml" ds:itemID="{4A3F169F-E27D-4A25-888C-4C5D83BAC082}">
  <ds:schemaRefs>
    <ds:schemaRef ds:uri="Strauss.PersonalizationDefinition"/>
  </ds:schemaRefs>
</ds:datastoreItem>
</file>

<file path=customXml/itemProps23.xml><?xml version="1.0" encoding="utf-8"?>
<ds:datastoreItem xmlns:ds="http://schemas.openxmlformats.org/officeDocument/2006/customXml" ds:itemID="{D7FDC28F-4CBD-40ED-9D33-0A1360D5DEC4}">
  <ds:schemaRefs>
    <ds:schemaRef ds:uri="Strauss.PersonalizationDefinition"/>
  </ds:schemaRefs>
</ds:datastoreItem>
</file>

<file path=customXml/itemProps24.xml><?xml version="1.0" encoding="utf-8"?>
<ds:datastoreItem xmlns:ds="http://schemas.openxmlformats.org/officeDocument/2006/customXml" ds:itemID="{103AB8E4-C30A-4895-9606-8D77F2E70F19}">
  <ds:schemaRefs>
    <ds:schemaRef ds:uri="Strauss.PersonalizationDefinition"/>
  </ds:schemaRefs>
</ds:datastoreItem>
</file>

<file path=customXml/itemProps25.xml><?xml version="1.0" encoding="utf-8"?>
<ds:datastoreItem xmlns:ds="http://schemas.openxmlformats.org/officeDocument/2006/customXml" ds:itemID="{712108F3-86F2-4B95-AF2D-FE4E45965FCC}">
  <ds:schemaRefs>
    <ds:schemaRef ds:uri="Strauss.PersonalizationDefinition"/>
  </ds:schemaRefs>
</ds:datastoreItem>
</file>

<file path=customXml/itemProps26.xml><?xml version="1.0" encoding="utf-8"?>
<ds:datastoreItem xmlns:ds="http://schemas.openxmlformats.org/officeDocument/2006/customXml" ds:itemID="{DF333A1B-0A9C-4DA8-ADAB-4378B69FDC48}">
  <ds:schemaRefs>
    <ds:schemaRef ds:uri="Strauss.PersonalizationDefinition"/>
  </ds:schemaRefs>
</ds:datastoreItem>
</file>

<file path=customXml/itemProps27.xml><?xml version="1.0" encoding="utf-8"?>
<ds:datastoreItem xmlns:ds="http://schemas.openxmlformats.org/officeDocument/2006/customXml" ds:itemID="{FC25CD5D-A9DA-407F-9106-47BDA14BCED9}">
  <ds:schemaRefs>
    <ds:schemaRef ds:uri="Strauss.PersonalizationDefinition"/>
  </ds:schemaRefs>
</ds:datastoreItem>
</file>

<file path=customXml/itemProps28.xml><?xml version="1.0" encoding="utf-8"?>
<ds:datastoreItem xmlns:ds="http://schemas.openxmlformats.org/officeDocument/2006/customXml" ds:itemID="{6F485757-9F3C-4A1E-9E86-E1C1551910BA}">
  <ds:schemaRefs>
    <ds:schemaRef ds:uri="Strauss.PersonalizationDefinition"/>
  </ds:schemaRefs>
</ds:datastoreItem>
</file>

<file path=customXml/itemProps29.xml><?xml version="1.0" encoding="utf-8"?>
<ds:datastoreItem xmlns:ds="http://schemas.openxmlformats.org/officeDocument/2006/customXml" ds:itemID="{DE0DC7DC-A960-4E6E-BF1B-D3D906B081A2}">
  <ds:schemaRefs>
    <ds:schemaRef ds:uri="Strauss.PersonalizationDefinition"/>
  </ds:schemaRefs>
</ds:datastoreItem>
</file>

<file path=customXml/itemProps30.xml><?xml version="1.0" encoding="utf-8"?>
<ds:datastoreItem xmlns:ds="http://schemas.openxmlformats.org/officeDocument/2006/customXml" ds:itemID="{EDFBA6C8-3A38-44F0-B645-B6B0034983DA}">
  <ds:schemaRefs>
    <ds:schemaRef ds:uri="Strauss.PersonalizationDefinition"/>
  </ds:schemaRefs>
</ds:datastoreItem>
</file>

<file path=customXml/itemProps31.xml><?xml version="1.0" encoding="utf-8"?>
<ds:datastoreItem xmlns:ds="http://schemas.openxmlformats.org/officeDocument/2006/customXml" ds:itemID="{46522A59-B026-4350-BB1A-BEB05240770F}">
  <ds:schemaRefs>
    <ds:schemaRef ds:uri="Strauss.PersonalizationDefinition"/>
  </ds:schemaRefs>
</ds:datastoreItem>
</file>

<file path=customXml/itemProps32.xml><?xml version="1.0" encoding="utf-8"?>
<ds:datastoreItem xmlns:ds="http://schemas.openxmlformats.org/officeDocument/2006/customXml" ds:itemID="{EF4AA5EB-A638-4D3A-B852-E71E18ED4953}">
  <ds:schemaRefs>
    <ds:schemaRef ds:uri="Strauss.PersonalizationDefinition"/>
  </ds:schemaRefs>
</ds:datastoreItem>
</file>

<file path=customXml/itemProps33.xml><?xml version="1.0" encoding="utf-8"?>
<ds:datastoreItem xmlns:ds="http://schemas.openxmlformats.org/officeDocument/2006/customXml" ds:itemID="{541D4602-AC17-4CBD-B95E-D5B3D757BC54}">
  <ds:schemaRefs>
    <ds:schemaRef ds:uri="Strauss.PersonalizationDefinition"/>
  </ds:schemaRefs>
</ds:datastoreItem>
</file>

<file path=customXml/itemProps34.xml><?xml version="1.0" encoding="utf-8"?>
<ds:datastoreItem xmlns:ds="http://schemas.openxmlformats.org/officeDocument/2006/customXml" ds:itemID="{6552B3D2-5F72-49FB-8B35-AFE12BF36804}">
  <ds:schemaRefs>
    <ds:schemaRef ds:uri="Strauss.PersonalizationDefinition"/>
  </ds:schemaRefs>
</ds:datastoreItem>
</file>

<file path=customXml/itemProps35.xml><?xml version="1.0" encoding="utf-8"?>
<ds:datastoreItem xmlns:ds="http://schemas.openxmlformats.org/officeDocument/2006/customXml" ds:itemID="{E7EBEF02-C69B-46E0-B38A-E51611CE5254}">
  <ds:schemaRefs>
    <ds:schemaRef ds:uri="Strauss.PersonalizationDefinition"/>
  </ds:schemaRefs>
</ds:datastoreItem>
</file>

<file path=customXml/itemProps36.xml><?xml version="1.0" encoding="utf-8"?>
<ds:datastoreItem xmlns:ds="http://schemas.openxmlformats.org/officeDocument/2006/customXml" ds:itemID="{32920470-F086-4197-B6FE-12027DE25DCC}">
  <ds:schemaRefs>
    <ds:schemaRef ds:uri="Strauss.PersonalizationDefinition"/>
  </ds:schemaRefs>
</ds:datastoreItem>
</file>

<file path=customXml/itemProps37.xml><?xml version="1.0" encoding="utf-8"?>
<ds:datastoreItem xmlns:ds="http://schemas.openxmlformats.org/officeDocument/2006/customXml" ds:itemID="{13A5538B-5199-4900-941A-B01E377F2065}">
  <ds:schemaRefs>
    <ds:schemaRef ds:uri="Strauss.PersonalizationDefinition"/>
  </ds:schemaRefs>
</ds:datastoreItem>
</file>

<file path=customXml/itemProps38.xml><?xml version="1.0" encoding="utf-8"?>
<ds:datastoreItem xmlns:ds="http://schemas.openxmlformats.org/officeDocument/2006/customXml" ds:itemID="{ECCE7DC3-F525-4E76-8812-56FCA2D21E50}">
  <ds:schemaRefs>
    <ds:schemaRef ds:uri="Strauss.PersonalizationDefinition"/>
  </ds:schemaRefs>
</ds:datastoreItem>
</file>

<file path=customXml/itemProps39.xml><?xml version="1.0" encoding="utf-8"?>
<ds:datastoreItem xmlns:ds="http://schemas.openxmlformats.org/officeDocument/2006/customXml" ds:itemID="{D55AC15F-0A03-4D96-AA43-65FC3DCE2717}">
  <ds:schemaRefs>
    <ds:schemaRef ds:uri="Strauss.PersonalizationDefinition"/>
  </ds:schemaRefs>
</ds:datastoreItem>
</file>

<file path=customXml/itemProps40.xml><?xml version="1.0" encoding="utf-8"?>
<ds:datastoreItem xmlns:ds="http://schemas.openxmlformats.org/officeDocument/2006/customXml" ds:itemID="{C1060A51-5976-4775-97EE-ABE1B1E4972A}">
  <ds:schemaRefs>
    <ds:schemaRef ds:uri="Strauss.PersonalizationDefinition"/>
  </ds:schemaRefs>
</ds:datastoreItem>
</file>

<file path=customXml/itemProps41.xml><?xml version="1.0" encoding="utf-8"?>
<ds:datastoreItem xmlns:ds="http://schemas.openxmlformats.org/officeDocument/2006/customXml" ds:itemID="{AC7687D8-5695-4F99-A8BA-1D247B418C22}">
  <ds:schemaRefs>
    <ds:schemaRef ds:uri="19614695-0c98-4ea4-9244-f5047452aafb"/>
    <ds:schemaRef ds:uri="fcb28fc0-2e3b-4764-9e63-46b62073c0c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42.xml><?xml version="1.0" encoding="utf-8"?>
<ds:datastoreItem xmlns:ds="http://schemas.openxmlformats.org/officeDocument/2006/customXml" ds:itemID="{7469151F-B4F3-4C21-84F8-69D9E2B09815}">
  <ds:schemaRefs>
    <ds:schemaRef ds:uri="Strauss.PersonalizationDefinition"/>
  </ds:schemaRefs>
</ds:datastoreItem>
</file>

<file path=customXml/itemProps43.xml><?xml version="1.0" encoding="utf-8"?>
<ds:datastoreItem xmlns:ds="http://schemas.openxmlformats.org/officeDocument/2006/customXml" ds:itemID="{A09B3D8F-A36C-4B6D-871D-C53F61DFD219}">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89</TotalTime>
  <Words>7285</Words>
  <Application>Microsoft Office PowerPoint</Application>
  <PresentationFormat>Widescreen</PresentationFormat>
  <Paragraphs>780</Paragraphs>
  <Slides>47</Slides>
  <Notes>40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47</vt:i4>
      </vt:variant>
    </vt:vector>
  </HeadingPairs>
  <TitlesOfParts>
    <vt:vector size="59" baseType="lpstr">
      <vt:lpstr>Aptos</vt:lpstr>
      <vt:lpstr>Arial</vt:lpstr>
      <vt:lpstr>Calibri</vt:lpstr>
      <vt:lpstr>Segoe Sans Display</vt:lpstr>
      <vt:lpstr>Segoe Sans Display Semibold</vt:lpstr>
      <vt:lpstr>Segoe UI</vt:lpstr>
      <vt:lpstr>Segoe UI Semibold</vt:lpstr>
      <vt:lpstr>Segoe UI Variable Display Semib</vt:lpstr>
      <vt:lpstr>Wingdings</vt:lpstr>
      <vt:lpstr>White Template</vt:lpstr>
      <vt:lpstr>1_White Template</vt:lpstr>
      <vt:lpstr>2_White Template</vt:lpstr>
      <vt:lpstr>Module 1 – Why AI Governance</vt:lpstr>
      <vt:lpstr>PowerPoint Presentation</vt:lpstr>
      <vt:lpstr>Learning Units covered  in this Module </vt:lpstr>
      <vt:lpstr>PowerPoint Presentation</vt:lpstr>
      <vt:lpstr>PowerPoint Presentation</vt:lpstr>
      <vt:lpstr>PowerPoint Presentation</vt:lpstr>
      <vt:lpstr>PowerPoint Presentation</vt:lpstr>
      <vt:lpstr>PowerPoint Presentation</vt:lpstr>
      <vt:lpstr>You can trust  an AI agent that…</vt:lpstr>
      <vt:lpstr>Balancing Pace of Innovation and Governance for Trustworthy AI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Mahi Sundararajan</cp:lastModifiedBy>
  <cp:revision>6</cp:revision>
  <dcterms:created xsi:type="dcterms:W3CDTF">2019-02-08T20:09:46Z</dcterms:created>
  <dcterms:modified xsi:type="dcterms:W3CDTF">2026-06-18T19:33:10Z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0x0101001BD4B4487B57D443AED9979943B92646</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ComplianceAssetId">
    <vt:lpwstr/>
  </property>
  <property fmtid="{D5CDD505-2E9C-101B-9397-08002B2CF9AE}" pid="21" name="Mail Sent">
    <vt:lpwstr>false</vt:lpwstr>
  </property>
  <property fmtid="{D5CDD505-2E9C-101B-9397-08002B2CF9AE}" pid="22" name="xd_Signature">
    <vt:lpwstr/>
  </property>
  <property fmtid="{D5CDD505-2E9C-101B-9397-08002B2CF9AE}" pid="23" name="State">
    <vt:lpwstr>Open</vt:lpwstr>
  </property>
  <property fmtid="{D5CDD505-2E9C-101B-9397-08002B2CF9AE}" pid="24" name="TriggerFlowInfo">
    <vt:lpwstr/>
  </property>
  <property fmtid="{D5CDD505-2E9C-101B-9397-08002B2CF9AE}" pid="25" name="Order">
    <vt:r8>10536200</vt:r8>
  </property>
  <property fmtid="{D5CDD505-2E9C-101B-9397-08002B2CF9AE}" pid="26" name="Lead Signoff">
    <vt:lpwstr>false</vt:lpwstr>
  </property>
  <property fmtid="{D5CDD505-2E9C-101B-9397-08002B2CF9AE}" pid="27" name="Title URL">
    <vt:lpwstr>, </vt:lpwstr>
  </property>
  <property fmtid="{D5CDD505-2E9C-101B-9397-08002B2CF9AE}" pid="28" name="xd_ProgID">
    <vt:lpwstr/>
  </property>
  <property fmtid="{D5CDD505-2E9C-101B-9397-08002B2CF9AE}" pid="29" name="TemplateUrl">
    <vt:lpwstr/>
  </property>
  <property fmtid="{D5CDD505-2E9C-101B-9397-08002B2CF9AE}" pid="30" name="_ExtendedDescription">
    <vt:lpwstr/>
  </property>
  <property fmtid="{D5CDD505-2E9C-101B-9397-08002B2CF9AE}" pid="31" name="_SourceUrl">
    <vt:lpwstr/>
  </property>
  <property fmtid="{D5CDD505-2E9C-101B-9397-08002B2CF9AE}" pid="32" name="_SharedFileIndex">
    <vt:lpwstr/>
  </property>
</Properties>
</file>