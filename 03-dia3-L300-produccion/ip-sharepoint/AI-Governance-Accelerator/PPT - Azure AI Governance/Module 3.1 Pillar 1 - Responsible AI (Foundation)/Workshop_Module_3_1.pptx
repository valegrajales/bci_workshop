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9.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0.xml" ContentType="application/vnd.openxmlformats-officedocument.presentationml.tags+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5"/>
    <p:sldMasterId id="2147484099" r:id="rId46"/>
  </p:sldMasterIdLst>
  <p:notesMasterIdLst>
    <p:notesMasterId r:id="rId79"/>
  </p:notesMasterIdLst>
  <p:sldIdLst>
    <p:sldId id="256" r:id="rId47"/>
    <p:sldId id="257" r:id="rId48"/>
    <p:sldId id="2147469892" r:id="rId49"/>
    <p:sldId id="259" r:id="rId50"/>
    <p:sldId id="2147469909" r:id="rId51"/>
    <p:sldId id="2147469922" r:id="rId52"/>
    <p:sldId id="2147469915" r:id="rId53"/>
    <p:sldId id="2147469914" r:id="rId54"/>
    <p:sldId id="2147469916" r:id="rId55"/>
    <p:sldId id="2147469920" r:id="rId56"/>
    <p:sldId id="2147469921" r:id="rId57"/>
    <p:sldId id="267" r:id="rId58"/>
    <p:sldId id="2147469917" r:id="rId59"/>
    <p:sldId id="2147469911" r:id="rId60"/>
    <p:sldId id="2147469924" r:id="rId61"/>
    <p:sldId id="2147469923" r:id="rId62"/>
    <p:sldId id="2147469926" r:id="rId63"/>
    <p:sldId id="2147469927" r:id="rId64"/>
    <p:sldId id="2147469929" r:id="rId65"/>
    <p:sldId id="2147469928" r:id="rId66"/>
    <p:sldId id="2147469930" r:id="rId67"/>
    <p:sldId id="2147469918" r:id="rId68"/>
    <p:sldId id="2147469912" r:id="rId69"/>
    <p:sldId id="2147469931" r:id="rId70"/>
    <p:sldId id="276" r:id="rId71"/>
    <p:sldId id="2147469932" r:id="rId72"/>
    <p:sldId id="2147469933" r:id="rId73"/>
    <p:sldId id="2147469934" r:id="rId74"/>
    <p:sldId id="2147469935" r:id="rId75"/>
    <p:sldId id="2147469936" r:id="rId76"/>
    <p:sldId id="2147469937" r:id="rId77"/>
    <p:sldId id="265" r:id="rId78"/>
  </p:sldIdLst>
  <p:sldSz cx="12192000" cy="6858000"/>
  <p:notesSz cx="6858000" cy="9144000"/>
  <p:custDataLst>
    <p:tags r:id="rId8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F4EF19-53B9-41BD-9DFE-4BD5F35B83B8}" v="2" dt="2026-05-14T06:12:10.446"/>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53" autoAdjust="0"/>
  </p:normalViewPr>
  <p:slideViewPr>
    <p:cSldViewPr snapToGrid="0">
      <p:cViewPr varScale="1">
        <p:scale>
          <a:sx n="71" d="100"/>
          <a:sy n="71" d="100"/>
        </p:scale>
        <p:origin x="64"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1.xml"/><Relationship Id="rId63" Type="http://schemas.openxmlformats.org/officeDocument/2006/relationships/slide" Target="slides/slide17.xml"/><Relationship Id="rId68" Type="http://schemas.openxmlformats.org/officeDocument/2006/relationships/slide" Target="slides/slide22.xml"/><Relationship Id="rId84" Type="http://schemas.openxmlformats.org/officeDocument/2006/relationships/theme" Target="theme/theme1.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7.xml"/><Relationship Id="rId58" Type="http://schemas.openxmlformats.org/officeDocument/2006/relationships/slide" Target="slides/slide12.xml"/><Relationship Id="rId74" Type="http://schemas.openxmlformats.org/officeDocument/2006/relationships/slide" Target="slides/slide28.xml"/><Relationship Id="rId79" Type="http://schemas.openxmlformats.org/officeDocument/2006/relationships/notesMaster" Target="notesMasters/notesMaster1.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2.xml"/><Relationship Id="rId56" Type="http://schemas.openxmlformats.org/officeDocument/2006/relationships/slide" Target="slides/slide10.xml"/><Relationship Id="rId64" Type="http://schemas.openxmlformats.org/officeDocument/2006/relationships/slide" Target="slides/slide18.xml"/><Relationship Id="rId69" Type="http://schemas.openxmlformats.org/officeDocument/2006/relationships/slide" Target="slides/slide23.xml"/><Relationship Id="rId77" Type="http://schemas.openxmlformats.org/officeDocument/2006/relationships/slide" Target="slides/slide31.xml"/><Relationship Id="rId8" Type="http://schemas.openxmlformats.org/officeDocument/2006/relationships/customXml" Target="../customXml/item8.xml"/><Relationship Id="rId51" Type="http://schemas.openxmlformats.org/officeDocument/2006/relationships/slide" Target="slides/slide5.xml"/><Relationship Id="rId72" Type="http://schemas.openxmlformats.org/officeDocument/2006/relationships/slide" Target="slides/slide26.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Master" Target="slideMasters/slideMaster2.xml"/><Relationship Id="rId59" Type="http://schemas.openxmlformats.org/officeDocument/2006/relationships/slide" Target="slides/slide13.xml"/><Relationship Id="rId67" Type="http://schemas.openxmlformats.org/officeDocument/2006/relationships/slide" Target="slides/slide21.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8.xml"/><Relationship Id="rId62" Type="http://schemas.openxmlformats.org/officeDocument/2006/relationships/slide" Target="slides/slide16.xml"/><Relationship Id="rId70" Type="http://schemas.openxmlformats.org/officeDocument/2006/relationships/slide" Target="slides/slide24.xml"/><Relationship Id="rId75" Type="http://schemas.openxmlformats.org/officeDocument/2006/relationships/slide" Target="slides/slide29.xml"/><Relationship Id="rId83" Type="http://schemas.openxmlformats.org/officeDocument/2006/relationships/viewProps" Target="viewProps.xml"/><Relationship Id="rId88"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3.xml"/><Relationship Id="rId57" Type="http://schemas.openxmlformats.org/officeDocument/2006/relationships/slide" Target="slides/slide1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 Target="slides/slide6.xml"/><Relationship Id="rId60" Type="http://schemas.openxmlformats.org/officeDocument/2006/relationships/slide" Target="slides/slide14.xml"/><Relationship Id="rId65" Type="http://schemas.openxmlformats.org/officeDocument/2006/relationships/slide" Target="slides/slide19.xml"/><Relationship Id="rId73" Type="http://schemas.openxmlformats.org/officeDocument/2006/relationships/slide" Target="slides/slide27.xml"/><Relationship Id="rId78" Type="http://schemas.openxmlformats.org/officeDocument/2006/relationships/slide" Target="slides/slide32.xml"/><Relationship Id="rId81" Type="http://schemas.openxmlformats.org/officeDocument/2006/relationships/commentAuthors" Target="commentAuthors.xml"/><Relationship Id="rId86"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4.xml"/><Relationship Id="rId55" Type="http://schemas.openxmlformats.org/officeDocument/2006/relationships/slide" Target="slides/slide9.xml"/><Relationship Id="rId76" Type="http://schemas.openxmlformats.org/officeDocument/2006/relationships/slide" Target="slides/slide30.xml"/><Relationship Id="rId7" Type="http://schemas.openxmlformats.org/officeDocument/2006/relationships/customXml" Target="../customXml/item7.xml"/><Relationship Id="rId71" Type="http://schemas.openxmlformats.org/officeDocument/2006/relationships/slide" Target="slides/slide25.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Master" Target="slideMasters/slideMaster1.xml"/><Relationship Id="rId66" Type="http://schemas.openxmlformats.org/officeDocument/2006/relationships/slide" Target="slides/slide20.xml"/><Relationship Id="rId87" Type="http://schemas.microsoft.com/office/2015/10/relationships/revisionInfo" Target="revisionInfo.xml"/><Relationship Id="rId61" Type="http://schemas.openxmlformats.org/officeDocument/2006/relationships/slide" Target="slides/slide15.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e Davis" userId="fd522001-6230-4aa2-a06d-dff260ca34ee" providerId="ADAL" clId="{DC8A6909-7990-4689-BF48-34A459C6DEA8}"/>
    <pc:docChg chg="undo custSel addSld delSld modSld sldOrd">
      <pc:chgData name="Dave Davis" userId="fd522001-6230-4aa2-a06d-dff260ca34ee" providerId="ADAL" clId="{DC8A6909-7990-4689-BF48-34A459C6DEA8}" dt="2026-04-28T14:26:24.833" v="716" actId="962"/>
      <pc:docMkLst>
        <pc:docMk/>
      </pc:docMkLst>
      <pc:sldChg chg="delSp modSp mod modNotes modNotesTx">
        <pc:chgData name="Dave Davis" userId="fd522001-6230-4aa2-a06d-dff260ca34ee" providerId="ADAL" clId="{DC8A6909-7990-4689-BF48-34A459C6DEA8}" dt="2026-04-27T18:54:13.159" v="568" actId="6549"/>
        <pc:sldMkLst>
          <pc:docMk/>
          <pc:sldMk cId="2181956486" sldId="256"/>
        </pc:sldMkLst>
        <pc:spChg chg="del">
          <ac:chgData name="Dave Davis" userId="fd522001-6230-4aa2-a06d-dff260ca34ee" providerId="ADAL" clId="{DC8A6909-7990-4689-BF48-34A459C6DEA8}" dt="2026-04-27T16:32:42.307" v="24" actId="478"/>
          <ac:spMkLst>
            <pc:docMk/>
            <pc:sldMk cId="2181956486" sldId="256"/>
            <ac:spMk id="2" creationId="{9CB4E598-1E13-4447-9E06-DBF9A413A1E7}"/>
          </ac:spMkLst>
        </pc:spChg>
        <pc:spChg chg="mod">
          <ac:chgData name="Dave Davis" userId="fd522001-6230-4aa2-a06d-dff260ca34ee" providerId="ADAL" clId="{DC8A6909-7990-4689-BF48-34A459C6DEA8}" dt="2026-04-27T15:11:13.331" v="1"/>
          <ac:spMkLst>
            <pc:docMk/>
            <pc:sldMk cId="2181956486" sldId="256"/>
            <ac:spMk id="4" creationId="{00000000-0000-0000-0000-000000000000}"/>
          </ac:spMkLst>
        </pc:spChg>
        <pc:spChg chg="mod">
          <ac:chgData name="Dave Davis" userId="fd522001-6230-4aa2-a06d-dff260ca34ee" providerId="ADAL" clId="{DC8A6909-7990-4689-BF48-34A459C6DEA8}" dt="2026-04-27T15:10:52.922" v="0"/>
          <ac:spMkLst>
            <pc:docMk/>
            <pc:sldMk cId="2181956486" sldId="256"/>
            <ac:spMk id="6" creationId="{12808BD5-6BEE-4164-9264-E55A823F2E3D}"/>
          </ac:spMkLst>
        </pc:spChg>
      </pc:sldChg>
      <pc:sldChg chg="delSp modSp mod modNotes modNotesTx">
        <pc:chgData name="Dave Davis" userId="fd522001-6230-4aa2-a06d-dff260ca34ee" providerId="ADAL" clId="{DC8A6909-7990-4689-BF48-34A459C6DEA8}" dt="2026-04-27T18:54:17.490" v="569" actId="6549"/>
        <pc:sldMkLst>
          <pc:docMk/>
          <pc:sldMk cId="2242852715" sldId="257"/>
        </pc:sldMkLst>
        <pc:spChg chg="del mod">
          <ac:chgData name="Dave Davis" userId="fd522001-6230-4aa2-a06d-dff260ca34ee" providerId="ADAL" clId="{DC8A6909-7990-4689-BF48-34A459C6DEA8}" dt="2026-04-27T16:32:55.601" v="26" actId="478"/>
          <ac:spMkLst>
            <pc:docMk/>
            <pc:sldMk cId="2242852715" sldId="257"/>
            <ac:spMk id="3" creationId="{C110B216-D4EB-4167-B4FE-B0F27BE4F526}"/>
          </ac:spMkLst>
        </pc:spChg>
      </pc:sldChg>
      <pc:sldChg chg="modSp modNotes modNotesTx">
        <pc:chgData name="Dave Davis" userId="fd522001-6230-4aa2-a06d-dff260ca34ee" providerId="ADAL" clId="{DC8A6909-7990-4689-BF48-34A459C6DEA8}" dt="2026-04-27T18:54:28.446" v="570" actId="6549"/>
        <pc:sldMkLst>
          <pc:docMk/>
          <pc:sldMk cId="1635881331" sldId="259"/>
        </pc:sldMkLst>
        <pc:spChg chg="mod">
          <ac:chgData name="Dave Davis" userId="fd522001-6230-4aa2-a06d-dff260ca34ee" providerId="ADAL" clId="{DC8A6909-7990-4689-BF48-34A459C6DEA8}" dt="2026-04-27T15:16:05.189" v="21"/>
          <ac:spMkLst>
            <pc:docMk/>
            <pc:sldMk cId="1635881331" sldId="259"/>
            <ac:spMk id="5" creationId="{27132E6D-A6EE-402B-895A-D0B053AB702A}"/>
          </ac:spMkLst>
        </pc:spChg>
      </pc:sldChg>
      <pc:sldChg chg="add del">
        <pc:chgData name="Dave Davis" userId="fd522001-6230-4aa2-a06d-dff260ca34ee" providerId="ADAL" clId="{DC8A6909-7990-4689-BF48-34A459C6DEA8}" dt="2026-04-27T18:44:36.586" v="564" actId="47"/>
        <pc:sldMkLst>
          <pc:docMk/>
          <pc:sldMk cId="2379444036" sldId="262"/>
        </pc:sldMkLst>
      </pc:sldChg>
      <pc:sldChg chg="add del">
        <pc:chgData name="Dave Davis" userId="fd522001-6230-4aa2-a06d-dff260ca34ee" providerId="ADAL" clId="{DC8A6909-7990-4689-BF48-34A459C6DEA8}" dt="2026-04-27T18:44:36.586" v="564" actId="47"/>
        <pc:sldMkLst>
          <pc:docMk/>
          <pc:sldMk cId="1385431110" sldId="263"/>
        </pc:sldMkLst>
      </pc:sldChg>
      <pc:sldChg chg="add del">
        <pc:chgData name="Dave Davis" userId="fd522001-6230-4aa2-a06d-dff260ca34ee" providerId="ADAL" clId="{DC8A6909-7990-4689-BF48-34A459C6DEA8}" dt="2026-04-27T18:44:36.586" v="564" actId="47"/>
        <pc:sldMkLst>
          <pc:docMk/>
          <pc:sldMk cId="3996308554" sldId="264"/>
        </pc:sldMkLst>
      </pc:sldChg>
      <pc:sldChg chg="ord modNotes">
        <pc:chgData name="Dave Davis" userId="fd522001-6230-4aa2-a06d-dff260ca34ee" providerId="ADAL" clId="{DC8A6909-7990-4689-BF48-34A459C6DEA8}" dt="2026-04-27T18:52:26.234" v="567" actId="26606"/>
        <pc:sldMkLst>
          <pc:docMk/>
          <pc:sldMk cId="4145703054" sldId="265"/>
        </pc:sldMkLst>
      </pc:sldChg>
      <pc:sldChg chg="add del">
        <pc:chgData name="Dave Davis" userId="fd522001-6230-4aa2-a06d-dff260ca34ee" providerId="ADAL" clId="{DC8A6909-7990-4689-BF48-34A459C6DEA8}" dt="2026-04-27T18:44:36.586" v="564" actId="47"/>
        <pc:sldMkLst>
          <pc:docMk/>
          <pc:sldMk cId="3977638465" sldId="266"/>
        </pc:sldMkLst>
      </pc:sldChg>
      <pc:sldChg chg="addSp delSp modSp add mod modNotes">
        <pc:chgData name="Dave Davis" userId="fd522001-6230-4aa2-a06d-dff260ca34ee" providerId="ADAL" clId="{DC8A6909-7990-4689-BF48-34A459C6DEA8}" dt="2026-04-28T14:23:58.713" v="675" actId="33553"/>
        <pc:sldMkLst>
          <pc:docMk/>
          <pc:sldMk cId="0" sldId="267"/>
        </pc:sldMkLst>
        <pc:spChg chg="del">
          <ac:chgData name="Dave Davis" userId="fd522001-6230-4aa2-a06d-dff260ca34ee" providerId="ADAL" clId="{DC8A6909-7990-4689-BF48-34A459C6DEA8}" dt="2026-04-27T17:01:57.644" v="159" actId="478"/>
          <ac:spMkLst>
            <pc:docMk/>
            <pc:sldMk cId="0" sldId="267"/>
            <ac:spMk id="2" creationId="{00000000-0000-0000-0000-000000000000}"/>
          </ac:spMkLst>
        </pc:spChg>
        <pc:spChg chg="del">
          <ac:chgData name="Dave Davis" userId="fd522001-6230-4aa2-a06d-dff260ca34ee" providerId="ADAL" clId="{DC8A6909-7990-4689-BF48-34A459C6DEA8}" dt="2026-04-27T17:01:57.644" v="159" actId="478"/>
          <ac:spMkLst>
            <pc:docMk/>
            <pc:sldMk cId="0" sldId="267"/>
            <ac:spMk id="3" creationId="{00000000-0000-0000-0000-000000000000}"/>
          </ac:spMkLst>
        </pc:spChg>
        <pc:spChg chg="mod">
          <ac:chgData name="Dave Davis" userId="fd522001-6230-4aa2-a06d-dff260ca34ee" providerId="ADAL" clId="{DC8A6909-7990-4689-BF48-34A459C6DEA8}" dt="2026-04-28T14:23:58.713" v="675" actId="33553"/>
          <ac:spMkLst>
            <pc:docMk/>
            <pc:sldMk cId="0" sldId="267"/>
            <ac:spMk id="4" creationId="{00000000-0000-0000-0000-000000000000}"/>
          </ac:spMkLst>
        </pc:spChg>
        <pc:spChg chg="mod">
          <ac:chgData name="Dave Davis" userId="fd522001-6230-4aa2-a06d-dff260ca34ee" providerId="ADAL" clId="{DC8A6909-7990-4689-BF48-34A459C6DEA8}" dt="2026-04-27T17:02:43.358" v="164" actId="12"/>
          <ac:spMkLst>
            <pc:docMk/>
            <pc:sldMk cId="0" sldId="267"/>
            <ac:spMk id="5" creationId="{00000000-0000-0000-0000-000000000000}"/>
          </ac:spMkLst>
        </pc:spChg>
        <pc:spChg chg="del">
          <ac:chgData name="Dave Davis" userId="fd522001-6230-4aa2-a06d-dff260ca34ee" providerId="ADAL" clId="{DC8A6909-7990-4689-BF48-34A459C6DEA8}" dt="2026-04-27T18:59:01.416" v="580" actId="478"/>
          <ac:spMkLst>
            <pc:docMk/>
            <pc:sldMk cId="0" sldId="267"/>
            <ac:spMk id="6" creationId="{00000000-0000-0000-0000-000000000000}"/>
          </ac:spMkLst>
        </pc:spChg>
        <pc:spChg chg="del">
          <ac:chgData name="Dave Davis" userId="fd522001-6230-4aa2-a06d-dff260ca34ee" providerId="ADAL" clId="{DC8A6909-7990-4689-BF48-34A459C6DEA8}" dt="2026-04-27T18:59:01.416" v="580" actId="478"/>
          <ac:spMkLst>
            <pc:docMk/>
            <pc:sldMk cId="0" sldId="267"/>
            <ac:spMk id="7" creationId="{00000000-0000-0000-0000-000000000000}"/>
          </ac:spMkLst>
        </pc:spChg>
        <pc:spChg chg="del">
          <ac:chgData name="Dave Davis" userId="fd522001-6230-4aa2-a06d-dff260ca34ee" providerId="ADAL" clId="{DC8A6909-7990-4689-BF48-34A459C6DEA8}" dt="2026-04-27T18:59:01.416" v="580" actId="478"/>
          <ac:spMkLst>
            <pc:docMk/>
            <pc:sldMk cId="0" sldId="267"/>
            <ac:spMk id="8" creationId="{00000000-0000-0000-0000-000000000000}"/>
          </ac:spMkLst>
        </pc:spChg>
        <pc:spChg chg="del">
          <ac:chgData name="Dave Davis" userId="fd522001-6230-4aa2-a06d-dff260ca34ee" providerId="ADAL" clId="{DC8A6909-7990-4689-BF48-34A459C6DEA8}" dt="2026-04-27T18:59:01.416" v="580" actId="478"/>
          <ac:spMkLst>
            <pc:docMk/>
            <pc:sldMk cId="0" sldId="267"/>
            <ac:spMk id="9" creationId="{00000000-0000-0000-0000-000000000000}"/>
          </ac:spMkLst>
        </pc:spChg>
        <pc:spChg chg="mod">
          <ac:chgData name="Dave Davis" userId="fd522001-6230-4aa2-a06d-dff260ca34ee" providerId="ADAL" clId="{DC8A6909-7990-4689-BF48-34A459C6DEA8}" dt="2026-04-28T14:17:35.759" v="608" actId="962"/>
          <ac:spMkLst>
            <pc:docMk/>
            <pc:sldMk cId="0" sldId="267"/>
            <ac:spMk id="11" creationId="{00000000-0000-0000-0000-000000000000}"/>
          </ac:spMkLst>
        </pc:spChg>
        <pc:spChg chg="mod">
          <ac:chgData name="Dave Davis" userId="fd522001-6230-4aa2-a06d-dff260ca34ee" providerId="ADAL" clId="{DC8A6909-7990-4689-BF48-34A459C6DEA8}" dt="2026-04-27T19:17:03.462" v="589" actId="26606"/>
          <ac:spMkLst>
            <pc:docMk/>
            <pc:sldMk cId="0" sldId="267"/>
            <ac:spMk id="12" creationId="{00000000-0000-0000-0000-000000000000}"/>
          </ac:spMkLst>
        </pc:spChg>
        <pc:spChg chg="mod">
          <ac:chgData name="Dave Davis" userId="fd522001-6230-4aa2-a06d-dff260ca34ee" providerId="ADAL" clId="{DC8A6909-7990-4689-BF48-34A459C6DEA8}" dt="2026-04-27T19:17:03.462" v="589" actId="26606"/>
          <ac:spMkLst>
            <pc:docMk/>
            <pc:sldMk cId="0" sldId="267"/>
            <ac:spMk id="13" creationId="{00000000-0000-0000-0000-000000000000}"/>
          </ac:spMkLst>
        </pc:spChg>
        <pc:spChg chg="add mod">
          <ac:chgData name="Dave Davis" userId="fd522001-6230-4aa2-a06d-dff260ca34ee" providerId="ADAL" clId="{DC8A6909-7990-4689-BF48-34A459C6DEA8}" dt="2026-04-28T14:17:35.744" v="604" actId="962"/>
          <ac:spMkLst>
            <pc:docMk/>
            <pc:sldMk cId="0" sldId="267"/>
            <ac:spMk id="20" creationId="{00000000-0000-0000-0000-000000000000}"/>
          </ac:spMkLst>
        </pc:spChg>
        <pc:spChg chg="add">
          <ac:chgData name="Dave Davis" userId="fd522001-6230-4aa2-a06d-dff260ca34ee" providerId="ADAL" clId="{DC8A6909-7990-4689-BF48-34A459C6DEA8}" dt="2026-04-27T19:17:03.462" v="589" actId="26606"/>
          <ac:spMkLst>
            <pc:docMk/>
            <pc:sldMk cId="0" sldId="267"/>
            <ac:spMk id="21" creationId="{00000000-0000-0000-0000-000000000000}"/>
          </ac:spMkLst>
        </pc:spChg>
        <pc:spChg chg="mod">
          <ac:chgData name="Dave Davis" userId="fd522001-6230-4aa2-a06d-dff260ca34ee" providerId="ADAL" clId="{DC8A6909-7990-4689-BF48-34A459C6DEA8}" dt="2026-04-28T14:17:35.748" v="605" actId="962"/>
          <ac:spMkLst>
            <pc:docMk/>
            <pc:sldMk cId="0" sldId="267"/>
            <ac:spMk id="30" creationId="{00000000-0000-0000-0000-000000000000}"/>
          </ac:spMkLst>
        </pc:spChg>
        <pc:spChg chg="add">
          <ac:chgData name="Dave Davis" userId="fd522001-6230-4aa2-a06d-dff260ca34ee" providerId="ADAL" clId="{DC8A6909-7990-4689-BF48-34A459C6DEA8}" dt="2026-04-27T19:17:03.462" v="589" actId="26606"/>
          <ac:spMkLst>
            <pc:docMk/>
            <pc:sldMk cId="0" sldId="267"/>
            <ac:spMk id="31" creationId="{00000000-0000-0000-0000-000000000000}"/>
          </ac:spMkLst>
        </pc:spChg>
        <pc:spChg chg="add">
          <ac:chgData name="Dave Davis" userId="fd522001-6230-4aa2-a06d-dff260ca34ee" providerId="ADAL" clId="{DC8A6909-7990-4689-BF48-34A459C6DEA8}" dt="2026-04-27T19:17:03.462" v="589" actId="26606"/>
          <ac:spMkLst>
            <pc:docMk/>
            <pc:sldMk cId="0" sldId="267"/>
            <ac:spMk id="33" creationId="{00000000-0000-0000-0000-000000000000}"/>
          </ac:spMkLst>
        </pc:spChg>
        <pc:spChg chg="mod">
          <ac:chgData name="Dave Davis" userId="fd522001-6230-4aa2-a06d-dff260ca34ee" providerId="ADAL" clId="{DC8A6909-7990-4689-BF48-34A459C6DEA8}" dt="2026-04-28T14:17:35.751" v="606" actId="962"/>
          <ac:spMkLst>
            <pc:docMk/>
            <pc:sldMk cId="0" sldId="267"/>
            <ac:spMk id="40" creationId="{00000000-0000-0000-0000-000000000000}"/>
          </ac:spMkLst>
        </pc:spChg>
        <pc:spChg chg="add">
          <ac:chgData name="Dave Davis" userId="fd522001-6230-4aa2-a06d-dff260ca34ee" providerId="ADAL" clId="{DC8A6909-7990-4689-BF48-34A459C6DEA8}" dt="2026-04-27T19:17:03.462" v="589" actId="26606"/>
          <ac:spMkLst>
            <pc:docMk/>
            <pc:sldMk cId="0" sldId="267"/>
            <ac:spMk id="41" creationId="{00000000-0000-0000-0000-000000000000}"/>
          </ac:spMkLst>
        </pc:spChg>
        <pc:spChg chg="add">
          <ac:chgData name="Dave Davis" userId="fd522001-6230-4aa2-a06d-dff260ca34ee" providerId="ADAL" clId="{DC8A6909-7990-4689-BF48-34A459C6DEA8}" dt="2026-04-27T19:17:03.462" v="589" actId="26606"/>
          <ac:spMkLst>
            <pc:docMk/>
            <pc:sldMk cId="0" sldId="267"/>
            <ac:spMk id="42" creationId="{00000000-0000-0000-0000-000000000000}"/>
          </ac:spMkLst>
        </pc:spChg>
        <pc:spChg chg="mod">
          <ac:chgData name="Dave Davis" userId="fd522001-6230-4aa2-a06d-dff260ca34ee" providerId="ADAL" clId="{DC8A6909-7990-4689-BF48-34A459C6DEA8}" dt="2026-04-28T14:17:35.755" v="607" actId="962"/>
          <ac:spMkLst>
            <pc:docMk/>
            <pc:sldMk cId="0" sldId="267"/>
            <ac:spMk id="50" creationId="{00000000-0000-0000-0000-000000000000}"/>
          </ac:spMkLst>
        </pc:spChg>
        <pc:spChg chg="add">
          <ac:chgData name="Dave Davis" userId="fd522001-6230-4aa2-a06d-dff260ca34ee" providerId="ADAL" clId="{DC8A6909-7990-4689-BF48-34A459C6DEA8}" dt="2026-04-27T19:17:03.462" v="589" actId="26606"/>
          <ac:spMkLst>
            <pc:docMk/>
            <pc:sldMk cId="0" sldId="267"/>
            <ac:spMk id="52" creationId="{00000000-0000-0000-0000-000000000000}"/>
          </ac:spMkLst>
        </pc:spChg>
      </pc:sldChg>
      <pc:sldChg chg="add del">
        <pc:chgData name="Dave Davis" userId="fd522001-6230-4aa2-a06d-dff260ca34ee" providerId="ADAL" clId="{DC8A6909-7990-4689-BF48-34A459C6DEA8}" dt="2026-04-27T18:44:36.586" v="564" actId="47"/>
        <pc:sldMkLst>
          <pc:docMk/>
          <pc:sldMk cId="1660683684" sldId="272"/>
        </pc:sldMkLst>
      </pc:sldChg>
      <pc:sldChg chg="modSp add del mod">
        <pc:chgData name="Dave Davis" userId="fd522001-6230-4aa2-a06d-dff260ca34ee" providerId="ADAL" clId="{DC8A6909-7990-4689-BF48-34A459C6DEA8}" dt="2026-04-27T18:44:36.586" v="564" actId="47"/>
        <pc:sldMkLst>
          <pc:docMk/>
          <pc:sldMk cId="2901160637" sldId="274"/>
        </pc:sldMkLst>
        <pc:spChg chg="mod">
          <ac:chgData name="Dave Davis" userId="fd522001-6230-4aa2-a06d-dff260ca34ee" providerId="ADAL" clId="{DC8A6909-7990-4689-BF48-34A459C6DEA8}" dt="2026-04-27T18:41:11.349" v="554" actId="26606"/>
          <ac:spMkLst>
            <pc:docMk/>
            <pc:sldMk cId="2901160637" sldId="274"/>
            <ac:spMk id="29" creationId="{135AE57B-006B-45B8-B573-5C98485B4112}"/>
          </ac:spMkLst>
        </pc:spChg>
      </pc:sldChg>
      <pc:sldChg chg="addSp delSp modSp add del mod setBg modNotes">
        <pc:chgData name="Dave Davis" userId="fd522001-6230-4aa2-a06d-dff260ca34ee" providerId="ADAL" clId="{DC8A6909-7990-4689-BF48-34A459C6DEA8}" dt="2026-04-28T14:24:49.935" v="682" actId="33771"/>
        <pc:sldMkLst>
          <pc:docMk/>
          <pc:sldMk cId="0" sldId="276"/>
        </pc:sldMkLst>
        <pc:spChg chg="mod">
          <ac:chgData name="Dave Davis" userId="fd522001-6230-4aa2-a06d-dff260ca34ee" providerId="ADAL" clId="{DC8A6909-7990-4689-BF48-34A459C6DEA8}" dt="2026-04-28T14:17:35.904" v="631" actId="962"/>
          <ac:spMkLst>
            <pc:docMk/>
            <pc:sldMk cId="0" sldId="276"/>
            <ac:spMk id="2" creationId="{00000000-0000-0000-0000-000000000000}"/>
          </ac:spMkLst>
        </pc:spChg>
        <pc:spChg chg="mod">
          <ac:chgData name="Dave Davis" userId="fd522001-6230-4aa2-a06d-dff260ca34ee" providerId="ADAL" clId="{DC8A6909-7990-4689-BF48-34A459C6DEA8}" dt="2026-04-27T18:41:11.349" v="554" actId="26606"/>
          <ac:spMkLst>
            <pc:docMk/>
            <pc:sldMk cId="0" sldId="276"/>
            <ac:spMk id="3" creationId="{00000000-0000-0000-0000-000000000000}"/>
          </ac:spMkLst>
        </pc:spChg>
        <pc:spChg chg="mod">
          <ac:chgData name="Dave Davis" userId="fd522001-6230-4aa2-a06d-dff260ca34ee" providerId="ADAL" clId="{DC8A6909-7990-4689-BF48-34A459C6DEA8}" dt="2026-04-27T19:34:16.582" v="592" actId="26606"/>
          <ac:spMkLst>
            <pc:docMk/>
            <pc:sldMk cId="0" sldId="276"/>
            <ac:spMk id="4" creationId="{00000000-0000-0000-0000-000000000000}"/>
          </ac:spMkLst>
        </pc:spChg>
        <pc:spChg chg="mod">
          <ac:chgData name="Dave Davis" userId="fd522001-6230-4aa2-a06d-dff260ca34ee" providerId="ADAL" clId="{DC8A6909-7990-4689-BF48-34A459C6DEA8}" dt="2026-04-28T14:17:35.908" v="632" actId="962"/>
          <ac:spMkLst>
            <pc:docMk/>
            <pc:sldMk cId="0" sldId="276"/>
            <ac:spMk id="5" creationId="{00000000-0000-0000-0000-000000000000}"/>
          </ac:spMkLst>
        </pc:spChg>
        <pc:spChg chg="mod">
          <ac:chgData name="Dave Davis" userId="fd522001-6230-4aa2-a06d-dff260ca34ee" providerId="ADAL" clId="{DC8A6909-7990-4689-BF48-34A459C6DEA8}" dt="2026-04-28T14:17:35.912" v="633" actId="962"/>
          <ac:spMkLst>
            <pc:docMk/>
            <pc:sldMk cId="0" sldId="276"/>
            <ac:spMk id="10" creationId="{00000000-0000-0000-0000-000000000000}"/>
          </ac:spMkLst>
        </pc:spChg>
        <pc:spChg chg="mod">
          <ac:chgData name="Dave Davis" userId="fd522001-6230-4aa2-a06d-dff260ca34ee" providerId="ADAL" clId="{DC8A6909-7990-4689-BF48-34A459C6DEA8}" dt="2026-04-27T19:34:16.582" v="592" actId="26606"/>
          <ac:spMkLst>
            <pc:docMk/>
            <pc:sldMk cId="0" sldId="276"/>
            <ac:spMk id="11" creationId="{00000000-0000-0000-0000-000000000000}"/>
          </ac:spMkLst>
        </pc:spChg>
        <pc:spChg chg="del">
          <ac:chgData name="Dave Davis" userId="fd522001-6230-4aa2-a06d-dff260ca34ee" providerId="ADAL" clId="{DC8A6909-7990-4689-BF48-34A459C6DEA8}" dt="2026-04-27T19:34:16.582" v="592" actId="26606"/>
          <ac:spMkLst>
            <pc:docMk/>
            <pc:sldMk cId="0" sldId="276"/>
            <ac:spMk id="14" creationId="{00000000-0000-0000-0000-000000000000}"/>
          </ac:spMkLst>
        </pc:spChg>
        <pc:spChg chg="del">
          <ac:chgData name="Dave Davis" userId="fd522001-6230-4aa2-a06d-dff260ca34ee" providerId="ADAL" clId="{DC8A6909-7990-4689-BF48-34A459C6DEA8}" dt="2026-04-27T19:34:16.582" v="592" actId="26606"/>
          <ac:spMkLst>
            <pc:docMk/>
            <pc:sldMk cId="0" sldId="276"/>
            <ac:spMk id="15" creationId="{00000000-0000-0000-0000-000000000000}"/>
          </ac:spMkLst>
        </pc:spChg>
        <pc:spChg chg="mod">
          <ac:chgData name="Dave Davis" userId="fd522001-6230-4aa2-a06d-dff260ca34ee" providerId="ADAL" clId="{DC8A6909-7990-4689-BF48-34A459C6DEA8}" dt="2026-04-28T14:17:35.916" v="634" actId="962"/>
          <ac:spMkLst>
            <pc:docMk/>
            <pc:sldMk cId="0" sldId="276"/>
            <ac:spMk id="20" creationId="{00000000-0000-0000-0000-000000000000}"/>
          </ac:spMkLst>
        </pc:spChg>
        <pc:spChg chg="add del mod">
          <ac:chgData name="Dave Davis" userId="fd522001-6230-4aa2-a06d-dff260ca34ee" providerId="ADAL" clId="{DC8A6909-7990-4689-BF48-34A459C6DEA8}" dt="2026-04-28T14:24:34.017" v="680" actId="33699"/>
          <ac:spMkLst>
            <pc:docMk/>
            <pc:sldMk cId="0" sldId="276"/>
            <ac:spMk id="24" creationId="{E9945A4F-316B-6DB7-6EDB-CA22ECBD0A6A}"/>
          </ac:spMkLst>
        </pc:spChg>
        <pc:spChg chg="add mod">
          <ac:chgData name="Dave Davis" userId="fd522001-6230-4aa2-a06d-dff260ca34ee" providerId="ADAL" clId="{DC8A6909-7990-4689-BF48-34A459C6DEA8}" dt="2026-04-28T14:24:49.935" v="682" actId="33771"/>
          <ac:spMkLst>
            <pc:docMk/>
            <pc:sldMk cId="0" sldId="276"/>
            <ac:spMk id="25" creationId="{3575E169-7915-2ABF-9391-9541DF57F712}"/>
          </ac:spMkLst>
        </pc:spChg>
        <pc:spChg chg="mod">
          <ac:chgData name="Dave Davis" userId="fd522001-6230-4aa2-a06d-dff260ca34ee" providerId="ADAL" clId="{DC8A6909-7990-4689-BF48-34A459C6DEA8}" dt="2026-04-28T14:17:35.919" v="635" actId="962"/>
          <ac:spMkLst>
            <pc:docMk/>
            <pc:sldMk cId="0" sldId="276"/>
            <ac:spMk id="30" creationId="{00000000-0000-0000-0000-000000000000}"/>
          </ac:spMkLst>
        </pc:spChg>
        <pc:spChg chg="add">
          <ac:chgData name="Dave Davis" userId="fd522001-6230-4aa2-a06d-dff260ca34ee" providerId="ADAL" clId="{DC8A6909-7990-4689-BF48-34A459C6DEA8}" dt="2026-04-27T19:34:16.582" v="592" actId="26606"/>
          <ac:spMkLst>
            <pc:docMk/>
            <pc:sldMk cId="0" sldId="276"/>
            <ac:spMk id="31" creationId="{00000000-0000-0000-0000-000000000000}"/>
          </ac:spMkLst>
        </pc:spChg>
        <pc:spChg chg="mod">
          <ac:chgData name="Dave Davis" userId="fd522001-6230-4aa2-a06d-dff260ca34ee" providerId="ADAL" clId="{DC8A6909-7990-4689-BF48-34A459C6DEA8}" dt="2026-04-28T14:17:35.923" v="636" actId="962"/>
          <ac:spMkLst>
            <pc:docMk/>
            <pc:sldMk cId="0" sldId="276"/>
            <ac:spMk id="40" creationId="{00000000-0000-0000-0000-000000000000}"/>
          </ac:spMkLst>
        </pc:spChg>
        <pc:spChg chg="mod">
          <ac:chgData name="Dave Davis" userId="fd522001-6230-4aa2-a06d-dff260ca34ee" providerId="ADAL" clId="{DC8A6909-7990-4689-BF48-34A459C6DEA8}" dt="2026-04-28T14:17:35.928" v="637" actId="962"/>
          <ac:spMkLst>
            <pc:docMk/>
            <pc:sldMk cId="0" sldId="276"/>
            <ac:spMk id="50" creationId="{00000000-0000-0000-0000-000000000000}"/>
          </ac:spMkLst>
        </pc:spChg>
        <pc:spChg chg="add">
          <ac:chgData name="Dave Davis" userId="fd522001-6230-4aa2-a06d-dff260ca34ee" providerId="ADAL" clId="{DC8A6909-7990-4689-BF48-34A459C6DEA8}" dt="2026-04-27T19:34:16.582" v="592" actId="26606"/>
          <ac:spMkLst>
            <pc:docMk/>
            <pc:sldMk cId="0" sldId="276"/>
            <ac:spMk id="52" creationId="{00000000-0000-0000-0000-000000000000}"/>
          </ac:spMkLst>
        </pc:spChg>
        <pc:spChg chg="mod">
          <ac:chgData name="Dave Davis" userId="fd522001-6230-4aa2-a06d-dff260ca34ee" providerId="ADAL" clId="{DC8A6909-7990-4689-BF48-34A459C6DEA8}" dt="2026-04-28T14:17:35.932" v="638" actId="962"/>
          <ac:spMkLst>
            <pc:docMk/>
            <pc:sldMk cId="0" sldId="276"/>
            <ac:spMk id="60" creationId="{00000000-0000-0000-0000-000000000000}"/>
          </ac:spMkLst>
        </pc:spChg>
        <pc:spChg chg="add">
          <ac:chgData name="Dave Davis" userId="fd522001-6230-4aa2-a06d-dff260ca34ee" providerId="ADAL" clId="{DC8A6909-7990-4689-BF48-34A459C6DEA8}" dt="2026-04-27T19:34:16.582" v="592" actId="26606"/>
          <ac:spMkLst>
            <pc:docMk/>
            <pc:sldMk cId="0" sldId="276"/>
            <ac:spMk id="62" creationId="{00000000-0000-0000-0000-000000000000}"/>
          </ac:spMkLst>
        </pc:spChg>
        <pc:spChg chg="add mod">
          <ac:chgData name="Dave Davis" userId="fd522001-6230-4aa2-a06d-dff260ca34ee" providerId="ADAL" clId="{DC8A6909-7990-4689-BF48-34A459C6DEA8}" dt="2026-04-28T14:17:35.934" v="639" actId="962"/>
          <ac:spMkLst>
            <pc:docMk/>
            <pc:sldMk cId="0" sldId="276"/>
            <ac:spMk id="70" creationId="{00000000-0000-0000-0000-000000000000}"/>
          </ac:spMkLst>
        </pc:spChg>
        <pc:spChg chg="mod">
          <ac:chgData name="Dave Davis" userId="fd522001-6230-4aa2-a06d-dff260ca34ee" providerId="ADAL" clId="{DC8A6909-7990-4689-BF48-34A459C6DEA8}" dt="2026-04-28T14:23:33.938" v="670" actId="207"/>
          <ac:spMkLst>
            <pc:docMk/>
            <pc:sldMk cId="0" sldId="276"/>
            <ac:spMk id="71" creationId="{00000000-0000-0000-0000-000000000000}"/>
          </ac:spMkLst>
        </pc:spChg>
        <pc:spChg chg="add mod">
          <ac:chgData name="Dave Davis" userId="fd522001-6230-4aa2-a06d-dff260ca34ee" providerId="ADAL" clId="{DC8A6909-7990-4689-BF48-34A459C6DEA8}" dt="2026-04-28T14:23:39.004" v="671" actId="207"/>
          <ac:spMkLst>
            <pc:docMk/>
            <pc:sldMk cId="0" sldId="276"/>
            <ac:spMk id="72" creationId="{00000000-0000-0000-0000-000000000000}"/>
          </ac:spMkLst>
        </pc:spChg>
      </pc:sldChg>
      <pc:sldChg chg="add del">
        <pc:chgData name="Dave Davis" userId="fd522001-6230-4aa2-a06d-dff260ca34ee" providerId="ADAL" clId="{DC8A6909-7990-4689-BF48-34A459C6DEA8}" dt="2026-04-27T18:44:36.586" v="564" actId="47"/>
        <pc:sldMkLst>
          <pc:docMk/>
          <pc:sldMk cId="2658098196" sldId="277"/>
        </pc:sldMkLst>
      </pc:sldChg>
      <pc:sldChg chg="add del">
        <pc:chgData name="Dave Davis" userId="fd522001-6230-4aa2-a06d-dff260ca34ee" providerId="ADAL" clId="{DC8A6909-7990-4689-BF48-34A459C6DEA8}" dt="2026-04-27T18:44:36.586" v="564" actId="47"/>
        <pc:sldMkLst>
          <pc:docMk/>
          <pc:sldMk cId="1116137402" sldId="278"/>
        </pc:sldMkLst>
      </pc:sldChg>
      <pc:sldChg chg="add del">
        <pc:chgData name="Dave Davis" userId="fd522001-6230-4aa2-a06d-dff260ca34ee" providerId="ADAL" clId="{DC8A6909-7990-4689-BF48-34A459C6DEA8}" dt="2026-04-27T18:44:36.586" v="564" actId="47"/>
        <pc:sldMkLst>
          <pc:docMk/>
          <pc:sldMk cId="2079012354" sldId="279"/>
        </pc:sldMkLst>
      </pc:sldChg>
      <pc:sldChg chg="add del">
        <pc:chgData name="Dave Davis" userId="fd522001-6230-4aa2-a06d-dff260ca34ee" providerId="ADAL" clId="{DC8A6909-7990-4689-BF48-34A459C6DEA8}" dt="2026-04-27T18:44:36.586" v="564" actId="47"/>
        <pc:sldMkLst>
          <pc:docMk/>
          <pc:sldMk cId="984083080" sldId="280"/>
        </pc:sldMkLst>
      </pc:sldChg>
      <pc:sldChg chg="add del">
        <pc:chgData name="Dave Davis" userId="fd522001-6230-4aa2-a06d-dff260ca34ee" providerId="ADAL" clId="{DC8A6909-7990-4689-BF48-34A459C6DEA8}" dt="2026-04-27T18:44:36.586" v="564" actId="47"/>
        <pc:sldMkLst>
          <pc:docMk/>
          <pc:sldMk cId="596524640" sldId="2065"/>
        </pc:sldMkLst>
      </pc:sldChg>
      <pc:sldChg chg="add del">
        <pc:chgData name="Dave Davis" userId="fd522001-6230-4aa2-a06d-dff260ca34ee" providerId="ADAL" clId="{DC8A6909-7990-4689-BF48-34A459C6DEA8}" dt="2026-04-27T18:44:36.586" v="564" actId="47"/>
        <pc:sldMkLst>
          <pc:docMk/>
          <pc:sldMk cId="1398734143" sldId="2066"/>
        </pc:sldMkLst>
      </pc:sldChg>
      <pc:sldChg chg="add del">
        <pc:chgData name="Dave Davis" userId="fd522001-6230-4aa2-a06d-dff260ca34ee" providerId="ADAL" clId="{DC8A6909-7990-4689-BF48-34A459C6DEA8}" dt="2026-04-27T18:44:36.586" v="564" actId="47"/>
        <pc:sldMkLst>
          <pc:docMk/>
          <pc:sldMk cId="2382552501" sldId="4478"/>
        </pc:sldMkLst>
      </pc:sldChg>
      <pc:sldChg chg="add del">
        <pc:chgData name="Dave Davis" userId="fd522001-6230-4aa2-a06d-dff260ca34ee" providerId="ADAL" clId="{DC8A6909-7990-4689-BF48-34A459C6DEA8}" dt="2026-04-27T18:44:36.586" v="564" actId="47"/>
        <pc:sldMkLst>
          <pc:docMk/>
          <pc:sldMk cId="1168219790" sldId="4479"/>
        </pc:sldMkLst>
      </pc:sldChg>
      <pc:sldChg chg="add del">
        <pc:chgData name="Dave Davis" userId="fd522001-6230-4aa2-a06d-dff260ca34ee" providerId="ADAL" clId="{DC8A6909-7990-4689-BF48-34A459C6DEA8}" dt="2026-04-27T18:44:36.586" v="564" actId="47"/>
        <pc:sldMkLst>
          <pc:docMk/>
          <pc:sldMk cId="2297312889" sldId="4480"/>
        </pc:sldMkLst>
      </pc:sldChg>
      <pc:sldChg chg="add del">
        <pc:chgData name="Dave Davis" userId="fd522001-6230-4aa2-a06d-dff260ca34ee" providerId="ADAL" clId="{DC8A6909-7990-4689-BF48-34A459C6DEA8}" dt="2026-04-27T18:44:36.586" v="564" actId="47"/>
        <pc:sldMkLst>
          <pc:docMk/>
          <pc:sldMk cId="695900476" sldId="4481"/>
        </pc:sldMkLst>
      </pc:sldChg>
      <pc:sldChg chg="add del">
        <pc:chgData name="Dave Davis" userId="fd522001-6230-4aa2-a06d-dff260ca34ee" providerId="ADAL" clId="{DC8A6909-7990-4689-BF48-34A459C6DEA8}" dt="2026-04-27T18:44:36.586" v="564" actId="47"/>
        <pc:sldMkLst>
          <pc:docMk/>
          <pc:sldMk cId="1028115571" sldId="4482"/>
        </pc:sldMkLst>
      </pc:sldChg>
      <pc:sldChg chg="add del">
        <pc:chgData name="Dave Davis" userId="fd522001-6230-4aa2-a06d-dff260ca34ee" providerId="ADAL" clId="{DC8A6909-7990-4689-BF48-34A459C6DEA8}" dt="2026-04-27T18:44:36.586" v="564" actId="47"/>
        <pc:sldMkLst>
          <pc:docMk/>
          <pc:sldMk cId="644073378" sldId="4483"/>
        </pc:sldMkLst>
      </pc:sldChg>
      <pc:sldChg chg="add del">
        <pc:chgData name="Dave Davis" userId="fd522001-6230-4aa2-a06d-dff260ca34ee" providerId="ADAL" clId="{DC8A6909-7990-4689-BF48-34A459C6DEA8}" dt="2026-04-27T18:44:36.586" v="564" actId="47"/>
        <pc:sldMkLst>
          <pc:docMk/>
          <pc:sldMk cId="239421901" sldId="4484"/>
        </pc:sldMkLst>
      </pc:sldChg>
      <pc:sldChg chg="add del">
        <pc:chgData name="Dave Davis" userId="fd522001-6230-4aa2-a06d-dff260ca34ee" providerId="ADAL" clId="{DC8A6909-7990-4689-BF48-34A459C6DEA8}" dt="2026-04-27T18:44:36.586" v="564" actId="47"/>
        <pc:sldMkLst>
          <pc:docMk/>
          <pc:sldMk cId="1500392918" sldId="4485"/>
        </pc:sldMkLst>
      </pc:sldChg>
      <pc:sldChg chg="add del">
        <pc:chgData name="Dave Davis" userId="fd522001-6230-4aa2-a06d-dff260ca34ee" providerId="ADAL" clId="{DC8A6909-7990-4689-BF48-34A459C6DEA8}" dt="2026-04-27T18:44:36.586" v="564" actId="47"/>
        <pc:sldMkLst>
          <pc:docMk/>
          <pc:sldMk cId="3907173977" sldId="4486"/>
        </pc:sldMkLst>
      </pc:sldChg>
      <pc:sldChg chg="add del">
        <pc:chgData name="Dave Davis" userId="fd522001-6230-4aa2-a06d-dff260ca34ee" providerId="ADAL" clId="{DC8A6909-7990-4689-BF48-34A459C6DEA8}" dt="2026-04-27T18:44:36.586" v="564" actId="47"/>
        <pc:sldMkLst>
          <pc:docMk/>
          <pc:sldMk cId="44891446" sldId="4490"/>
        </pc:sldMkLst>
      </pc:sldChg>
      <pc:sldChg chg="add del">
        <pc:chgData name="Dave Davis" userId="fd522001-6230-4aa2-a06d-dff260ca34ee" providerId="ADAL" clId="{DC8A6909-7990-4689-BF48-34A459C6DEA8}" dt="2026-04-27T18:44:36.586" v="564" actId="47"/>
        <pc:sldMkLst>
          <pc:docMk/>
          <pc:sldMk cId="61196204" sldId="2147469784"/>
        </pc:sldMkLst>
      </pc:sldChg>
      <pc:sldChg chg="modSp add del mod">
        <pc:chgData name="Dave Davis" userId="fd522001-6230-4aa2-a06d-dff260ca34ee" providerId="ADAL" clId="{DC8A6909-7990-4689-BF48-34A459C6DEA8}" dt="2026-04-27T18:44:36.586" v="564" actId="47"/>
        <pc:sldMkLst>
          <pc:docMk/>
          <pc:sldMk cId="615209057" sldId="2147469785"/>
        </pc:sldMkLst>
        <pc:grpChg chg="add mod">
          <ac:chgData name="Dave Davis" userId="fd522001-6230-4aa2-a06d-dff260ca34ee" providerId="ADAL" clId="{DC8A6909-7990-4689-BF48-34A459C6DEA8}" dt="2026-04-27T18:41:11.349" v="554" actId="26606"/>
          <ac:grpSpMkLst>
            <pc:docMk/>
            <pc:sldMk cId="615209057" sldId="2147469785"/>
            <ac:grpSpMk id="20" creationId="{05223994-26FB-48EA-BAF9-A24BAC408E02}"/>
          </ac:grpSpMkLst>
        </pc:grpChg>
      </pc:sldChg>
      <pc:sldChg chg="add del">
        <pc:chgData name="Dave Davis" userId="fd522001-6230-4aa2-a06d-dff260ca34ee" providerId="ADAL" clId="{DC8A6909-7990-4689-BF48-34A459C6DEA8}" dt="2026-04-27T18:44:36.586" v="564" actId="47"/>
        <pc:sldMkLst>
          <pc:docMk/>
          <pc:sldMk cId="3320859369" sldId="2147469786"/>
        </pc:sldMkLst>
      </pc:sldChg>
      <pc:sldChg chg="add del">
        <pc:chgData name="Dave Davis" userId="fd522001-6230-4aa2-a06d-dff260ca34ee" providerId="ADAL" clId="{DC8A6909-7990-4689-BF48-34A459C6DEA8}" dt="2026-04-27T18:44:36.586" v="564" actId="47"/>
        <pc:sldMkLst>
          <pc:docMk/>
          <pc:sldMk cId="793519299" sldId="2147469787"/>
        </pc:sldMkLst>
      </pc:sldChg>
      <pc:sldChg chg="add del">
        <pc:chgData name="Dave Davis" userId="fd522001-6230-4aa2-a06d-dff260ca34ee" providerId="ADAL" clId="{DC8A6909-7990-4689-BF48-34A459C6DEA8}" dt="2026-04-27T18:44:36.586" v="564" actId="47"/>
        <pc:sldMkLst>
          <pc:docMk/>
          <pc:sldMk cId="1750121600" sldId="2147469788"/>
        </pc:sldMkLst>
      </pc:sldChg>
      <pc:sldChg chg="add del">
        <pc:chgData name="Dave Davis" userId="fd522001-6230-4aa2-a06d-dff260ca34ee" providerId="ADAL" clId="{DC8A6909-7990-4689-BF48-34A459C6DEA8}" dt="2026-04-27T18:44:36.586" v="564" actId="47"/>
        <pc:sldMkLst>
          <pc:docMk/>
          <pc:sldMk cId="3457369424" sldId="2147469790"/>
        </pc:sldMkLst>
      </pc:sldChg>
      <pc:sldChg chg="add del">
        <pc:chgData name="Dave Davis" userId="fd522001-6230-4aa2-a06d-dff260ca34ee" providerId="ADAL" clId="{DC8A6909-7990-4689-BF48-34A459C6DEA8}" dt="2026-04-27T18:44:36.586" v="564" actId="47"/>
        <pc:sldMkLst>
          <pc:docMk/>
          <pc:sldMk cId="4064413298" sldId="2147469792"/>
        </pc:sldMkLst>
      </pc:sldChg>
      <pc:sldChg chg="add del">
        <pc:chgData name="Dave Davis" userId="fd522001-6230-4aa2-a06d-dff260ca34ee" providerId="ADAL" clId="{DC8A6909-7990-4689-BF48-34A459C6DEA8}" dt="2026-04-27T18:44:36.586" v="564" actId="47"/>
        <pc:sldMkLst>
          <pc:docMk/>
          <pc:sldMk cId="682416994" sldId="2147469794"/>
        </pc:sldMkLst>
      </pc:sldChg>
      <pc:sldChg chg="add del">
        <pc:chgData name="Dave Davis" userId="fd522001-6230-4aa2-a06d-dff260ca34ee" providerId="ADAL" clId="{DC8A6909-7990-4689-BF48-34A459C6DEA8}" dt="2026-04-27T18:44:36.586" v="564" actId="47"/>
        <pc:sldMkLst>
          <pc:docMk/>
          <pc:sldMk cId="3788446741" sldId="2147469798"/>
        </pc:sldMkLst>
      </pc:sldChg>
      <pc:sldChg chg="del">
        <pc:chgData name="Dave Davis" userId="fd522001-6230-4aa2-a06d-dff260ca34ee" providerId="ADAL" clId="{DC8A6909-7990-4689-BF48-34A459C6DEA8}" dt="2026-04-27T18:44:56.947" v="565" actId="47"/>
        <pc:sldMkLst>
          <pc:docMk/>
          <pc:sldMk cId="1504679980" sldId="2147469810"/>
        </pc:sldMkLst>
      </pc:sldChg>
      <pc:sldChg chg="add del">
        <pc:chgData name="Dave Davis" userId="fd522001-6230-4aa2-a06d-dff260ca34ee" providerId="ADAL" clId="{DC8A6909-7990-4689-BF48-34A459C6DEA8}" dt="2026-04-27T18:44:36.586" v="564" actId="47"/>
        <pc:sldMkLst>
          <pc:docMk/>
          <pc:sldMk cId="859227491" sldId="2147469835"/>
        </pc:sldMkLst>
      </pc:sldChg>
      <pc:sldChg chg="modSp add del mod">
        <pc:chgData name="Dave Davis" userId="fd522001-6230-4aa2-a06d-dff260ca34ee" providerId="ADAL" clId="{DC8A6909-7990-4689-BF48-34A459C6DEA8}" dt="2026-04-27T18:44:36.586" v="564" actId="47"/>
        <pc:sldMkLst>
          <pc:docMk/>
          <pc:sldMk cId="3304016034" sldId="2147469836"/>
        </pc:sldMkLst>
        <pc:picChg chg="mod">
          <ac:chgData name="Dave Davis" userId="fd522001-6230-4aa2-a06d-dff260ca34ee" providerId="ADAL" clId="{DC8A6909-7990-4689-BF48-34A459C6DEA8}" dt="2026-04-27T18:41:11.349" v="554" actId="26606"/>
          <ac:picMkLst>
            <pc:docMk/>
            <pc:sldMk cId="3304016034" sldId="2147469836"/>
            <ac:picMk id="4" creationId="{7E0EA334-80D5-46F4-9B00-7AED60161CD9}"/>
          </ac:picMkLst>
        </pc:picChg>
        <pc:picChg chg="mod">
          <ac:chgData name="Dave Davis" userId="fd522001-6230-4aa2-a06d-dff260ca34ee" providerId="ADAL" clId="{DC8A6909-7990-4689-BF48-34A459C6DEA8}" dt="2026-04-27T18:41:11.349" v="554" actId="26606"/>
          <ac:picMkLst>
            <pc:docMk/>
            <pc:sldMk cId="3304016034" sldId="2147469836"/>
            <ac:picMk id="8" creationId="{0A515247-ACE6-4BAB-9591-C2C8EDF65D05}"/>
          </ac:picMkLst>
        </pc:picChg>
      </pc:sldChg>
      <pc:sldChg chg="add del">
        <pc:chgData name="Dave Davis" userId="fd522001-6230-4aa2-a06d-dff260ca34ee" providerId="ADAL" clId="{DC8A6909-7990-4689-BF48-34A459C6DEA8}" dt="2026-04-27T18:44:36.586" v="564" actId="47"/>
        <pc:sldMkLst>
          <pc:docMk/>
          <pc:sldMk cId="3906565222" sldId="2147469849"/>
        </pc:sldMkLst>
      </pc:sldChg>
      <pc:sldChg chg="add del">
        <pc:chgData name="Dave Davis" userId="fd522001-6230-4aa2-a06d-dff260ca34ee" providerId="ADAL" clId="{DC8A6909-7990-4689-BF48-34A459C6DEA8}" dt="2026-04-27T18:44:36.586" v="564" actId="47"/>
        <pc:sldMkLst>
          <pc:docMk/>
          <pc:sldMk cId="3833674747" sldId="2147469853"/>
        </pc:sldMkLst>
      </pc:sldChg>
      <pc:sldChg chg="add del">
        <pc:chgData name="Dave Davis" userId="fd522001-6230-4aa2-a06d-dff260ca34ee" providerId="ADAL" clId="{DC8A6909-7990-4689-BF48-34A459C6DEA8}" dt="2026-04-27T18:44:36.586" v="564" actId="47"/>
        <pc:sldMkLst>
          <pc:docMk/>
          <pc:sldMk cId="3096303819" sldId="2147469859"/>
        </pc:sldMkLst>
      </pc:sldChg>
      <pc:sldChg chg="add del">
        <pc:chgData name="Dave Davis" userId="fd522001-6230-4aa2-a06d-dff260ca34ee" providerId="ADAL" clId="{DC8A6909-7990-4689-BF48-34A459C6DEA8}" dt="2026-04-27T18:44:36.586" v="564" actId="47"/>
        <pc:sldMkLst>
          <pc:docMk/>
          <pc:sldMk cId="3358395208" sldId="2147469864"/>
        </pc:sldMkLst>
      </pc:sldChg>
      <pc:sldChg chg="add del">
        <pc:chgData name="Dave Davis" userId="fd522001-6230-4aa2-a06d-dff260ca34ee" providerId="ADAL" clId="{DC8A6909-7990-4689-BF48-34A459C6DEA8}" dt="2026-04-27T18:44:36.586" v="564" actId="47"/>
        <pc:sldMkLst>
          <pc:docMk/>
          <pc:sldMk cId="1590938168" sldId="2147469867"/>
        </pc:sldMkLst>
      </pc:sldChg>
      <pc:sldChg chg="add del">
        <pc:chgData name="Dave Davis" userId="fd522001-6230-4aa2-a06d-dff260ca34ee" providerId="ADAL" clId="{DC8A6909-7990-4689-BF48-34A459C6DEA8}" dt="2026-04-27T18:44:36.586" v="564" actId="47"/>
        <pc:sldMkLst>
          <pc:docMk/>
          <pc:sldMk cId="591597269" sldId="2147469868"/>
        </pc:sldMkLst>
      </pc:sldChg>
      <pc:sldChg chg="add del">
        <pc:chgData name="Dave Davis" userId="fd522001-6230-4aa2-a06d-dff260ca34ee" providerId="ADAL" clId="{DC8A6909-7990-4689-BF48-34A459C6DEA8}" dt="2026-04-27T18:44:36.586" v="564" actId="47"/>
        <pc:sldMkLst>
          <pc:docMk/>
          <pc:sldMk cId="4015218864" sldId="2147469872"/>
        </pc:sldMkLst>
      </pc:sldChg>
      <pc:sldChg chg="add del">
        <pc:chgData name="Dave Davis" userId="fd522001-6230-4aa2-a06d-dff260ca34ee" providerId="ADAL" clId="{DC8A6909-7990-4689-BF48-34A459C6DEA8}" dt="2026-04-27T18:44:36.586" v="564" actId="47"/>
        <pc:sldMkLst>
          <pc:docMk/>
          <pc:sldMk cId="2635820762" sldId="2147469873"/>
        </pc:sldMkLst>
      </pc:sldChg>
      <pc:sldChg chg="add del">
        <pc:chgData name="Dave Davis" userId="fd522001-6230-4aa2-a06d-dff260ca34ee" providerId="ADAL" clId="{DC8A6909-7990-4689-BF48-34A459C6DEA8}" dt="2026-04-27T18:44:36.586" v="564" actId="47"/>
        <pc:sldMkLst>
          <pc:docMk/>
          <pc:sldMk cId="2235235484" sldId="2147469875"/>
        </pc:sldMkLst>
      </pc:sldChg>
      <pc:sldChg chg="add del">
        <pc:chgData name="Dave Davis" userId="fd522001-6230-4aa2-a06d-dff260ca34ee" providerId="ADAL" clId="{DC8A6909-7990-4689-BF48-34A459C6DEA8}" dt="2026-04-27T18:44:36.586" v="564" actId="47"/>
        <pc:sldMkLst>
          <pc:docMk/>
          <pc:sldMk cId="1497532563" sldId="2147469876"/>
        </pc:sldMkLst>
      </pc:sldChg>
      <pc:sldChg chg="add del">
        <pc:chgData name="Dave Davis" userId="fd522001-6230-4aa2-a06d-dff260ca34ee" providerId="ADAL" clId="{DC8A6909-7990-4689-BF48-34A459C6DEA8}" dt="2026-04-27T18:44:36.586" v="564" actId="47"/>
        <pc:sldMkLst>
          <pc:docMk/>
          <pc:sldMk cId="522795473" sldId="2147469885"/>
        </pc:sldMkLst>
      </pc:sldChg>
      <pc:sldChg chg="add del">
        <pc:chgData name="Dave Davis" userId="fd522001-6230-4aa2-a06d-dff260ca34ee" providerId="ADAL" clId="{DC8A6909-7990-4689-BF48-34A459C6DEA8}" dt="2026-04-27T18:44:36.586" v="564" actId="47"/>
        <pc:sldMkLst>
          <pc:docMk/>
          <pc:sldMk cId="1952507436" sldId="2147469886"/>
        </pc:sldMkLst>
      </pc:sldChg>
      <pc:sldChg chg="add del">
        <pc:chgData name="Dave Davis" userId="fd522001-6230-4aa2-a06d-dff260ca34ee" providerId="ADAL" clId="{DC8A6909-7990-4689-BF48-34A459C6DEA8}" dt="2026-04-27T18:44:36.586" v="564" actId="47"/>
        <pc:sldMkLst>
          <pc:docMk/>
          <pc:sldMk cId="3592306970" sldId="2147469887"/>
        </pc:sldMkLst>
      </pc:sldChg>
      <pc:sldChg chg="add del">
        <pc:chgData name="Dave Davis" userId="fd522001-6230-4aa2-a06d-dff260ca34ee" providerId="ADAL" clId="{DC8A6909-7990-4689-BF48-34A459C6DEA8}" dt="2026-04-27T18:44:36.586" v="564" actId="47"/>
        <pc:sldMkLst>
          <pc:docMk/>
          <pc:sldMk cId="3486580683" sldId="2147469888"/>
        </pc:sldMkLst>
      </pc:sldChg>
      <pc:sldChg chg="del">
        <pc:chgData name="Dave Davis" userId="fd522001-6230-4aa2-a06d-dff260ca34ee" providerId="ADAL" clId="{DC8A6909-7990-4689-BF48-34A459C6DEA8}" dt="2026-04-27T15:12:48.244" v="2" actId="47"/>
        <pc:sldMkLst>
          <pc:docMk/>
          <pc:sldMk cId="3291269963" sldId="2147469889"/>
        </pc:sldMkLst>
      </pc:sldChg>
      <pc:sldChg chg="modSp del">
        <pc:chgData name="Dave Davis" userId="fd522001-6230-4aa2-a06d-dff260ca34ee" providerId="ADAL" clId="{DC8A6909-7990-4689-BF48-34A459C6DEA8}" dt="2026-04-27T16:31:24.964" v="22" actId="2696"/>
        <pc:sldMkLst>
          <pc:docMk/>
          <pc:sldMk cId="3573563435" sldId="2147469890"/>
        </pc:sldMkLst>
        <pc:graphicFrameChg chg="mod">
          <ac:chgData name="Dave Davis" userId="fd522001-6230-4aa2-a06d-dff260ca34ee" providerId="ADAL" clId="{DC8A6909-7990-4689-BF48-34A459C6DEA8}" dt="2026-04-27T15:14:20.373" v="9"/>
          <ac:graphicFrameMkLst>
            <pc:docMk/>
            <pc:sldMk cId="3573563435" sldId="2147469890"/>
            <ac:graphicFrameMk id="60" creationId="{8804C3E9-FF87-4FC8-B151-3F854A0C06E0}"/>
          </ac:graphicFrameMkLst>
        </pc:graphicFrameChg>
      </pc:sldChg>
      <pc:sldChg chg="del">
        <pc:chgData name="Dave Davis" userId="fd522001-6230-4aa2-a06d-dff260ca34ee" providerId="ADAL" clId="{DC8A6909-7990-4689-BF48-34A459C6DEA8}" dt="2026-04-27T15:12:53.777" v="3" actId="47"/>
        <pc:sldMkLst>
          <pc:docMk/>
          <pc:sldMk cId="3382956385" sldId="2147469891"/>
        </pc:sldMkLst>
      </pc:sldChg>
      <pc:sldChg chg="addSp delSp modSp add del mod modNotes">
        <pc:chgData name="Dave Davis" userId="fd522001-6230-4aa2-a06d-dff260ca34ee" providerId="ADAL" clId="{DC8A6909-7990-4689-BF48-34A459C6DEA8}" dt="2026-04-28T14:23:44.865" v="672" actId="478"/>
        <pc:sldMkLst>
          <pc:docMk/>
          <pc:sldMk cId="3162923012" sldId="2147469892"/>
        </pc:sldMkLst>
        <pc:spChg chg="del">
          <ac:chgData name="Dave Davis" userId="fd522001-6230-4aa2-a06d-dff260ca34ee" providerId="ADAL" clId="{DC8A6909-7990-4689-BF48-34A459C6DEA8}" dt="2026-04-27T16:33:35.400" v="27" actId="478"/>
          <ac:spMkLst>
            <pc:docMk/>
            <pc:sldMk cId="3162923012" sldId="2147469892"/>
            <ac:spMk id="3" creationId="{A0CD9A33-E735-4359-A552-5673A7C2F135}"/>
          </ac:spMkLst>
        </pc:spChg>
        <pc:spChg chg="mod">
          <ac:chgData name="Dave Davis" userId="fd522001-6230-4aa2-a06d-dff260ca34ee" providerId="ADAL" clId="{DC8A6909-7990-4689-BF48-34A459C6DEA8}" dt="2026-04-28T14:18:56.482" v="663"/>
          <ac:spMkLst>
            <pc:docMk/>
            <pc:sldMk cId="3162923012" sldId="2147469892"/>
            <ac:spMk id="7" creationId="{55C803EB-9475-2637-1748-A6F1E33C2B5B}"/>
          </ac:spMkLst>
        </pc:spChg>
        <pc:spChg chg="mod">
          <ac:chgData name="Dave Davis" userId="fd522001-6230-4aa2-a06d-dff260ca34ee" providerId="ADAL" clId="{DC8A6909-7990-4689-BF48-34A459C6DEA8}" dt="2026-04-28T14:18:56.482" v="663"/>
          <ac:spMkLst>
            <pc:docMk/>
            <pc:sldMk cId="3162923012" sldId="2147469892"/>
            <ac:spMk id="8" creationId="{2A69CFF9-4FF2-38F1-F049-172406755F04}"/>
          </ac:spMkLst>
        </pc:spChg>
        <pc:spChg chg="mod">
          <ac:chgData name="Dave Davis" userId="fd522001-6230-4aa2-a06d-dff260ca34ee" providerId="ADAL" clId="{DC8A6909-7990-4689-BF48-34A459C6DEA8}" dt="2026-04-28T14:18:56.482" v="663"/>
          <ac:spMkLst>
            <pc:docMk/>
            <pc:sldMk cId="3162923012" sldId="2147469892"/>
            <ac:spMk id="9" creationId="{0423864F-EA6F-CBF6-2A69-470545723B40}"/>
          </ac:spMkLst>
        </pc:spChg>
        <pc:spChg chg="mod">
          <ac:chgData name="Dave Davis" userId="fd522001-6230-4aa2-a06d-dff260ca34ee" providerId="ADAL" clId="{DC8A6909-7990-4689-BF48-34A459C6DEA8}" dt="2026-04-28T14:18:56.482" v="663"/>
          <ac:spMkLst>
            <pc:docMk/>
            <pc:sldMk cId="3162923012" sldId="2147469892"/>
            <ac:spMk id="10" creationId="{7ECDD75D-DD0C-9C86-1031-43B5FFC9B03E}"/>
          </ac:spMkLst>
        </pc:spChg>
        <pc:spChg chg="mod">
          <ac:chgData name="Dave Davis" userId="fd522001-6230-4aa2-a06d-dff260ca34ee" providerId="ADAL" clId="{DC8A6909-7990-4689-BF48-34A459C6DEA8}" dt="2026-04-28T14:18:56.482" v="663"/>
          <ac:spMkLst>
            <pc:docMk/>
            <pc:sldMk cId="3162923012" sldId="2147469892"/>
            <ac:spMk id="11" creationId="{F91C22ED-61AE-3B9D-7402-693EE78AE57A}"/>
          </ac:spMkLst>
        </pc:spChg>
        <pc:spChg chg="mod">
          <ac:chgData name="Dave Davis" userId="fd522001-6230-4aa2-a06d-dff260ca34ee" providerId="ADAL" clId="{DC8A6909-7990-4689-BF48-34A459C6DEA8}" dt="2026-04-28T14:18:56.482" v="663"/>
          <ac:spMkLst>
            <pc:docMk/>
            <pc:sldMk cId="3162923012" sldId="2147469892"/>
            <ac:spMk id="12" creationId="{3E21FCC6-A40E-7282-A1A6-2351D3BB49CE}"/>
          </ac:spMkLst>
        </pc:spChg>
        <pc:spChg chg="mod">
          <ac:chgData name="Dave Davis" userId="fd522001-6230-4aa2-a06d-dff260ca34ee" providerId="ADAL" clId="{DC8A6909-7990-4689-BF48-34A459C6DEA8}" dt="2026-04-28T14:18:56.482" v="663"/>
          <ac:spMkLst>
            <pc:docMk/>
            <pc:sldMk cId="3162923012" sldId="2147469892"/>
            <ac:spMk id="13" creationId="{4087E667-8D6D-17A8-1B7A-032A0C196B87}"/>
          </ac:spMkLst>
        </pc:spChg>
        <pc:spChg chg="mod">
          <ac:chgData name="Dave Davis" userId="fd522001-6230-4aa2-a06d-dff260ca34ee" providerId="ADAL" clId="{DC8A6909-7990-4689-BF48-34A459C6DEA8}" dt="2026-04-28T14:18:56.482" v="663"/>
          <ac:spMkLst>
            <pc:docMk/>
            <pc:sldMk cId="3162923012" sldId="2147469892"/>
            <ac:spMk id="14" creationId="{05AD57A0-8CC0-6D3E-D83F-35648206AA58}"/>
          </ac:spMkLst>
        </pc:spChg>
        <pc:spChg chg="mod">
          <ac:chgData name="Dave Davis" userId="fd522001-6230-4aa2-a06d-dff260ca34ee" providerId="ADAL" clId="{DC8A6909-7990-4689-BF48-34A459C6DEA8}" dt="2026-04-28T14:18:56.482" v="663"/>
          <ac:spMkLst>
            <pc:docMk/>
            <pc:sldMk cId="3162923012" sldId="2147469892"/>
            <ac:spMk id="15" creationId="{8CB15993-6AB4-3684-94F7-50E446952A43}"/>
          </ac:spMkLst>
        </pc:spChg>
        <pc:spChg chg="mod">
          <ac:chgData name="Dave Davis" userId="fd522001-6230-4aa2-a06d-dff260ca34ee" providerId="ADAL" clId="{DC8A6909-7990-4689-BF48-34A459C6DEA8}" dt="2026-04-28T14:18:56.482" v="663"/>
          <ac:spMkLst>
            <pc:docMk/>
            <pc:sldMk cId="3162923012" sldId="2147469892"/>
            <ac:spMk id="16" creationId="{5AFD2FA5-FF70-2BEC-37A7-EDDCED8F4F82}"/>
          </ac:spMkLst>
        </pc:spChg>
        <pc:spChg chg="del">
          <ac:chgData name="Dave Davis" userId="fd522001-6230-4aa2-a06d-dff260ca34ee" providerId="ADAL" clId="{DC8A6909-7990-4689-BF48-34A459C6DEA8}" dt="2026-04-28T14:23:44.865" v="672" actId="478"/>
          <ac:spMkLst>
            <pc:docMk/>
            <pc:sldMk cId="3162923012" sldId="2147469892"/>
            <ac:spMk id="246" creationId="{BB923F6A-FB10-4084-B245-036F1EAEE1FC}"/>
          </ac:spMkLst>
        </pc:spChg>
        <pc:grpChg chg="add del mod">
          <ac:chgData name="Dave Davis" userId="fd522001-6230-4aa2-a06d-dff260ca34ee" providerId="ADAL" clId="{DC8A6909-7990-4689-BF48-34A459C6DEA8}" dt="2026-04-28T14:18:54.644" v="662" actId="478"/>
          <ac:grpSpMkLst>
            <pc:docMk/>
            <pc:sldMk cId="3162923012" sldId="2147469892"/>
            <ac:grpSpMk id="105" creationId="{9745832A-1895-4BB9-B4D6-8BB0780F82AA}"/>
          </ac:grpSpMkLst>
        </pc:grpChg>
        <pc:graphicFrameChg chg="mod">
          <ac:chgData name="Dave Davis" userId="fd522001-6230-4aa2-a06d-dff260ca34ee" providerId="ADAL" clId="{DC8A6909-7990-4689-BF48-34A459C6DEA8}" dt="2026-04-27T15:15:54.255" v="20"/>
          <ac:graphicFrameMkLst>
            <pc:docMk/>
            <pc:sldMk cId="3162923012" sldId="2147469892"/>
            <ac:graphicFrameMk id="40" creationId="{AC7A2A35-EB6E-428E-BCEC-3E58E036016D}"/>
          </ac:graphicFrameMkLst>
        </pc:graphicFrameChg>
      </pc:sldChg>
      <pc:sldChg chg="add del">
        <pc:chgData name="Dave Davis" userId="fd522001-6230-4aa2-a06d-dff260ca34ee" providerId="ADAL" clId="{DC8A6909-7990-4689-BF48-34A459C6DEA8}" dt="2026-04-27T18:44:36.586" v="564" actId="47"/>
        <pc:sldMkLst>
          <pc:docMk/>
          <pc:sldMk cId="272191530" sldId="2147469900"/>
        </pc:sldMkLst>
      </pc:sldChg>
      <pc:sldChg chg="modSp del mod ord">
        <pc:chgData name="Dave Davis" userId="fd522001-6230-4aa2-a06d-dff260ca34ee" providerId="ADAL" clId="{DC8A6909-7990-4689-BF48-34A459C6DEA8}" dt="2026-04-27T18:45:00.197" v="566" actId="47"/>
        <pc:sldMkLst>
          <pc:docMk/>
          <pc:sldMk cId="641711193" sldId="2147469902"/>
        </pc:sldMkLst>
        <pc:spChg chg="mod">
          <ac:chgData name="Dave Davis" userId="fd522001-6230-4aa2-a06d-dff260ca34ee" providerId="ADAL" clId="{DC8A6909-7990-4689-BF48-34A459C6DEA8}" dt="2026-04-27T18:41:11.349" v="554" actId="26606"/>
          <ac:spMkLst>
            <pc:docMk/>
            <pc:sldMk cId="641711193" sldId="2147469902"/>
            <ac:spMk id="2" creationId="{298D33BA-6E11-4CDB-9A0F-E238293B499D}"/>
          </ac:spMkLst>
        </pc:spChg>
      </pc:sldChg>
      <pc:sldChg chg="modSp del mod">
        <pc:chgData name="Dave Davis" userId="fd522001-6230-4aa2-a06d-dff260ca34ee" providerId="ADAL" clId="{DC8A6909-7990-4689-BF48-34A459C6DEA8}" dt="2026-04-27T18:44:56.947" v="565" actId="47"/>
        <pc:sldMkLst>
          <pc:docMk/>
          <pc:sldMk cId="178267060" sldId="2147469907"/>
        </pc:sldMkLst>
        <pc:spChg chg="mod">
          <ac:chgData name="Dave Davis" userId="fd522001-6230-4aa2-a06d-dff260ca34ee" providerId="ADAL" clId="{DC8A6909-7990-4689-BF48-34A459C6DEA8}" dt="2026-04-27T18:41:11.349" v="554" actId="26606"/>
          <ac:spMkLst>
            <pc:docMk/>
            <pc:sldMk cId="178267060" sldId="2147469907"/>
            <ac:spMk id="8" creationId="{BA8CF8CB-1652-459C-96AC-F685AC76E123}"/>
          </ac:spMkLst>
        </pc:spChg>
      </pc:sldChg>
      <pc:sldChg chg="add del">
        <pc:chgData name="Dave Davis" userId="fd522001-6230-4aa2-a06d-dff260ca34ee" providerId="ADAL" clId="{DC8A6909-7990-4689-BF48-34A459C6DEA8}" dt="2026-04-27T18:44:36.586" v="564" actId="47"/>
        <pc:sldMkLst>
          <pc:docMk/>
          <pc:sldMk cId="1440339225" sldId="2147469908"/>
        </pc:sldMkLst>
      </pc:sldChg>
      <pc:sldChg chg="addSp delSp modSp mod modNotes">
        <pc:chgData name="Dave Davis" userId="fd522001-6230-4aa2-a06d-dff260ca34ee" providerId="ADAL" clId="{DC8A6909-7990-4689-BF48-34A459C6DEA8}" dt="2026-04-28T14:19:37.972" v="664" actId="13244"/>
        <pc:sldMkLst>
          <pc:docMk/>
          <pc:sldMk cId="1002229531" sldId="2147469909"/>
        </pc:sldMkLst>
        <pc:spChg chg="mod">
          <ac:chgData name="Dave Davis" userId="fd522001-6230-4aa2-a06d-dff260ca34ee" providerId="ADAL" clId="{DC8A6909-7990-4689-BF48-34A459C6DEA8}" dt="2026-04-27T16:44:48.495" v="56"/>
          <ac:spMkLst>
            <pc:docMk/>
            <pc:sldMk cId="1002229531" sldId="2147469909"/>
            <ac:spMk id="2" creationId="{5ACE8B7E-820F-AEF5-84CC-3E3F2AF80E89}"/>
          </ac:spMkLst>
        </pc:spChg>
        <pc:spChg chg="del">
          <ac:chgData name="Dave Davis" userId="fd522001-6230-4aa2-a06d-dff260ca34ee" providerId="ADAL" clId="{DC8A6909-7990-4689-BF48-34A459C6DEA8}" dt="2026-04-27T16:45:03.431" v="57" actId="478"/>
          <ac:spMkLst>
            <pc:docMk/>
            <pc:sldMk cId="1002229531" sldId="2147469909"/>
            <ac:spMk id="3" creationId="{7437A5D8-9CE8-1793-7E82-C3D233C293E0}"/>
          </ac:spMkLst>
        </pc:spChg>
        <pc:spChg chg="add mod ord">
          <ac:chgData name="Dave Davis" userId="fd522001-6230-4aa2-a06d-dff260ca34ee" providerId="ADAL" clId="{DC8A6909-7990-4689-BF48-34A459C6DEA8}" dt="2026-04-28T14:19:37.972" v="664" actId="13244"/>
          <ac:spMkLst>
            <pc:docMk/>
            <pc:sldMk cId="1002229531" sldId="2147469909"/>
            <ac:spMk id="6" creationId="{BF40CCC4-C850-E4D6-87D5-1496A24BF148}"/>
          </ac:spMkLst>
        </pc:spChg>
      </pc:sldChg>
      <pc:sldChg chg="del">
        <pc:chgData name="Dave Davis" userId="fd522001-6230-4aa2-a06d-dff260ca34ee" providerId="ADAL" clId="{DC8A6909-7990-4689-BF48-34A459C6DEA8}" dt="2026-04-27T17:03:16.969" v="165" actId="47"/>
        <pc:sldMkLst>
          <pc:docMk/>
          <pc:sldMk cId="1091338236" sldId="2147469910"/>
        </pc:sldMkLst>
      </pc:sldChg>
      <pc:sldChg chg="addSp delSp modSp mod modNotes">
        <pc:chgData name="Dave Davis" userId="fd522001-6230-4aa2-a06d-dff260ca34ee" providerId="ADAL" clId="{DC8A6909-7990-4689-BF48-34A459C6DEA8}" dt="2026-04-28T14:20:20.823" v="667" actId="13244"/>
        <pc:sldMkLst>
          <pc:docMk/>
          <pc:sldMk cId="1089205053" sldId="2147469911"/>
        </pc:sldMkLst>
        <pc:spChg chg="mod">
          <ac:chgData name="Dave Davis" userId="fd522001-6230-4aa2-a06d-dff260ca34ee" providerId="ADAL" clId="{DC8A6909-7990-4689-BF48-34A459C6DEA8}" dt="2026-04-27T17:13:28.370" v="176"/>
          <ac:spMkLst>
            <pc:docMk/>
            <pc:sldMk cId="1089205053" sldId="2147469911"/>
            <ac:spMk id="2" creationId="{BDFC01FE-DD62-EBC0-BDA6-B81766EF8B9B}"/>
          </ac:spMkLst>
        </pc:spChg>
        <pc:spChg chg="del">
          <ac:chgData name="Dave Davis" userId="fd522001-6230-4aa2-a06d-dff260ca34ee" providerId="ADAL" clId="{DC8A6909-7990-4689-BF48-34A459C6DEA8}" dt="2026-04-27T17:13:35.349" v="177" actId="478"/>
          <ac:spMkLst>
            <pc:docMk/>
            <pc:sldMk cId="1089205053" sldId="2147469911"/>
            <ac:spMk id="3" creationId="{9E4CF9E7-E28D-711B-C853-CED95B8DE368}"/>
          </ac:spMkLst>
        </pc:spChg>
        <pc:spChg chg="add mod ord">
          <ac:chgData name="Dave Davis" userId="fd522001-6230-4aa2-a06d-dff260ca34ee" providerId="ADAL" clId="{DC8A6909-7990-4689-BF48-34A459C6DEA8}" dt="2026-04-28T14:20:20.823" v="667" actId="13244"/>
          <ac:spMkLst>
            <pc:docMk/>
            <pc:sldMk cId="1089205053" sldId="2147469911"/>
            <ac:spMk id="6" creationId="{BFA4885B-93BE-703E-8C58-08C25D3C2764}"/>
          </ac:spMkLst>
        </pc:spChg>
      </pc:sldChg>
      <pc:sldChg chg="addSp delSp modSp mod modNotes">
        <pc:chgData name="Dave Davis" userId="fd522001-6230-4aa2-a06d-dff260ca34ee" providerId="ADAL" clId="{DC8A6909-7990-4689-BF48-34A459C6DEA8}" dt="2026-04-28T14:17:35.863" v="624" actId="962"/>
        <pc:sldMkLst>
          <pc:docMk/>
          <pc:sldMk cId="4058804095" sldId="2147469912"/>
        </pc:sldMkLst>
        <pc:spChg chg="mod">
          <ac:chgData name="Dave Davis" userId="fd522001-6230-4aa2-a06d-dff260ca34ee" providerId="ADAL" clId="{DC8A6909-7990-4689-BF48-34A459C6DEA8}" dt="2026-04-27T18:30:30.758" v="548"/>
          <ac:spMkLst>
            <pc:docMk/>
            <pc:sldMk cId="4058804095" sldId="2147469912"/>
            <ac:spMk id="2" creationId="{B55695D0-9E8F-B5A0-A652-ABF56C6400DD}"/>
          </ac:spMkLst>
        </pc:spChg>
        <pc:spChg chg="del">
          <ac:chgData name="Dave Davis" userId="fd522001-6230-4aa2-a06d-dff260ca34ee" providerId="ADAL" clId="{DC8A6909-7990-4689-BF48-34A459C6DEA8}" dt="2026-04-27T18:30:35.497" v="549" actId="478"/>
          <ac:spMkLst>
            <pc:docMk/>
            <pc:sldMk cId="4058804095" sldId="2147469912"/>
            <ac:spMk id="3" creationId="{EB27CE07-8320-84CB-9FE4-73D43B79BA42}"/>
          </ac:spMkLst>
        </pc:spChg>
        <pc:spChg chg="add mod">
          <ac:chgData name="Dave Davis" userId="fd522001-6230-4aa2-a06d-dff260ca34ee" providerId="ADAL" clId="{DC8A6909-7990-4689-BF48-34A459C6DEA8}" dt="2026-04-28T14:17:35.853" v="621" actId="962"/>
          <ac:spMkLst>
            <pc:docMk/>
            <pc:sldMk cId="4058804095" sldId="2147469912"/>
            <ac:spMk id="7" creationId="{A300DD4B-E53B-AA35-3E58-AD12B8025BBA}"/>
          </ac:spMkLst>
        </pc:spChg>
        <pc:spChg chg="add mod">
          <ac:chgData name="Dave Davis" userId="fd522001-6230-4aa2-a06d-dff260ca34ee" providerId="ADAL" clId="{DC8A6909-7990-4689-BF48-34A459C6DEA8}" dt="2026-04-28T14:17:35.857" v="622" actId="962"/>
          <ac:spMkLst>
            <pc:docMk/>
            <pc:sldMk cId="4058804095" sldId="2147469912"/>
            <ac:spMk id="9" creationId="{8D5C5507-9305-9C5F-934E-AAA4CB0488A9}"/>
          </ac:spMkLst>
        </pc:spChg>
        <pc:spChg chg="add">
          <ac:chgData name="Dave Davis" userId="fd522001-6230-4aa2-a06d-dff260ca34ee" providerId="ADAL" clId="{DC8A6909-7990-4689-BF48-34A459C6DEA8}" dt="2026-04-27T18:33:25.118" v="550" actId="22"/>
          <ac:spMkLst>
            <pc:docMk/>
            <pc:sldMk cId="4058804095" sldId="2147469912"/>
            <ac:spMk id="11" creationId="{42186187-6B2A-17BE-BF33-5374BE3E578D}"/>
          </ac:spMkLst>
        </pc:spChg>
        <pc:spChg chg="add">
          <ac:chgData name="Dave Davis" userId="fd522001-6230-4aa2-a06d-dff260ca34ee" providerId="ADAL" clId="{DC8A6909-7990-4689-BF48-34A459C6DEA8}" dt="2026-04-27T18:33:25.118" v="550" actId="22"/>
          <ac:spMkLst>
            <pc:docMk/>
            <pc:sldMk cId="4058804095" sldId="2147469912"/>
            <ac:spMk id="13" creationId="{E681B839-5E4D-0FF9-743C-34E56614F608}"/>
          </ac:spMkLst>
        </pc:spChg>
        <pc:spChg chg="add">
          <ac:chgData name="Dave Davis" userId="fd522001-6230-4aa2-a06d-dff260ca34ee" providerId="ADAL" clId="{DC8A6909-7990-4689-BF48-34A459C6DEA8}" dt="2026-04-27T18:33:25.118" v="550" actId="22"/>
          <ac:spMkLst>
            <pc:docMk/>
            <pc:sldMk cId="4058804095" sldId="2147469912"/>
            <ac:spMk id="15" creationId="{194A30FE-CB8E-D6F3-71BF-DA084CDC9C88}"/>
          </ac:spMkLst>
        </pc:spChg>
        <pc:spChg chg="add mod">
          <ac:chgData name="Dave Davis" userId="fd522001-6230-4aa2-a06d-dff260ca34ee" providerId="ADAL" clId="{DC8A6909-7990-4689-BF48-34A459C6DEA8}" dt="2026-04-28T14:17:35.859" v="623" actId="962"/>
          <ac:spMkLst>
            <pc:docMk/>
            <pc:sldMk cId="4058804095" sldId="2147469912"/>
            <ac:spMk id="17" creationId="{3941A68D-B2BE-7EFA-7D56-431538CAE509}"/>
          </ac:spMkLst>
        </pc:spChg>
        <pc:spChg chg="add mod">
          <ac:chgData name="Dave Davis" userId="fd522001-6230-4aa2-a06d-dff260ca34ee" providerId="ADAL" clId="{DC8A6909-7990-4689-BF48-34A459C6DEA8}" dt="2026-04-28T14:17:35.863" v="624" actId="962"/>
          <ac:spMkLst>
            <pc:docMk/>
            <pc:sldMk cId="4058804095" sldId="2147469912"/>
            <ac:spMk id="19" creationId="{13EBA9D1-7EBC-BF08-2E27-CAF14858A7D6}"/>
          </ac:spMkLst>
        </pc:spChg>
        <pc:spChg chg="add">
          <ac:chgData name="Dave Davis" userId="fd522001-6230-4aa2-a06d-dff260ca34ee" providerId="ADAL" clId="{DC8A6909-7990-4689-BF48-34A459C6DEA8}" dt="2026-04-27T18:33:25.118" v="550" actId="22"/>
          <ac:spMkLst>
            <pc:docMk/>
            <pc:sldMk cId="4058804095" sldId="2147469912"/>
            <ac:spMk id="21" creationId="{41CC4503-3667-0E1C-42A7-A57CC8C3E75E}"/>
          </ac:spMkLst>
        </pc:spChg>
        <pc:spChg chg="add">
          <ac:chgData name="Dave Davis" userId="fd522001-6230-4aa2-a06d-dff260ca34ee" providerId="ADAL" clId="{DC8A6909-7990-4689-BF48-34A459C6DEA8}" dt="2026-04-27T18:33:25.118" v="550" actId="22"/>
          <ac:spMkLst>
            <pc:docMk/>
            <pc:sldMk cId="4058804095" sldId="2147469912"/>
            <ac:spMk id="23" creationId="{21C01948-FD01-9D76-5DAB-6DF2081D30B3}"/>
          </ac:spMkLst>
        </pc:spChg>
        <pc:spChg chg="add">
          <ac:chgData name="Dave Davis" userId="fd522001-6230-4aa2-a06d-dff260ca34ee" providerId="ADAL" clId="{DC8A6909-7990-4689-BF48-34A459C6DEA8}" dt="2026-04-27T18:33:25.118" v="550" actId="22"/>
          <ac:spMkLst>
            <pc:docMk/>
            <pc:sldMk cId="4058804095" sldId="2147469912"/>
            <ac:spMk id="25" creationId="{8C01702E-AB63-F991-27F6-6A0E8E989B9F}"/>
          </ac:spMkLst>
        </pc:spChg>
      </pc:sldChg>
      <pc:sldChg chg="add del">
        <pc:chgData name="Dave Davis" userId="fd522001-6230-4aa2-a06d-dff260ca34ee" providerId="ADAL" clId="{DC8A6909-7990-4689-BF48-34A459C6DEA8}" dt="2026-04-27T18:44:26.884" v="563" actId="47"/>
        <pc:sldMkLst>
          <pc:docMk/>
          <pc:sldMk cId="2547791689" sldId="2147469913"/>
        </pc:sldMkLst>
      </pc:sldChg>
      <pc:sldChg chg="addSp delSp modSp new mod modNotes">
        <pc:chgData name="Dave Davis" userId="fd522001-6230-4aa2-a06d-dff260ca34ee" providerId="ADAL" clId="{DC8A6909-7990-4689-BF48-34A459C6DEA8}" dt="2026-04-28T14:20:15.201" v="666" actId="13244"/>
        <pc:sldMkLst>
          <pc:docMk/>
          <pc:sldMk cId="2013948781" sldId="2147469914"/>
        </pc:sldMkLst>
        <pc:spChg chg="mod">
          <ac:chgData name="Dave Davis" userId="fd522001-6230-4aa2-a06d-dff260ca34ee" providerId="ADAL" clId="{DC8A6909-7990-4689-BF48-34A459C6DEA8}" dt="2026-04-27T16:52:58.643" v="113"/>
          <ac:spMkLst>
            <pc:docMk/>
            <pc:sldMk cId="2013948781" sldId="2147469914"/>
            <ac:spMk id="2" creationId="{75EC08E1-0C8D-DDF3-BDF4-B5E7637F3DF0}"/>
          </ac:spMkLst>
        </pc:spChg>
        <pc:spChg chg="mod ord">
          <ac:chgData name="Dave Davis" userId="fd522001-6230-4aa2-a06d-dff260ca34ee" providerId="ADAL" clId="{DC8A6909-7990-4689-BF48-34A459C6DEA8}" dt="2026-04-28T14:20:15.201" v="666" actId="13244"/>
          <ac:spMkLst>
            <pc:docMk/>
            <pc:sldMk cId="2013948781" sldId="2147469914"/>
            <ac:spMk id="3" creationId="{E116C87F-B064-C74D-7F68-A95FA99799A6}"/>
          </ac:spMkLst>
        </pc:spChg>
        <pc:spChg chg="add del">
          <ac:chgData name="Dave Davis" userId="fd522001-6230-4aa2-a06d-dff260ca34ee" providerId="ADAL" clId="{DC8A6909-7990-4689-BF48-34A459C6DEA8}" dt="2026-04-27T16:39:36.840" v="37" actId="22"/>
          <ac:spMkLst>
            <pc:docMk/>
            <pc:sldMk cId="2013948781" sldId="2147469914"/>
            <ac:spMk id="7" creationId="{15EFD635-F9B8-0323-A0C5-12362312A528}"/>
          </ac:spMkLst>
        </pc:spChg>
        <pc:spChg chg="add mod ord">
          <ac:chgData name="Dave Davis" userId="fd522001-6230-4aa2-a06d-dff260ca34ee" providerId="ADAL" clId="{DC8A6909-7990-4689-BF48-34A459C6DEA8}" dt="2026-04-28T14:19:48.575" v="665" actId="13244"/>
          <ac:spMkLst>
            <pc:docMk/>
            <pc:sldMk cId="2013948781" sldId="2147469914"/>
            <ac:spMk id="8" creationId="{691A8276-0FFE-08FA-4E13-D7DD28288912}"/>
          </ac:spMkLst>
        </pc:spChg>
      </pc:sldChg>
      <pc:sldChg chg="modSp add mod modNotes modNotesTx">
        <pc:chgData name="Dave Davis" userId="fd522001-6230-4aa2-a06d-dff260ca34ee" providerId="ADAL" clId="{DC8A6909-7990-4689-BF48-34A459C6DEA8}" dt="2026-04-27T18:54:43.718" v="571" actId="6549"/>
        <pc:sldMkLst>
          <pc:docMk/>
          <pc:sldMk cId="2223522999" sldId="2147469915"/>
        </pc:sldMkLst>
        <pc:spChg chg="mod">
          <ac:chgData name="Dave Davis" userId="fd522001-6230-4aa2-a06d-dff260ca34ee" providerId="ADAL" clId="{DC8A6909-7990-4689-BF48-34A459C6DEA8}" dt="2026-04-27T16:35:04.318" v="32" actId="14100"/>
          <ac:spMkLst>
            <pc:docMk/>
            <pc:sldMk cId="2223522999" sldId="2147469915"/>
            <ac:spMk id="2" creationId="{ABDEA9D8-88DB-7C7F-25A1-6834306270C6}"/>
          </ac:spMkLst>
        </pc:spChg>
        <pc:spChg chg="mod">
          <ac:chgData name="Dave Davis" userId="fd522001-6230-4aa2-a06d-dff260ca34ee" providerId="ADAL" clId="{DC8A6909-7990-4689-BF48-34A459C6DEA8}" dt="2026-04-27T16:35:09.371" v="33" actId="14100"/>
          <ac:spMkLst>
            <pc:docMk/>
            <pc:sldMk cId="2223522999" sldId="2147469915"/>
            <ac:spMk id="5" creationId="{808ACC5F-1576-A7CC-1A27-A95CD1204231}"/>
          </ac:spMkLst>
        </pc:spChg>
      </pc:sldChg>
      <pc:sldChg chg="modSp add mod modNotes modNotesTx">
        <pc:chgData name="Dave Davis" userId="fd522001-6230-4aa2-a06d-dff260ca34ee" providerId="ADAL" clId="{DC8A6909-7990-4689-BF48-34A459C6DEA8}" dt="2026-04-27T18:54:48.419" v="572" actId="6549"/>
        <pc:sldMkLst>
          <pc:docMk/>
          <pc:sldMk cId="3539808566" sldId="2147469916"/>
        </pc:sldMkLst>
        <pc:spChg chg="mod">
          <ac:chgData name="Dave Davis" userId="fd522001-6230-4aa2-a06d-dff260ca34ee" providerId="ADAL" clId="{DC8A6909-7990-4689-BF48-34A459C6DEA8}" dt="2026-04-27T16:40:27.642" v="42" actId="20577"/>
          <ac:spMkLst>
            <pc:docMk/>
            <pc:sldMk cId="3539808566" sldId="2147469916"/>
            <ac:spMk id="2" creationId="{AFA42BAE-D3A4-6B1B-0BCA-5F6650AB1AD6}"/>
          </ac:spMkLst>
        </pc:spChg>
        <pc:spChg chg="mod">
          <ac:chgData name="Dave Davis" userId="fd522001-6230-4aa2-a06d-dff260ca34ee" providerId="ADAL" clId="{DC8A6909-7990-4689-BF48-34A459C6DEA8}" dt="2026-04-27T16:40:10.200" v="39"/>
          <ac:spMkLst>
            <pc:docMk/>
            <pc:sldMk cId="3539808566" sldId="2147469916"/>
            <ac:spMk id="5" creationId="{AB1682A3-6F6D-F4AD-DF49-B22A9D0C37C0}"/>
          </ac:spMkLst>
        </pc:spChg>
      </pc:sldChg>
      <pc:sldChg chg="addSp delSp modSp add mod modNotes modNotesTx">
        <pc:chgData name="Dave Davis" userId="fd522001-6230-4aa2-a06d-dff260ca34ee" providerId="ADAL" clId="{DC8A6909-7990-4689-BF48-34A459C6DEA8}" dt="2026-04-27T19:17:19.744" v="590" actId="6549"/>
        <pc:sldMkLst>
          <pc:docMk/>
          <pc:sldMk cId="1744124935" sldId="2147469917"/>
        </pc:sldMkLst>
        <pc:spChg chg="mod">
          <ac:chgData name="Dave Davis" userId="fd522001-6230-4aa2-a06d-dff260ca34ee" providerId="ADAL" clId="{DC8A6909-7990-4689-BF48-34A459C6DEA8}" dt="2026-04-27T16:41:22.292" v="45"/>
          <ac:spMkLst>
            <pc:docMk/>
            <pc:sldMk cId="1744124935" sldId="2147469917"/>
            <ac:spMk id="2" creationId="{26CC884E-4112-A30B-D48B-E7142AA73453}"/>
          </ac:spMkLst>
        </pc:spChg>
        <pc:spChg chg="add del">
          <ac:chgData name="Dave Davis" userId="fd522001-6230-4aa2-a06d-dff260ca34ee" providerId="ADAL" clId="{DC8A6909-7990-4689-BF48-34A459C6DEA8}" dt="2026-04-27T16:41:31.364" v="47" actId="22"/>
          <ac:spMkLst>
            <pc:docMk/>
            <pc:sldMk cId="1744124935" sldId="2147469917"/>
            <ac:spMk id="4" creationId="{E4BF3DA2-F198-C1DA-BFD4-1BB3ABB58DD5}"/>
          </ac:spMkLst>
        </pc:spChg>
        <pc:spChg chg="mod">
          <ac:chgData name="Dave Davis" userId="fd522001-6230-4aa2-a06d-dff260ca34ee" providerId="ADAL" clId="{DC8A6909-7990-4689-BF48-34A459C6DEA8}" dt="2026-04-27T16:41:09.326" v="44"/>
          <ac:spMkLst>
            <pc:docMk/>
            <pc:sldMk cId="1744124935" sldId="2147469917"/>
            <ac:spMk id="5" creationId="{380F7DF8-5067-A5F3-4387-E575DCABD7D3}"/>
          </ac:spMkLst>
        </pc:spChg>
      </pc:sldChg>
      <pc:sldChg chg="modSp add mod modNotes modNotesTx">
        <pc:chgData name="Dave Davis" userId="fd522001-6230-4aa2-a06d-dff260ca34ee" providerId="ADAL" clId="{DC8A6909-7990-4689-BF48-34A459C6DEA8}" dt="2026-04-27T19:17:29.596" v="591" actId="6549"/>
        <pc:sldMkLst>
          <pc:docMk/>
          <pc:sldMk cId="4029762406" sldId="2147469918"/>
        </pc:sldMkLst>
        <pc:spChg chg="mod">
          <ac:chgData name="Dave Davis" userId="fd522001-6230-4aa2-a06d-dff260ca34ee" providerId="ADAL" clId="{DC8A6909-7990-4689-BF48-34A459C6DEA8}" dt="2026-04-27T16:42:20.049" v="51" actId="20577"/>
          <ac:spMkLst>
            <pc:docMk/>
            <pc:sldMk cId="4029762406" sldId="2147469918"/>
            <ac:spMk id="2" creationId="{7DC2AB86-C674-F182-A783-27772FFE1A1F}"/>
          </ac:spMkLst>
        </pc:spChg>
        <pc:spChg chg="mod">
          <ac:chgData name="Dave Davis" userId="fd522001-6230-4aa2-a06d-dff260ca34ee" providerId="ADAL" clId="{DC8A6909-7990-4689-BF48-34A459C6DEA8}" dt="2026-04-27T16:42:01.629" v="49"/>
          <ac:spMkLst>
            <pc:docMk/>
            <pc:sldMk cId="4029762406" sldId="2147469918"/>
            <ac:spMk id="5" creationId="{552FD881-7F59-2898-D2A3-77680F224F65}"/>
          </ac:spMkLst>
        </pc:spChg>
      </pc:sldChg>
      <pc:sldChg chg="addSp delSp modSp new del mod">
        <pc:chgData name="Dave Davis" userId="fd522001-6230-4aa2-a06d-dff260ca34ee" providerId="ADAL" clId="{DC8A6909-7990-4689-BF48-34A459C6DEA8}" dt="2026-04-27T17:07:59.061" v="175" actId="47"/>
        <pc:sldMkLst>
          <pc:docMk/>
          <pc:sldMk cId="574137086" sldId="2147469919"/>
        </pc:sldMkLst>
        <pc:spChg chg="mod">
          <ac:chgData name="Dave Davis" userId="fd522001-6230-4aa2-a06d-dff260ca34ee" providerId="ADAL" clId="{DC8A6909-7990-4689-BF48-34A459C6DEA8}" dt="2026-04-27T16:47:30.754" v="75"/>
          <ac:spMkLst>
            <pc:docMk/>
            <pc:sldMk cId="574137086" sldId="2147469919"/>
            <ac:spMk id="2" creationId="{DE56B1A3-DDCB-7483-1C82-752ABBE08150}"/>
          </ac:spMkLst>
        </pc:spChg>
        <pc:spChg chg="del">
          <ac:chgData name="Dave Davis" userId="fd522001-6230-4aa2-a06d-dff260ca34ee" providerId="ADAL" clId="{DC8A6909-7990-4689-BF48-34A459C6DEA8}" dt="2026-04-27T16:47:50.451" v="76" actId="478"/>
          <ac:spMkLst>
            <pc:docMk/>
            <pc:sldMk cId="574137086" sldId="2147469919"/>
            <ac:spMk id="3" creationId="{FF3886F4-E6CA-9A81-BBAA-8EA4F7E1CE89}"/>
          </ac:spMkLst>
        </pc:spChg>
        <pc:spChg chg="add mod">
          <ac:chgData name="Dave Davis" userId="fd522001-6230-4aa2-a06d-dff260ca34ee" providerId="ADAL" clId="{DC8A6909-7990-4689-BF48-34A459C6DEA8}" dt="2026-04-27T16:50:04.257" v="87" actId="207"/>
          <ac:spMkLst>
            <pc:docMk/>
            <pc:sldMk cId="574137086" sldId="2147469919"/>
            <ac:spMk id="6" creationId="{FA575551-E0FC-77E0-4336-99A8E34DA411}"/>
          </ac:spMkLst>
        </pc:spChg>
        <pc:spChg chg="add mod">
          <ac:chgData name="Dave Davis" userId="fd522001-6230-4aa2-a06d-dff260ca34ee" providerId="ADAL" clId="{DC8A6909-7990-4689-BF48-34A459C6DEA8}" dt="2026-04-27T16:51:00.472" v="96" actId="207"/>
          <ac:spMkLst>
            <pc:docMk/>
            <pc:sldMk cId="574137086" sldId="2147469919"/>
            <ac:spMk id="7" creationId="{798F1F36-6E6D-8B1C-D4C6-E6751D432D9F}"/>
          </ac:spMkLst>
        </pc:spChg>
        <pc:spChg chg="add mod">
          <ac:chgData name="Dave Davis" userId="fd522001-6230-4aa2-a06d-dff260ca34ee" providerId="ADAL" clId="{DC8A6909-7990-4689-BF48-34A459C6DEA8}" dt="2026-04-27T17:07:38.429" v="173" actId="1076"/>
          <ac:spMkLst>
            <pc:docMk/>
            <pc:sldMk cId="574137086" sldId="2147469919"/>
            <ac:spMk id="8" creationId="{F5B2271E-0E8E-7677-0689-3C8173BF39C5}"/>
          </ac:spMkLst>
        </pc:spChg>
      </pc:sldChg>
      <pc:sldChg chg="addSp delSp modSp add mod modNotes">
        <pc:chgData name="Dave Davis" userId="fd522001-6230-4aa2-a06d-dff260ca34ee" providerId="ADAL" clId="{DC8A6909-7990-4689-BF48-34A459C6DEA8}" dt="2026-04-28T14:23:53.191" v="673" actId="33553"/>
        <pc:sldMkLst>
          <pc:docMk/>
          <pc:sldMk cId="0" sldId="2147469920"/>
        </pc:sldMkLst>
        <pc:spChg chg="del">
          <ac:chgData name="Dave Davis" userId="fd522001-6230-4aa2-a06d-dff260ca34ee" providerId="ADAL" clId="{DC8A6909-7990-4689-BF48-34A459C6DEA8}" dt="2026-04-27T17:01:42.523" v="157" actId="478"/>
          <ac:spMkLst>
            <pc:docMk/>
            <pc:sldMk cId="0" sldId="2147469920"/>
            <ac:spMk id="2" creationId="{00000000-0000-0000-0000-000000000000}"/>
          </ac:spMkLst>
        </pc:spChg>
        <pc:spChg chg="del">
          <ac:chgData name="Dave Davis" userId="fd522001-6230-4aa2-a06d-dff260ca34ee" providerId="ADAL" clId="{DC8A6909-7990-4689-BF48-34A459C6DEA8}" dt="2026-04-27T17:01:38.237" v="156" actId="478"/>
          <ac:spMkLst>
            <pc:docMk/>
            <pc:sldMk cId="0" sldId="2147469920"/>
            <ac:spMk id="3" creationId="{00000000-0000-0000-0000-000000000000}"/>
          </ac:spMkLst>
        </pc:spChg>
        <pc:spChg chg="mod">
          <ac:chgData name="Dave Davis" userId="fd522001-6230-4aa2-a06d-dff260ca34ee" providerId="ADAL" clId="{DC8A6909-7990-4689-BF48-34A459C6DEA8}" dt="2026-04-28T14:23:53.191" v="673" actId="33553"/>
          <ac:spMkLst>
            <pc:docMk/>
            <pc:sldMk cId="0" sldId="2147469920"/>
            <ac:spMk id="4" creationId="{00000000-0000-0000-0000-000000000000}"/>
          </ac:spMkLst>
        </pc:spChg>
        <pc:spChg chg="del mod">
          <ac:chgData name="Dave Davis" userId="fd522001-6230-4aa2-a06d-dff260ca34ee" providerId="ADAL" clId="{DC8A6909-7990-4689-BF48-34A459C6DEA8}" dt="2026-04-27T19:03:32.714" v="585" actId="26606"/>
          <ac:spMkLst>
            <pc:docMk/>
            <pc:sldMk cId="0" sldId="2147469920"/>
            <ac:spMk id="5" creationId="{00000000-0000-0000-0000-000000000000}"/>
          </ac:spMkLst>
        </pc:spChg>
        <pc:spChg chg="del">
          <ac:chgData name="Dave Davis" userId="fd522001-6230-4aa2-a06d-dff260ca34ee" providerId="ADAL" clId="{DC8A6909-7990-4689-BF48-34A459C6DEA8}" dt="2026-04-27T18:59:18.642" v="584" actId="478"/>
          <ac:spMkLst>
            <pc:docMk/>
            <pc:sldMk cId="0" sldId="2147469920"/>
            <ac:spMk id="6" creationId="{00000000-0000-0000-0000-000000000000}"/>
          </ac:spMkLst>
        </pc:spChg>
        <pc:spChg chg="del mod">
          <ac:chgData name="Dave Davis" userId="fd522001-6230-4aa2-a06d-dff260ca34ee" providerId="ADAL" clId="{DC8A6909-7990-4689-BF48-34A459C6DEA8}" dt="2026-04-27T18:59:18.642" v="584" actId="478"/>
          <ac:spMkLst>
            <pc:docMk/>
            <pc:sldMk cId="0" sldId="2147469920"/>
            <ac:spMk id="7" creationId="{00000000-0000-0000-0000-000000000000}"/>
          </ac:spMkLst>
        </pc:spChg>
        <pc:spChg chg="del">
          <ac:chgData name="Dave Davis" userId="fd522001-6230-4aa2-a06d-dff260ca34ee" providerId="ADAL" clId="{DC8A6909-7990-4689-BF48-34A459C6DEA8}" dt="2026-04-27T18:59:18.642" v="584" actId="478"/>
          <ac:spMkLst>
            <pc:docMk/>
            <pc:sldMk cId="0" sldId="2147469920"/>
            <ac:spMk id="8" creationId="{00000000-0000-0000-0000-000000000000}"/>
          </ac:spMkLst>
        </pc:spChg>
        <pc:spChg chg="del">
          <ac:chgData name="Dave Davis" userId="fd522001-6230-4aa2-a06d-dff260ca34ee" providerId="ADAL" clId="{DC8A6909-7990-4689-BF48-34A459C6DEA8}" dt="2026-04-27T18:59:18.642" v="584" actId="478"/>
          <ac:spMkLst>
            <pc:docMk/>
            <pc:sldMk cId="0" sldId="2147469920"/>
            <ac:spMk id="9" creationId="{00000000-0000-0000-0000-000000000000}"/>
          </ac:spMkLst>
        </pc:spChg>
        <pc:spChg chg="mod">
          <ac:chgData name="Dave Davis" userId="fd522001-6230-4aa2-a06d-dff260ca34ee" providerId="ADAL" clId="{DC8A6909-7990-4689-BF48-34A459C6DEA8}" dt="2026-04-28T14:17:35.672" v="593" actId="962"/>
          <ac:spMkLst>
            <pc:docMk/>
            <pc:sldMk cId="0" sldId="2147469920"/>
            <ac:spMk id="11" creationId="{00000000-0000-0000-0000-000000000000}"/>
          </ac:spMkLst>
        </pc:spChg>
        <pc:spChg chg="mod">
          <ac:chgData name="Dave Davis" userId="fd522001-6230-4aa2-a06d-dff260ca34ee" providerId="ADAL" clId="{DC8A6909-7990-4689-BF48-34A459C6DEA8}" dt="2026-04-27T19:03:32.714" v="585" actId="26606"/>
          <ac:spMkLst>
            <pc:docMk/>
            <pc:sldMk cId="0" sldId="2147469920"/>
            <ac:spMk id="12" creationId="{00000000-0000-0000-0000-000000000000}"/>
          </ac:spMkLst>
        </pc:spChg>
        <pc:spChg chg="add">
          <ac:chgData name="Dave Davis" userId="fd522001-6230-4aa2-a06d-dff260ca34ee" providerId="ADAL" clId="{DC8A6909-7990-4689-BF48-34A459C6DEA8}" dt="2026-04-27T19:03:32.714" v="585" actId="26606"/>
          <ac:spMkLst>
            <pc:docMk/>
            <pc:sldMk cId="0" sldId="2147469920"/>
            <ac:spMk id="20" creationId="{00000000-0000-0000-0000-000000000000}"/>
          </ac:spMkLst>
        </pc:spChg>
        <pc:spChg chg="add mod">
          <ac:chgData name="Dave Davis" userId="fd522001-6230-4aa2-a06d-dff260ca34ee" providerId="ADAL" clId="{DC8A6909-7990-4689-BF48-34A459C6DEA8}" dt="2026-04-27T19:06:20.032" v="586" actId="26606"/>
          <ac:spMkLst>
            <pc:docMk/>
            <pc:sldMk cId="0" sldId="2147469920"/>
            <ac:spMk id="22" creationId="{00000000-0000-0000-0000-000000000000}"/>
          </ac:spMkLst>
        </pc:spChg>
        <pc:spChg chg="add">
          <ac:chgData name="Dave Davis" userId="fd522001-6230-4aa2-a06d-dff260ca34ee" providerId="ADAL" clId="{DC8A6909-7990-4689-BF48-34A459C6DEA8}" dt="2026-04-27T19:03:32.714" v="585" actId="26606"/>
          <ac:spMkLst>
            <pc:docMk/>
            <pc:sldMk cId="0" sldId="2147469920"/>
            <ac:spMk id="30" creationId="{00000000-0000-0000-0000-000000000000}"/>
          </ac:spMkLst>
        </pc:spChg>
        <pc:spChg chg="add">
          <ac:chgData name="Dave Davis" userId="fd522001-6230-4aa2-a06d-dff260ca34ee" providerId="ADAL" clId="{DC8A6909-7990-4689-BF48-34A459C6DEA8}" dt="2026-04-27T19:03:32.714" v="585" actId="26606"/>
          <ac:spMkLst>
            <pc:docMk/>
            <pc:sldMk cId="0" sldId="2147469920"/>
            <ac:spMk id="31" creationId="{00000000-0000-0000-0000-000000000000}"/>
          </ac:spMkLst>
        </pc:spChg>
        <pc:spChg chg="mod">
          <ac:chgData name="Dave Davis" userId="fd522001-6230-4aa2-a06d-dff260ca34ee" providerId="ADAL" clId="{DC8A6909-7990-4689-BF48-34A459C6DEA8}" dt="2026-04-27T19:06:20.032" v="586" actId="26606"/>
          <ac:spMkLst>
            <pc:docMk/>
            <pc:sldMk cId="0" sldId="2147469920"/>
            <ac:spMk id="32" creationId="{00000000-0000-0000-0000-000000000000}"/>
          </ac:spMkLst>
        </pc:spChg>
        <pc:spChg chg="add">
          <ac:chgData name="Dave Davis" userId="fd522001-6230-4aa2-a06d-dff260ca34ee" providerId="ADAL" clId="{DC8A6909-7990-4689-BF48-34A459C6DEA8}" dt="2026-04-27T19:03:32.714" v="585" actId="26606"/>
          <ac:spMkLst>
            <pc:docMk/>
            <pc:sldMk cId="0" sldId="2147469920"/>
            <ac:spMk id="40" creationId="{00000000-0000-0000-0000-000000000000}"/>
          </ac:spMkLst>
        </pc:spChg>
        <pc:spChg chg="add">
          <ac:chgData name="Dave Davis" userId="fd522001-6230-4aa2-a06d-dff260ca34ee" providerId="ADAL" clId="{DC8A6909-7990-4689-BF48-34A459C6DEA8}" dt="2026-04-27T19:03:32.714" v="585" actId="26606"/>
          <ac:spMkLst>
            <pc:docMk/>
            <pc:sldMk cId="0" sldId="2147469920"/>
            <ac:spMk id="41" creationId="{00000000-0000-0000-0000-000000000000}"/>
          </ac:spMkLst>
        </pc:spChg>
        <pc:spChg chg="add mod">
          <ac:chgData name="Dave Davis" userId="fd522001-6230-4aa2-a06d-dff260ca34ee" providerId="ADAL" clId="{DC8A6909-7990-4689-BF48-34A459C6DEA8}" dt="2026-04-27T19:06:20.032" v="586" actId="26606"/>
          <ac:spMkLst>
            <pc:docMk/>
            <pc:sldMk cId="0" sldId="2147469920"/>
            <ac:spMk id="42" creationId="{00000000-0000-0000-0000-000000000000}"/>
          </ac:spMkLst>
        </pc:spChg>
      </pc:sldChg>
      <pc:sldChg chg="addSp delSp modSp add mod modNotes">
        <pc:chgData name="Dave Davis" userId="fd522001-6230-4aa2-a06d-dff260ca34ee" providerId="ADAL" clId="{DC8A6909-7990-4689-BF48-34A459C6DEA8}" dt="2026-04-28T14:23:56.193" v="674" actId="33553"/>
        <pc:sldMkLst>
          <pc:docMk/>
          <pc:sldMk cId="0" sldId="2147469921"/>
        </pc:sldMkLst>
        <pc:spChg chg="del">
          <ac:chgData name="Dave Davis" userId="fd522001-6230-4aa2-a06d-dff260ca34ee" providerId="ADAL" clId="{DC8A6909-7990-4689-BF48-34A459C6DEA8}" dt="2026-04-27T17:01:49.986" v="158" actId="478"/>
          <ac:spMkLst>
            <pc:docMk/>
            <pc:sldMk cId="0" sldId="2147469921"/>
            <ac:spMk id="2" creationId="{00000000-0000-0000-0000-000000000000}"/>
          </ac:spMkLst>
        </pc:spChg>
        <pc:spChg chg="del">
          <ac:chgData name="Dave Davis" userId="fd522001-6230-4aa2-a06d-dff260ca34ee" providerId="ADAL" clId="{DC8A6909-7990-4689-BF48-34A459C6DEA8}" dt="2026-04-27T17:01:49.986" v="158" actId="478"/>
          <ac:spMkLst>
            <pc:docMk/>
            <pc:sldMk cId="0" sldId="2147469921"/>
            <ac:spMk id="3" creationId="{00000000-0000-0000-0000-000000000000}"/>
          </ac:spMkLst>
        </pc:spChg>
        <pc:spChg chg="mod">
          <ac:chgData name="Dave Davis" userId="fd522001-6230-4aa2-a06d-dff260ca34ee" providerId="ADAL" clId="{DC8A6909-7990-4689-BF48-34A459C6DEA8}" dt="2026-04-28T14:23:56.193" v="674" actId="33553"/>
          <ac:spMkLst>
            <pc:docMk/>
            <pc:sldMk cId="0" sldId="2147469921"/>
            <ac:spMk id="4" creationId="{00000000-0000-0000-0000-000000000000}"/>
          </ac:spMkLst>
        </pc:spChg>
        <pc:spChg chg="mod">
          <ac:chgData name="Dave Davis" userId="fd522001-6230-4aa2-a06d-dff260ca34ee" providerId="ADAL" clId="{DC8A6909-7990-4689-BF48-34A459C6DEA8}" dt="2026-04-28T14:17:35.694" v="594" actId="962"/>
          <ac:spMkLst>
            <pc:docMk/>
            <pc:sldMk cId="0" sldId="2147469921"/>
            <ac:spMk id="5" creationId="{00000000-0000-0000-0000-000000000000}"/>
          </ac:spMkLst>
        </pc:spChg>
        <pc:spChg chg="mod">
          <ac:chgData name="Dave Davis" userId="fd522001-6230-4aa2-a06d-dff260ca34ee" providerId="ADAL" clId="{DC8A6909-7990-4689-BF48-34A459C6DEA8}" dt="2026-04-28T14:17:35.698" v="595" actId="962"/>
          <ac:spMkLst>
            <pc:docMk/>
            <pc:sldMk cId="0" sldId="2147469921"/>
            <ac:spMk id="6" creationId="{00000000-0000-0000-0000-000000000000}"/>
          </ac:spMkLst>
        </pc:spChg>
        <pc:spChg chg="mod">
          <ac:chgData name="Dave Davis" userId="fd522001-6230-4aa2-a06d-dff260ca34ee" providerId="ADAL" clId="{DC8A6909-7990-4689-BF48-34A459C6DEA8}" dt="2026-04-27T19:12:07.149" v="588" actId="26606"/>
          <ac:spMkLst>
            <pc:docMk/>
            <pc:sldMk cId="0" sldId="2147469921"/>
            <ac:spMk id="9" creationId="{00000000-0000-0000-0000-000000000000}"/>
          </ac:spMkLst>
        </pc:spChg>
        <pc:spChg chg="mod">
          <ac:chgData name="Dave Davis" userId="fd522001-6230-4aa2-a06d-dff260ca34ee" providerId="ADAL" clId="{DC8A6909-7990-4689-BF48-34A459C6DEA8}" dt="2026-04-28T14:17:35.701" v="596" actId="962"/>
          <ac:spMkLst>
            <pc:docMk/>
            <pc:sldMk cId="0" sldId="2147469921"/>
            <ac:spMk id="10" creationId="{00000000-0000-0000-0000-000000000000}"/>
          </ac:spMkLst>
        </pc:spChg>
        <pc:spChg chg="mod">
          <ac:chgData name="Dave Davis" userId="fd522001-6230-4aa2-a06d-dff260ca34ee" providerId="ADAL" clId="{DC8A6909-7990-4689-BF48-34A459C6DEA8}" dt="2026-04-28T14:17:35.709" v="597" actId="962"/>
          <ac:spMkLst>
            <pc:docMk/>
            <pc:sldMk cId="0" sldId="2147469921"/>
            <ac:spMk id="11" creationId="{00000000-0000-0000-0000-000000000000}"/>
          </ac:spMkLst>
        </pc:spChg>
        <pc:spChg chg="mod">
          <ac:chgData name="Dave Davis" userId="fd522001-6230-4aa2-a06d-dff260ca34ee" providerId="ADAL" clId="{DC8A6909-7990-4689-BF48-34A459C6DEA8}" dt="2026-04-27T19:12:07.149" v="588" actId="26606"/>
          <ac:spMkLst>
            <pc:docMk/>
            <pc:sldMk cId="0" sldId="2147469921"/>
            <ac:spMk id="14" creationId="{00000000-0000-0000-0000-000000000000}"/>
          </ac:spMkLst>
        </pc:spChg>
        <pc:spChg chg="mod">
          <ac:chgData name="Dave Davis" userId="fd522001-6230-4aa2-a06d-dff260ca34ee" providerId="ADAL" clId="{DC8A6909-7990-4689-BF48-34A459C6DEA8}" dt="2026-04-28T14:17:35.712" v="598" actId="962"/>
          <ac:spMkLst>
            <pc:docMk/>
            <pc:sldMk cId="0" sldId="2147469921"/>
            <ac:spMk id="15" creationId="{00000000-0000-0000-0000-000000000000}"/>
          </ac:spMkLst>
        </pc:spChg>
        <pc:spChg chg="mod">
          <ac:chgData name="Dave Davis" userId="fd522001-6230-4aa2-a06d-dff260ca34ee" providerId="ADAL" clId="{DC8A6909-7990-4689-BF48-34A459C6DEA8}" dt="2026-04-28T14:17:35.717" v="599" actId="962"/>
          <ac:spMkLst>
            <pc:docMk/>
            <pc:sldMk cId="0" sldId="2147469921"/>
            <ac:spMk id="16" creationId="{00000000-0000-0000-0000-000000000000}"/>
          </ac:spMkLst>
        </pc:spChg>
        <pc:spChg chg="mod">
          <ac:chgData name="Dave Davis" userId="fd522001-6230-4aa2-a06d-dff260ca34ee" providerId="ADAL" clId="{DC8A6909-7990-4689-BF48-34A459C6DEA8}" dt="2026-04-27T19:12:07.149" v="588" actId="26606"/>
          <ac:spMkLst>
            <pc:docMk/>
            <pc:sldMk cId="0" sldId="2147469921"/>
            <ac:spMk id="19" creationId="{00000000-0000-0000-0000-000000000000}"/>
          </ac:spMkLst>
        </pc:spChg>
        <pc:spChg chg="del">
          <ac:chgData name="Dave Davis" userId="fd522001-6230-4aa2-a06d-dff260ca34ee" providerId="ADAL" clId="{DC8A6909-7990-4689-BF48-34A459C6DEA8}" dt="2026-04-27T18:58:33.458" v="573" actId="478"/>
          <ac:spMkLst>
            <pc:docMk/>
            <pc:sldMk cId="0" sldId="2147469921"/>
            <ac:spMk id="20" creationId="{00000000-0000-0000-0000-000000000000}"/>
          </ac:spMkLst>
        </pc:spChg>
        <pc:spChg chg="del">
          <ac:chgData name="Dave Davis" userId="fd522001-6230-4aa2-a06d-dff260ca34ee" providerId="ADAL" clId="{DC8A6909-7990-4689-BF48-34A459C6DEA8}" dt="2026-04-27T18:58:36.337" v="574" actId="478"/>
          <ac:spMkLst>
            <pc:docMk/>
            <pc:sldMk cId="0" sldId="2147469921"/>
            <ac:spMk id="21" creationId="{00000000-0000-0000-0000-000000000000}"/>
          </ac:spMkLst>
        </pc:spChg>
        <pc:spChg chg="del mod">
          <ac:chgData name="Dave Davis" userId="fd522001-6230-4aa2-a06d-dff260ca34ee" providerId="ADAL" clId="{DC8A6909-7990-4689-BF48-34A459C6DEA8}" dt="2026-04-27T18:58:53.493" v="579" actId="478"/>
          <ac:spMkLst>
            <pc:docMk/>
            <pc:sldMk cId="0" sldId="2147469921"/>
            <ac:spMk id="22" creationId="{00000000-0000-0000-0000-000000000000}"/>
          </ac:spMkLst>
        </pc:spChg>
        <pc:spChg chg="del">
          <ac:chgData name="Dave Davis" userId="fd522001-6230-4aa2-a06d-dff260ca34ee" providerId="ADAL" clId="{DC8A6909-7990-4689-BF48-34A459C6DEA8}" dt="2026-04-27T18:58:40.544" v="575" actId="478"/>
          <ac:spMkLst>
            <pc:docMk/>
            <pc:sldMk cId="0" sldId="2147469921"/>
            <ac:spMk id="23" creationId="{00000000-0000-0000-0000-000000000000}"/>
          </ac:spMkLst>
        </pc:spChg>
        <pc:spChg chg="del">
          <ac:chgData name="Dave Davis" userId="fd522001-6230-4aa2-a06d-dff260ca34ee" providerId="ADAL" clId="{DC8A6909-7990-4689-BF48-34A459C6DEA8}" dt="2026-04-27T18:58:40.544" v="575" actId="478"/>
          <ac:spMkLst>
            <pc:docMk/>
            <pc:sldMk cId="0" sldId="2147469921"/>
            <ac:spMk id="24" creationId="{00000000-0000-0000-0000-000000000000}"/>
          </ac:spMkLst>
        </pc:spChg>
        <pc:spChg chg="del">
          <ac:chgData name="Dave Davis" userId="fd522001-6230-4aa2-a06d-dff260ca34ee" providerId="ADAL" clId="{DC8A6909-7990-4689-BF48-34A459C6DEA8}" dt="2026-04-27T18:58:40.544" v="575" actId="478"/>
          <ac:spMkLst>
            <pc:docMk/>
            <pc:sldMk cId="0" sldId="2147469921"/>
            <ac:spMk id="25" creationId="{00000000-0000-0000-0000-000000000000}"/>
          </ac:spMkLst>
        </pc:spChg>
        <pc:spChg chg="del">
          <ac:chgData name="Dave Davis" userId="fd522001-6230-4aa2-a06d-dff260ca34ee" providerId="ADAL" clId="{DC8A6909-7990-4689-BF48-34A459C6DEA8}" dt="2026-04-27T18:58:40.544" v="575" actId="478"/>
          <ac:spMkLst>
            <pc:docMk/>
            <pc:sldMk cId="0" sldId="2147469921"/>
            <ac:spMk id="26" creationId="{00000000-0000-0000-0000-000000000000}"/>
          </ac:spMkLst>
        </pc:spChg>
        <pc:spChg chg="del">
          <ac:chgData name="Dave Davis" userId="fd522001-6230-4aa2-a06d-dff260ca34ee" providerId="ADAL" clId="{DC8A6909-7990-4689-BF48-34A459C6DEA8}" dt="2026-04-27T19:12:07.149" v="588" actId="26606"/>
          <ac:spMkLst>
            <pc:docMk/>
            <pc:sldMk cId="0" sldId="2147469921"/>
            <ac:spMk id="27" creationId="{00000000-0000-0000-0000-000000000000}"/>
          </ac:spMkLst>
        </pc:spChg>
        <pc:spChg chg="del mod">
          <ac:chgData name="Dave Davis" userId="fd522001-6230-4aa2-a06d-dff260ca34ee" providerId="ADAL" clId="{DC8A6909-7990-4689-BF48-34A459C6DEA8}" dt="2026-04-27T18:58:46.799" v="577" actId="478"/>
          <ac:spMkLst>
            <pc:docMk/>
            <pc:sldMk cId="0" sldId="2147469921"/>
            <ac:spMk id="28" creationId="{00000000-0000-0000-0000-000000000000}"/>
          </ac:spMkLst>
        </pc:spChg>
        <pc:spChg chg="mod">
          <ac:chgData name="Dave Davis" userId="fd522001-6230-4aa2-a06d-dff260ca34ee" providerId="ADAL" clId="{DC8A6909-7990-4689-BF48-34A459C6DEA8}" dt="2026-04-28T14:17:35.729" v="603" actId="962"/>
          <ac:spMkLst>
            <pc:docMk/>
            <pc:sldMk cId="0" sldId="2147469921"/>
            <ac:spMk id="30" creationId="{00000000-0000-0000-0000-000000000000}"/>
          </ac:spMkLst>
        </pc:spChg>
        <pc:spChg chg="add mod">
          <ac:chgData name="Dave Davis" userId="fd522001-6230-4aa2-a06d-dff260ca34ee" providerId="ADAL" clId="{DC8A6909-7990-4689-BF48-34A459C6DEA8}" dt="2026-04-28T14:17:35.720" v="600" actId="962"/>
          <ac:spMkLst>
            <pc:docMk/>
            <pc:sldMk cId="0" sldId="2147469921"/>
            <ac:spMk id="50" creationId="{00000000-0000-0000-0000-000000000000}"/>
          </ac:spMkLst>
        </pc:spChg>
        <pc:spChg chg="add">
          <ac:chgData name="Dave Davis" userId="fd522001-6230-4aa2-a06d-dff260ca34ee" providerId="ADAL" clId="{DC8A6909-7990-4689-BF48-34A459C6DEA8}" dt="2026-04-27T19:12:07.149" v="588" actId="26606"/>
          <ac:spMkLst>
            <pc:docMk/>
            <pc:sldMk cId="0" sldId="2147469921"/>
            <ac:spMk id="51" creationId="{00000000-0000-0000-0000-000000000000}"/>
          </ac:spMkLst>
        </pc:spChg>
        <pc:spChg chg="add mod">
          <ac:chgData name="Dave Davis" userId="fd522001-6230-4aa2-a06d-dff260ca34ee" providerId="ADAL" clId="{DC8A6909-7990-4689-BF48-34A459C6DEA8}" dt="2026-04-28T14:17:35.722" v="601" actId="962"/>
          <ac:spMkLst>
            <pc:docMk/>
            <pc:sldMk cId="0" sldId="2147469921"/>
            <ac:spMk id="52" creationId="{00000000-0000-0000-0000-000000000000}"/>
          </ac:spMkLst>
        </pc:spChg>
        <pc:spChg chg="add">
          <ac:chgData name="Dave Davis" userId="fd522001-6230-4aa2-a06d-dff260ca34ee" providerId="ADAL" clId="{DC8A6909-7990-4689-BF48-34A459C6DEA8}" dt="2026-04-27T19:12:07.149" v="588" actId="26606"/>
          <ac:spMkLst>
            <pc:docMk/>
            <pc:sldMk cId="0" sldId="2147469921"/>
            <ac:spMk id="53" creationId="{00000000-0000-0000-0000-000000000000}"/>
          </ac:spMkLst>
        </pc:spChg>
        <pc:spChg chg="add mod">
          <ac:chgData name="Dave Davis" userId="fd522001-6230-4aa2-a06d-dff260ca34ee" providerId="ADAL" clId="{DC8A6909-7990-4689-BF48-34A459C6DEA8}" dt="2026-04-28T14:17:35.726" v="602" actId="962"/>
          <ac:spMkLst>
            <pc:docMk/>
            <pc:sldMk cId="0" sldId="2147469921"/>
            <ac:spMk id="54" creationId="{00000000-0000-0000-0000-000000000000}"/>
          </ac:spMkLst>
        </pc:spChg>
        <pc:spChg chg="add">
          <ac:chgData name="Dave Davis" userId="fd522001-6230-4aa2-a06d-dff260ca34ee" providerId="ADAL" clId="{DC8A6909-7990-4689-BF48-34A459C6DEA8}" dt="2026-04-27T19:12:07.149" v="588" actId="26606"/>
          <ac:spMkLst>
            <pc:docMk/>
            <pc:sldMk cId="0" sldId="2147469921"/>
            <ac:spMk id="55" creationId="{00000000-0000-0000-0000-000000000000}"/>
          </ac:spMkLst>
        </pc:spChg>
      </pc:sldChg>
      <pc:sldChg chg="delSp modSp add mod modNotes">
        <pc:chgData name="Dave Davis" userId="fd522001-6230-4aa2-a06d-dff260ca34ee" providerId="ADAL" clId="{DC8A6909-7990-4689-BF48-34A459C6DEA8}" dt="2026-04-28T14:17:58.925" v="642" actId="962"/>
        <pc:sldMkLst>
          <pc:docMk/>
          <pc:sldMk cId="3818833473" sldId="2147469922"/>
        </pc:sldMkLst>
        <pc:spChg chg="del">
          <ac:chgData name="Dave Davis" userId="fd522001-6230-4aa2-a06d-dff260ca34ee" providerId="ADAL" clId="{DC8A6909-7990-4689-BF48-34A459C6DEA8}" dt="2026-04-27T17:58:42.128" v="378" actId="478"/>
          <ac:spMkLst>
            <pc:docMk/>
            <pc:sldMk cId="3818833473" sldId="2147469922"/>
            <ac:spMk id="4" creationId="{19429E4A-7966-38BB-6A6C-2AE068E509B0}"/>
          </ac:spMkLst>
        </pc:spChg>
        <pc:spChg chg="mod">
          <ac:chgData name="Dave Davis" userId="fd522001-6230-4aa2-a06d-dff260ca34ee" providerId="ADAL" clId="{DC8A6909-7990-4689-BF48-34A459C6DEA8}" dt="2026-04-27T17:06:25.935" v="167"/>
          <ac:spMkLst>
            <pc:docMk/>
            <pc:sldMk cId="3818833473" sldId="2147469922"/>
            <ac:spMk id="10" creationId="{52DC8FBB-98D7-4D58-1D53-01BD967C5027}"/>
          </ac:spMkLst>
        </pc:spChg>
        <pc:spChg chg="mod">
          <ac:chgData name="Dave Davis" userId="fd522001-6230-4aa2-a06d-dff260ca34ee" providerId="ADAL" clId="{DC8A6909-7990-4689-BF48-34A459C6DEA8}" dt="2026-04-27T17:06:46.182" v="168"/>
          <ac:spMkLst>
            <pc:docMk/>
            <pc:sldMk cId="3818833473" sldId="2147469922"/>
            <ac:spMk id="166" creationId="{707C9086-87C1-4C2F-2292-451F0945F11B}"/>
          </ac:spMkLst>
        </pc:spChg>
        <pc:spChg chg="mod">
          <ac:chgData name="Dave Davis" userId="fd522001-6230-4aa2-a06d-dff260ca34ee" providerId="ADAL" clId="{DC8A6909-7990-4689-BF48-34A459C6DEA8}" dt="2026-04-27T17:07:06.945" v="170" actId="1076"/>
          <ac:spMkLst>
            <pc:docMk/>
            <pc:sldMk cId="3818833473" sldId="2147469922"/>
            <ac:spMk id="262" creationId="{7B92B230-C49D-0039-408B-D1357A2CE65D}"/>
          </ac:spMkLst>
        </pc:spChg>
        <pc:spChg chg="mod">
          <ac:chgData name="Dave Davis" userId="fd522001-6230-4aa2-a06d-dff260ca34ee" providerId="ADAL" clId="{DC8A6909-7990-4689-BF48-34A459C6DEA8}" dt="2026-04-27T17:07:06.945" v="170" actId="1076"/>
          <ac:spMkLst>
            <pc:docMk/>
            <pc:sldMk cId="3818833473" sldId="2147469922"/>
            <ac:spMk id="263" creationId="{6DAB0938-770C-8DC8-6B53-BBC3E484116C}"/>
          </ac:spMkLst>
        </pc:spChg>
        <pc:spChg chg="mod">
          <ac:chgData name="Dave Davis" userId="fd522001-6230-4aa2-a06d-dff260ca34ee" providerId="ADAL" clId="{DC8A6909-7990-4689-BF48-34A459C6DEA8}" dt="2026-04-27T17:07:18.232" v="171"/>
          <ac:spMkLst>
            <pc:docMk/>
            <pc:sldMk cId="3818833473" sldId="2147469922"/>
            <ac:spMk id="278" creationId="{97409B9B-C4DF-973F-F41C-8FC5D6F124F4}"/>
          </ac:spMkLst>
        </pc:spChg>
        <pc:spChg chg="mod">
          <ac:chgData name="Dave Davis" userId="fd522001-6230-4aa2-a06d-dff260ca34ee" providerId="ADAL" clId="{DC8A6909-7990-4689-BF48-34A459C6DEA8}" dt="2026-04-27T17:07:46.508" v="174"/>
          <ac:spMkLst>
            <pc:docMk/>
            <pc:sldMk cId="3818833473" sldId="2147469922"/>
            <ac:spMk id="298" creationId="{27B75A97-53B0-5EF8-8B9E-E4CC92B83EC1}"/>
          </ac:spMkLst>
        </pc:spChg>
        <pc:grpChg chg="mod">
          <ac:chgData name="Dave Davis" userId="fd522001-6230-4aa2-a06d-dff260ca34ee" providerId="ADAL" clId="{DC8A6909-7990-4689-BF48-34A459C6DEA8}" dt="2026-04-28T14:17:55.145" v="640" actId="962"/>
          <ac:grpSpMkLst>
            <pc:docMk/>
            <pc:sldMk cId="3818833473" sldId="2147469922"/>
            <ac:grpSpMk id="2" creationId="{6C716DCB-9D02-1028-674B-34EDEE2B73A7}"/>
          </ac:grpSpMkLst>
        </pc:grpChg>
        <pc:grpChg chg="mod">
          <ac:chgData name="Dave Davis" userId="fd522001-6230-4aa2-a06d-dff260ca34ee" providerId="ADAL" clId="{DC8A6909-7990-4689-BF48-34A459C6DEA8}" dt="2026-04-28T14:17:58.925" v="642" actId="962"/>
          <ac:grpSpMkLst>
            <pc:docMk/>
            <pc:sldMk cId="3818833473" sldId="2147469922"/>
            <ac:grpSpMk id="3" creationId="{C1C6A8FB-B9B9-56F2-B209-1AC1B94F9C3B}"/>
          </ac:grpSpMkLst>
        </pc:grpChg>
        <pc:grpChg chg="mod">
          <ac:chgData name="Dave Davis" userId="fd522001-6230-4aa2-a06d-dff260ca34ee" providerId="ADAL" clId="{DC8A6909-7990-4689-BF48-34A459C6DEA8}" dt="2026-04-28T14:17:57.699" v="641" actId="962"/>
          <ac:grpSpMkLst>
            <pc:docMk/>
            <pc:sldMk cId="3818833473" sldId="2147469922"/>
            <ac:grpSpMk id="6" creationId="{F36CD8BA-F170-357F-5CA5-26A27CC7B9E2}"/>
          </ac:grpSpMkLst>
        </pc:grpChg>
        <pc:grpChg chg="del">
          <ac:chgData name="Dave Davis" userId="fd522001-6230-4aa2-a06d-dff260ca34ee" providerId="ADAL" clId="{DC8A6909-7990-4689-BF48-34A459C6DEA8}" dt="2026-04-27T17:06:55.158" v="169" actId="478"/>
          <ac:grpSpMkLst>
            <pc:docMk/>
            <pc:sldMk cId="3818833473" sldId="2147469922"/>
            <ac:grpSpMk id="7" creationId="{6449C08F-596C-C884-FBEC-9AACBFC4CCD9}"/>
          </ac:grpSpMkLst>
        </pc:grpChg>
        <pc:grpChg chg="mod">
          <ac:chgData name="Dave Davis" userId="fd522001-6230-4aa2-a06d-dff260ca34ee" providerId="ADAL" clId="{DC8A6909-7990-4689-BF48-34A459C6DEA8}" dt="2026-04-27T17:07:06.945" v="170" actId="1076"/>
          <ac:grpSpMkLst>
            <pc:docMk/>
            <pc:sldMk cId="3818833473" sldId="2147469922"/>
            <ac:grpSpMk id="261" creationId="{B57B3A6B-38FB-8BE3-5679-AD10B3D4EF2D}"/>
          </ac:grpSpMkLst>
        </pc:grpChg>
        <pc:cxnChg chg="mod">
          <ac:chgData name="Dave Davis" userId="fd522001-6230-4aa2-a06d-dff260ca34ee" providerId="ADAL" clId="{DC8A6909-7990-4689-BF48-34A459C6DEA8}" dt="2026-04-27T17:07:06.945" v="170" actId="1076"/>
          <ac:cxnSpMkLst>
            <pc:docMk/>
            <pc:sldMk cId="3818833473" sldId="2147469922"/>
            <ac:cxnSpMk id="255" creationId="{518D0102-1CAA-60AA-DF06-3F3E28AFBB26}"/>
          </ac:cxnSpMkLst>
        </pc:cxnChg>
        <pc:cxnChg chg="mod">
          <ac:chgData name="Dave Davis" userId="fd522001-6230-4aa2-a06d-dff260ca34ee" providerId="ADAL" clId="{DC8A6909-7990-4689-BF48-34A459C6DEA8}" dt="2026-04-27T17:07:06.945" v="170" actId="1076"/>
          <ac:cxnSpMkLst>
            <pc:docMk/>
            <pc:sldMk cId="3818833473" sldId="2147469922"/>
            <ac:cxnSpMk id="276" creationId="{3C157760-4609-FF68-D795-D4647E5CFD2A}"/>
          </ac:cxnSpMkLst>
        </pc:cxnChg>
      </pc:sldChg>
      <pc:sldChg chg="addSp delSp modSp new mod modNotes">
        <pc:chgData name="Dave Davis" userId="fd522001-6230-4aa2-a06d-dff260ca34ee" providerId="ADAL" clId="{DC8A6909-7990-4689-BF48-34A459C6DEA8}" dt="2026-04-28T14:20:27.909" v="669" actId="13244"/>
        <pc:sldMkLst>
          <pc:docMk/>
          <pc:sldMk cId="4271726552" sldId="2147469923"/>
        </pc:sldMkLst>
        <pc:spChg chg="mod">
          <ac:chgData name="Dave Davis" userId="fd522001-6230-4aa2-a06d-dff260ca34ee" providerId="ADAL" clId="{DC8A6909-7990-4689-BF48-34A459C6DEA8}" dt="2026-04-27T17:42:24.725" v="244"/>
          <ac:spMkLst>
            <pc:docMk/>
            <pc:sldMk cId="4271726552" sldId="2147469923"/>
            <ac:spMk id="2" creationId="{EB99C907-198F-A7C5-8021-587812C1AF3B}"/>
          </ac:spMkLst>
        </pc:spChg>
        <pc:spChg chg="del">
          <ac:chgData name="Dave Davis" userId="fd522001-6230-4aa2-a06d-dff260ca34ee" providerId="ADAL" clId="{DC8A6909-7990-4689-BF48-34A459C6DEA8}" dt="2026-04-27T17:42:41.785" v="245" actId="478"/>
          <ac:spMkLst>
            <pc:docMk/>
            <pc:sldMk cId="4271726552" sldId="2147469923"/>
            <ac:spMk id="3" creationId="{7FEB70EE-EC4D-E834-2624-26B99D570828}"/>
          </ac:spMkLst>
        </pc:spChg>
        <pc:spChg chg="add mod ord">
          <ac:chgData name="Dave Davis" userId="fd522001-6230-4aa2-a06d-dff260ca34ee" providerId="ADAL" clId="{DC8A6909-7990-4689-BF48-34A459C6DEA8}" dt="2026-04-28T14:20:25.921" v="668" actId="13244"/>
          <ac:spMkLst>
            <pc:docMk/>
            <pc:sldMk cId="4271726552" sldId="2147469923"/>
            <ac:spMk id="8" creationId="{FAA8144A-61F5-213B-125D-565CBACCD82D}"/>
          </ac:spMkLst>
        </pc:spChg>
        <pc:picChg chg="add ord">
          <ac:chgData name="Dave Davis" userId="fd522001-6230-4aa2-a06d-dff260ca34ee" providerId="ADAL" clId="{DC8A6909-7990-4689-BF48-34A459C6DEA8}" dt="2026-04-28T14:20:27.909" v="669" actId="13244"/>
          <ac:picMkLst>
            <pc:docMk/>
            <pc:sldMk cId="4271726552" sldId="2147469923"/>
            <ac:picMk id="7" creationId="{E4E868DF-DE05-621B-D1F0-FE46456ED4DA}"/>
          </ac:picMkLst>
        </pc:picChg>
      </pc:sldChg>
      <pc:sldChg chg="delSp modSp add mod modNotes">
        <pc:chgData name="Dave Davis" userId="fd522001-6230-4aa2-a06d-dff260ca34ee" providerId="ADAL" clId="{DC8A6909-7990-4689-BF48-34A459C6DEA8}" dt="2026-04-28T14:18:01.820" v="645" actId="962"/>
        <pc:sldMkLst>
          <pc:docMk/>
          <pc:sldMk cId="72971671" sldId="2147469924"/>
        </pc:sldMkLst>
        <pc:spChg chg="del">
          <ac:chgData name="Dave Davis" userId="fd522001-6230-4aa2-a06d-dff260ca34ee" providerId="ADAL" clId="{DC8A6909-7990-4689-BF48-34A459C6DEA8}" dt="2026-04-27T17:19:18.347" v="221" actId="478"/>
          <ac:spMkLst>
            <pc:docMk/>
            <pc:sldMk cId="72971671" sldId="2147469924"/>
            <ac:spMk id="4" creationId="{B1D533C0-A9B8-FFFF-1EF8-8871B28FDB86}"/>
          </ac:spMkLst>
        </pc:spChg>
        <pc:spChg chg="mod">
          <ac:chgData name="Dave Davis" userId="fd522001-6230-4aa2-a06d-dff260ca34ee" providerId="ADAL" clId="{DC8A6909-7990-4689-BF48-34A459C6DEA8}" dt="2026-04-27T17:15:52.753" v="195"/>
          <ac:spMkLst>
            <pc:docMk/>
            <pc:sldMk cId="72971671" sldId="2147469924"/>
            <ac:spMk id="10" creationId="{DD7DF0B9-8E49-EDCA-0237-EB6E41205D3C}"/>
          </ac:spMkLst>
        </pc:spChg>
        <pc:spChg chg="mod topLvl">
          <ac:chgData name="Dave Davis" userId="fd522001-6230-4aa2-a06d-dff260ca34ee" providerId="ADAL" clId="{DC8A6909-7990-4689-BF48-34A459C6DEA8}" dt="2026-04-28T14:17:35.777" v="609" actId="962"/>
          <ac:spMkLst>
            <pc:docMk/>
            <pc:sldMk cId="72971671" sldId="2147469924"/>
            <ac:spMk id="48" creationId="{DAF4FFDC-0073-A2B4-18CE-141F99021F33}"/>
          </ac:spMkLst>
        </pc:spChg>
        <pc:spChg chg="mod topLvl">
          <ac:chgData name="Dave Davis" userId="fd522001-6230-4aa2-a06d-dff260ca34ee" providerId="ADAL" clId="{DC8A6909-7990-4689-BF48-34A459C6DEA8}" dt="2026-04-28T14:17:35.782" v="610" actId="962"/>
          <ac:spMkLst>
            <pc:docMk/>
            <pc:sldMk cId="72971671" sldId="2147469924"/>
            <ac:spMk id="50" creationId="{B68D0D7A-DA3A-55EE-BEB4-0CDA22FB62EA}"/>
          </ac:spMkLst>
        </pc:spChg>
        <pc:spChg chg="mod">
          <ac:chgData name="Dave Davis" userId="fd522001-6230-4aa2-a06d-dff260ca34ee" providerId="ADAL" clId="{DC8A6909-7990-4689-BF48-34A459C6DEA8}" dt="2026-04-27T17:18:15.564" v="211" actId="14100"/>
          <ac:spMkLst>
            <pc:docMk/>
            <pc:sldMk cId="72971671" sldId="2147469924"/>
            <ac:spMk id="128" creationId="{62E25B34-2DFA-1F84-2D73-3BCF04A8E93B}"/>
          </ac:spMkLst>
        </pc:spChg>
        <pc:spChg chg="mod">
          <ac:chgData name="Dave Davis" userId="fd522001-6230-4aa2-a06d-dff260ca34ee" providerId="ADAL" clId="{DC8A6909-7990-4689-BF48-34A459C6DEA8}" dt="2026-04-27T17:18:15.564" v="211" actId="14100"/>
          <ac:spMkLst>
            <pc:docMk/>
            <pc:sldMk cId="72971671" sldId="2147469924"/>
            <ac:spMk id="129" creationId="{236E5C3E-540D-AD30-3FFF-6EED5358B20D}"/>
          </ac:spMkLst>
        </pc:spChg>
        <pc:spChg chg="mod">
          <ac:chgData name="Dave Davis" userId="fd522001-6230-4aa2-a06d-dff260ca34ee" providerId="ADAL" clId="{DC8A6909-7990-4689-BF48-34A459C6DEA8}" dt="2026-04-27T17:18:25.806" v="213" actId="14100"/>
          <ac:spMkLst>
            <pc:docMk/>
            <pc:sldMk cId="72971671" sldId="2147469924"/>
            <ac:spMk id="166" creationId="{1380A376-EF8B-F6B0-C2CD-58ACD8C4C930}"/>
          </ac:spMkLst>
        </pc:spChg>
        <pc:spChg chg="mod">
          <ac:chgData name="Dave Davis" userId="fd522001-6230-4aa2-a06d-dff260ca34ee" providerId="ADAL" clId="{DC8A6909-7990-4689-BF48-34A459C6DEA8}" dt="2026-04-27T17:18:38.539" v="215" actId="1076"/>
          <ac:spMkLst>
            <pc:docMk/>
            <pc:sldMk cId="72971671" sldId="2147469924"/>
            <ac:spMk id="262" creationId="{A632B105-8EDC-A108-179A-FC571243EC1C}"/>
          </ac:spMkLst>
        </pc:spChg>
        <pc:spChg chg="mod">
          <ac:chgData name="Dave Davis" userId="fd522001-6230-4aa2-a06d-dff260ca34ee" providerId="ADAL" clId="{DC8A6909-7990-4689-BF48-34A459C6DEA8}" dt="2026-04-27T17:18:38.539" v="215" actId="1076"/>
          <ac:spMkLst>
            <pc:docMk/>
            <pc:sldMk cId="72971671" sldId="2147469924"/>
            <ac:spMk id="263" creationId="{49E1298A-E843-BD71-F9B8-A6F30460E2F7}"/>
          </ac:spMkLst>
        </pc:spChg>
        <pc:spChg chg="mod">
          <ac:chgData name="Dave Davis" userId="fd522001-6230-4aa2-a06d-dff260ca34ee" providerId="ADAL" clId="{DC8A6909-7990-4689-BF48-34A459C6DEA8}" dt="2026-04-27T17:19:38.403" v="227" actId="20577"/>
          <ac:spMkLst>
            <pc:docMk/>
            <pc:sldMk cId="72971671" sldId="2147469924"/>
            <ac:spMk id="278" creationId="{C3AEBB07-5CB5-568D-2F28-F1DBD2D56516}"/>
          </ac:spMkLst>
        </pc:spChg>
        <pc:spChg chg="mod">
          <ac:chgData name="Dave Davis" userId="fd522001-6230-4aa2-a06d-dff260ca34ee" providerId="ADAL" clId="{DC8A6909-7990-4689-BF48-34A459C6DEA8}" dt="2026-04-27T17:21:00.397" v="243" actId="20577"/>
          <ac:spMkLst>
            <pc:docMk/>
            <pc:sldMk cId="72971671" sldId="2147469924"/>
            <ac:spMk id="298" creationId="{5ABDBEEE-0467-B79D-01CF-E614C80456CD}"/>
          </ac:spMkLst>
        </pc:spChg>
        <pc:grpChg chg="mod">
          <ac:chgData name="Dave Davis" userId="fd522001-6230-4aa2-a06d-dff260ca34ee" providerId="ADAL" clId="{DC8A6909-7990-4689-BF48-34A459C6DEA8}" dt="2026-04-28T14:18:00.022" v="643" actId="962"/>
          <ac:grpSpMkLst>
            <pc:docMk/>
            <pc:sldMk cId="72971671" sldId="2147469924"/>
            <ac:grpSpMk id="2" creationId="{B182248C-618A-60D6-6519-F3CA72BCAD3F}"/>
          </ac:grpSpMkLst>
        </pc:grpChg>
        <pc:grpChg chg="mod">
          <ac:chgData name="Dave Davis" userId="fd522001-6230-4aa2-a06d-dff260ca34ee" providerId="ADAL" clId="{DC8A6909-7990-4689-BF48-34A459C6DEA8}" dt="2026-04-28T14:18:01.820" v="645" actId="962"/>
          <ac:grpSpMkLst>
            <pc:docMk/>
            <pc:sldMk cId="72971671" sldId="2147469924"/>
            <ac:grpSpMk id="3" creationId="{E7ECC622-5990-277B-A26A-FE45360E0736}"/>
          </ac:grpSpMkLst>
        </pc:grpChg>
        <pc:grpChg chg="mod">
          <ac:chgData name="Dave Davis" userId="fd522001-6230-4aa2-a06d-dff260ca34ee" providerId="ADAL" clId="{DC8A6909-7990-4689-BF48-34A459C6DEA8}" dt="2026-04-28T14:18:00.875" v="644" actId="962"/>
          <ac:grpSpMkLst>
            <pc:docMk/>
            <pc:sldMk cId="72971671" sldId="2147469924"/>
            <ac:grpSpMk id="6" creationId="{92111176-E369-555D-9F23-A09A159AC752}"/>
          </ac:grpSpMkLst>
        </pc:grpChg>
        <pc:grpChg chg="del">
          <ac:chgData name="Dave Davis" userId="fd522001-6230-4aa2-a06d-dff260ca34ee" providerId="ADAL" clId="{DC8A6909-7990-4689-BF48-34A459C6DEA8}" dt="2026-04-27T17:18:20.158" v="212" actId="165"/>
          <ac:grpSpMkLst>
            <pc:docMk/>
            <pc:sldMk cId="72971671" sldId="2147469924"/>
            <ac:grpSpMk id="44" creationId="{3A4A8300-FC12-C376-B149-6A1DB545DAD5}"/>
          </ac:grpSpMkLst>
        </pc:grpChg>
        <pc:grpChg chg="mod">
          <ac:chgData name="Dave Davis" userId="fd522001-6230-4aa2-a06d-dff260ca34ee" providerId="ADAL" clId="{DC8A6909-7990-4689-BF48-34A459C6DEA8}" dt="2026-04-27T17:18:15.564" v="211" actId="14100"/>
          <ac:grpSpMkLst>
            <pc:docMk/>
            <pc:sldMk cId="72971671" sldId="2147469924"/>
            <ac:grpSpMk id="127" creationId="{FF8CE64C-5167-04FF-8FB4-C758A7BBB126}"/>
          </ac:grpSpMkLst>
        </pc:grpChg>
        <pc:grpChg chg="mod">
          <ac:chgData name="Dave Davis" userId="fd522001-6230-4aa2-a06d-dff260ca34ee" providerId="ADAL" clId="{DC8A6909-7990-4689-BF48-34A459C6DEA8}" dt="2026-04-27T17:18:38.539" v="215" actId="1076"/>
          <ac:grpSpMkLst>
            <pc:docMk/>
            <pc:sldMk cId="72971671" sldId="2147469924"/>
            <ac:grpSpMk id="261" creationId="{3B821300-4A52-6674-6B00-64CC5D9290DB}"/>
          </ac:grpSpMkLst>
        </pc:grpChg>
        <pc:cxnChg chg="mod">
          <ac:chgData name="Dave Davis" userId="fd522001-6230-4aa2-a06d-dff260ca34ee" providerId="ADAL" clId="{DC8A6909-7990-4689-BF48-34A459C6DEA8}" dt="2026-04-27T17:18:15.564" v="211" actId="14100"/>
          <ac:cxnSpMkLst>
            <pc:docMk/>
            <pc:sldMk cId="72971671" sldId="2147469924"/>
            <ac:cxnSpMk id="162" creationId="{6CBC3622-F1BD-B48B-8A99-2CFE2D33C8B8}"/>
          </ac:cxnSpMkLst>
        </pc:cxnChg>
        <pc:cxnChg chg="mod">
          <ac:chgData name="Dave Davis" userId="fd522001-6230-4aa2-a06d-dff260ca34ee" providerId="ADAL" clId="{DC8A6909-7990-4689-BF48-34A459C6DEA8}" dt="2026-04-27T17:18:38.539" v="215" actId="1076"/>
          <ac:cxnSpMkLst>
            <pc:docMk/>
            <pc:sldMk cId="72971671" sldId="2147469924"/>
            <ac:cxnSpMk id="255" creationId="{A375D625-7D41-79AA-3A8B-4566C7487C8A}"/>
          </ac:cxnSpMkLst>
        </pc:cxnChg>
        <pc:cxnChg chg="mod">
          <ac:chgData name="Dave Davis" userId="fd522001-6230-4aa2-a06d-dff260ca34ee" providerId="ADAL" clId="{DC8A6909-7990-4689-BF48-34A459C6DEA8}" dt="2026-04-27T17:18:38.539" v="215" actId="1076"/>
          <ac:cxnSpMkLst>
            <pc:docMk/>
            <pc:sldMk cId="72971671" sldId="2147469924"/>
            <ac:cxnSpMk id="276" creationId="{343B1215-BD7F-C7EA-4E97-49070BB69E86}"/>
          </ac:cxnSpMkLst>
        </pc:cxnChg>
      </pc:sldChg>
      <pc:sldChg chg="delSp modSp new del mod">
        <pc:chgData name="Dave Davis" userId="fd522001-6230-4aa2-a06d-dff260ca34ee" providerId="ADAL" clId="{DC8A6909-7990-4689-BF48-34A459C6DEA8}" dt="2026-04-27T17:48:20.642" v="274" actId="47"/>
        <pc:sldMkLst>
          <pc:docMk/>
          <pc:sldMk cId="3592501401" sldId="2147469925"/>
        </pc:sldMkLst>
        <pc:spChg chg="mod">
          <ac:chgData name="Dave Davis" userId="fd522001-6230-4aa2-a06d-dff260ca34ee" providerId="ADAL" clId="{DC8A6909-7990-4689-BF48-34A459C6DEA8}" dt="2026-04-27T17:47:23.076" v="271"/>
          <ac:spMkLst>
            <pc:docMk/>
            <pc:sldMk cId="3592501401" sldId="2147469925"/>
            <ac:spMk id="2" creationId="{7B9B373A-04BB-2A44-F605-BC3059061724}"/>
          </ac:spMkLst>
        </pc:spChg>
        <pc:spChg chg="del">
          <ac:chgData name="Dave Davis" userId="fd522001-6230-4aa2-a06d-dff260ca34ee" providerId="ADAL" clId="{DC8A6909-7990-4689-BF48-34A459C6DEA8}" dt="2026-04-27T17:47:29.367" v="272" actId="478"/>
          <ac:spMkLst>
            <pc:docMk/>
            <pc:sldMk cId="3592501401" sldId="2147469925"/>
            <ac:spMk id="3" creationId="{BC511339-F285-DBDE-574F-591C6BB6B3D3}"/>
          </ac:spMkLst>
        </pc:spChg>
      </pc:sldChg>
      <pc:sldChg chg="addSp delSp modSp add mod modNotes">
        <pc:chgData name="Dave Davis" userId="fd522001-6230-4aa2-a06d-dff260ca34ee" providerId="ADAL" clId="{DC8A6909-7990-4689-BF48-34A459C6DEA8}" dt="2026-04-27T18:52:26.234" v="567" actId="26606"/>
        <pc:sldMkLst>
          <pc:docMk/>
          <pc:sldMk cId="3885383058" sldId="2147469926"/>
        </pc:sldMkLst>
        <pc:spChg chg="del">
          <ac:chgData name="Dave Davis" userId="fd522001-6230-4aa2-a06d-dff260ca34ee" providerId="ADAL" clId="{DC8A6909-7990-4689-BF48-34A459C6DEA8}" dt="2026-04-27T17:48:35.995" v="279" actId="478"/>
          <ac:spMkLst>
            <pc:docMk/>
            <pc:sldMk cId="3885383058" sldId="2147469926"/>
            <ac:spMk id="2" creationId="{A38C8B07-76C3-F90F-B927-EB1BA0E877C5}"/>
          </ac:spMkLst>
        </pc:spChg>
        <pc:spChg chg="mod">
          <ac:chgData name="Dave Davis" userId="fd522001-6230-4aa2-a06d-dff260ca34ee" providerId="ADAL" clId="{DC8A6909-7990-4689-BF48-34A459C6DEA8}" dt="2026-04-27T17:48:24.305" v="275"/>
          <ac:spMkLst>
            <pc:docMk/>
            <pc:sldMk cId="3885383058" sldId="2147469926"/>
            <ac:spMk id="6" creationId="{C03A5838-156A-DC6D-D0B4-34F9FB59001B}"/>
          </ac:spMkLst>
        </pc:spChg>
        <pc:spChg chg="add del mod">
          <ac:chgData name="Dave Davis" userId="fd522001-6230-4aa2-a06d-dff260ca34ee" providerId="ADAL" clId="{DC8A6909-7990-4689-BF48-34A459C6DEA8}" dt="2026-04-27T17:51:05.209" v="309" actId="255"/>
          <ac:spMkLst>
            <pc:docMk/>
            <pc:sldMk cId="3885383058" sldId="2147469926"/>
            <ac:spMk id="38" creationId="{CF202F54-A648-39D6-D7ED-EB25383A3AFC}"/>
          </ac:spMkLst>
        </pc:spChg>
        <pc:grpChg chg="del">
          <ac:chgData name="Dave Davis" userId="fd522001-6230-4aa2-a06d-dff260ca34ee" providerId="ADAL" clId="{DC8A6909-7990-4689-BF48-34A459C6DEA8}" dt="2026-04-27T17:48:33.877" v="278" actId="478"/>
          <ac:grpSpMkLst>
            <pc:docMk/>
            <pc:sldMk cId="3885383058" sldId="2147469926"/>
            <ac:grpSpMk id="13" creationId="{1BE1A6FE-975D-C55B-A7A5-AAC9BF9140F5}"/>
          </ac:grpSpMkLst>
        </pc:grpChg>
      </pc:sldChg>
      <pc:sldChg chg="addSp delSp modSp new mod modNotes">
        <pc:chgData name="Dave Davis" userId="fd522001-6230-4aa2-a06d-dff260ca34ee" providerId="ADAL" clId="{DC8A6909-7990-4689-BF48-34A459C6DEA8}" dt="2026-04-28T14:25:46.233" v="694" actId="962"/>
        <pc:sldMkLst>
          <pc:docMk/>
          <pc:sldMk cId="1546920133" sldId="2147469927"/>
        </pc:sldMkLst>
        <pc:spChg chg="mod">
          <ac:chgData name="Dave Davis" userId="fd522001-6230-4aa2-a06d-dff260ca34ee" providerId="ADAL" clId="{DC8A6909-7990-4689-BF48-34A459C6DEA8}" dt="2026-04-27T17:51:48.013" v="311"/>
          <ac:spMkLst>
            <pc:docMk/>
            <pc:sldMk cId="1546920133" sldId="2147469927"/>
            <ac:spMk id="2" creationId="{EA79EBF2-3FFA-8FB6-D0C0-9ABF43E5188A}"/>
          </ac:spMkLst>
        </pc:spChg>
        <pc:spChg chg="add mod">
          <ac:chgData name="Dave Davis" userId="fd522001-6230-4aa2-a06d-dff260ca34ee" providerId="ADAL" clId="{DC8A6909-7990-4689-BF48-34A459C6DEA8}" dt="2026-04-27T17:52:59.058" v="334" actId="20577"/>
          <ac:spMkLst>
            <pc:docMk/>
            <pc:sldMk cId="1546920133" sldId="2147469927"/>
            <ac:spMk id="5" creationId="{8ACA3891-9F93-FE59-C977-CA8A9208D3E4}"/>
          </ac:spMkLst>
        </pc:spChg>
        <pc:spChg chg="add mod">
          <ac:chgData name="Dave Davis" userId="fd522001-6230-4aa2-a06d-dff260ca34ee" providerId="ADAL" clId="{DC8A6909-7990-4689-BF48-34A459C6DEA8}" dt="2026-04-27T17:54:41.128" v="352" actId="14100"/>
          <ac:spMkLst>
            <pc:docMk/>
            <pc:sldMk cId="1546920133" sldId="2147469927"/>
            <ac:spMk id="6" creationId="{69AA6980-45B1-A621-FD7B-0CC1D6EF5B50}"/>
          </ac:spMkLst>
        </pc:spChg>
        <pc:spChg chg="add mod">
          <ac:chgData name="Dave Davis" userId="fd522001-6230-4aa2-a06d-dff260ca34ee" providerId="ADAL" clId="{DC8A6909-7990-4689-BF48-34A459C6DEA8}" dt="2026-04-27T18:13:29.155" v="440" actId="2711"/>
          <ac:spMkLst>
            <pc:docMk/>
            <pc:sldMk cId="1546920133" sldId="2147469927"/>
            <ac:spMk id="8" creationId="{9301ECC7-FF9B-848C-B3AE-8FCE30FB91E2}"/>
          </ac:spMkLst>
        </pc:spChg>
        <pc:spChg chg="mod">
          <ac:chgData name="Dave Davis" userId="fd522001-6230-4aa2-a06d-dff260ca34ee" providerId="ADAL" clId="{DC8A6909-7990-4689-BF48-34A459C6DEA8}" dt="2026-04-27T17:55:40.792" v="361"/>
          <ac:spMkLst>
            <pc:docMk/>
            <pc:sldMk cId="1546920133" sldId="2147469927"/>
            <ac:spMk id="11" creationId="{48B84897-8265-4F4D-D33F-1EB1D2FA71AD}"/>
          </ac:spMkLst>
        </pc:spChg>
        <pc:spChg chg="mod">
          <ac:chgData name="Dave Davis" userId="fd522001-6230-4aa2-a06d-dff260ca34ee" providerId="ADAL" clId="{DC8A6909-7990-4689-BF48-34A459C6DEA8}" dt="2026-04-27T18:13:55.627" v="442" actId="2711"/>
          <ac:spMkLst>
            <pc:docMk/>
            <pc:sldMk cId="1546920133" sldId="2147469927"/>
            <ac:spMk id="12" creationId="{612E72E3-E40A-6425-28E9-5200759E36E8}"/>
          </ac:spMkLst>
        </pc:spChg>
        <pc:spChg chg="add del">
          <ac:chgData name="Dave Davis" userId="fd522001-6230-4aa2-a06d-dff260ca34ee" providerId="ADAL" clId="{DC8A6909-7990-4689-BF48-34A459C6DEA8}" dt="2026-04-27T17:56:06.597" v="366" actId="22"/>
          <ac:spMkLst>
            <pc:docMk/>
            <pc:sldMk cId="1546920133" sldId="2147469927"/>
            <ac:spMk id="14" creationId="{9DCE8C0C-3267-803D-F384-AE00430E7B13}"/>
          </ac:spMkLst>
        </pc:spChg>
        <pc:spChg chg="mod">
          <ac:chgData name="Dave Davis" userId="fd522001-6230-4aa2-a06d-dff260ca34ee" providerId="ADAL" clId="{DC8A6909-7990-4689-BF48-34A459C6DEA8}" dt="2026-04-27T17:56:11.278" v="367"/>
          <ac:spMkLst>
            <pc:docMk/>
            <pc:sldMk cId="1546920133" sldId="2147469927"/>
            <ac:spMk id="16" creationId="{E014EF11-04E2-C12E-0665-DBD1F3894CB4}"/>
          </ac:spMkLst>
        </pc:spChg>
        <pc:spChg chg="mod">
          <ac:chgData name="Dave Davis" userId="fd522001-6230-4aa2-a06d-dff260ca34ee" providerId="ADAL" clId="{DC8A6909-7990-4689-BF48-34A459C6DEA8}" dt="2026-04-27T18:14:06.408" v="443" actId="2711"/>
          <ac:spMkLst>
            <pc:docMk/>
            <pc:sldMk cId="1546920133" sldId="2147469927"/>
            <ac:spMk id="17" creationId="{130A42EC-B37D-A2E3-BB20-8F239E7E1344}"/>
          </ac:spMkLst>
        </pc:spChg>
        <pc:grpChg chg="add mod">
          <ac:chgData name="Dave Davis" userId="fd522001-6230-4aa2-a06d-dff260ca34ee" providerId="ADAL" clId="{DC8A6909-7990-4689-BF48-34A459C6DEA8}" dt="2026-04-28T14:25:36.185" v="684" actId="962"/>
          <ac:grpSpMkLst>
            <pc:docMk/>
            <pc:sldMk cId="1546920133" sldId="2147469927"/>
            <ac:grpSpMk id="9" creationId="{B12B067E-EE8F-5D4B-3D3E-7BC03967157F}"/>
          </ac:grpSpMkLst>
        </pc:grpChg>
        <pc:grpChg chg="add mod">
          <ac:chgData name="Dave Davis" userId="fd522001-6230-4aa2-a06d-dff260ca34ee" providerId="ADAL" clId="{DC8A6909-7990-4689-BF48-34A459C6DEA8}" dt="2026-04-28T14:25:38.484" v="686" actId="962"/>
          <ac:grpSpMkLst>
            <pc:docMk/>
            <pc:sldMk cId="1546920133" sldId="2147469927"/>
            <ac:grpSpMk id="10" creationId="{82EE28C2-74D4-4FD8-2227-1DCE742B42B6}"/>
          </ac:grpSpMkLst>
        </pc:grpChg>
        <pc:grpChg chg="add mod">
          <ac:chgData name="Dave Davis" userId="fd522001-6230-4aa2-a06d-dff260ca34ee" providerId="ADAL" clId="{DC8A6909-7990-4689-BF48-34A459C6DEA8}" dt="2026-04-28T14:25:40.131" v="688" actId="962"/>
          <ac:grpSpMkLst>
            <pc:docMk/>
            <pc:sldMk cId="1546920133" sldId="2147469927"/>
            <ac:grpSpMk id="15" creationId="{F2E10BAB-4E56-2D44-F455-8B65F018D5A7}"/>
          </ac:grpSpMkLst>
        </pc:grpChg>
        <pc:cxnChg chg="add mod">
          <ac:chgData name="Dave Davis" userId="fd522001-6230-4aa2-a06d-dff260ca34ee" providerId="ADAL" clId="{DC8A6909-7990-4689-BF48-34A459C6DEA8}" dt="2026-04-28T14:25:43.420" v="691" actId="962"/>
          <ac:cxnSpMkLst>
            <pc:docMk/>
            <pc:sldMk cId="1546920133" sldId="2147469927"/>
            <ac:cxnSpMk id="19" creationId="{CBFD4F91-ECBF-DA44-696F-EC06F59DB18B}"/>
          </ac:cxnSpMkLst>
        </pc:cxnChg>
        <pc:cxnChg chg="add mod">
          <ac:chgData name="Dave Davis" userId="fd522001-6230-4aa2-a06d-dff260ca34ee" providerId="ADAL" clId="{DC8A6909-7990-4689-BF48-34A459C6DEA8}" dt="2026-04-28T14:25:46.233" v="694" actId="962"/>
          <ac:cxnSpMkLst>
            <pc:docMk/>
            <pc:sldMk cId="1546920133" sldId="2147469927"/>
            <ac:cxnSpMk id="20" creationId="{68B1305E-0A21-2A91-A0CD-02769CA0E8D4}"/>
          </ac:cxnSpMkLst>
        </pc:cxnChg>
      </pc:sldChg>
      <pc:sldChg chg="delSp modSp add mod modNotes">
        <pc:chgData name="Dave Davis" userId="fd522001-6230-4aa2-a06d-dff260ca34ee" providerId="ADAL" clId="{DC8A6909-7990-4689-BF48-34A459C6DEA8}" dt="2026-04-28T14:18:14.928" v="656" actId="962"/>
        <pc:sldMkLst>
          <pc:docMk/>
          <pc:sldMk cId="279060758" sldId="2147469928"/>
        </pc:sldMkLst>
        <pc:spChg chg="mod">
          <ac:chgData name="Dave Davis" userId="fd522001-6230-4aa2-a06d-dff260ca34ee" providerId="ADAL" clId="{DC8A6909-7990-4689-BF48-34A459C6DEA8}" dt="2026-04-27T17:59:19.457" v="383"/>
          <ac:spMkLst>
            <pc:docMk/>
            <pc:sldMk cId="279060758" sldId="2147469928"/>
            <ac:spMk id="10" creationId="{6FC5F027-404A-88D1-7239-C560C64B989D}"/>
          </ac:spMkLst>
        </pc:spChg>
        <pc:spChg chg="mod">
          <ac:chgData name="Dave Davis" userId="fd522001-6230-4aa2-a06d-dff260ca34ee" providerId="ADAL" clId="{DC8A6909-7990-4689-BF48-34A459C6DEA8}" dt="2026-04-27T18:00:53.504" v="399" actId="1076"/>
          <ac:spMkLst>
            <pc:docMk/>
            <pc:sldMk cId="279060758" sldId="2147469928"/>
            <ac:spMk id="128" creationId="{7E94E9CC-4D1D-63CD-5F4B-62A4D450D4CB}"/>
          </ac:spMkLst>
        </pc:spChg>
        <pc:spChg chg="mod">
          <ac:chgData name="Dave Davis" userId="fd522001-6230-4aa2-a06d-dff260ca34ee" providerId="ADAL" clId="{DC8A6909-7990-4689-BF48-34A459C6DEA8}" dt="2026-04-27T18:00:53.504" v="399" actId="1076"/>
          <ac:spMkLst>
            <pc:docMk/>
            <pc:sldMk cId="279060758" sldId="2147469928"/>
            <ac:spMk id="129" creationId="{DB620ACE-B5A0-87F7-C77F-58FBA76974EA}"/>
          </ac:spMkLst>
        </pc:spChg>
        <pc:spChg chg="mod">
          <ac:chgData name="Dave Davis" userId="fd522001-6230-4aa2-a06d-dff260ca34ee" providerId="ADAL" clId="{DC8A6909-7990-4689-BF48-34A459C6DEA8}" dt="2026-04-27T18:02:28.233" v="418" actId="20577"/>
          <ac:spMkLst>
            <pc:docMk/>
            <pc:sldMk cId="279060758" sldId="2147469928"/>
            <ac:spMk id="166" creationId="{DEC8D3F3-8CCA-3467-53D6-EB4C481F590E}"/>
          </ac:spMkLst>
        </pc:spChg>
        <pc:spChg chg="mod">
          <ac:chgData name="Dave Davis" userId="fd522001-6230-4aa2-a06d-dff260ca34ee" providerId="ADAL" clId="{DC8A6909-7990-4689-BF48-34A459C6DEA8}" dt="2026-04-27T18:01:02" v="400" actId="1076"/>
          <ac:spMkLst>
            <pc:docMk/>
            <pc:sldMk cId="279060758" sldId="2147469928"/>
            <ac:spMk id="262" creationId="{B5A19252-04E5-26E4-FBD8-4CE3FEA53F1F}"/>
          </ac:spMkLst>
        </pc:spChg>
        <pc:spChg chg="mod">
          <ac:chgData name="Dave Davis" userId="fd522001-6230-4aa2-a06d-dff260ca34ee" providerId="ADAL" clId="{DC8A6909-7990-4689-BF48-34A459C6DEA8}" dt="2026-04-27T18:01:02" v="400" actId="1076"/>
          <ac:spMkLst>
            <pc:docMk/>
            <pc:sldMk cId="279060758" sldId="2147469928"/>
            <ac:spMk id="263" creationId="{DAF4C3D0-3A66-1214-AF9F-6606D2497F45}"/>
          </ac:spMkLst>
        </pc:spChg>
        <pc:spChg chg="mod">
          <ac:chgData name="Dave Davis" userId="fd522001-6230-4aa2-a06d-dff260ca34ee" providerId="ADAL" clId="{DC8A6909-7990-4689-BF48-34A459C6DEA8}" dt="2026-04-27T18:01:49.575" v="411" actId="6549"/>
          <ac:spMkLst>
            <pc:docMk/>
            <pc:sldMk cId="279060758" sldId="2147469928"/>
            <ac:spMk id="278" creationId="{19B371F8-F74B-3F32-6A1E-4A252192F4E0}"/>
          </ac:spMkLst>
        </pc:spChg>
        <pc:spChg chg="mod">
          <ac:chgData name="Dave Davis" userId="fd522001-6230-4aa2-a06d-dff260ca34ee" providerId="ADAL" clId="{DC8A6909-7990-4689-BF48-34A459C6DEA8}" dt="2026-04-27T18:03:11.835" v="424" actId="14100"/>
          <ac:spMkLst>
            <pc:docMk/>
            <pc:sldMk cId="279060758" sldId="2147469928"/>
            <ac:spMk id="298" creationId="{41904A28-43C8-1DD9-0694-A2747256AD94}"/>
          </ac:spMkLst>
        </pc:spChg>
        <pc:grpChg chg="mod">
          <ac:chgData name="Dave Davis" userId="fd522001-6230-4aa2-a06d-dff260ca34ee" providerId="ADAL" clId="{DC8A6909-7990-4689-BF48-34A459C6DEA8}" dt="2026-04-28T14:18:12.619" v="654" actId="962"/>
          <ac:grpSpMkLst>
            <pc:docMk/>
            <pc:sldMk cId="279060758" sldId="2147469928"/>
            <ac:grpSpMk id="2" creationId="{09B7B1FD-5C70-8A53-C9D5-F929A0782A67}"/>
          </ac:grpSpMkLst>
        </pc:grpChg>
        <pc:grpChg chg="mod">
          <ac:chgData name="Dave Davis" userId="fd522001-6230-4aa2-a06d-dff260ca34ee" providerId="ADAL" clId="{DC8A6909-7990-4689-BF48-34A459C6DEA8}" dt="2026-04-28T14:18:14.928" v="656" actId="962"/>
          <ac:grpSpMkLst>
            <pc:docMk/>
            <pc:sldMk cId="279060758" sldId="2147469928"/>
            <ac:grpSpMk id="3" creationId="{65806DAA-D2C2-97F8-D4A1-827AAFFC1857}"/>
          </ac:grpSpMkLst>
        </pc:grpChg>
        <pc:grpChg chg="mod">
          <ac:chgData name="Dave Davis" userId="fd522001-6230-4aa2-a06d-dff260ca34ee" providerId="ADAL" clId="{DC8A6909-7990-4689-BF48-34A459C6DEA8}" dt="2026-04-28T14:18:13.974" v="655" actId="962"/>
          <ac:grpSpMkLst>
            <pc:docMk/>
            <pc:sldMk cId="279060758" sldId="2147469928"/>
            <ac:grpSpMk id="6" creationId="{FF9BBB33-1C0C-6F2A-7C99-29B3DEDE84B8}"/>
          </ac:grpSpMkLst>
        </pc:grpChg>
        <pc:grpChg chg="del mod">
          <ac:chgData name="Dave Davis" userId="fd522001-6230-4aa2-a06d-dff260ca34ee" providerId="ADAL" clId="{DC8A6909-7990-4689-BF48-34A459C6DEA8}" dt="2026-04-27T18:00:43.319" v="398" actId="478"/>
          <ac:grpSpMkLst>
            <pc:docMk/>
            <pc:sldMk cId="279060758" sldId="2147469928"/>
            <ac:grpSpMk id="44" creationId="{01CC2081-41BA-6D8E-9DF7-046256409955}"/>
          </ac:grpSpMkLst>
        </pc:grpChg>
        <pc:grpChg chg="mod">
          <ac:chgData name="Dave Davis" userId="fd522001-6230-4aa2-a06d-dff260ca34ee" providerId="ADAL" clId="{DC8A6909-7990-4689-BF48-34A459C6DEA8}" dt="2026-04-27T18:00:53.504" v="399" actId="1076"/>
          <ac:grpSpMkLst>
            <pc:docMk/>
            <pc:sldMk cId="279060758" sldId="2147469928"/>
            <ac:grpSpMk id="127" creationId="{E9549223-ECB9-DE02-BA61-CDA32ABA6EB0}"/>
          </ac:grpSpMkLst>
        </pc:grpChg>
        <pc:grpChg chg="mod">
          <ac:chgData name="Dave Davis" userId="fd522001-6230-4aa2-a06d-dff260ca34ee" providerId="ADAL" clId="{DC8A6909-7990-4689-BF48-34A459C6DEA8}" dt="2026-04-27T18:01:02" v="400" actId="1076"/>
          <ac:grpSpMkLst>
            <pc:docMk/>
            <pc:sldMk cId="279060758" sldId="2147469928"/>
            <ac:grpSpMk id="261" creationId="{53EB2944-3F10-9D0D-677A-936495D14198}"/>
          </ac:grpSpMkLst>
        </pc:grpChg>
        <pc:cxnChg chg="mod">
          <ac:chgData name="Dave Davis" userId="fd522001-6230-4aa2-a06d-dff260ca34ee" providerId="ADAL" clId="{DC8A6909-7990-4689-BF48-34A459C6DEA8}" dt="2026-04-27T18:00:53.504" v="399" actId="1076"/>
          <ac:cxnSpMkLst>
            <pc:docMk/>
            <pc:sldMk cId="279060758" sldId="2147469928"/>
            <ac:cxnSpMk id="162" creationId="{A6C0B5E4-633C-41C9-080B-A97E583EA6AE}"/>
          </ac:cxnSpMkLst>
        </pc:cxnChg>
        <pc:cxnChg chg="mod">
          <ac:chgData name="Dave Davis" userId="fd522001-6230-4aa2-a06d-dff260ca34ee" providerId="ADAL" clId="{DC8A6909-7990-4689-BF48-34A459C6DEA8}" dt="2026-04-27T18:01:02" v="400" actId="1076"/>
          <ac:cxnSpMkLst>
            <pc:docMk/>
            <pc:sldMk cId="279060758" sldId="2147469928"/>
            <ac:cxnSpMk id="255" creationId="{51B238F5-5263-A762-69B7-FC6C3BA9B3E6}"/>
          </ac:cxnSpMkLst>
        </pc:cxnChg>
        <pc:cxnChg chg="mod">
          <ac:chgData name="Dave Davis" userId="fd522001-6230-4aa2-a06d-dff260ca34ee" providerId="ADAL" clId="{DC8A6909-7990-4689-BF48-34A459C6DEA8}" dt="2026-04-27T18:01:02" v="400" actId="1076"/>
          <ac:cxnSpMkLst>
            <pc:docMk/>
            <pc:sldMk cId="279060758" sldId="2147469928"/>
            <ac:cxnSpMk id="276" creationId="{98EAC428-CD62-B194-4583-343B830C5CF8}"/>
          </ac:cxnSpMkLst>
        </pc:cxnChg>
      </pc:sldChg>
      <pc:sldChg chg="new del">
        <pc:chgData name="Dave Davis" userId="fd522001-6230-4aa2-a06d-dff260ca34ee" providerId="ADAL" clId="{DC8A6909-7990-4689-BF48-34A459C6DEA8}" dt="2026-04-27T17:59:01.499" v="381" actId="680"/>
        <pc:sldMkLst>
          <pc:docMk/>
          <pc:sldMk cId="2534315117" sldId="2147469928"/>
        </pc:sldMkLst>
      </pc:sldChg>
      <pc:sldChg chg="new del">
        <pc:chgData name="Dave Davis" userId="fd522001-6230-4aa2-a06d-dff260ca34ee" providerId="ADAL" clId="{DC8A6909-7990-4689-BF48-34A459C6DEA8}" dt="2026-04-27T17:58:53.358" v="379" actId="47"/>
        <pc:sldMkLst>
          <pc:docMk/>
          <pc:sldMk cId="2939025843" sldId="2147469928"/>
        </pc:sldMkLst>
      </pc:sldChg>
      <pc:sldChg chg="addSp delSp modSp new mod ord modClrScheme chgLayout modNotes">
        <pc:chgData name="Dave Davis" userId="fd522001-6230-4aa2-a06d-dff260ca34ee" providerId="ADAL" clId="{DC8A6909-7990-4689-BF48-34A459C6DEA8}" dt="2026-04-28T14:26:24.833" v="716" actId="962"/>
        <pc:sldMkLst>
          <pc:docMk/>
          <pc:sldMk cId="309681311" sldId="2147469929"/>
        </pc:sldMkLst>
        <pc:spChg chg="del mod ord">
          <ac:chgData name="Dave Davis" userId="fd522001-6230-4aa2-a06d-dff260ca34ee" providerId="ADAL" clId="{DC8A6909-7990-4689-BF48-34A459C6DEA8}" dt="2026-04-27T18:03:38.116" v="426" actId="700"/>
          <ac:spMkLst>
            <pc:docMk/>
            <pc:sldMk cId="309681311" sldId="2147469929"/>
            <ac:spMk id="2" creationId="{D5A48FE6-98FB-1F5E-87E5-AD6CE23E9746}"/>
          </ac:spMkLst>
        </pc:spChg>
        <pc:spChg chg="mod ord">
          <ac:chgData name="Dave Davis" userId="fd522001-6230-4aa2-a06d-dff260ca34ee" providerId="ADAL" clId="{DC8A6909-7990-4689-BF48-34A459C6DEA8}" dt="2026-04-27T18:15:24.107" v="449" actId="700"/>
          <ac:spMkLst>
            <pc:docMk/>
            <pc:sldMk cId="309681311" sldId="2147469929"/>
            <ac:spMk id="3" creationId="{413698D1-FC05-9523-2CCB-1F4AB7631038}"/>
          </ac:spMkLst>
        </pc:spChg>
        <pc:spChg chg="mod ord">
          <ac:chgData name="Dave Davis" userId="fd522001-6230-4aa2-a06d-dff260ca34ee" providerId="ADAL" clId="{DC8A6909-7990-4689-BF48-34A459C6DEA8}" dt="2026-04-27T18:15:24.107" v="449" actId="700"/>
          <ac:spMkLst>
            <pc:docMk/>
            <pc:sldMk cId="309681311" sldId="2147469929"/>
            <ac:spMk id="4" creationId="{4B163E3D-6E00-D050-296B-7D92059DCA36}"/>
          </ac:spMkLst>
        </pc:spChg>
        <pc:spChg chg="add del mod ord">
          <ac:chgData name="Dave Davis" userId="fd522001-6230-4aa2-a06d-dff260ca34ee" providerId="ADAL" clId="{DC8A6909-7990-4689-BF48-34A459C6DEA8}" dt="2026-04-27T18:15:35.535" v="452" actId="478"/>
          <ac:spMkLst>
            <pc:docMk/>
            <pc:sldMk cId="309681311" sldId="2147469929"/>
            <ac:spMk id="5" creationId="{D364076C-5D4B-A457-6A88-F996CDB3A906}"/>
          </ac:spMkLst>
        </pc:spChg>
        <pc:spChg chg="add del mod ord">
          <ac:chgData name="Dave Davis" userId="fd522001-6230-4aa2-a06d-dff260ca34ee" providerId="ADAL" clId="{DC8A6909-7990-4689-BF48-34A459C6DEA8}" dt="2026-04-27T18:03:51.235" v="430" actId="478"/>
          <ac:spMkLst>
            <pc:docMk/>
            <pc:sldMk cId="309681311" sldId="2147469929"/>
            <ac:spMk id="6" creationId="{A8294F92-2FA0-D7BE-AB2A-4048A3482A94}"/>
          </ac:spMkLst>
        </pc:spChg>
        <pc:spChg chg="add del">
          <ac:chgData name="Dave Davis" userId="fd522001-6230-4aa2-a06d-dff260ca34ee" providerId="ADAL" clId="{DC8A6909-7990-4689-BF48-34A459C6DEA8}" dt="2026-04-27T18:03:46.267" v="428" actId="22"/>
          <ac:spMkLst>
            <pc:docMk/>
            <pc:sldMk cId="309681311" sldId="2147469929"/>
            <ac:spMk id="8" creationId="{2E4EBC58-C56E-14F6-FBB9-55F32E8CED4F}"/>
          </ac:spMkLst>
        </pc:spChg>
        <pc:spChg chg="add del mod">
          <ac:chgData name="Dave Davis" userId="fd522001-6230-4aa2-a06d-dff260ca34ee" providerId="ADAL" clId="{DC8A6909-7990-4689-BF48-34A459C6DEA8}" dt="2026-04-27T18:12:31.083" v="434" actId="478"/>
          <ac:spMkLst>
            <pc:docMk/>
            <pc:sldMk cId="309681311" sldId="2147469929"/>
            <ac:spMk id="9" creationId="{266EE5D5-9396-5D52-07B9-C9803109447F}"/>
          </ac:spMkLst>
        </pc:spChg>
        <pc:spChg chg="mod">
          <ac:chgData name="Dave Davis" userId="fd522001-6230-4aa2-a06d-dff260ca34ee" providerId="ADAL" clId="{DC8A6909-7990-4689-BF48-34A459C6DEA8}" dt="2026-04-27T18:12:39.889" v="435"/>
          <ac:spMkLst>
            <pc:docMk/>
            <pc:sldMk cId="309681311" sldId="2147469929"/>
            <ac:spMk id="11" creationId="{F10036DA-72CF-A334-BD8D-3B791FB0D9C3}"/>
          </ac:spMkLst>
        </pc:spChg>
        <pc:spChg chg="mod">
          <ac:chgData name="Dave Davis" userId="fd522001-6230-4aa2-a06d-dff260ca34ee" providerId="ADAL" clId="{DC8A6909-7990-4689-BF48-34A459C6DEA8}" dt="2026-04-27T18:19:16.546" v="481" actId="2711"/>
          <ac:spMkLst>
            <pc:docMk/>
            <pc:sldMk cId="309681311" sldId="2147469929"/>
            <ac:spMk id="12" creationId="{3BDA2F11-22C0-32FA-CB0E-C5D6E75D6421}"/>
          </ac:spMkLst>
        </pc:spChg>
        <pc:spChg chg="add mod ord">
          <ac:chgData name="Dave Davis" userId="fd522001-6230-4aa2-a06d-dff260ca34ee" providerId="ADAL" clId="{DC8A6909-7990-4689-BF48-34A459C6DEA8}" dt="2026-04-28T14:24:43.233" v="681" actId="33553"/>
          <ac:spMkLst>
            <pc:docMk/>
            <pc:sldMk cId="309681311" sldId="2147469929"/>
            <ac:spMk id="13" creationId="{4FCB0960-7A34-F1BF-E10A-29C52F4A172A}"/>
          </ac:spMkLst>
        </pc:spChg>
        <pc:spChg chg="add del mod">
          <ac:chgData name="Dave Davis" userId="fd522001-6230-4aa2-a06d-dff260ca34ee" providerId="ADAL" clId="{DC8A6909-7990-4689-BF48-34A459C6DEA8}" dt="2026-04-27T18:16:23.487" v="461" actId="478"/>
          <ac:spMkLst>
            <pc:docMk/>
            <pc:sldMk cId="309681311" sldId="2147469929"/>
            <ac:spMk id="15" creationId="{78F6E279-3BDA-9C94-8C13-DE0EF96005BE}"/>
          </ac:spMkLst>
        </pc:spChg>
        <pc:spChg chg="add del">
          <ac:chgData name="Dave Davis" userId="fd522001-6230-4aa2-a06d-dff260ca34ee" providerId="ADAL" clId="{DC8A6909-7990-4689-BF48-34A459C6DEA8}" dt="2026-04-27T18:16:30.599" v="463" actId="22"/>
          <ac:spMkLst>
            <pc:docMk/>
            <pc:sldMk cId="309681311" sldId="2147469929"/>
            <ac:spMk id="17" creationId="{EF8BA9CA-11DD-1B59-5CAF-B4036AE2F976}"/>
          </ac:spMkLst>
        </pc:spChg>
        <pc:spChg chg="mod">
          <ac:chgData name="Dave Davis" userId="fd522001-6230-4aa2-a06d-dff260ca34ee" providerId="ADAL" clId="{DC8A6909-7990-4689-BF48-34A459C6DEA8}" dt="2026-04-27T18:16:38.420" v="464"/>
          <ac:spMkLst>
            <pc:docMk/>
            <pc:sldMk cId="309681311" sldId="2147469929"/>
            <ac:spMk id="19" creationId="{A0E0CF22-B3F0-A3B0-DBE7-95B14B30DDD9}"/>
          </ac:spMkLst>
        </pc:spChg>
        <pc:spChg chg="mod">
          <ac:chgData name="Dave Davis" userId="fd522001-6230-4aa2-a06d-dff260ca34ee" providerId="ADAL" clId="{DC8A6909-7990-4689-BF48-34A459C6DEA8}" dt="2026-04-27T18:26:43.374" v="532" actId="2711"/>
          <ac:spMkLst>
            <pc:docMk/>
            <pc:sldMk cId="309681311" sldId="2147469929"/>
            <ac:spMk id="20" creationId="{69A1D862-C02E-23B2-F49E-DAAB1C011152}"/>
          </ac:spMkLst>
        </pc:spChg>
        <pc:spChg chg="mod">
          <ac:chgData name="Dave Davis" userId="fd522001-6230-4aa2-a06d-dff260ca34ee" providerId="ADAL" clId="{DC8A6909-7990-4689-BF48-34A459C6DEA8}" dt="2026-04-27T18:17:24.898" v="469"/>
          <ac:spMkLst>
            <pc:docMk/>
            <pc:sldMk cId="309681311" sldId="2147469929"/>
            <ac:spMk id="22" creationId="{16C51209-C051-AC60-D0AC-34010221BC50}"/>
          </ac:spMkLst>
        </pc:spChg>
        <pc:spChg chg="mod">
          <ac:chgData name="Dave Davis" userId="fd522001-6230-4aa2-a06d-dff260ca34ee" providerId="ADAL" clId="{DC8A6909-7990-4689-BF48-34A459C6DEA8}" dt="2026-04-27T18:17:33.878" v="471" actId="1076"/>
          <ac:spMkLst>
            <pc:docMk/>
            <pc:sldMk cId="309681311" sldId="2147469929"/>
            <ac:spMk id="23" creationId="{21C8BC04-43DB-BD9F-2863-804F173C428B}"/>
          </ac:spMkLst>
        </pc:spChg>
        <pc:spChg chg="mod">
          <ac:chgData name="Dave Davis" userId="fd522001-6230-4aa2-a06d-dff260ca34ee" providerId="ADAL" clId="{DC8A6909-7990-4689-BF48-34A459C6DEA8}" dt="2026-04-27T18:18:31.894" v="478"/>
          <ac:spMkLst>
            <pc:docMk/>
            <pc:sldMk cId="309681311" sldId="2147469929"/>
            <ac:spMk id="25" creationId="{30B23BC4-B0A8-1467-EEE7-B2D1DF773E3A}"/>
          </ac:spMkLst>
        </pc:spChg>
        <pc:spChg chg="mod">
          <ac:chgData name="Dave Davis" userId="fd522001-6230-4aa2-a06d-dff260ca34ee" providerId="ADAL" clId="{DC8A6909-7990-4689-BF48-34A459C6DEA8}" dt="2026-04-27T18:18:31.894" v="478"/>
          <ac:spMkLst>
            <pc:docMk/>
            <pc:sldMk cId="309681311" sldId="2147469929"/>
            <ac:spMk id="26" creationId="{293CA2D6-F816-9B82-EF71-020878FF5B4A}"/>
          </ac:spMkLst>
        </pc:spChg>
        <pc:spChg chg="mod">
          <ac:chgData name="Dave Davis" userId="fd522001-6230-4aa2-a06d-dff260ca34ee" providerId="ADAL" clId="{DC8A6909-7990-4689-BF48-34A459C6DEA8}" dt="2026-04-27T18:18:35.771" v="479"/>
          <ac:spMkLst>
            <pc:docMk/>
            <pc:sldMk cId="309681311" sldId="2147469929"/>
            <ac:spMk id="28" creationId="{1193863A-9528-BCA7-F581-512A029F8BCF}"/>
          </ac:spMkLst>
        </pc:spChg>
        <pc:spChg chg="mod">
          <ac:chgData name="Dave Davis" userId="fd522001-6230-4aa2-a06d-dff260ca34ee" providerId="ADAL" clId="{DC8A6909-7990-4689-BF48-34A459C6DEA8}" dt="2026-04-27T18:19:32.825" v="483" actId="113"/>
          <ac:spMkLst>
            <pc:docMk/>
            <pc:sldMk cId="309681311" sldId="2147469929"/>
            <ac:spMk id="29" creationId="{B719AFC2-6246-3009-EE67-14037EF5E9D9}"/>
          </ac:spMkLst>
        </pc:spChg>
        <pc:spChg chg="mod">
          <ac:chgData name="Dave Davis" userId="fd522001-6230-4aa2-a06d-dff260ca34ee" providerId="ADAL" clId="{DC8A6909-7990-4689-BF48-34A459C6DEA8}" dt="2026-04-27T18:19:44.499" v="484"/>
          <ac:spMkLst>
            <pc:docMk/>
            <pc:sldMk cId="309681311" sldId="2147469929"/>
            <ac:spMk id="31" creationId="{EC9D2461-0BD0-B581-9ABF-720E2AEE8615}"/>
          </ac:spMkLst>
        </pc:spChg>
        <pc:spChg chg="mod">
          <ac:chgData name="Dave Davis" userId="fd522001-6230-4aa2-a06d-dff260ca34ee" providerId="ADAL" clId="{DC8A6909-7990-4689-BF48-34A459C6DEA8}" dt="2026-04-27T18:20:40.621" v="492" actId="113"/>
          <ac:spMkLst>
            <pc:docMk/>
            <pc:sldMk cId="309681311" sldId="2147469929"/>
            <ac:spMk id="32" creationId="{7D974AE6-9D88-3D3D-4A77-A81E39CDB069}"/>
          </ac:spMkLst>
        </pc:spChg>
        <pc:spChg chg="add del">
          <ac:chgData name="Dave Davis" userId="fd522001-6230-4aa2-a06d-dff260ca34ee" providerId="ADAL" clId="{DC8A6909-7990-4689-BF48-34A459C6DEA8}" dt="2026-04-27T18:21:03.031" v="496" actId="22"/>
          <ac:spMkLst>
            <pc:docMk/>
            <pc:sldMk cId="309681311" sldId="2147469929"/>
            <ac:spMk id="36" creationId="{BAD283C0-CE32-8B84-7E8F-DB69E90F5C5C}"/>
          </ac:spMkLst>
        </pc:spChg>
        <pc:spChg chg="add del mod">
          <ac:chgData name="Dave Davis" userId="fd522001-6230-4aa2-a06d-dff260ca34ee" providerId="ADAL" clId="{DC8A6909-7990-4689-BF48-34A459C6DEA8}" dt="2026-04-28T14:24:11.880" v="677" actId="33699"/>
          <ac:spMkLst>
            <pc:docMk/>
            <pc:sldMk cId="309681311" sldId="2147469929"/>
            <ac:spMk id="40" creationId="{EB7FEC1D-A97B-1E5A-608D-1A534702BD20}"/>
          </ac:spMkLst>
        </pc:spChg>
        <pc:grpChg chg="add mod">
          <ac:chgData name="Dave Davis" userId="fd522001-6230-4aa2-a06d-dff260ca34ee" providerId="ADAL" clId="{DC8A6909-7990-4689-BF48-34A459C6DEA8}" dt="2026-04-28T14:26:02.386" v="696" actId="962"/>
          <ac:grpSpMkLst>
            <pc:docMk/>
            <pc:sldMk cId="309681311" sldId="2147469929"/>
            <ac:grpSpMk id="10" creationId="{BD47D239-1E69-8FFF-08E9-5C85E059A01A}"/>
          </ac:grpSpMkLst>
        </pc:grpChg>
        <pc:grpChg chg="add mod">
          <ac:chgData name="Dave Davis" userId="fd522001-6230-4aa2-a06d-dff260ca34ee" providerId="ADAL" clId="{DC8A6909-7990-4689-BF48-34A459C6DEA8}" dt="2026-04-28T14:26:03.622" v="698" actId="962"/>
          <ac:grpSpMkLst>
            <pc:docMk/>
            <pc:sldMk cId="309681311" sldId="2147469929"/>
            <ac:grpSpMk id="18" creationId="{F7289CEA-97D8-8AFC-E7E3-78BEE2DF8A18}"/>
          </ac:grpSpMkLst>
        </pc:grpChg>
        <pc:grpChg chg="add mod">
          <ac:chgData name="Dave Davis" userId="fd522001-6230-4aa2-a06d-dff260ca34ee" providerId="ADAL" clId="{DC8A6909-7990-4689-BF48-34A459C6DEA8}" dt="2026-04-27T18:17:24.898" v="469"/>
          <ac:grpSpMkLst>
            <pc:docMk/>
            <pc:sldMk cId="309681311" sldId="2147469929"/>
            <ac:grpSpMk id="21" creationId="{3F951704-8EE7-BC52-ED6D-C1E1BF3FB046}"/>
          </ac:grpSpMkLst>
        </pc:grpChg>
        <pc:grpChg chg="add mod">
          <ac:chgData name="Dave Davis" userId="fd522001-6230-4aa2-a06d-dff260ca34ee" providerId="ADAL" clId="{DC8A6909-7990-4689-BF48-34A459C6DEA8}" dt="2026-04-28T14:26:04.860" v="700" actId="962"/>
          <ac:grpSpMkLst>
            <pc:docMk/>
            <pc:sldMk cId="309681311" sldId="2147469929"/>
            <ac:grpSpMk id="24" creationId="{007FA209-323C-48A4-2284-63AE3DCBF467}"/>
          </ac:grpSpMkLst>
        </pc:grpChg>
        <pc:grpChg chg="add mod">
          <ac:chgData name="Dave Davis" userId="fd522001-6230-4aa2-a06d-dff260ca34ee" providerId="ADAL" clId="{DC8A6909-7990-4689-BF48-34A459C6DEA8}" dt="2026-04-28T14:26:06.372" v="702" actId="962"/>
          <ac:grpSpMkLst>
            <pc:docMk/>
            <pc:sldMk cId="309681311" sldId="2147469929"/>
            <ac:grpSpMk id="27" creationId="{C36C85E6-638E-B32C-DFFB-2E39AC19B203}"/>
          </ac:grpSpMkLst>
        </pc:grpChg>
        <pc:grpChg chg="add mod">
          <ac:chgData name="Dave Davis" userId="fd522001-6230-4aa2-a06d-dff260ca34ee" providerId="ADAL" clId="{DC8A6909-7990-4689-BF48-34A459C6DEA8}" dt="2026-04-28T14:26:07.231" v="704" actId="962"/>
          <ac:grpSpMkLst>
            <pc:docMk/>
            <pc:sldMk cId="309681311" sldId="2147469929"/>
            <ac:grpSpMk id="30" creationId="{54045ED7-DEC2-1EFA-EA21-FFE2727F2923}"/>
          </ac:grpSpMkLst>
        </pc:grpChg>
        <pc:cxnChg chg="add mod">
          <ac:chgData name="Dave Davis" userId="fd522001-6230-4aa2-a06d-dff260ca34ee" providerId="ADAL" clId="{DC8A6909-7990-4689-BF48-34A459C6DEA8}" dt="2026-04-28T14:26:12.528" v="707" actId="962"/>
          <ac:cxnSpMkLst>
            <pc:docMk/>
            <pc:sldMk cId="309681311" sldId="2147469929"/>
            <ac:cxnSpMk id="34" creationId="{6FA2667F-3812-C341-66EE-FBBF58F00E90}"/>
          </ac:cxnSpMkLst>
        </pc:cxnChg>
        <pc:cxnChg chg="add mod">
          <ac:chgData name="Dave Davis" userId="fd522001-6230-4aa2-a06d-dff260ca34ee" providerId="ADAL" clId="{DC8A6909-7990-4689-BF48-34A459C6DEA8}" dt="2026-04-28T14:26:16.300" v="710" actId="962"/>
          <ac:cxnSpMkLst>
            <pc:docMk/>
            <pc:sldMk cId="309681311" sldId="2147469929"/>
            <ac:cxnSpMk id="37" creationId="{BBD1A2A1-06DD-0BE8-E098-1715BEC8DA33}"/>
          </ac:cxnSpMkLst>
        </pc:cxnChg>
        <pc:cxnChg chg="add mod">
          <ac:chgData name="Dave Davis" userId="fd522001-6230-4aa2-a06d-dff260ca34ee" providerId="ADAL" clId="{DC8A6909-7990-4689-BF48-34A459C6DEA8}" dt="2026-04-28T14:26:20.163" v="713" actId="962"/>
          <ac:cxnSpMkLst>
            <pc:docMk/>
            <pc:sldMk cId="309681311" sldId="2147469929"/>
            <ac:cxnSpMk id="38" creationId="{477C3343-1B26-C5FF-C256-D6CAD9EF7164}"/>
          </ac:cxnSpMkLst>
        </pc:cxnChg>
        <pc:cxnChg chg="add mod">
          <ac:chgData name="Dave Davis" userId="fd522001-6230-4aa2-a06d-dff260ca34ee" providerId="ADAL" clId="{DC8A6909-7990-4689-BF48-34A459C6DEA8}" dt="2026-04-28T14:26:24.833" v="716" actId="962"/>
          <ac:cxnSpMkLst>
            <pc:docMk/>
            <pc:sldMk cId="309681311" sldId="2147469929"/>
            <ac:cxnSpMk id="39" creationId="{375EB248-E4D4-51F8-9A6E-DA03ECB16BA0}"/>
          </ac:cxnSpMkLst>
        </pc:cxnChg>
      </pc:sldChg>
      <pc:sldChg chg="addSp delSp modSp add mod modNotes">
        <pc:chgData name="Dave Davis" userId="fd522001-6230-4aa2-a06d-dff260ca34ee" providerId="ADAL" clId="{DC8A6909-7990-4689-BF48-34A459C6DEA8}" dt="2026-04-28T14:18:19.878" v="661" actId="962"/>
        <pc:sldMkLst>
          <pc:docMk/>
          <pc:sldMk cId="4138830997" sldId="2147469930"/>
        </pc:sldMkLst>
        <pc:spChg chg="mod">
          <ac:chgData name="Dave Davis" userId="fd522001-6230-4aa2-a06d-dff260ca34ee" providerId="ADAL" clId="{DC8A6909-7990-4689-BF48-34A459C6DEA8}" dt="2026-04-27T18:25:38.329" v="527" actId="14100"/>
          <ac:spMkLst>
            <pc:docMk/>
            <pc:sldMk cId="4138830997" sldId="2147469930"/>
            <ac:spMk id="2" creationId="{59791C2E-7876-39B5-149B-4F6B10584643}"/>
          </ac:spMkLst>
        </pc:spChg>
        <pc:spChg chg="del">
          <ac:chgData name="Dave Davis" userId="fd522001-6230-4aa2-a06d-dff260ca34ee" providerId="ADAL" clId="{DC8A6909-7990-4689-BF48-34A459C6DEA8}" dt="2026-04-27T18:23:40.670" v="508" actId="478"/>
          <ac:spMkLst>
            <pc:docMk/>
            <pc:sldMk cId="4138830997" sldId="2147469930"/>
            <ac:spMk id="3" creationId="{5639E371-84AF-61DB-AE55-BCEF87E0E8D1}"/>
          </ac:spMkLst>
        </pc:spChg>
        <pc:spChg chg="add mod">
          <ac:chgData name="Dave Davis" userId="fd522001-6230-4aa2-a06d-dff260ca34ee" providerId="ADAL" clId="{DC8A6909-7990-4689-BF48-34A459C6DEA8}" dt="2026-04-27T18:25:55.190" v="529" actId="255"/>
          <ac:spMkLst>
            <pc:docMk/>
            <pc:sldMk cId="4138830997" sldId="2147469930"/>
            <ac:spMk id="6" creationId="{4171AF70-3BC2-B922-3065-48C3D5639AD9}"/>
          </ac:spMkLst>
        </pc:spChg>
        <pc:spChg chg="mod">
          <ac:chgData name="Dave Davis" userId="fd522001-6230-4aa2-a06d-dff260ca34ee" providerId="ADAL" clId="{DC8A6909-7990-4689-BF48-34A459C6DEA8}" dt="2026-04-27T18:25:22.482" v="525"/>
          <ac:spMkLst>
            <pc:docMk/>
            <pc:sldMk cId="4138830997" sldId="2147469930"/>
            <ac:spMk id="8" creationId="{A10AB5C5-AD43-B7C1-F8C6-1FC467ACB385}"/>
          </ac:spMkLst>
        </pc:spChg>
        <pc:spChg chg="mod">
          <ac:chgData name="Dave Davis" userId="fd522001-6230-4aa2-a06d-dff260ca34ee" providerId="ADAL" clId="{DC8A6909-7990-4689-BF48-34A459C6DEA8}" dt="2026-04-27T18:26:21.043" v="531" actId="113"/>
          <ac:spMkLst>
            <pc:docMk/>
            <pc:sldMk cId="4138830997" sldId="2147469930"/>
            <ac:spMk id="9" creationId="{6E639B85-B345-F8A9-30F2-9B8BE6E22085}"/>
          </ac:spMkLst>
        </pc:spChg>
        <pc:spChg chg="mod">
          <ac:chgData name="Dave Davis" userId="fd522001-6230-4aa2-a06d-dff260ca34ee" providerId="ADAL" clId="{DC8A6909-7990-4689-BF48-34A459C6DEA8}" dt="2026-04-27T18:27:05.332" v="534"/>
          <ac:spMkLst>
            <pc:docMk/>
            <pc:sldMk cId="4138830997" sldId="2147469930"/>
            <ac:spMk id="11" creationId="{FD7566E9-0F47-FBA1-505B-16CD1EAABA5A}"/>
          </ac:spMkLst>
        </pc:spChg>
        <pc:spChg chg="mod">
          <ac:chgData name="Dave Davis" userId="fd522001-6230-4aa2-a06d-dff260ca34ee" providerId="ADAL" clId="{DC8A6909-7990-4689-BF48-34A459C6DEA8}" dt="2026-04-27T18:27:27.196" v="537" actId="2711"/>
          <ac:spMkLst>
            <pc:docMk/>
            <pc:sldMk cId="4138830997" sldId="2147469930"/>
            <ac:spMk id="12" creationId="{636732A8-569F-ABF0-B1D0-EA8C27CB855D}"/>
          </ac:spMkLst>
        </pc:spChg>
        <pc:spChg chg="mod">
          <ac:chgData name="Dave Davis" userId="fd522001-6230-4aa2-a06d-dff260ca34ee" providerId="ADAL" clId="{DC8A6909-7990-4689-BF48-34A459C6DEA8}" dt="2026-04-27T18:25:22.482" v="525"/>
          <ac:spMkLst>
            <pc:docMk/>
            <pc:sldMk cId="4138830997" sldId="2147469930"/>
            <ac:spMk id="14" creationId="{417F215C-3374-96D6-00F4-1344F27A7604}"/>
          </ac:spMkLst>
        </pc:spChg>
        <pc:spChg chg="mod">
          <ac:chgData name="Dave Davis" userId="fd522001-6230-4aa2-a06d-dff260ca34ee" providerId="ADAL" clId="{DC8A6909-7990-4689-BF48-34A459C6DEA8}" dt="2026-04-27T18:27:53.954" v="539" actId="113"/>
          <ac:spMkLst>
            <pc:docMk/>
            <pc:sldMk cId="4138830997" sldId="2147469930"/>
            <ac:spMk id="15" creationId="{82FC7E04-4295-27FC-4A8A-865CFE26954B}"/>
          </ac:spMkLst>
        </pc:spChg>
        <pc:spChg chg="mod">
          <ac:chgData name="Dave Davis" userId="fd522001-6230-4aa2-a06d-dff260ca34ee" providerId="ADAL" clId="{DC8A6909-7990-4689-BF48-34A459C6DEA8}" dt="2026-04-27T18:25:22.482" v="525"/>
          <ac:spMkLst>
            <pc:docMk/>
            <pc:sldMk cId="4138830997" sldId="2147469930"/>
            <ac:spMk id="17" creationId="{899ACBD5-4A73-C4A1-AEE8-08B01AC0B748}"/>
          </ac:spMkLst>
        </pc:spChg>
        <pc:spChg chg="mod">
          <ac:chgData name="Dave Davis" userId="fd522001-6230-4aa2-a06d-dff260ca34ee" providerId="ADAL" clId="{DC8A6909-7990-4689-BF48-34A459C6DEA8}" dt="2026-04-27T18:28:12.792" v="541" actId="113"/>
          <ac:spMkLst>
            <pc:docMk/>
            <pc:sldMk cId="4138830997" sldId="2147469930"/>
            <ac:spMk id="18" creationId="{D46681C8-04EA-A30A-DE21-10EE595CEEE5}"/>
          </ac:spMkLst>
        </pc:spChg>
        <pc:spChg chg="mod">
          <ac:chgData name="Dave Davis" userId="fd522001-6230-4aa2-a06d-dff260ca34ee" providerId="ADAL" clId="{DC8A6909-7990-4689-BF48-34A459C6DEA8}" dt="2026-04-27T18:28:27.591" v="543"/>
          <ac:spMkLst>
            <pc:docMk/>
            <pc:sldMk cId="4138830997" sldId="2147469930"/>
            <ac:spMk id="20" creationId="{483062C2-F09D-5499-9403-AA5132D74EBD}"/>
          </ac:spMkLst>
        </pc:spChg>
        <pc:spChg chg="mod">
          <ac:chgData name="Dave Davis" userId="fd522001-6230-4aa2-a06d-dff260ca34ee" providerId="ADAL" clId="{DC8A6909-7990-4689-BF48-34A459C6DEA8}" dt="2026-04-27T18:28:34.763" v="545" actId="113"/>
          <ac:spMkLst>
            <pc:docMk/>
            <pc:sldMk cId="4138830997" sldId="2147469930"/>
            <ac:spMk id="21" creationId="{D66B9947-8441-AA2C-57DA-816CDA123EAA}"/>
          </ac:spMkLst>
        </pc:spChg>
        <pc:grpChg chg="mod">
          <ac:chgData name="Dave Davis" userId="fd522001-6230-4aa2-a06d-dff260ca34ee" providerId="ADAL" clId="{DC8A6909-7990-4689-BF48-34A459C6DEA8}" dt="2026-04-28T14:18:16.533" v="657" actId="962"/>
          <ac:grpSpMkLst>
            <pc:docMk/>
            <pc:sldMk cId="4138830997" sldId="2147469930"/>
            <ac:grpSpMk id="7" creationId="{09ACB6DA-D17E-6CAF-8D1E-3B68256F92A9}"/>
          </ac:grpSpMkLst>
        </pc:grpChg>
        <pc:grpChg chg="mod">
          <ac:chgData name="Dave Davis" userId="fd522001-6230-4aa2-a06d-dff260ca34ee" providerId="ADAL" clId="{DC8A6909-7990-4689-BF48-34A459C6DEA8}" dt="2026-04-28T14:18:17.372" v="658" actId="962"/>
          <ac:grpSpMkLst>
            <pc:docMk/>
            <pc:sldMk cId="4138830997" sldId="2147469930"/>
            <ac:grpSpMk id="10" creationId="{537F00AD-BFC4-42BF-6682-FDA10772406D}"/>
          </ac:grpSpMkLst>
        </pc:grpChg>
        <pc:grpChg chg="mod">
          <ac:chgData name="Dave Davis" userId="fd522001-6230-4aa2-a06d-dff260ca34ee" providerId="ADAL" clId="{DC8A6909-7990-4689-BF48-34A459C6DEA8}" dt="2026-04-28T14:18:18.183" v="659" actId="962"/>
          <ac:grpSpMkLst>
            <pc:docMk/>
            <pc:sldMk cId="4138830997" sldId="2147469930"/>
            <ac:grpSpMk id="13" creationId="{5E1B34F9-CD2C-E56B-91F6-C6E3FBEDAEF7}"/>
          </ac:grpSpMkLst>
        </pc:grpChg>
        <pc:grpChg chg="mod">
          <ac:chgData name="Dave Davis" userId="fd522001-6230-4aa2-a06d-dff260ca34ee" providerId="ADAL" clId="{DC8A6909-7990-4689-BF48-34A459C6DEA8}" dt="2026-04-28T14:18:19.040" v="660" actId="962"/>
          <ac:grpSpMkLst>
            <pc:docMk/>
            <pc:sldMk cId="4138830997" sldId="2147469930"/>
            <ac:grpSpMk id="16" creationId="{13679CA9-2C05-307C-FAA6-D39CC80DEB4A}"/>
          </ac:grpSpMkLst>
        </pc:grpChg>
        <pc:grpChg chg="mod">
          <ac:chgData name="Dave Davis" userId="fd522001-6230-4aa2-a06d-dff260ca34ee" providerId="ADAL" clId="{DC8A6909-7990-4689-BF48-34A459C6DEA8}" dt="2026-04-28T14:18:19.878" v="661" actId="962"/>
          <ac:grpSpMkLst>
            <pc:docMk/>
            <pc:sldMk cId="4138830997" sldId="2147469930"/>
            <ac:grpSpMk id="19" creationId="{8159604B-8776-3FE1-71E9-79C7C0F7089B}"/>
          </ac:grpSpMkLst>
        </pc:grpChg>
        <pc:cxnChg chg="mod">
          <ac:chgData name="Dave Davis" userId="fd522001-6230-4aa2-a06d-dff260ca34ee" providerId="ADAL" clId="{DC8A6909-7990-4689-BF48-34A459C6DEA8}" dt="2026-04-28T14:17:35.833" v="617" actId="962"/>
          <ac:cxnSpMkLst>
            <pc:docMk/>
            <pc:sldMk cId="4138830997" sldId="2147469930"/>
            <ac:cxnSpMk id="22" creationId="{6B1EE2CB-B952-1E70-886F-76E0E95FE727}"/>
          </ac:cxnSpMkLst>
        </pc:cxnChg>
        <pc:cxnChg chg="mod">
          <ac:chgData name="Dave Davis" userId="fd522001-6230-4aa2-a06d-dff260ca34ee" providerId="ADAL" clId="{DC8A6909-7990-4689-BF48-34A459C6DEA8}" dt="2026-04-28T14:17:35.836" v="618" actId="962"/>
          <ac:cxnSpMkLst>
            <pc:docMk/>
            <pc:sldMk cId="4138830997" sldId="2147469930"/>
            <ac:cxnSpMk id="23" creationId="{E1B2FAC6-DCC3-7856-6105-A01041749BC4}"/>
          </ac:cxnSpMkLst>
        </pc:cxnChg>
        <pc:cxnChg chg="mod">
          <ac:chgData name="Dave Davis" userId="fd522001-6230-4aa2-a06d-dff260ca34ee" providerId="ADAL" clId="{DC8A6909-7990-4689-BF48-34A459C6DEA8}" dt="2026-04-28T14:17:35.840" v="619" actId="962"/>
          <ac:cxnSpMkLst>
            <pc:docMk/>
            <pc:sldMk cId="4138830997" sldId="2147469930"/>
            <ac:cxnSpMk id="24" creationId="{73F75249-07D6-4809-C025-89A5E2D6F668}"/>
          </ac:cxnSpMkLst>
        </pc:cxnChg>
        <pc:cxnChg chg="mod">
          <ac:chgData name="Dave Davis" userId="fd522001-6230-4aa2-a06d-dff260ca34ee" providerId="ADAL" clId="{DC8A6909-7990-4689-BF48-34A459C6DEA8}" dt="2026-04-28T14:17:35.844" v="620" actId="962"/>
          <ac:cxnSpMkLst>
            <pc:docMk/>
            <pc:sldMk cId="4138830997" sldId="2147469930"/>
            <ac:cxnSpMk id="25" creationId="{C441D0D4-C70A-C85F-B609-6E7CC91B26E9}"/>
          </ac:cxnSpMkLst>
        </pc:cxnChg>
      </pc:sldChg>
      <pc:sldChg chg="addSp delSp modSp new add del mod modNotes">
        <pc:chgData name="Dave Davis" userId="fd522001-6230-4aa2-a06d-dff260ca34ee" providerId="ADAL" clId="{DC8A6909-7990-4689-BF48-34A459C6DEA8}" dt="2026-04-28T14:17:35.894" v="630" actId="962"/>
        <pc:sldMkLst>
          <pc:docMk/>
          <pc:sldMk cId="1259094028" sldId="2147469931"/>
        </pc:sldMkLst>
        <pc:spChg chg="add mod">
          <ac:chgData name="Dave Davis" userId="fd522001-6230-4aa2-a06d-dff260ca34ee" providerId="ADAL" clId="{DC8A6909-7990-4689-BF48-34A459C6DEA8}" dt="2026-04-28T14:17:35.874" v="625" actId="962"/>
          <ac:spMkLst>
            <pc:docMk/>
            <pc:sldMk cId="1259094028" sldId="2147469931"/>
            <ac:spMk id="100" creationId="{00000000-0000-0000-0000-000000000000}"/>
          </ac:spMkLst>
        </pc:spChg>
        <pc:spChg chg="add mod">
          <ac:chgData name="Dave Davis" userId="fd522001-6230-4aa2-a06d-dff260ca34ee" providerId="ADAL" clId="{DC8A6909-7990-4689-BF48-34A459C6DEA8}" dt="2026-04-28T14:17:35.879" v="626" actId="962"/>
          <ac:spMkLst>
            <pc:docMk/>
            <pc:sldMk cId="1259094028" sldId="2147469931"/>
            <ac:spMk id="101" creationId="{00000000-0000-0000-0000-000000000000}"/>
          </ac:spMkLst>
        </pc:spChg>
        <pc:spChg chg="add">
          <ac:chgData name="Dave Davis" userId="fd522001-6230-4aa2-a06d-dff260ca34ee" providerId="ADAL" clId="{DC8A6909-7990-4689-BF48-34A459C6DEA8}" dt="2026-04-27T18:41:11.349" v="554" actId="26606"/>
          <ac:spMkLst>
            <pc:docMk/>
            <pc:sldMk cId="1259094028" sldId="2147469931"/>
            <ac:spMk id="102" creationId="{00000000-0000-0000-0000-000000000000}"/>
          </ac:spMkLst>
        </pc:spChg>
        <pc:spChg chg="add">
          <ac:chgData name="Dave Davis" userId="fd522001-6230-4aa2-a06d-dff260ca34ee" providerId="ADAL" clId="{DC8A6909-7990-4689-BF48-34A459C6DEA8}" dt="2026-04-27T18:41:11.349" v="554" actId="26606"/>
          <ac:spMkLst>
            <pc:docMk/>
            <pc:sldMk cId="1259094028" sldId="2147469931"/>
            <ac:spMk id="104" creationId="{00000000-0000-0000-0000-000000000000}"/>
          </ac:spMkLst>
        </pc:spChg>
        <pc:spChg chg="add mod">
          <ac:chgData name="Dave Davis" userId="fd522001-6230-4aa2-a06d-dff260ca34ee" providerId="ADAL" clId="{DC8A6909-7990-4689-BF48-34A459C6DEA8}" dt="2026-04-28T14:17:35.883" v="627" actId="962"/>
          <ac:spMkLst>
            <pc:docMk/>
            <pc:sldMk cId="1259094028" sldId="2147469931"/>
            <ac:spMk id="200" creationId="{00000000-0000-0000-0000-000000000000}"/>
          </ac:spMkLst>
        </pc:spChg>
        <pc:spChg chg="mod">
          <ac:chgData name="Dave Davis" userId="fd522001-6230-4aa2-a06d-dff260ca34ee" providerId="ADAL" clId="{DC8A6909-7990-4689-BF48-34A459C6DEA8}" dt="2026-04-28T14:17:35.887" v="628" actId="962"/>
          <ac:spMkLst>
            <pc:docMk/>
            <pc:sldMk cId="1259094028" sldId="2147469931"/>
            <ac:spMk id="201" creationId="{00000000-0000-0000-0000-000000000000}"/>
          </ac:spMkLst>
        </pc:spChg>
        <pc:spChg chg="add">
          <ac:chgData name="Dave Davis" userId="fd522001-6230-4aa2-a06d-dff260ca34ee" providerId="ADAL" clId="{DC8A6909-7990-4689-BF48-34A459C6DEA8}" dt="2026-04-27T18:41:11.349" v="554" actId="26606"/>
          <ac:spMkLst>
            <pc:docMk/>
            <pc:sldMk cId="1259094028" sldId="2147469931"/>
            <ac:spMk id="202" creationId="{00000000-0000-0000-0000-000000000000}"/>
          </ac:spMkLst>
        </pc:spChg>
        <pc:spChg chg="add">
          <ac:chgData name="Dave Davis" userId="fd522001-6230-4aa2-a06d-dff260ca34ee" providerId="ADAL" clId="{DC8A6909-7990-4689-BF48-34A459C6DEA8}" dt="2026-04-27T18:41:11.349" v="554" actId="26606"/>
          <ac:spMkLst>
            <pc:docMk/>
            <pc:sldMk cId="1259094028" sldId="2147469931"/>
            <ac:spMk id="203" creationId="{00000000-0000-0000-0000-000000000000}"/>
          </ac:spMkLst>
        </pc:spChg>
        <pc:spChg chg="add mod">
          <ac:chgData name="Dave Davis" userId="fd522001-6230-4aa2-a06d-dff260ca34ee" providerId="ADAL" clId="{DC8A6909-7990-4689-BF48-34A459C6DEA8}" dt="2026-04-28T14:17:35.890" v="629" actId="962"/>
          <ac:spMkLst>
            <pc:docMk/>
            <pc:sldMk cId="1259094028" sldId="2147469931"/>
            <ac:spMk id="300" creationId="{00000000-0000-0000-0000-000000000000}"/>
          </ac:spMkLst>
        </pc:spChg>
        <pc:spChg chg="mod">
          <ac:chgData name="Dave Davis" userId="fd522001-6230-4aa2-a06d-dff260ca34ee" providerId="ADAL" clId="{DC8A6909-7990-4689-BF48-34A459C6DEA8}" dt="2026-04-28T14:17:35.894" v="630" actId="962"/>
          <ac:spMkLst>
            <pc:docMk/>
            <pc:sldMk cId="1259094028" sldId="2147469931"/>
            <ac:spMk id="301" creationId="{00000000-0000-0000-0000-000000000000}"/>
          </ac:spMkLst>
        </pc:spChg>
        <pc:spChg chg="add">
          <ac:chgData name="Dave Davis" userId="fd522001-6230-4aa2-a06d-dff260ca34ee" providerId="ADAL" clId="{DC8A6909-7990-4689-BF48-34A459C6DEA8}" dt="2026-04-27T18:41:11.349" v="554" actId="26606"/>
          <ac:spMkLst>
            <pc:docMk/>
            <pc:sldMk cId="1259094028" sldId="2147469931"/>
            <ac:spMk id="302" creationId="{00000000-0000-0000-0000-000000000000}"/>
          </ac:spMkLst>
        </pc:spChg>
        <pc:spChg chg="add">
          <ac:chgData name="Dave Davis" userId="fd522001-6230-4aa2-a06d-dff260ca34ee" providerId="ADAL" clId="{DC8A6909-7990-4689-BF48-34A459C6DEA8}" dt="2026-04-27T18:41:11.349" v="554" actId="26606"/>
          <ac:spMkLst>
            <pc:docMk/>
            <pc:sldMk cId="1259094028" sldId="2147469931"/>
            <ac:spMk id="303" creationId="{00000000-0000-0000-0000-000000000000}"/>
          </ac:spMkLst>
        </pc:spChg>
      </pc:sldChg>
    </pc:docChg>
  </pc:docChgLst>
  <pc:docChgLst>
    <pc:chgData name="Mahi Sundararajan" userId="1319c946-a83f-4def-8c00-c7c406a5fa35" providerId="ADAL" clId="{6C62D458-5E75-4392-9FAB-DD9FC135922F}"/>
    <pc:docChg chg="custSel addSld modSld">
      <pc:chgData name="Mahi Sundararajan" userId="1319c946-a83f-4def-8c00-c7c406a5fa35" providerId="ADAL" clId="{6C62D458-5E75-4392-9FAB-DD9FC135922F}" dt="2026-05-14T06:12:10.445" v="1" actId="26606"/>
      <pc:docMkLst>
        <pc:docMk/>
      </pc:docMkLst>
      <pc:sldChg chg="modSp add mod">
        <pc:chgData name="Mahi Sundararajan" userId="1319c946-a83f-4def-8c00-c7c406a5fa35" providerId="ADAL" clId="{6C62D458-5E75-4392-9FAB-DD9FC135922F}" dt="2026-05-14T06:12:10.445" v="1" actId="26606"/>
        <pc:sldMkLst>
          <pc:docMk/>
          <pc:sldMk cId="0" sldId="2147469932"/>
        </pc:sldMkLst>
        <pc:spChg chg="mod">
          <ac:chgData name="Mahi Sundararajan" userId="1319c946-a83f-4def-8c00-c7c406a5fa35" providerId="ADAL" clId="{6C62D458-5E75-4392-9FAB-DD9FC135922F}" dt="2026-05-14T06:12:10.445" v="1" actId="26606"/>
          <ac:spMkLst>
            <pc:docMk/>
            <pc:sldMk cId="0" sldId="2147469932"/>
            <ac:spMk id="13"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2"/>
            <ac:spMk id="23"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2"/>
            <ac:spMk id="33"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2"/>
            <ac:spMk id="43"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2"/>
            <ac:spMk id="53"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2"/>
            <ac:spMk id="63" creationId="{00000000-0000-0000-0000-000000000000}"/>
          </ac:spMkLst>
        </pc:spChg>
      </pc:sldChg>
      <pc:sldChg chg="modSp add mod">
        <pc:chgData name="Mahi Sundararajan" userId="1319c946-a83f-4def-8c00-c7c406a5fa35" providerId="ADAL" clId="{6C62D458-5E75-4392-9FAB-DD9FC135922F}" dt="2026-05-14T06:12:10.445" v="1" actId="26606"/>
        <pc:sldMkLst>
          <pc:docMk/>
          <pc:sldMk cId="0" sldId="2147469933"/>
        </pc:sldMkLst>
        <pc:spChg chg="mod">
          <ac:chgData name="Mahi Sundararajan" userId="1319c946-a83f-4def-8c00-c7c406a5fa35" providerId="ADAL" clId="{6C62D458-5E75-4392-9FAB-DD9FC135922F}" dt="2026-05-14T06:12:10.445" v="1" actId="26606"/>
          <ac:spMkLst>
            <pc:docMk/>
            <pc:sldMk cId="0" sldId="2147469933"/>
            <ac:spMk id="23"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3"/>
            <ac:spMk id="33"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3"/>
            <ac:spMk id="43" creationId="{00000000-0000-0000-0000-000000000000}"/>
          </ac:spMkLst>
        </pc:spChg>
      </pc:sldChg>
      <pc:sldChg chg="modSp add mod">
        <pc:chgData name="Mahi Sundararajan" userId="1319c946-a83f-4def-8c00-c7c406a5fa35" providerId="ADAL" clId="{6C62D458-5E75-4392-9FAB-DD9FC135922F}" dt="2026-05-14T06:12:10.445" v="1" actId="26606"/>
        <pc:sldMkLst>
          <pc:docMk/>
          <pc:sldMk cId="3818833473" sldId="2147469934"/>
        </pc:sldMkLst>
        <pc:grpChg chg="add mod">
          <ac:chgData name="Mahi Sundararajan" userId="1319c946-a83f-4def-8c00-c7c406a5fa35" providerId="ADAL" clId="{6C62D458-5E75-4392-9FAB-DD9FC135922F}" dt="2026-05-14T06:12:10.445" v="1" actId="26606"/>
          <ac:grpSpMkLst>
            <pc:docMk/>
            <pc:sldMk cId="3818833473" sldId="2147469934"/>
            <ac:grpSpMk id="2" creationId="{6C716DCB-9D02-1028-674B-34EDEE2B73A7}"/>
          </ac:grpSpMkLst>
        </pc:grpChg>
        <pc:grpChg chg="add mod">
          <ac:chgData name="Mahi Sundararajan" userId="1319c946-a83f-4def-8c00-c7c406a5fa35" providerId="ADAL" clId="{6C62D458-5E75-4392-9FAB-DD9FC135922F}" dt="2026-05-14T06:12:10.445" v="1" actId="26606"/>
          <ac:grpSpMkLst>
            <pc:docMk/>
            <pc:sldMk cId="3818833473" sldId="2147469934"/>
            <ac:grpSpMk id="3" creationId="{C1C6A8FB-B9B9-56F2-B209-1AC1B94F9C3B}"/>
          </ac:grpSpMkLst>
        </pc:grpChg>
        <pc:grpChg chg="add mod">
          <ac:chgData name="Mahi Sundararajan" userId="1319c946-a83f-4def-8c00-c7c406a5fa35" providerId="ADAL" clId="{6C62D458-5E75-4392-9FAB-DD9FC135922F}" dt="2026-05-14T06:12:10.445" v="1" actId="26606"/>
          <ac:grpSpMkLst>
            <pc:docMk/>
            <pc:sldMk cId="3818833473" sldId="2147469934"/>
            <ac:grpSpMk id="6" creationId="{F36CD8BA-F170-357F-5CA5-26A27CC7B9E2}"/>
          </ac:grpSpMkLst>
        </pc:grpChg>
      </pc:sldChg>
      <pc:sldChg chg="modSp add mod">
        <pc:chgData name="Mahi Sundararajan" userId="1319c946-a83f-4def-8c00-c7c406a5fa35" providerId="ADAL" clId="{6C62D458-5E75-4392-9FAB-DD9FC135922F}" dt="2026-05-14T06:12:10.445" v="1" actId="26606"/>
        <pc:sldMkLst>
          <pc:docMk/>
          <pc:sldMk cId="4058804095" sldId="2147469935"/>
        </pc:sldMkLst>
        <pc:spChg chg="mod">
          <ac:chgData name="Mahi Sundararajan" userId="1319c946-a83f-4def-8c00-c7c406a5fa35" providerId="ADAL" clId="{6C62D458-5E75-4392-9FAB-DD9FC135922F}" dt="2026-05-14T06:12:10.445" v="1" actId="26606"/>
          <ac:spMkLst>
            <pc:docMk/>
            <pc:sldMk cId="4058804095" sldId="2147469935"/>
            <ac:spMk id="15" creationId="{194A30FE-CB8E-D6F3-71BF-DA084CDC9C88}"/>
          </ac:spMkLst>
        </pc:spChg>
        <pc:spChg chg="mod">
          <ac:chgData name="Mahi Sundararajan" userId="1319c946-a83f-4def-8c00-c7c406a5fa35" providerId="ADAL" clId="{6C62D458-5E75-4392-9FAB-DD9FC135922F}" dt="2026-05-14T06:12:10.445" v="1" actId="26606"/>
          <ac:spMkLst>
            <pc:docMk/>
            <pc:sldMk cId="4058804095" sldId="2147469935"/>
            <ac:spMk id="25" creationId="{8C01702E-AB63-F991-27F6-6A0E8E989B9F}"/>
          </ac:spMkLst>
        </pc:spChg>
      </pc:sldChg>
      <pc:sldChg chg="modSp add mod">
        <pc:chgData name="Mahi Sundararajan" userId="1319c946-a83f-4def-8c00-c7c406a5fa35" providerId="ADAL" clId="{6C62D458-5E75-4392-9FAB-DD9FC135922F}" dt="2026-05-14T06:12:10.445" v="1" actId="26606"/>
        <pc:sldMkLst>
          <pc:docMk/>
          <pc:sldMk cId="4138830997" sldId="2147469936"/>
        </pc:sldMkLst>
        <pc:spChg chg="mod">
          <ac:chgData name="Mahi Sundararajan" userId="1319c946-a83f-4def-8c00-c7c406a5fa35" providerId="ADAL" clId="{6C62D458-5E75-4392-9FAB-DD9FC135922F}" dt="2026-05-14T06:12:10.445" v="1" actId="26606"/>
          <ac:spMkLst>
            <pc:docMk/>
            <pc:sldMk cId="4138830997" sldId="2147469936"/>
            <ac:spMk id="6" creationId="{4171AF70-3BC2-B922-3065-48C3D5639AD9}"/>
          </ac:spMkLst>
        </pc:spChg>
        <pc:grpChg chg="add mod">
          <ac:chgData name="Mahi Sundararajan" userId="1319c946-a83f-4def-8c00-c7c406a5fa35" providerId="ADAL" clId="{6C62D458-5E75-4392-9FAB-DD9FC135922F}" dt="2026-05-14T06:12:10.445" v="1" actId="26606"/>
          <ac:grpSpMkLst>
            <pc:docMk/>
            <pc:sldMk cId="4138830997" sldId="2147469936"/>
            <ac:grpSpMk id="7" creationId="{09ACB6DA-D17E-6CAF-8D1E-3B68256F92A9}"/>
          </ac:grpSpMkLst>
        </pc:grpChg>
        <pc:grpChg chg="add mod">
          <ac:chgData name="Mahi Sundararajan" userId="1319c946-a83f-4def-8c00-c7c406a5fa35" providerId="ADAL" clId="{6C62D458-5E75-4392-9FAB-DD9FC135922F}" dt="2026-05-14T06:12:10.445" v="1" actId="26606"/>
          <ac:grpSpMkLst>
            <pc:docMk/>
            <pc:sldMk cId="4138830997" sldId="2147469936"/>
            <ac:grpSpMk id="10" creationId="{537F00AD-BFC4-42BF-6682-FDA10772406D}"/>
          </ac:grpSpMkLst>
        </pc:grpChg>
        <pc:grpChg chg="add mod">
          <ac:chgData name="Mahi Sundararajan" userId="1319c946-a83f-4def-8c00-c7c406a5fa35" providerId="ADAL" clId="{6C62D458-5E75-4392-9FAB-DD9FC135922F}" dt="2026-05-14T06:12:10.445" v="1" actId="26606"/>
          <ac:grpSpMkLst>
            <pc:docMk/>
            <pc:sldMk cId="4138830997" sldId="2147469936"/>
            <ac:grpSpMk id="13" creationId="{5E1B34F9-CD2C-E56B-91F6-C6E3FBEDAEF7}"/>
          </ac:grpSpMkLst>
        </pc:grpChg>
        <pc:grpChg chg="add mod">
          <ac:chgData name="Mahi Sundararajan" userId="1319c946-a83f-4def-8c00-c7c406a5fa35" providerId="ADAL" clId="{6C62D458-5E75-4392-9FAB-DD9FC135922F}" dt="2026-05-14T06:12:10.445" v="1" actId="26606"/>
          <ac:grpSpMkLst>
            <pc:docMk/>
            <pc:sldMk cId="4138830997" sldId="2147469936"/>
            <ac:grpSpMk id="16" creationId="{13679CA9-2C05-307C-FAA6-D39CC80DEB4A}"/>
          </ac:grpSpMkLst>
        </pc:grpChg>
        <pc:grpChg chg="add mod">
          <ac:chgData name="Mahi Sundararajan" userId="1319c946-a83f-4def-8c00-c7c406a5fa35" providerId="ADAL" clId="{6C62D458-5E75-4392-9FAB-DD9FC135922F}" dt="2026-05-14T06:12:10.445" v="1" actId="26606"/>
          <ac:grpSpMkLst>
            <pc:docMk/>
            <pc:sldMk cId="4138830997" sldId="2147469936"/>
            <ac:grpSpMk id="19" creationId="{8159604B-8776-3FE1-71E9-79C7C0F7089B}"/>
          </ac:grpSpMkLst>
        </pc:grpChg>
      </pc:sldChg>
      <pc:sldChg chg="modSp add mod">
        <pc:chgData name="Mahi Sundararajan" userId="1319c946-a83f-4def-8c00-c7c406a5fa35" providerId="ADAL" clId="{6C62D458-5E75-4392-9FAB-DD9FC135922F}" dt="2026-05-14T06:12:10.445" v="1" actId="26606"/>
        <pc:sldMkLst>
          <pc:docMk/>
          <pc:sldMk cId="0" sldId="2147469937"/>
        </pc:sldMkLst>
        <pc:spChg chg="mod">
          <ac:chgData name="Mahi Sundararajan" userId="1319c946-a83f-4def-8c00-c7c406a5fa35" providerId="ADAL" clId="{6C62D458-5E75-4392-9FAB-DD9FC135922F}" dt="2026-05-14T06:12:10.445" v="1" actId="26606"/>
          <ac:spMkLst>
            <pc:docMk/>
            <pc:sldMk cId="0" sldId="2147469937"/>
            <ac:spMk id="32" creationId="{00000000-0000-0000-0000-000000000000}"/>
          </ac:spMkLst>
        </pc:spChg>
        <pc:spChg chg="mod">
          <ac:chgData name="Mahi Sundararajan" userId="1319c946-a83f-4def-8c00-c7c406a5fa35" providerId="ADAL" clId="{6C62D458-5E75-4392-9FAB-DD9FC135922F}" dt="2026-05-14T06:12:10.445" v="1" actId="26606"/>
          <ac:spMkLst>
            <pc:docMk/>
            <pc:sldMk cId="0" sldId="2147469937"/>
            <ac:spMk id="4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6/18/2026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6/18/2026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6/18/2026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r>
              <a:rPr lang="en-US"/>
              <a:t>This is the module roadmap showing the five learning units we will cover. Use this slide to orient participants and set expectations for the session.</a:t>
            </a:r>
          </a:p>
          <a:p>
            <a:endParaRPr lang="en-US"/>
          </a:p>
          <a:p>
            <a:r>
              <a:rPr lang="en-US"/>
              <a:t>The five units build on each other: we start with foundational concepts of Responsible AI, move into principles and risk assessment, then cover evaluation practices, and conclude with transparency and explainability. Each unit addresses a critical pillar of responsible AI governance.</a:t>
            </a:r>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80199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r>
              <a:rPr lang="en-US"/>
              <a:t>This is the first learning unit section divider. Use this moment to transition the group into the foundational topic: What is Responsible AI?</a:t>
            </a:r>
          </a:p>
          <a:p>
            <a:endParaRPr lang="en-US"/>
          </a:p>
          <a:p>
            <a:r>
              <a:rPr lang="en-US"/>
              <a:t>Before advancing, ask the audience: “When you hear Responsible AI, what comes to mind?” This primes participants to engage with the definition and context that follow.</a:t>
            </a:r>
          </a:p>
          <a:p>
            <a:endParaRPr lang="en-US"/>
          </a:p>
          <a:p>
            <a:r>
              <a:rPr lang="en-US"/>
              <a:t>The next few slides will establish the working definition, explain why it matters across stakeholder groups, and set the stage for the six core principles.</a:t>
            </a:r>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Responsible AI is the practice of designing, developing, and deploying AI systems that align with ethical principles and societal values. It is not a single checklist item but a comprehensive approach that spans the entire AI lifecycle.</a:t>
            </a:r>
          </a:p>
          <a:p>
            <a:endParaRPr lang="en-US"/>
          </a:p>
          <a:p>
            <a:r>
              <a:rPr lang="en-US"/>
              <a:t>Key talking points:</a:t>
            </a:r>
          </a:p>
          <a:p>
            <a:r>
              <a:rPr lang="en-US"/>
              <a:t>- AI must augment human capabilities, not replace human judgment. This is a fundamental design principle.</a:t>
            </a:r>
          </a:p>
          <a:p>
            <a:r>
              <a:rPr lang="en-US"/>
              <a:t>- The six qualities (fair, reliable, secure, inclusive, transparent, accountable) are not independent; they reinforce each other.</a:t>
            </a:r>
          </a:p>
          <a:p>
            <a:r>
              <a:rPr lang="en-US"/>
              <a:t>- The balance between innovation and trust is critical. Organizations that invest in responsible practices see measurable benefits in customer trust and reduced incidents.</a:t>
            </a:r>
          </a:p>
          <a:p>
            <a:endParaRPr lang="en-US"/>
          </a:p>
          <a:p>
            <a:r>
              <a:rPr lang="en-US"/>
              <a:t>Reference: Microsoft Responsible AI principles at https://www.microsoft.com/ai/responsible-ai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6</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This slide frames the business case for Responsible AI across three stakeholder groups. Use concrete examples to make each point resonate.</a:t>
            </a:r>
          </a:p>
          <a:p>
            <a:endParaRPr lang="en-US"/>
          </a:p>
          <a:p>
            <a:r>
              <a:rPr lang="en-US"/>
              <a:t>For Organizations: The 7% trust increase and 50% incident reduction figures come from industry research comparing organizations with mature AI governance versus those without. The 4% revenue advantage over compliance-only approaches shows that proactive responsibility drives business value beyond regulatory compliance.</a:t>
            </a:r>
          </a:p>
          <a:p>
            <a:endParaRPr lang="en-US"/>
          </a:p>
          <a:p>
            <a:r>
              <a:rPr lang="en-US"/>
              <a:t>For People: Emphasize real-world impact areas like hiring algorithms that may discriminate, lending models that may deny credit unfairly, and healthcare AI that may perform differently across demographics. These are not hypothetical risks.</a:t>
            </a:r>
          </a:p>
          <a:p>
            <a:endParaRPr lang="en-US"/>
          </a:p>
          <a:p>
            <a:r>
              <a:rPr lang="en-US"/>
              <a:t>For Society: Connect to broader themes of democratic values and equitable access. AI has the potential to either widen or narrow societal gaps depending on how it is governed.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ABEAB-439D-D18C-8F3D-2EAFC25B0C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593DA7-5E7D-F7E7-584B-5D1AB44128EF}"/>
              </a:ext>
            </a:extLst>
          </p:cNvPr>
          <p:cNvSpPr>
            <a:spLocks noGrp="1"/>
          </p:cNvSpPr>
          <p:nvPr>
            <p:ph type="sldNum" sz="quarter" idx="10"/>
          </p:nvPr>
        </p:nvSpPr>
        <p:spPr/>
        <p:txBody>
          <a:bodyPr/>
          <a:lstStyle/>
          <a:p>
            <a:fld id="{F475C4C8-7DEA-455A-9336-A4C7DB3AE516}" type="slidenum">
              <a:rPr lang="en-US"/>
              <a:pPr/>
              <a:t>7</a:t>
            </a:fld>
            <a:endParaRPr lang="en-US"/>
          </a:p>
        </p:txBody>
      </p:sp>
      <p:sp>
        <p:nvSpPr>
          <p:cNvPr id="3" name="Date Placeholder 2">
            <a:extLst>
              <a:ext uri="{FF2B5EF4-FFF2-40B4-BE49-F238E27FC236}">
                <a16:creationId xmlns:a16="http://schemas.microsoft.com/office/drawing/2014/main" id="{772E6D61-8F73-C333-33D7-ABA1C65A484C}"/>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9EEBA95A-1414-E844-7D26-7779EA4C07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E78B3990-24F7-1C0E-13B4-73B3827B1A00}"/>
              </a:ext>
            </a:extLst>
          </p:cNvPr>
          <p:cNvSpPr>
            <a:spLocks noGrp="1"/>
          </p:cNvSpPr>
          <p:nvPr>
            <p:ph type="body" idx="1"/>
          </p:nvPr>
        </p:nvSpPr>
        <p:spPr>
          <a:xfrm>
            <a:off x="685800" y="4400550"/>
            <a:ext cx="5486400" cy="3600450"/>
          </a:xfrm>
          <a:prstGeom prst="rect">
            <a:avLst/>
          </a:prstGeom>
        </p:spPr>
        <p:txBody>
          <a:bodyPr/>
          <a:lstStyle/>
          <a:p>
            <a:r>
              <a:rPr lang="en-US"/>
              <a:t>Transition into the second learning unit: Core Principles of Responsible AI. The subtitle lists the four headline principles — Fairness, Reliability, Safety, and Transparency — but the next slide expands to all six.</a:t>
            </a:r>
          </a:p>
          <a:p>
            <a:endParaRPr lang="en-US"/>
          </a:p>
          <a:p>
            <a:r>
              <a:rPr lang="en-US"/>
              <a:t>Ask participants which principle they think is hardest to implement in practice. This creates a natural bridge into the detailed breakdown on the following slide and helps gauge the group’s experience level.</a:t>
            </a:r>
          </a:p>
          <a:p>
            <a:endParaRPr lang="en-US"/>
          </a:p>
          <a:p>
            <a:r>
              <a:rPr lang="en-US"/>
              <a:t>Remind the audience that these principles are interconnected — they reinforce each other rather than operating independently.</a:t>
            </a:r>
          </a:p>
        </p:txBody>
      </p:sp>
      <p:sp>
        <p:nvSpPr>
          <p:cNvPr id="5" name="Header Placeholder 4">
            <a:extLst>
              <a:ext uri="{FF2B5EF4-FFF2-40B4-BE49-F238E27FC236}">
                <a16:creationId xmlns:a16="http://schemas.microsoft.com/office/drawing/2014/main" id="{C4FE608F-9D97-8DB4-E089-0328BB4F4CF0}"/>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46232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8</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Walk through each of the six principles, providing examples for each:</a:t>
            </a:r>
          </a:p>
          <a:p>
            <a:endParaRPr lang="en-US"/>
          </a:p>
          <a:p>
            <a:r>
              <a:rPr lang="en-US"/>
              <a:t>Fairness: Hiring algorithms must perform equally across demographic groups. Fairness audits using tools like Fairlearn help detect and mitigate bias in training data and model outputs.</a:t>
            </a:r>
          </a:p>
          <a:p>
            <a:endParaRPr lang="en-US"/>
          </a:p>
          <a:p>
            <a:r>
              <a:rPr lang="en-US"/>
              <a:t>Reliability and Safety: Self-driving vehicles and medical diagnostic AI must work correctly even in edge cases. Rigorous testing including adversarial scenarios ensures dependable operation.</a:t>
            </a:r>
          </a:p>
          <a:p>
            <a:endParaRPr lang="en-US"/>
          </a:p>
          <a:p>
            <a:r>
              <a:rPr lang="en-US"/>
              <a:t>Privacy and Security: AI systems processing personal data must comply with regulations like GDPR. Techniques such as differential privacy and federated learning help protect individual data.</a:t>
            </a:r>
          </a:p>
          <a:p>
            <a:endParaRPr lang="en-US"/>
          </a:p>
          <a:p>
            <a:r>
              <a:rPr lang="en-US"/>
              <a:t>Inclusiveness: Voice assistants must work across accents and languages. Accessibility considerations ensure AI benefits users with disabilities.</a:t>
            </a:r>
          </a:p>
          <a:p>
            <a:endParaRPr lang="en-US"/>
          </a:p>
          <a:p>
            <a:r>
              <a:rPr lang="en-US"/>
              <a:t>Transparency: Users should know when they are interacting with AI and understand the basis for AI-generated recommendations. Documentation and model cards support this.</a:t>
            </a:r>
          </a:p>
          <a:p>
            <a:endParaRPr lang="en-US"/>
          </a:p>
          <a:p>
            <a:r>
              <a:rPr lang="en-US"/>
              <a:t>Accountability: Clear governance frameworks define who is responsible when AI causes harm. Mechanisms for redress and appeal must exist.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1E26D-79E1-8863-25DF-6EDEDE3275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5DA319-4E81-43EF-FD5E-F34E8DAD6E02}"/>
              </a:ext>
            </a:extLst>
          </p:cNvPr>
          <p:cNvSpPr>
            <a:spLocks noGrp="1"/>
          </p:cNvSpPr>
          <p:nvPr>
            <p:ph type="sldNum" sz="quarter" idx="10"/>
          </p:nvPr>
        </p:nvSpPr>
        <p:spPr/>
        <p:txBody>
          <a:bodyPr/>
          <a:lstStyle/>
          <a:p>
            <a:fld id="{F475C4C8-7DEA-455A-9336-A4C7DB3AE516}" type="slidenum">
              <a:rPr lang="en-US"/>
              <a:pPr/>
              <a:t>9</a:t>
            </a:fld>
            <a:endParaRPr lang="en-US"/>
          </a:p>
        </p:txBody>
      </p:sp>
      <p:sp>
        <p:nvSpPr>
          <p:cNvPr id="3" name="Date Placeholder 2">
            <a:extLst>
              <a:ext uri="{FF2B5EF4-FFF2-40B4-BE49-F238E27FC236}">
                <a16:creationId xmlns:a16="http://schemas.microsoft.com/office/drawing/2014/main" id="{EFB44ED5-E91C-F4DE-0E9B-D82869C1B8B8}"/>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405771DD-9353-B51C-2AC7-C0192D35F033}"/>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53FE0D07-1D6A-7F5B-2036-5C957968A67C}"/>
              </a:ext>
            </a:extLst>
          </p:cNvPr>
          <p:cNvSpPr>
            <a:spLocks noGrp="1"/>
          </p:cNvSpPr>
          <p:nvPr>
            <p:ph type="body" idx="1"/>
          </p:nvPr>
        </p:nvSpPr>
        <p:spPr>
          <a:xfrm>
            <a:off x="685800" y="4400550"/>
            <a:ext cx="5486400" cy="3600450"/>
          </a:xfrm>
          <a:prstGeom prst="rect">
            <a:avLst/>
          </a:prstGeom>
        </p:spPr>
        <p:txBody>
          <a:bodyPr/>
          <a:lstStyle/>
          <a:p>
            <a:r>
              <a:rPr lang="en-US"/>
              <a:t>This divider introduces the third learning unit: Risk Assessment Methodology. The subtitle emphasizes the lifecycle approach — identify, assess, and mitigate — which structures the next several slides.</a:t>
            </a:r>
          </a:p>
          <a:p>
            <a:endParaRPr lang="en-US"/>
          </a:p>
          <a:p>
            <a:r>
              <a:rPr lang="en-US"/>
              <a:t>Before moving forward, acknowledge that risk assessment can feel abstract. Ground the discussion by asking: “Has anyone encountered an unexpected AI failure in their work?” Real examples make the methodology tangible.</a:t>
            </a:r>
          </a:p>
          <a:p>
            <a:endParaRPr lang="en-US"/>
          </a:p>
          <a:p>
            <a:r>
              <a:rPr lang="en-US"/>
              <a:t>The upcoming slides cover why AI risk assessment differs from traditional software risk, the Responsible AI Standard, the four-step Risk and Impact Assessment framework, and regulatory context.</a:t>
            </a:r>
          </a:p>
        </p:txBody>
      </p:sp>
      <p:sp>
        <p:nvSpPr>
          <p:cNvPr id="5" name="Header Placeholder 4">
            <a:extLst>
              <a:ext uri="{FF2B5EF4-FFF2-40B4-BE49-F238E27FC236}">
                <a16:creationId xmlns:a16="http://schemas.microsoft.com/office/drawing/2014/main" id="{D6184D69-966E-3B57-4C8E-63D9AC7AC7A8}"/>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147310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frames why AI risk assessment deserves dedicated attention beyond traditional software risk management. Walk through each of the three pillars, using the specific examples to ground the discussion.</a:t>
            </a:r>
          </a:p>
          <a:p>
            <a:endParaRPr lang="en-US"/>
          </a:p>
          <a:p>
            <a:r>
              <a:rPr lang="en-US" b="1"/>
              <a:t>NEW RISK CATEGORIES</a:t>
            </a:r>
          </a:p>
          <a:p>
            <a:r>
              <a:rPr lang="en-US"/>
              <a:t>Unlike deterministic code, AI models can produce unexpected outputs, exhibit bias, and degrade over time. Emphasize these four risks:</a:t>
            </a:r>
          </a:p>
          <a:p>
            <a:r>
              <a:rPr lang="en-US"/>
              <a:t>- Model drift: A fraud detection model trained on 2023 transaction patterns may miss novel attack vectors in 2025 as spending behaviors evolve. Regular retraining and monitoring are essential.</a:t>
            </a:r>
          </a:p>
          <a:p>
            <a:r>
              <a:rPr lang="en-US"/>
              <a:t>- Adversarial attacks: Researchers have shown that small pixel-level changes to images can cause vision models to misclassify objects with high confidence. Prompt injection is the generative AI equivalent.</a:t>
            </a:r>
          </a:p>
          <a:p>
            <a:r>
              <a:rPr lang="en-US"/>
              <a:t>- Hallucinations: Large language models can generate plausible-sounding but entirely fabricated citations, statistics, or legal precedents. This is especially dangerous in healthcare and legal contexts.</a:t>
            </a:r>
          </a:p>
          <a:p>
            <a:r>
              <a:rPr lang="en-US"/>
              <a:t>- Opaque decisions: Deep learning models with millions of parameters resist simple explanations. When a loan application is denied, regulators and customers need to understand why.</a:t>
            </a:r>
          </a:p>
          <a:p>
            <a:endParaRPr lang="en-US"/>
          </a:p>
          <a:p>
            <a:r>
              <a:rPr lang="en-US" b="1"/>
              <a:t>MULTI-DOMAIN IMPACT</a:t>
            </a:r>
          </a:p>
          <a:p>
            <a:r>
              <a:rPr lang="en-US"/>
              <a:t>Stress that these four domains are interconnected — a technical failure (model bias) becomes a legal liability (discrimination lawsuit) and a societal harm (unfair lending). Walk through each domain:</a:t>
            </a:r>
          </a:p>
          <a:p>
            <a:r>
              <a:rPr lang="en-US"/>
              <a:t>- Technical: Data quality issues are the #1 root cause of AI failures. Garbage in, garbage out applies even more strongly to ML than traditional software.</a:t>
            </a:r>
          </a:p>
          <a:p>
            <a:r>
              <a:rPr lang="en-US"/>
              <a:t>- Operational: AI systems often depend on real-time data pipelines, GPU infrastructure, and third-party APIs. A single point of failure can cascade.</a:t>
            </a:r>
          </a:p>
          <a:p>
            <a:r>
              <a:rPr lang="en-US"/>
              <a:t>- Legal: The EU AI Act (effective 2025) classifies AI systems by risk level and mandates conformity assessments for high-risk applications. GDPR’s right to explanation applies to automated decisions.</a:t>
            </a:r>
          </a:p>
          <a:p>
            <a:r>
              <a:rPr lang="en-US"/>
              <a:t>- Societal: Amazon’s discontinued hiring tool (which penalized resumes containing the word “women’s”) is a well-known example of how bias in training data leads to real-world discrimination.</a:t>
            </a:r>
          </a:p>
          <a:p>
            <a:endParaRPr lang="en-US"/>
          </a:p>
          <a:p>
            <a:r>
              <a:rPr lang="en-US" b="1"/>
              <a:t>CONTINUOUS MANAGEMENT</a:t>
            </a:r>
          </a:p>
          <a:p>
            <a:r>
              <a:rPr lang="en-US"/>
              <a:t>The key message here is that risk assessment is NOT a one-time pre-launch gate. Walk through each lifecycle stage:</a:t>
            </a:r>
          </a:p>
          <a:p>
            <a:r>
              <a:rPr lang="en-US"/>
              <a:t>- Design: Before writing any code, teams should conduct impact assessments to identify who could be harmed and how. Set measurable fairness criteria upfront.</a:t>
            </a:r>
          </a:p>
          <a:p>
            <a:r>
              <a:rPr lang="en-US"/>
              <a:t>- Training: Red-teaming (adversarial testing by dedicated teams) is becoming industry standard. Bias audits should use tools like </a:t>
            </a:r>
            <a:r>
              <a:rPr lang="en-US" err="1"/>
              <a:t>Fairlearn</a:t>
            </a:r>
            <a:r>
              <a:rPr lang="en-US"/>
              <a:t> to measure disparities across demographic groups.</a:t>
            </a:r>
          </a:p>
          <a:p>
            <a:r>
              <a:rPr lang="en-US"/>
              <a:t>- Deployment: Production monitoring should track accuracy metrics, fairness indicators, and drift detection. Human-in-the-loop controls are critical for high-stakes decisions.</a:t>
            </a:r>
          </a:p>
          <a:p>
            <a:r>
              <a:rPr lang="en-US"/>
              <a:t>- Retirement: When decommissioning a model, ensure data retention policies are followed, downstream systems are migrated, and stakeholders are notified.</a:t>
            </a:r>
          </a:p>
          <a:p>
            <a:endParaRPr lang="en-US"/>
          </a:p>
          <a:p>
            <a:r>
              <a:rPr lang="en-US"/>
              <a:t>References:</a:t>
            </a:r>
          </a:p>
          <a:p>
            <a:r>
              <a:rPr lang="en-US"/>
              <a:t>• Microsoft Responsible AI Standard — https://learn.microsoft.com/ai/responsible-ai/standard</a:t>
            </a:r>
          </a:p>
          <a:p>
            <a:r>
              <a:rPr lang="en-US"/>
              <a:t>• EU AI Act overview — https://artificialintelligenceact.eu</a:t>
            </a:r>
          </a:p>
          <a:p>
            <a:r>
              <a:rPr lang="en-US"/>
              <a:t>• </a:t>
            </a:r>
            <a:r>
              <a:rPr lang="en-US" err="1"/>
              <a:t>Fairlearn</a:t>
            </a:r>
            <a:r>
              <a:rPr lang="en-US"/>
              <a:t> toolkit — https://fairlearn.org</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focuses on HOW to put the Responsible AI Standard into practice day-to-day. The three pillars are the framework; the three tools at the bottom are how teams operationalize them.</a:t>
            </a:r>
          </a:p>
          <a:p>
            <a:endParaRPr lang="en-US"/>
          </a:p>
          <a:p>
            <a:r>
              <a:rPr lang="en-US" b="1"/>
              <a:t>PILLAR 1: LIFECYCLE GOVERNANCE — Practical Steps</a:t>
            </a:r>
          </a:p>
          <a:p>
            <a:r>
              <a:rPr lang="en-US"/>
              <a:t>- At project kickoff: Complete an AI Impact Assessment template that identifies intended use, affected populations, and potential harms</a:t>
            </a:r>
          </a:p>
          <a:p>
            <a:r>
              <a:rPr lang="en-US"/>
              <a:t>- At each release: Publish a model card documenting training data, performance metrics, known limitations, and fairness evaluations</a:t>
            </a:r>
          </a:p>
          <a:p>
            <a:r>
              <a:rPr lang="en-US"/>
              <a:t>- Quarterly: Convene a cross-functional governance review (engineering, legal, compliance, product) to reassess deployed systems</a:t>
            </a:r>
          </a:p>
          <a:p>
            <a:r>
              <a:rPr lang="en-US"/>
              <a:t>- At retirement: Follow data retention policies, migrate downstream dependencies, notify stakeholders</a:t>
            </a:r>
          </a:p>
          <a:p>
            <a:endParaRPr lang="en-US"/>
          </a:p>
          <a:p>
            <a:r>
              <a:rPr lang="en-US" b="1"/>
              <a:t>PILLAR 2: HIGH-IMPACT REQUIREMENTS — Practical Steps</a:t>
            </a:r>
          </a:p>
          <a:p>
            <a:r>
              <a:rPr lang="en-US"/>
              <a:t>- Use the sensitivity classification matrix: categorize each system as Standard, Sensitive, or High-Impact based on affected population size, decision reversibility, and domain criticality</a:t>
            </a:r>
          </a:p>
          <a:p>
            <a:r>
              <a:rPr lang="en-US"/>
              <a:t>- High-Impact systems require: mandatory fairness evaluation using Fairlearn, adversarial red-teaming, senior leadership sign-off, and ongoing monitoring with alerting</a:t>
            </a:r>
          </a:p>
          <a:p>
            <a:r>
              <a:rPr lang="en-US"/>
              <a:t>- Examples of High-Impact: clinical decision support, automated resume screening, credit scoring, content moderation at scale</a:t>
            </a:r>
          </a:p>
          <a:p>
            <a:endParaRPr lang="en-US"/>
          </a:p>
          <a:p>
            <a:r>
              <a:rPr lang="en-US" b="1"/>
              <a:t>PILLAR 3: EMBEDDED ASSESSMENT — Practical Steps</a:t>
            </a:r>
          </a:p>
          <a:p>
            <a:r>
              <a:rPr lang="en-US"/>
              <a:t>- Integrate safety evaluations into CI/CD pipelines so every model update is automatically tested for content safety, groundedness, and fairness before deployment</a:t>
            </a:r>
          </a:p>
          <a:p>
            <a:r>
              <a:rPr lang="en-US"/>
              <a:t>- Schedule red-teaming sessions during development sprints, not just before launch</a:t>
            </a:r>
          </a:p>
          <a:p>
            <a:r>
              <a:rPr lang="en-US"/>
              <a:t>- Use Azure Policy to enforce guardrails automatically — non-compliant deployments are blocked before reaching production</a:t>
            </a:r>
          </a:p>
          <a:p>
            <a:endParaRPr lang="en-US"/>
          </a:p>
          <a:p>
            <a:r>
              <a:rPr lang="en-US" b="1"/>
              <a:t>SUPPORTING TOOLS (bottom row)</a:t>
            </a:r>
          </a:p>
          <a:p>
            <a:r>
              <a:rPr lang="en-US"/>
              <a:t>- Azure AI Foundry: Where teams build, test, and deploy AI models. Built-in safety evaluations score outputs for harmful content, groundedness, and coherence. Content filters can be configured per-deployment.</a:t>
            </a:r>
          </a:p>
          <a:p>
            <a:r>
              <a:rPr lang="en-US"/>
              <a:t>- Microsoft Purview: Provides data governance across the AI lifecycle. Sensitivity labels track where training data flows, compliance dashboards monitor regulatory adherence, and audit logs trace model decisions.</a:t>
            </a:r>
          </a:p>
          <a:p>
            <a:r>
              <a:rPr lang="en-US"/>
              <a:t>- Azure Policy: Enforces organizational standards at the infrastructure level. Define policies like “all AI deployments must have content filtering enabled” and non-compliant resources are automatically denied or flagged.</a:t>
            </a:r>
          </a:p>
          <a:p>
            <a:endParaRPr lang="en-US"/>
          </a:p>
          <a:p>
            <a:r>
              <a:rPr lang="en-US"/>
              <a:t>References:</a:t>
            </a:r>
          </a:p>
          <a:p>
            <a:r>
              <a:rPr lang="en-US"/>
              <a:t>• Responsible AI Standard — https://learn.microsoft.com/ai/responsible-ai/standard</a:t>
            </a:r>
          </a:p>
          <a:p>
            <a:r>
              <a:rPr lang="en-US"/>
              <a:t>• Putting the Standard into practice — https://learn.microsoft.com/ai/responsible-ai/implementation</a:t>
            </a:r>
          </a:p>
          <a:p>
            <a:r>
              <a:rPr lang="en-US"/>
              <a:t>• Azure AI Foundry safety evaluations — https://learn.microsoft.com/azure/ai-studio/concepts/evaluation-approach-gen-ai</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presents the four-component framework for Risk and Impact Assessments. Walk through each quadrant in numbered order — they form a natural workflow from identification through ongoing monitoring.</a:t>
            </a:r>
          </a:p>
          <a:p>
            <a:endParaRPr lang="en-US"/>
          </a:p>
          <a:p>
            <a:r>
              <a:rPr lang="en-US" b="1"/>
              <a:t>01 — IDENTIFY POTENTIAL HARMS</a:t>
            </a:r>
          </a:p>
          <a:p>
            <a:r>
              <a:rPr lang="en-US"/>
              <a:t>Use structured brainstorming with diverse stakeholders (engineering, legal, product, affected communities). Consider three harm categories:</a:t>
            </a:r>
          </a:p>
          <a:p>
            <a:r>
              <a:rPr lang="en-US"/>
              <a:t>- Direct harms: A hiring algorithm that systematically under-scores certain demographic groups. A medical diagnostic tool that produces false negatives for specific populations.</a:t>
            </a:r>
          </a:p>
          <a:p>
            <a:r>
              <a:rPr lang="en-US"/>
              <a:t>- Indirect harms: Users may self-censor behavior if they know AI is monitoring them. Over-reliance on AI recommendations may erode human judgment over time.</a:t>
            </a:r>
          </a:p>
          <a:p>
            <a:r>
              <a:rPr lang="en-US"/>
              <a:t>- Systemic harms: AI-driven content recommendation can amplify misinformation at scale. Predictive policing models can reinforce existing patterns of inequitable enforcement.</a:t>
            </a:r>
          </a:p>
          <a:p>
            <a:endParaRPr lang="en-US"/>
          </a:p>
          <a:p>
            <a:r>
              <a:rPr lang="en-US" b="1"/>
              <a:t>02 — ASSESS SEVERITY &amp; LIKELIHOOD</a:t>
            </a:r>
          </a:p>
          <a:p>
            <a:r>
              <a:rPr lang="en-US"/>
              <a:t>Not all risks are equal. Use a risk matrix (e.g., 5×5 grid) to plot each identified harm by severity and likelihood. Key principle: a low-probability, high-severity risk (e.g., medical misdiagnosis leading to patient harm) often warrants more investment than a high-probability, low-severity risk (e.g., slightly inaccurate product recommendations).</a:t>
            </a:r>
          </a:p>
          <a:p>
            <a:r>
              <a:rPr lang="en-US"/>
              <a:t>Consider both normal operating conditions and edge cases (adversarial inputs, data distribution shifts, system failures).</a:t>
            </a:r>
          </a:p>
          <a:p>
            <a:endParaRPr lang="en-US"/>
          </a:p>
          <a:p>
            <a:r>
              <a:rPr lang="en-US" b="1"/>
              <a:t>03 — MAP AFFECTED STAKEHOLDERS</a:t>
            </a:r>
          </a:p>
          <a:p>
            <a:r>
              <a:rPr lang="en-US"/>
              <a:t>For each identified harm, map who is affected and how. Pay special attention to vulnerable populations who may bear disproportionate risk — children, elderly, people with disabilities, minority groups, economically disadvantaged communities. Also consider indirect stakeholders: regulators who must oversee the system, partners who integrate with it, and communities affected by its outputs.</a:t>
            </a:r>
          </a:p>
          <a:p>
            <a:endParaRPr lang="en-US"/>
          </a:p>
          <a:p>
            <a:r>
              <a:rPr lang="en-US" b="1"/>
              <a:t>04 — DEFINE MITIGATIONS &amp; CONTROLS</a:t>
            </a:r>
          </a:p>
          <a:p>
            <a:r>
              <a:rPr lang="en-US"/>
              <a:t>Each identified risk should map to specific mitigations across three layers:</a:t>
            </a:r>
          </a:p>
          <a:p>
            <a:r>
              <a:rPr lang="en-US"/>
              <a:t>- Technical: Content filters, fairness constraints in the model, output validation rules, confidence thresholds below which the system defers to humans.</a:t>
            </a:r>
          </a:p>
          <a:p>
            <a:r>
              <a:rPr lang="en-US"/>
              <a:t>- Process: Human-in-the-loop review for high-stakes decisions, escalation procedures, regular bias audits, red-teaming exercises.</a:t>
            </a:r>
          </a:p>
          <a:p>
            <a:r>
              <a:rPr lang="en-US"/>
              <a:t>- Monitoring: Drift detection dashboards, incident response playbooks, periodic reassessment triggered by data changes or model updates.</a:t>
            </a:r>
          </a:p>
          <a:p>
            <a:endParaRPr lang="en-US"/>
          </a:p>
          <a:p>
            <a:r>
              <a:rPr lang="en-US"/>
              <a:t>References:</a:t>
            </a:r>
          </a:p>
          <a:p>
            <a:r>
              <a:rPr lang="en-US"/>
              <a:t>• Impact assessment guidance — https://learn.microsoft.com/ai/responsible-ai/impact-assessment</a:t>
            </a:r>
          </a:p>
          <a:p>
            <a:r>
              <a:rPr lang="en-US"/>
              <a:t>• Responsible AI governance — https://learn.microsoft.com/ai/responsible-ai/governance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B59CD-97BA-0513-F406-1D458C6BC19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CF62E5-8680-8D93-E972-25C8A0108990}"/>
              </a:ext>
            </a:extLst>
          </p:cNvPr>
          <p:cNvSpPr>
            <a:spLocks noGrp="1"/>
          </p:cNvSpPr>
          <p:nvPr>
            <p:ph type="sldNum" sz="quarter" idx="10"/>
          </p:nvPr>
        </p:nvSpPr>
        <p:spPr/>
        <p:txBody>
          <a:bodyPr/>
          <a:lstStyle/>
          <a:p>
            <a:fld id="{F475C4C8-7DEA-455A-9336-A4C7DB3AE516}" type="slidenum">
              <a:rPr lang="en-US"/>
              <a:pPr/>
              <a:t>13</a:t>
            </a:fld>
            <a:endParaRPr lang="en-US"/>
          </a:p>
        </p:txBody>
      </p:sp>
      <p:sp>
        <p:nvSpPr>
          <p:cNvPr id="3" name="Date Placeholder 2">
            <a:extLst>
              <a:ext uri="{FF2B5EF4-FFF2-40B4-BE49-F238E27FC236}">
                <a16:creationId xmlns:a16="http://schemas.microsoft.com/office/drawing/2014/main" id="{8E0BFD3F-3E5A-5422-2F77-51C346B12FE0}"/>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E996C2B4-C417-34C0-8106-0063BE41C3D9}"/>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C9C0D07-3EEA-27A2-FE6F-69DF8FA69685}"/>
              </a:ext>
            </a:extLst>
          </p:cNvPr>
          <p:cNvSpPr>
            <a:spLocks noGrp="1"/>
          </p:cNvSpPr>
          <p:nvPr>
            <p:ph type="body" idx="1"/>
          </p:nvPr>
        </p:nvSpPr>
        <p:spPr>
          <a:xfrm>
            <a:off x="685800" y="4400550"/>
            <a:ext cx="5486400" cy="3600450"/>
          </a:xfrm>
          <a:prstGeom prst="rect">
            <a:avLst/>
          </a:prstGeom>
        </p:spPr>
        <p:txBody>
          <a:bodyPr/>
          <a:lstStyle/>
          <a:p>
            <a:r>
              <a:rPr lang="en-US"/>
              <a:t>Transition into the fourth learning unit: Model and Agent Evaluations. The subtitle “From single-model metrics to agentic behavior” signals the progression from traditional ML evaluation to the newer challenges of evaluating autonomous AI agents.</a:t>
            </a:r>
          </a:p>
          <a:p>
            <a:endParaRPr lang="en-US"/>
          </a:p>
          <a:p>
            <a:r>
              <a:rPr lang="en-US"/>
              <a:t>This is often the most technically dense section of the module. Gauge the audience’s familiarity: “How many of you have worked with evaluation metrics like accuracy, F1, or BLEU scores?” Adjust depth accordingly.</a:t>
            </a:r>
          </a:p>
          <a:p>
            <a:endParaRPr lang="en-US"/>
          </a:p>
          <a:p>
            <a:r>
              <a:rPr lang="en-US"/>
              <a:t>The upcoming slides cover why traditional evaluation falls short, core evaluation dimensions, accuracy and fairness testing, stress testing, agentic evaluation differences, continuous monitoring, and the iterative improvement cycle.</a:t>
            </a:r>
          </a:p>
        </p:txBody>
      </p:sp>
      <p:sp>
        <p:nvSpPr>
          <p:cNvPr id="5" name="Header Placeholder 4">
            <a:extLst>
              <a:ext uri="{FF2B5EF4-FFF2-40B4-BE49-F238E27FC236}">
                <a16:creationId xmlns:a16="http://schemas.microsoft.com/office/drawing/2014/main" id="{B02B32BB-BB53-03AC-25D6-0885BBF7A3D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454112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14</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Traditional evaluation relies on static metrics (accuracy, F1 score, AUC) measured against held-out test sets. While these remain important, they are insufficient for modern AI systems for several reasons:</a:t>
            </a:r>
          </a:p>
          <a:p>
            <a:endParaRPr lang="en-US"/>
          </a:p>
          <a:p>
            <a:r>
              <a:rPr lang="en-US"/>
              <a:t>- Chatbots and agents operate in open-ended domains where there is no single correct answer</a:t>
            </a:r>
          </a:p>
          <a:p>
            <a:r>
              <a:rPr lang="en-US"/>
              <a:t>- User satisfaction depends on tone, clarity, and helpfulness in addition to factual accuracy</a:t>
            </a:r>
          </a:p>
          <a:p>
            <a:r>
              <a:rPr lang="en-US"/>
              <a:t>- Agentic systems make multi-step decisions where errors compound across the chain</a:t>
            </a:r>
          </a:p>
          <a:p>
            <a:r>
              <a:rPr lang="en-US"/>
              <a:t>- Safety and fairness cannot be captured by a single aggregate metric</a:t>
            </a:r>
          </a:p>
          <a:p>
            <a:endParaRPr lang="en-US"/>
          </a:p>
          <a:p>
            <a:r>
              <a:rPr lang="en-US"/>
              <a:t>The four evaluation dimensions (content quality, user outcomes, technical performance, safety compliance) provide a comprehensive framework. Each dimension requires different measurement approaches and different stakeholder input.</a:t>
            </a:r>
          </a:p>
          <a:p>
            <a:endParaRPr lang="en-US"/>
          </a:p>
          <a:p>
            <a:r>
              <a:rPr lang="en-US"/>
              <a:t>Emphasize the balance point: organizations must weigh impact, quality, safety, and cost together. Improving one metric should not come at the expense of others.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15</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This slide breaks evaluation into three measurable categories. Walk through concrete examples for each:</a:t>
            </a:r>
          </a:p>
          <a:p>
            <a:endParaRPr lang="en-US"/>
          </a:p>
          <a:p>
            <a:r>
              <a:rPr lang="en-US"/>
              <a:t>Content Quality: Use automated metrics like BLEU, ROUGE, and BERTScore alongside human evaluation rubrics. Factual accuracy can be measured using retrieval-augmented generation with source verification. Tone adherence can be evaluated against brand guidelines using classifier models.</a:t>
            </a:r>
          </a:p>
          <a:p>
            <a:endParaRPr lang="en-US"/>
          </a:p>
          <a:p>
            <a:r>
              <a:rPr lang="en-US"/>
              <a:t>User Outcome Metrics: Task success rate is the north-star metric for goal-oriented systems. Measure it through conversation logs showing whether users achieved their intended outcome without escalation. User satisfaction surveys (CSAT, NPS) provide complementary subjective data.</a:t>
            </a:r>
          </a:p>
          <a:p>
            <a:endParaRPr lang="en-US"/>
          </a:p>
          <a:p>
            <a:r>
              <a:rPr lang="en-US"/>
              <a:t>Technical Performance: P95 and P99 latency percentiles matter more than averages because tail latencies drive user frustration. Throughput testing should simulate realistic traffic patterns including burst scenarios. Reliability targets of 99.9% uptime require robust monitoring and alerting infrastructure.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16</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This slide covers three critical testing dimensions. Provide specific examples:</a:t>
            </a:r>
          </a:p>
          <a:p>
            <a:endParaRPr lang="en-US"/>
          </a:p>
          <a:p>
            <a:r>
              <a:rPr lang="en-US"/>
              <a:t>Accuracy: The ACRUE rubric (from Microsoft) scores responses on a scale where top marks require all verifiable claims to be correct with no contradictions. This is more nuanced than simple binary correct/incorrect scoring.</a:t>
            </a:r>
          </a:p>
          <a:p>
            <a:endParaRPr lang="en-US"/>
          </a:p>
          <a:p>
            <a:r>
              <a:rPr lang="en-US"/>
              <a:t>Robustness: Test with realistic perturbations including typos, slang, code-switching between languages, ambiguous queries, and adversarial prompts. A robust system should gracefully handle imperfect input rather than failing silently.</a:t>
            </a:r>
          </a:p>
          <a:p>
            <a:endParaRPr lang="en-US"/>
          </a:p>
          <a:p>
            <a:r>
              <a:rPr lang="en-US"/>
              <a:t>Fairness: The paired demographic testing approach asks identical questions about different groups and measures any gaps. For example, ask about career advice for men versus women and compare the depth, quality, and tone of responses. Tools like Fairlearn provide automated fairness metrics.</a:t>
            </a:r>
          </a:p>
          <a:p>
            <a:endParaRPr lang="en-US"/>
          </a:p>
          <a:p>
            <a:r>
              <a:rPr lang="en-US"/>
              <a:t>The combination of automated tools (Perspective API for toxicity) and human review ensures comprehensive coverage. Neither approach alone is sufficient.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17</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Stress testing validates that responsible AI commitments hold under real-world operating conditions, not just laboratory settings.</a:t>
            </a:r>
          </a:p>
          <a:p>
            <a:endParaRPr lang="en-US"/>
          </a:p>
          <a:p>
            <a:r>
              <a:rPr lang="en-US"/>
              <a:t>Performance Stress Testing:</a:t>
            </a:r>
          </a:p>
          <a:p>
            <a:r>
              <a:rPr lang="en-US"/>
              <a:t>- Load testing should simulate 2-3x expected peak traffic to build confidence in scaling</a:t>
            </a:r>
          </a:p>
          <a:p>
            <a:r>
              <a:rPr lang="en-US"/>
              <a:t>- Latency degrades non-linearly under load; P99 percentiles are more informative than averages</a:t>
            </a:r>
          </a:p>
          <a:p>
            <a:r>
              <a:rPr lang="en-US"/>
              <a:t>- GPU memory bottlenecks often emerge before CPU or network limits in AI workloads</a:t>
            </a:r>
          </a:p>
          <a:p>
            <a:endParaRPr lang="en-US"/>
          </a:p>
          <a:p>
            <a:r>
              <a:rPr lang="en-US"/>
              <a:t>Safety and Adversarial Testing:</a:t>
            </a:r>
          </a:p>
          <a:p>
            <a:r>
              <a:rPr lang="en-US"/>
              <a:t>- Red-team exercises should include both technical attacks (prompt injection, jailbreaking) and social engineering approaches</a:t>
            </a:r>
          </a:p>
          <a:p>
            <a:r>
              <a:rPr lang="en-US"/>
              <a:t>- Maintain a library of adversarial test cases that grows over time based on discovered vulnerabilities</a:t>
            </a:r>
          </a:p>
          <a:p>
            <a:r>
              <a:rPr lang="en-US"/>
              <a:t>- Incident response drills ensure teams can execute rollback procedures under pressure</a:t>
            </a:r>
          </a:p>
          <a:p>
            <a:r>
              <a:rPr lang="en-US"/>
              <a:t>- Test that safety guardrails remain effective under load; some safety mechanisms may timeout or be bypassed when systems are under stress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18</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Agentic AI represents a paradigm shift in evaluation because agents make autonomous decisions, use tools, and coordinate with other agents. Traditional single-output evaluation is insufficient.</a:t>
            </a:r>
          </a:p>
          <a:p>
            <a:endParaRPr lang="en-US"/>
          </a:p>
          <a:p>
            <a:r>
              <a:rPr lang="en-US"/>
              <a:t>Key differences to emphasize:</a:t>
            </a:r>
          </a:p>
          <a:p>
            <a:r>
              <a:rPr lang="en-US"/>
              <a:t>- Single model evaluation measures output quality on static inputs. Agentic evaluation must measure decision-making over multi-step trajectories.</a:t>
            </a:r>
          </a:p>
          <a:p>
            <a:r>
              <a:rPr lang="en-US"/>
              <a:t>- Planning effectiveness: Can the agent decompose a complex goal into achievable sub-tasks?</a:t>
            </a:r>
          </a:p>
          <a:p>
            <a:r>
              <a:rPr lang="en-US"/>
              <a:t>- Tool invocation: Does the agent select the right tools and use them correctly?</a:t>
            </a:r>
          </a:p>
          <a:p>
            <a:r>
              <a:rPr lang="en-US"/>
              <a:t>- Memory and context: Does the agent retain relevant information across conversation turns and task steps?</a:t>
            </a:r>
          </a:p>
          <a:p>
            <a:r>
              <a:rPr lang="en-US"/>
              <a:t>- Reflection: Can the agent recognize its own errors and self-correct?</a:t>
            </a:r>
          </a:p>
          <a:p>
            <a:r>
              <a:rPr lang="en-US"/>
              <a:t>- Collaboration: In multi-agent systems, how effectively do agents coordinate, hand off tasks, and resolve conflicts?</a:t>
            </a:r>
          </a:p>
          <a:p>
            <a:endParaRPr lang="en-US"/>
          </a:p>
          <a:p>
            <a:r>
              <a:rPr lang="en-US"/>
              <a:t>These capabilities require new evaluation frameworks that go beyond accuracy to measure reasoning quality, autonomy appropriateness, and failure recovery.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19</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Continuous evaluation ensures that AI systems maintain their quality and safety standards after deployment, not just at launch time.</a:t>
            </a:r>
          </a:p>
          <a:p>
            <a:endParaRPr lang="en-US"/>
          </a:p>
          <a:p>
            <a:r>
              <a:rPr lang="en-US"/>
              <a:t>Walk through the five-stage cycle:</a:t>
            </a:r>
          </a:p>
          <a:p>
            <a:r>
              <a:rPr lang="en-US"/>
              <a:t>1. Deploy: Establish baseline metrics before launch. Without baselines, you cannot detect degradation.</a:t>
            </a:r>
          </a:p>
          <a:p>
            <a:r>
              <a:rPr lang="en-US"/>
              <a:t>2. Monitor: Automated dashboards should track key metrics in real time with alerting for anomalies. Include both technical metrics (latency, error rates) and quality metrics (safety scores, user satisfaction).</a:t>
            </a:r>
          </a:p>
          <a:p>
            <a:r>
              <a:rPr lang="en-US"/>
              <a:t>3. Sample: Random conversation sampling for human review catches issues that automated metrics miss, such as subtle tone problems or contextually inappropriate responses.</a:t>
            </a:r>
          </a:p>
          <a:p>
            <a:r>
              <a:rPr lang="en-US"/>
              <a:t>4. Analyze: Trend analysis over weeks and months reveals gradual drift that daily monitoring may not surface. Look for patterns in failure modes.</a:t>
            </a:r>
          </a:p>
          <a:p>
            <a:r>
              <a:rPr lang="en-US"/>
              <a:t>5. Iterate: Close the loop by feeding evaluation insights back into model updates, prompt refinements, and infrastructure improvements.</a:t>
            </a:r>
          </a:p>
          <a:p>
            <a:endParaRPr lang="en-US"/>
          </a:p>
          <a:p>
            <a:r>
              <a:rPr lang="en-US"/>
              <a:t>This cycle should repeat continuously throughout the system's operational life.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20</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This slide covers three critical operational considerations that often receive less attention than model performance but are equally important for responsible deployment.</a:t>
            </a:r>
          </a:p>
          <a:p>
            <a:endParaRPr lang="en-US"/>
          </a:p>
          <a:p>
            <a:r>
              <a:rPr lang="en-US"/>
              <a:t>Safety Evaluation:</a:t>
            </a:r>
          </a:p>
          <a:p>
            <a:r>
              <a:rPr lang="en-US"/>
              <a:t>- Toxicity detection tools provide the first line of defense but have limitations; they may miss subtle or culturally specific offensive content</a:t>
            </a:r>
          </a:p>
          <a:p>
            <a:r>
              <a:rPr lang="en-US"/>
              <a:t>- Paired demographic testing should be a standard part of every release cycle</a:t>
            </a:r>
          </a:p>
          <a:p>
            <a:r>
              <a:rPr lang="en-US"/>
              <a:t>- PII detection must cover not just explicit identifiers but also quasi-identifiers that could be combined to identify individuals</a:t>
            </a:r>
          </a:p>
          <a:p>
            <a:endParaRPr lang="en-US"/>
          </a:p>
          <a:p>
            <a:r>
              <a:rPr lang="en-US"/>
              <a:t>Reliability Testing:</a:t>
            </a:r>
          </a:p>
          <a:p>
            <a:r>
              <a:rPr lang="en-US"/>
              <a:t>- The 99.9% uptime target translates to less than 9 hours of downtime per year. For high-stakes applications, even this may be insufficient.</a:t>
            </a:r>
          </a:p>
          <a:p>
            <a:r>
              <a:rPr lang="en-US"/>
              <a:t>- Robustness targets of 95% correct handling of perturbed inputs should be validated regularly as language and usage patterns evolve.</a:t>
            </a:r>
          </a:p>
          <a:p>
            <a:endParaRPr lang="en-US"/>
          </a:p>
          <a:p>
            <a:r>
              <a:rPr lang="en-US"/>
              <a:t>Cost Optimization:</a:t>
            </a:r>
          </a:p>
          <a:p>
            <a:r>
              <a:rPr lang="en-US"/>
              <a:t>- There is often a direct trade-off between response quality and cost. Larger models produce better outputs but cost more per query.</a:t>
            </a:r>
          </a:p>
          <a:p>
            <a:r>
              <a:rPr lang="en-US"/>
              <a:t>- ROI measurement should connect AI system performance to tangible business outcomes, not just technical metrics.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21</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The iterative improvement cycle is what transforms responsible AI from a policy statement into a living practice. Microsoft's Copilot example demonstrates this concretely: adding retrieval steps improved factuality, which was verified through re-evaluation.</a:t>
            </a:r>
          </a:p>
          <a:p>
            <a:endParaRPr lang="en-US"/>
          </a:p>
          <a:p>
            <a:r>
              <a:rPr lang="en-US"/>
              <a:t>Walk through the five-stage cycle:</a:t>
            </a:r>
          </a:p>
          <a:p>
            <a:r>
              <a:rPr lang="en-US"/>
              <a:t>1. Measure: Define clear success criteria across all dimensions before starting. Vague goals lead to vague improvements.</a:t>
            </a:r>
          </a:p>
          <a:p>
            <a:r>
              <a:rPr lang="en-US"/>
              <a:t>2. Identify Gaps: Analysis should focus on specific failure modes and edge cases, not just aggregate scores. A model with 95% accuracy may have 50% accuracy on a critical subpopulation.</a:t>
            </a:r>
          </a:p>
          <a:p>
            <a:r>
              <a:rPr lang="en-US"/>
              <a:t>3. Prioritize: Use a structured framework (business impact x technical feasibility x safety risk) to allocate limited engineering resources.</a:t>
            </a:r>
          </a:p>
          <a:p>
            <a:r>
              <a:rPr lang="en-US"/>
              <a:t>4. Implement: Targeted fixes are more effective than broad retraining. Prompt engineering, retrieval optimization, and guardrail tuning can often address specific issues faster than model fine-tuning.</a:t>
            </a:r>
          </a:p>
          <a:p>
            <a:r>
              <a:rPr lang="en-US"/>
              <a:t>5. Validate: Every change must be verified to confirm improvement without regression. A/B testing in production provides the strongest evidence.</a:t>
            </a:r>
          </a:p>
          <a:p>
            <a:endParaRPr lang="en-US"/>
          </a:p>
          <a:p>
            <a:r>
              <a:rPr lang="en-US"/>
              <a:t>Dashboards showing metric trends over time enable leadership to verify progress and make informed trade-off decisions.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AAFB8-ACD1-3443-6191-54D1F56B0D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0759FF-ACBF-290B-0C70-190570F6EDE3}"/>
              </a:ext>
            </a:extLst>
          </p:cNvPr>
          <p:cNvSpPr>
            <a:spLocks noGrp="1"/>
          </p:cNvSpPr>
          <p:nvPr>
            <p:ph type="sldNum" sz="quarter" idx="10"/>
          </p:nvPr>
        </p:nvSpPr>
        <p:spPr/>
        <p:txBody>
          <a:bodyPr/>
          <a:lstStyle/>
          <a:p>
            <a:fld id="{F475C4C8-7DEA-455A-9336-A4C7DB3AE516}" type="slidenum">
              <a:rPr lang="en-US"/>
              <a:pPr/>
              <a:t>22</a:t>
            </a:fld>
            <a:endParaRPr lang="en-US"/>
          </a:p>
        </p:txBody>
      </p:sp>
      <p:sp>
        <p:nvSpPr>
          <p:cNvPr id="3" name="Date Placeholder 2">
            <a:extLst>
              <a:ext uri="{FF2B5EF4-FFF2-40B4-BE49-F238E27FC236}">
                <a16:creationId xmlns:a16="http://schemas.microsoft.com/office/drawing/2014/main" id="{6537390E-2CD6-297C-0EC3-5986DCE87ABD}"/>
              </a:ext>
            </a:extLst>
          </p:cNvPr>
          <p:cNvSpPr>
            <a:spLocks noGrp="1"/>
          </p:cNvSpPr>
          <p:nvPr>
            <p:ph type="dt" idx="12"/>
          </p:nvPr>
        </p:nvSpPr>
        <p:spPr/>
        <p:txBody>
          <a:bodyPr/>
          <a:lstStyle/>
          <a:p>
            <a:fld id="{E57E3D00-9D4C-429E-9A61-DDFE4F2097D5}" type="datetime1">
              <a:rPr lang="en-US"/>
              <a:t>6/18/2026</a:t>
            </a:fld>
            <a:endParaRPr lang="en-US"/>
          </a:p>
        </p:txBody>
      </p:sp>
      <p:sp>
        <p:nvSpPr>
          <p:cNvPr id="8" name="Slide Image Placeholder 7">
            <a:extLst>
              <a:ext uri="{FF2B5EF4-FFF2-40B4-BE49-F238E27FC236}">
                <a16:creationId xmlns:a16="http://schemas.microsoft.com/office/drawing/2014/main" id="{21F65034-7A6A-1D70-5275-DCEF50287454}"/>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A8CF76F5-D2BE-08A0-010F-5AD9C5F9FB14}"/>
              </a:ext>
            </a:extLst>
          </p:cNvPr>
          <p:cNvSpPr>
            <a:spLocks noGrp="1"/>
          </p:cNvSpPr>
          <p:nvPr>
            <p:ph type="body" idx="1"/>
          </p:nvPr>
        </p:nvSpPr>
        <p:spPr>
          <a:xfrm>
            <a:off x="685800" y="4400550"/>
            <a:ext cx="5486400" cy="3600450"/>
          </a:xfrm>
          <a:prstGeom prst="rect">
            <a:avLst/>
          </a:prstGeom>
        </p:spPr>
        <p:txBody>
          <a:bodyPr/>
          <a:lstStyle/>
          <a:p>
            <a:r>
              <a:rPr lang="en-US"/>
              <a:t>This divider introduces the fifth and final learning unit: Transparency and Explainability. The subtitle “Making AI understandable and worthy of trust” frames the unit around the end goal — building genuine trust through openness.</a:t>
            </a:r>
          </a:p>
          <a:p>
            <a:endParaRPr lang="en-US"/>
          </a:p>
          <a:p>
            <a:r>
              <a:rPr lang="en-US"/>
              <a:t>Pose a reflection question: “Have you ever received a recommendation from an AI system and wondered why it suggested that?” This personal connection helps frame the distinction between transparency and explainability that follows.</a:t>
            </a:r>
          </a:p>
          <a:p>
            <a:endParaRPr lang="en-US"/>
          </a:p>
          <a:p>
            <a:r>
              <a:rPr lang="en-US"/>
              <a:t>The next slides distinguish transparency from explainability, cover specific techniques like SHAP and LIME, and discuss the inherent limitations of explaining complex models.</a:t>
            </a:r>
          </a:p>
        </p:txBody>
      </p:sp>
      <p:sp>
        <p:nvSpPr>
          <p:cNvPr id="5" name="Header Placeholder 4">
            <a:extLst>
              <a:ext uri="{FF2B5EF4-FFF2-40B4-BE49-F238E27FC236}">
                <a16:creationId xmlns:a16="http://schemas.microsoft.com/office/drawing/2014/main" id="{DEBAD1B6-F93C-D281-B4F5-05BA841603E0}"/>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82946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23</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This slide draws a clear distinction between two complementary concepts:</a:t>
            </a:r>
          </a:p>
          <a:p>
            <a:endParaRPr lang="en-US"/>
          </a:p>
          <a:p>
            <a:r>
              <a:rPr lang="en-US"/>
              <a:t>Transparency is about making AI use visible. It answers the questions: Is AI being used here? What is it doing? What are its limitations? Key practices include:</a:t>
            </a:r>
          </a:p>
          <a:p>
            <a:r>
              <a:rPr lang="en-US"/>
              <a:t>- Disclosing when users are interacting with AI</a:t>
            </a:r>
          </a:p>
          <a:p>
            <a:r>
              <a:rPr lang="en-US"/>
              <a:t>- Communicating the purpose and scope of AI systems</a:t>
            </a:r>
          </a:p>
          <a:p>
            <a:r>
              <a:rPr lang="en-US"/>
              <a:t>- Providing accessible documentation for both end users and system operators</a:t>
            </a:r>
          </a:p>
          <a:p>
            <a:endParaRPr lang="en-US"/>
          </a:p>
          <a:p>
            <a:r>
              <a:rPr lang="en-US"/>
              <a:t>Explainability goes deeper into the reasoning behind specific decisions. It answers the question: Why did the AI produce this particular output? Key practices include:</a:t>
            </a:r>
          </a:p>
          <a:p>
            <a:r>
              <a:rPr lang="en-US"/>
              <a:t>- Surfacing the features and factors that drove a prediction</a:t>
            </a:r>
          </a:p>
          <a:p>
            <a:r>
              <a:rPr lang="en-US"/>
              <a:t>- Tailoring the level of detail to the audience (technical teams need different explanations than end users)</a:t>
            </a:r>
          </a:p>
          <a:p>
            <a:r>
              <a:rPr lang="en-US"/>
              <a:t>- Supporting debugging when models produce unexpected results and accountability when decisions are challenged</a:t>
            </a:r>
          </a:p>
          <a:p>
            <a:endParaRPr lang="en-US"/>
          </a:p>
          <a:p>
            <a:r>
              <a:rPr lang="en-US"/>
              <a:t>Both are necessary. Transparency without explainability tells users AI is involved but not why it made a specific decision. Explainability without transparency means detailed reasoning is available but users may not know AI was involved in the first place.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24</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a:t>This slide covers three key aspects of explainability techniques:</a:t>
            </a:r>
          </a:p>
          <a:p>
            <a:endParaRPr lang="en-US"/>
          </a:p>
          <a:p>
            <a:r>
              <a:rPr lang="en-US"/>
              <a:t>Global vs. Local Explanations:</a:t>
            </a:r>
          </a:p>
          <a:p>
            <a:r>
              <a:rPr lang="en-US"/>
              <a:t>- Global explanations describe overall model behavior across the full dataset. Examples include feature importance rankings, partial dependence plots, and global surrogate models.</a:t>
            </a:r>
          </a:p>
          <a:p>
            <a:r>
              <a:rPr lang="en-US"/>
              <a:t>- Local explanations focus on individual predictions. LIME and SHAP are the most widely used techniques.</a:t>
            </a:r>
          </a:p>
          <a:p>
            <a:r>
              <a:rPr lang="en-US"/>
              <a:t>- Best practice is to use both: global for governance and validation, local for individual accountability and debugging.</a:t>
            </a:r>
          </a:p>
          <a:p>
            <a:endParaRPr lang="en-US"/>
          </a:p>
          <a:p>
            <a:r>
              <a:rPr lang="en-US"/>
              <a:t>Feature Importance and Model Behavior:</a:t>
            </a:r>
          </a:p>
          <a:p>
            <a:r>
              <a:rPr lang="en-US"/>
              <a:t>- Feature importance quantifies each input variable's contribution to predictions.</a:t>
            </a:r>
          </a:p>
          <a:p>
            <a:r>
              <a:rPr lang="en-US"/>
              <a:t>- SHAP values are grounded in cooperative game theory and provide consistent, locally accurate attributions.</a:t>
            </a:r>
          </a:p>
          <a:p>
            <a:r>
              <a:rPr lang="en-US"/>
              <a:t>- LIME creates interpretable local approximations by perturbing inputs and observing output changes.</a:t>
            </a:r>
          </a:p>
          <a:p>
            <a:r>
              <a:rPr lang="en-US"/>
              <a:t>- These tools enable domain experts to validate that models learn meaningful patterns rather than spurious correlations.</a:t>
            </a:r>
          </a:p>
          <a:p>
            <a:endParaRPr lang="en-US"/>
          </a:p>
          <a:p>
            <a:r>
              <a:rPr lang="en-US"/>
              <a:t>Limitations in Complex Models:</a:t>
            </a:r>
          </a:p>
          <a:p>
            <a:r>
              <a:rPr lang="en-US"/>
              <a:t>- Deep learning models with millions of parameters resist full interpretability. Explanations are necessarily approximations.</a:t>
            </a:r>
          </a:p>
          <a:p>
            <a:r>
              <a:rPr lang="en-US"/>
              <a:t>- There is an inherent accuracy-interpretability trade-off: simpler models are more interpretable but may sacrifice performance.</a:t>
            </a:r>
          </a:p>
          <a:p>
            <a:r>
              <a:rPr lang="en-US"/>
              <a:t>- Post-hoc explanations may not faithfully reflect the model's true reasoning. Different techniques can yield conflicting results for the same prediction.</a:t>
            </a:r>
          </a:p>
          <a:p>
            <a:r>
              <a:rPr lang="en-US"/>
              <a:t>- Explainability should be treated as one component of a broader responsible AI strategy, not a complete solution.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translates everything covered in the training into a concrete action checklist. Each item is something teams can begin implementing immediately. Walk through each action, connecting it back to the frameworks and principles discussed earlier.</a:t>
            </a:r>
          </a:p>
          <a:p>
            <a:endParaRPr lang="en-US"/>
          </a:p>
          <a:p>
            <a:r>
              <a:rPr lang="en-US" b="1"/>
              <a:t>CONDUCT IMPACT ASSESSMENTS</a:t>
            </a:r>
          </a:p>
          <a:p>
            <a:r>
              <a:rPr lang="en-US"/>
              <a:t>Use the AI Impact Assessment template at project kickoff. This is the single most important step — it forces structured thinking about who could be harmed and how before any code is written. Include diverse stakeholders: engineering, legal, product, and representatives from affected communities. The assessment should cover intended use cases, foreseeable misuse, affected populations, and potential harms (direct, indirect, and systemic). Revisit the assessment at each major milestone.</a:t>
            </a:r>
          </a:p>
          <a:p>
            <a:endParaRPr lang="en-US"/>
          </a:p>
          <a:p>
            <a:r>
              <a:rPr lang="en-US" b="1"/>
              <a:t>INTEGRATE FAIRNESS EVALUATIONS</a:t>
            </a:r>
          </a:p>
          <a:p>
            <a:r>
              <a:rPr lang="en-US"/>
              <a:t>This is about shifting left — catching problems early rather than discovering them in production. Use tools like Fairlearn to measure disparities across demographic groups. Configure Azure AI Foundry’s built-in safety evaluations to score every model update for harmful content, groundedness, and coherence. Set up content filters per deployment. The goal is that no model reaches production without passing automated responsible AI checks, just like no code ships without passing unit tests.</a:t>
            </a:r>
          </a:p>
          <a:p>
            <a:endParaRPr lang="en-US"/>
          </a:p>
          <a:p>
            <a:r>
              <a:rPr lang="en-US" b="1"/>
              <a:t>ESTABLISH GOVERNANCE REVIEWS</a:t>
            </a:r>
          </a:p>
          <a:p>
            <a:r>
              <a:rPr lang="en-US"/>
              <a:t>A cross-functional governance board provides the organizational accountability layer. Members should include engineering leads, legal counsel, compliance officers, and product managers. Meet quarterly at minimum to review all deployed AI systems. Key questions for each review: Has the data distribution changed? Are fairness metrics still within thresholds? Have new regulations or policies been issued? Are there new use cases or populations affected? High-impact systems (clinical decision support, hiring, credit scoring) should have more frequent reviews.</a:t>
            </a:r>
          </a:p>
          <a:p>
            <a:endParaRPr lang="en-US"/>
          </a:p>
          <a:p>
            <a:r>
              <a:rPr lang="en-US" b="1"/>
              <a:t>RED-TEAM HIGH-RISK SYSTEMS</a:t>
            </a:r>
          </a:p>
          <a:p>
            <a:r>
              <a:rPr lang="en-US"/>
              <a:t>Red-teaming means dedicated adversarial testing by people trying to break the system. For generative AI, this includes prompt injection attacks, attempts to elicit harmful content, testing with edge-case inputs, and probing for bias across different demographic scenarios. Crucially, red-teaming should happen during development sprints, not just as a pre-launch gate. Include people with diverse backgrounds and perspectives — they will think of attack vectors and failure modes that a homogeneous team might miss.</a:t>
            </a:r>
          </a:p>
          <a:p>
            <a:endParaRPr lang="en-US"/>
          </a:p>
          <a:p>
            <a:r>
              <a:rPr lang="en-US" b="1"/>
              <a:t>DEPLOY MONITORING DASHBOARDS</a:t>
            </a:r>
          </a:p>
          <a:p>
            <a:r>
              <a:rPr lang="en-US"/>
              <a:t>Production monitoring is how you catch problems that testing missed and detect model degradation over time. Track three categories of metrics: accuracy (is the model still performing as expected?), fairness (are outcomes equitable across groups?), and drift (has the input data distribution shifted from training data?). Set up automated alerting when any metric crosses a predefined threshold. Have an incident response playbook ready — who gets paged, what’s the rollback procedure, how do you communicate to affected users?</a:t>
            </a:r>
          </a:p>
          <a:p>
            <a:endParaRPr lang="en-US"/>
          </a:p>
          <a:p>
            <a:r>
              <a:rPr lang="en-US" b="1"/>
              <a:t>DOCUMENT MODEL CARDS</a:t>
            </a:r>
          </a:p>
          <a:p>
            <a:r>
              <a:rPr lang="en-US"/>
              <a:t>Model cards are the transparency layer. Every production AI system should have a published model card that documents: what data was used for training, what the model’s intended use is, how it performs across different subgroups, what its known limitations are, and what fairness evaluations were conducted. This serves multiple audiences: downstream teams who integrate with the model, regulators who need to audit it, and internal reviewers who assess risk. Update model cards whenever the model is retrained or the deployment context changes.</a:t>
            </a:r>
          </a:p>
          <a:p>
            <a:endParaRPr lang="en-US"/>
          </a:p>
          <a:p>
            <a:r>
              <a:rPr lang="en-US"/>
              <a:t>References:</a:t>
            </a:r>
          </a:p>
          <a:p>
            <a:r>
              <a:rPr lang="en-US"/>
              <a:t>• Microsoft Responsible AI Impact Assessment guide — https://learn.microsoft.com/ai/responsible-ai/impact-assessment</a:t>
            </a:r>
          </a:p>
          <a:p>
            <a:r>
              <a:rPr lang="en-US"/>
              <a:t>• Fairlearn toolkit — https://fairlearn.org</a:t>
            </a:r>
          </a:p>
          <a:p>
            <a:r>
              <a:rPr lang="en-US"/>
              <a:t>• Model cards for model reporting — https://arxiv.org/abs/1810.03993</a:t>
            </a:r>
          </a:p>
        </p:txBody>
      </p:sp>
      <p:sp>
        <p:nvSpPr>
          <p:cNvPr id="4" name="Slide Number Placeholder 3"/>
          <p:cNvSpPr>
            <a:spLocks noGrp="1"/>
          </p:cNvSpPr>
          <p:nvPr>
            <p:ph type="sldNum" sz="quarter" idx="10"/>
          </p:nvPr>
        </p:nvSpPr>
        <p:spPr/>
        <p:txBody>
          <a:bodyPr/>
          <a:lstStyle/>
          <a:p>
            <a:pPr algn="r"/>
            <a:fld id="{F7021451-1387-4CA6-816F-3879F97B5CBC}" type="slidenum">
              <a:rPr lang="en-US" sz="1200"/>
              <a:t>25</a:t>
            </a:fld>
            <a:endParaRPr lang="en-US" sz="120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26</a:t>
            </a:fld>
            <a:endParaRPr lang="en-US"/>
          </a:p>
        </p:txBody>
      </p:sp>
      <p:sp>
        <p:nvSpPr>
          <p:cNvPr id="8" name="Slide Image Placeholder 7"/>
          <p:cNvSpPr>
            <a:spLocks noGrp="1" noRot="1" noChangeAspect="1"/>
          </p:cNvSpPr>
          <p:nvPr>
            <p:ph type="sldImg"/>
          </p:nvPr>
        </p:nvSpPr>
        <p:spPr/>
      </p:sp>
      <p:sp>
        <p:nvSpPr>
          <p:cNvPr id="11" name="Notes Placeholder 10"/>
          <p:cNvSpPr>
            <a:spLocks noGrp="1"/>
          </p:cNvSpPr>
          <p:nvPr>
            <p:ph type="body" idx="1"/>
          </p:nvPr>
        </p:nvSpPr>
        <p:spPr>
          <a:xfrm>
            <a:off x="685800" y="4400550"/>
            <a:ext cx="5486400" cy="3600450"/>
          </a:xfrm>
          <a:prstGeom prst="rect">
            <a:avLst/>
          </a:prstGeom>
        </p:spPr>
        <p:txBody>
          <a:bodyPr/>
          <a:lstStyle/>
          <a:p>
            <a:r>
              <a:rPr lang="en-US"/>
              <a:t>This slide presents the six essential accountability and governance structures. Walk through each framework component and connect it to the practical steps discussed in the previous slide.</a:t>
            </a:r>
          </a:p>
          <a:p>
            <a:endParaRPr lang="en-US"/>
          </a:p>
          <a:p>
            <a:r>
              <a:rPr lang="en-US"/>
              <a:t>Key points to emphasize:</a:t>
            </a:r>
          </a:p>
          <a:p>
            <a:r>
              <a:rPr lang="en-US"/>
              <a:t>- An AI Ethics Board should include diverse perspectives from engineering, legal, compliance, and affected communities. It is not a rubber stamp but an active review body.</a:t>
            </a:r>
          </a:p>
          <a:p>
            <a:r>
              <a:rPr lang="en-US"/>
              <a:t>- Role-Based Ownership ensures no single team bears all responsibility. Data stewards own data quality, model owners own performance, and deployment leads own production reliability.</a:t>
            </a:r>
          </a:p>
          <a:p>
            <a:r>
              <a:rPr lang="en-US"/>
              <a:t>- Escalation Pathways must have guaranteed response timelines so concerns are never ignored or delayed indefinitely.</a:t>
            </a:r>
          </a:p>
          <a:p>
            <a:r>
              <a:rPr lang="en-US"/>
              <a:t>- Audit Trails are essential for both internal governance and external regulatory compliance. Every significant decision should be traceable.</a:t>
            </a:r>
          </a:p>
          <a:p>
            <a:r>
              <a:rPr lang="en-US"/>
              <a:t>- Incident Response Plans should be rehearsed regularly, not just documented. Teams must know their roles before an incident occurs.</a:t>
            </a:r>
          </a:p>
          <a:p>
            <a:r>
              <a:rPr lang="en-US"/>
              <a:t>- Periodic Governance Reviews ensure that governance keeps pace with evolving standards, regulations, and organizational changes.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27</a:t>
            </a:fld>
            <a:endParaRPr lang="en-US"/>
          </a:p>
        </p:txBody>
      </p:sp>
      <p:sp>
        <p:nvSpPr>
          <p:cNvPr id="8" name="Slide Image Placeholder 7"/>
          <p:cNvSpPr>
            <a:spLocks noGrp="1" noRot="1" noChangeAspect="1"/>
          </p:cNvSpPr>
          <p:nvPr>
            <p:ph type="sldImg"/>
          </p:nvPr>
        </p:nvSpPr>
        <p:spPr/>
      </p:sp>
      <p:sp>
        <p:nvSpPr>
          <p:cNvPr id="11" name="Notes Placeholder 10"/>
          <p:cNvSpPr>
            <a:spLocks noGrp="1"/>
          </p:cNvSpPr>
          <p:nvPr>
            <p:ph type="body" idx="1"/>
          </p:nvPr>
        </p:nvSpPr>
        <p:spPr>
          <a:xfrm>
            <a:off x="685800" y="4400550"/>
            <a:ext cx="5486400" cy="3600450"/>
          </a:xfrm>
          <a:prstGeom prst="rect">
            <a:avLst/>
          </a:prstGeom>
        </p:spPr>
        <p:txBody>
          <a:bodyPr/>
          <a:lstStyle/>
          <a:p>
            <a:r>
              <a:rPr lang="en-US"/>
              <a:t>This slide provides an overview of the three most significant regulatory and compliance frameworks shaping responsible AI governance globally.</a:t>
            </a:r>
          </a:p>
          <a:p>
            <a:endParaRPr lang="en-US"/>
          </a:p>
          <a:p>
            <a:r>
              <a:rPr lang="en-US"/>
              <a:t>EU AI Act: Emphasize the risk-based classification system. Unacceptable-risk applications (social scoring, real-time biometric surveillance) are banned. High-risk applications (hiring, credit, healthcare) require conformity assessments, human oversight, and registration in a public EU database. Most business AI applications fall into the high-risk or limited-risk categories.</a:t>
            </a:r>
          </a:p>
          <a:p>
            <a:endParaRPr lang="en-US"/>
          </a:p>
          <a:p>
            <a:r>
              <a:rPr lang="en-US"/>
              <a:t>NIST AI RMF: This is a voluntary framework widely adopted in the United States. The four functions (Govern, Map, Measure, Manage) provide a structured approach to AI risk management. Stress that it is context-specific — organizations adapt it to their particular use cases and risk profiles.</a:t>
            </a:r>
          </a:p>
          <a:p>
            <a:endParaRPr lang="en-US"/>
          </a:p>
          <a:p>
            <a:r>
              <a:rPr lang="en-US"/>
              <a:t>ISO/IEC 42001: This is the first international standard specifically for AI management systems. It provides structured requirements across the development and deployment lifecycle and is becoming a benchmark for organizational AI maturity.</a:t>
            </a:r>
          </a:p>
          <a:p>
            <a:endParaRPr lang="en-US"/>
          </a:p>
          <a:p>
            <a:r>
              <a:rPr lang="en-US"/>
              <a:t>Note that these frameworks are complementary rather than competing. Many organizations align with all three simultaneously.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28</a:t>
            </a:fld>
            <a:endParaRPr lang="en-US"/>
          </a:p>
        </p:txBody>
      </p:sp>
      <p:sp>
        <p:nvSpPr>
          <p:cNvPr id="8" name="Slide Image Placeholder 7"/>
          <p:cNvSpPr>
            <a:spLocks noGrp="1" noRot="1" noChangeAspect="1"/>
          </p:cNvSpPr>
          <p:nvPr>
            <p:ph type="sldImg"/>
          </p:nvPr>
        </p:nvSpPr>
        <p:spPr/>
      </p:sp>
      <p:sp>
        <p:nvSpPr>
          <p:cNvPr id="11" name="Notes Placeholder 10"/>
          <p:cNvSpPr>
            <a:spLocks noGrp="1"/>
          </p:cNvSpPr>
          <p:nvPr>
            <p:ph type="body" idx="1"/>
          </p:nvPr>
        </p:nvSpPr>
        <p:spPr>
          <a:xfrm>
            <a:off x="685800" y="4400550"/>
            <a:ext cx="5486400" cy="3600450"/>
          </a:xfrm>
          <a:prstGeom prst="rect">
            <a:avLst/>
          </a:prstGeom>
        </p:spPr>
        <p:txBody>
          <a:bodyPr/>
          <a:lstStyle/>
          <a:p>
            <a:r>
              <a:rPr lang="en-US"/>
              <a:t>This slide covers three critical aspects of securing AI systems: security controls, data governance, and compliance requirements.</a:t>
            </a:r>
          </a:p>
          <a:p>
            <a:endParaRPr lang="en-US"/>
          </a:p>
          <a:p>
            <a:r>
              <a:rPr lang="en-US"/>
              <a:t>Security Controls: AI systems face unique attack vectors beyond traditional software. Prompt injection manipulates model behavior through crafted inputs. Data poisoning corrupts training data to influence model outputs. Adversarial robustness testing simulates these attacks to identify vulnerabilities before deployment.</a:t>
            </a:r>
          </a:p>
          <a:p>
            <a:endParaRPr lang="en-US"/>
          </a:p>
          <a:p>
            <a:r>
              <a:rPr lang="en-US"/>
              <a:t>Data Governance: The principle of data minimization means collecting only the data necessary for the AI task at hand. Informed consent must be obtained before using personal data for model training. Retention policies should define how long training data and model outputs are stored.</a:t>
            </a:r>
          </a:p>
          <a:p>
            <a:endParaRPr lang="en-US"/>
          </a:p>
          <a:p>
            <a:r>
              <a:rPr lang="en-US"/>
              <a:t>Compliance Requirements: GDPR applies to any AI system processing data of EU residents. CCPA covers California consumers. HIPAA applies to healthcare AI. The right-to-explanation requirement means organizations must be able to explain automated decisions to affected individuals. Privacy-by-design means building privacy protections into the system architecture from day one.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29</a:t>
            </a:fld>
            <a:endParaRPr lang="en-US"/>
          </a:p>
        </p:txBody>
      </p:sp>
      <p:sp>
        <p:nvSpPr>
          <p:cNvPr id="8" name="Slide Image Placeholder 7"/>
          <p:cNvSpPr>
            <a:spLocks noGrp="1" noRot="1" noChangeAspect="1"/>
          </p:cNvSpPr>
          <p:nvPr>
            <p:ph type="sldImg"/>
          </p:nvPr>
        </p:nvSpPr>
        <p:spPr/>
      </p:sp>
      <p:sp>
        <p:nvSpPr>
          <p:cNvPr id="11" name="Notes Placeholder 10"/>
          <p:cNvSpPr>
            <a:spLocks noGrp="1"/>
          </p:cNvSpPr>
          <p:nvPr>
            <p:ph type="body" idx="1"/>
          </p:nvPr>
        </p:nvSpPr>
        <p:spPr>
          <a:xfrm>
            <a:off x="685800" y="4400550"/>
            <a:ext cx="5486400" cy="3600450"/>
          </a:xfrm>
          <a:prstGeom prst="rect">
            <a:avLst/>
          </a:prstGeom>
        </p:spPr>
        <p:txBody>
          <a:bodyPr/>
          <a:lstStyle/>
          <a:p>
            <a:r>
              <a:rPr lang="en-US"/>
              <a:t>This slide addresses two complementary aspects of responsible AI: inclusive design practices and accessibility standards.</a:t>
            </a:r>
          </a:p>
          <a:p>
            <a:endParaRPr lang="en-US"/>
          </a:p>
          <a:p>
            <a:r>
              <a:rPr lang="en-US"/>
              <a:t>Inclusive Design: The key principle is engaging diverse user groups early and throughout the design process. Representative datasets must reflect the full population the system will serve to prevent bias. Participatory design sessions with affected communities surface issues that internal teams may miss. Multilingual support and cultural sensitivity ensure AI systems work across global contexts.</a:t>
            </a:r>
          </a:p>
          <a:p>
            <a:endParaRPr lang="en-US"/>
          </a:p>
          <a:p>
            <a:r>
              <a:rPr lang="en-US"/>
              <a:t>Accessibility Standards: WCAG 2.1 AA is the baseline standard. This includes screen reader compatibility, keyboard navigation, and sufficient color contrast. Offering multiple input modalities (voice, text, gesture) ensures no user is excluded. Testing output readability across literacy levels is often overlooked but critical for equitable access.</a:t>
            </a:r>
          </a:p>
          <a:p>
            <a:endParaRPr lang="en-US"/>
          </a:p>
          <a:p>
            <a:r>
              <a:rPr lang="en-US"/>
              <a:t>Emphasize that inclusiveness is not just about compliance — inclusive design leads to better products for everyone.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30</a:t>
            </a:fld>
            <a:endParaRPr lang="en-US"/>
          </a:p>
        </p:txBody>
      </p:sp>
      <p:sp>
        <p:nvSpPr>
          <p:cNvPr id="8" name="Slide Image Placeholder 7"/>
          <p:cNvSpPr>
            <a:spLocks noGrp="1" noRot="1" noChangeAspect="1"/>
          </p:cNvSpPr>
          <p:nvPr>
            <p:ph type="sldImg"/>
          </p:nvPr>
        </p:nvSpPr>
        <p:spPr/>
      </p:sp>
      <p:sp>
        <p:nvSpPr>
          <p:cNvPr id="11" name="Notes Placeholder 10"/>
          <p:cNvSpPr>
            <a:spLocks noGrp="1"/>
          </p:cNvSpPr>
          <p:nvPr>
            <p:ph type="body" idx="1"/>
          </p:nvPr>
        </p:nvSpPr>
        <p:spPr>
          <a:xfrm>
            <a:off x="685800" y="4400550"/>
            <a:ext cx="5486400" cy="3600450"/>
          </a:xfrm>
          <a:prstGeom prst="rect">
            <a:avLst/>
          </a:prstGeom>
        </p:spPr>
        <p:txBody>
          <a:bodyPr/>
          <a:lstStyle/>
          <a:p>
            <a:r>
              <a:rPr lang="en-US"/>
              <a:t>This is the module summary slide. Use it to reinforce the five key takeaways and check for understanding before moving to the knowledge check.</a:t>
            </a:r>
          </a:p>
          <a:p>
            <a:endParaRPr lang="en-US"/>
          </a:p>
          <a:p>
            <a:r>
              <a:rPr lang="en-US"/>
              <a:t>Walk through each takeaway and connect it back to the specific content covered:</a:t>
            </a:r>
          </a:p>
          <a:p>
            <a:r>
              <a:rPr lang="en-US"/>
              <a:t>1. Responsible AI is a Practice, Not a Checklist — it must be embedded into every phase from ideation through retirement.</a:t>
            </a:r>
          </a:p>
          <a:p>
            <a:r>
              <a:rPr lang="en-US"/>
              <a:t>2. Six Principles Guide Every Decision — Fairness, reliability, privacy, inclusiveness, transparency, and accountability work together as an integrated framework.</a:t>
            </a:r>
          </a:p>
          <a:p>
            <a:r>
              <a:rPr lang="en-US"/>
              <a:t>3. Evaluation Must Be Continuous and Multi-Dimensional — go beyond traditional testing with continuous monitoring for drift, bias, and safety.</a:t>
            </a:r>
          </a:p>
          <a:p>
            <a:r>
              <a:rPr lang="en-US"/>
              <a:t>4. Governance Requires Organizational Commitment — clear accountability structures, oversight boards, and escalation paths require leadership buy-in.</a:t>
            </a:r>
          </a:p>
          <a:p>
            <a:r>
              <a:rPr lang="en-US"/>
              <a:t>5. Transparency Builds Trust — documentation of capabilities, limitations, and decisions enables meaningful oversight.</a:t>
            </a:r>
          </a:p>
          <a:p>
            <a:endParaRPr lang="en-US"/>
          </a:p>
          <a:p>
            <a:r>
              <a:rPr lang="en-US"/>
              <a:t>Ask participants which takeaway resonates most with their current work and what they plan to do differently starting next week.</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31</a:t>
            </a:fld>
            <a:endParaRPr lang="en-US"/>
          </a:p>
        </p:txBody>
      </p:sp>
      <p:sp>
        <p:nvSpPr>
          <p:cNvPr id="8" name="Slide Image Placeholder 7"/>
          <p:cNvSpPr>
            <a:spLocks noGrp="1" noRot="1" noChangeAspect="1"/>
          </p:cNvSpPr>
          <p:nvPr>
            <p:ph type="sldImg"/>
          </p:nvPr>
        </p:nvSpPr>
        <p:spPr/>
      </p:sp>
      <p:sp>
        <p:nvSpPr>
          <p:cNvPr id="11" name="Notes Placeholder 10"/>
          <p:cNvSpPr>
            <a:spLocks noGrp="1"/>
          </p:cNvSpPr>
          <p:nvPr>
            <p:ph type="body" idx="1"/>
          </p:nvPr>
        </p:nvSpPr>
        <p:spPr>
          <a:xfrm>
            <a:off x="685800" y="4400550"/>
            <a:ext cx="5486400" cy="3600450"/>
          </a:xfrm>
          <a:prstGeom prst="rect">
            <a:avLst/>
          </a:prstGeom>
        </p:spPr>
        <p:txBody>
          <a:bodyPr/>
          <a:lstStyle/>
          <a:p>
            <a:r>
              <a:rPr lang="en-US"/>
              <a:t>This is the interactive knowledge check and discussion slide. Allocate at least 15–20 minutes for this section.</a:t>
            </a:r>
          </a:p>
          <a:p>
            <a:endParaRPr lang="en-US"/>
          </a:p>
          <a:p>
            <a:r>
              <a:rPr lang="en-US"/>
              <a:t>Discussion Questions — give participants 2–3 minutes to think before opening each question for group discussion:</a:t>
            </a:r>
          </a:p>
          <a:p>
            <a:r>
              <a:rPr lang="en-US"/>
              <a:t>- Question 1 (Customer Service Chatbot): Look for answers that mention fairness across customer demographics, transparency about AI involvement, reliability under load, and accountability for errors.</a:t>
            </a:r>
          </a:p>
          <a:p>
            <a:r>
              <a:rPr lang="en-US"/>
              <a:t>- Question 2 (Declining Accuracy for One Demographic): Look for answers that include immediate investigation, root cause analysis, incident response procedures, stakeholder notification, and model retraining or rollback.</a:t>
            </a:r>
          </a:p>
          <a:p>
            <a:r>
              <a:rPr lang="en-US"/>
              <a:t>- Question 3 (Explaining to an Executive): Look for answers that connect responsible AI evaluation to business outcomes — risk reduction, customer trust, regulatory compliance, and incident prevention.</a:t>
            </a:r>
          </a:p>
          <a:p>
            <a:endParaRPr lang="en-US"/>
          </a:p>
          <a:p>
            <a:r>
              <a:rPr lang="en-US"/>
              <a:t>Hands-On Activity: Allow 10–15 minutes for the risk assessment exercise. Have participants work in small groups. Each group should present their use case, identified harms, risk classification, and three mitigation strategies with owners and timelines.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32</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6/18/2026</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r>
              <a:rPr lang="en-US"/>
              <a:t>Open the floor for questions. If time permits, consider these discussion prompts:</a:t>
            </a:r>
          </a:p>
          <a:p>
            <a:endParaRPr lang="en-US"/>
          </a:p>
          <a:p>
            <a:r>
              <a:rPr lang="en-US"/>
              <a:t>- Which of the six principles do you think is most challenging to implement in your organization, and why?</a:t>
            </a:r>
          </a:p>
          <a:p>
            <a:r>
              <a:rPr lang="en-US"/>
              <a:t>- How does your team currently evaluate AI models? What gaps do you see after this session?</a:t>
            </a:r>
          </a:p>
          <a:p>
            <a:r>
              <a:rPr lang="en-US"/>
              <a:t>- What transparency measures are already in place for your AI systems? What would you add?</a:t>
            </a:r>
          </a:p>
          <a:p>
            <a:r>
              <a:rPr lang="en-US"/>
              <a:t>- How would you prioritize the three takeaways from this module for your team's next quarter?</a:t>
            </a:r>
          </a:p>
          <a:p>
            <a:endParaRPr lang="en-US"/>
          </a:p>
          <a:p>
            <a:r>
              <a:rPr lang="en-US"/>
              <a:t>If no questions arise, summarize the key resources:</a:t>
            </a:r>
          </a:p>
          <a:p>
            <a:r>
              <a:rPr lang="en-US"/>
              <a:t>- Microsoft Responsible AI Standard: https://learn.microsoft.com/ai/responsible-ai/standard</a:t>
            </a:r>
          </a:p>
          <a:p>
            <a:r>
              <a:rPr lang="en-US"/>
              <a:t>- Azure AI Foundry for governance and evaluation</a:t>
            </a:r>
          </a:p>
          <a:p>
            <a:r>
              <a:rPr lang="en-US"/>
              <a:t>- Microsoft Purview for data governance and compliance</a:t>
            </a:r>
          </a:p>
          <a:p>
            <a:r>
              <a:rPr lang="en-US"/>
              <a:t>- Fairlearn for fairness assessment tooling</a:t>
            </a:r>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195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4967528"/>
      </p:ext>
    </p:extLst>
  </p:cSld>
  <p:clrMap bg1="lt1" tx1="dk1" bg2="lt2" tx2="dk2" accent1="accent1" accent2="accent2" accent3="accent3" accent4="accent4" accent5="accent5" accent6="accent6" hlink="hlink" folHlink="folHlink"/>
  <p:sldLayoutIdLst>
    <p:sldLayoutId id="214748410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4.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3.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xml"/><Relationship Id="rId1" Type="http://schemas.openxmlformats.org/officeDocument/2006/relationships/tags" Target="../tags/tag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5.xml"/><Relationship Id="rId1" Type="http://schemas.openxmlformats.org/officeDocument/2006/relationships/tags" Target="../tags/tag7.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9.xml"/><Relationship Id="rId1" Type="http://schemas.openxmlformats.org/officeDocument/2006/relationships/tags" Target="../tags/tag8.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microsoft-my.sharepoint.com/personal/abeabraham_microsoft_com/Documents/Microsoft%20Teams%20Chat%20Files/Citi%20Agentic%20AI%20Bakeoff%20Exercises%201.pdf?web=1"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6.xml"/><Relationship Id="rId1" Type="http://schemas.openxmlformats.org/officeDocument/2006/relationships/tags" Target="../tags/tag9.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7298437" cy="2031325"/>
          </a:xfrm>
        </p:spPr>
        <p:txBody>
          <a:bodyPr/>
          <a:lstStyle/>
          <a:p>
            <a:r>
              <a:rPr lang="en-US" dirty="0"/>
              <a:t>Module 3 – Core Governance Pillars</a:t>
            </a:r>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p:txBody>
          <a:bodyPr>
            <a:normAutofit/>
          </a:bodyPr>
          <a:lstStyle/>
          <a:p>
            <a:r>
              <a:rPr lang="en-US"/>
              <a:t>Responsible AI (Foundation)</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a:t>Learning Units covered </a:t>
            </a:r>
            <a:br>
              <a:rPr lang="en-US"/>
            </a:br>
            <a:r>
              <a:rPr lang="en-US"/>
              <a:t>in this Module   </a:t>
            </a:r>
          </a:p>
        </p:txBody>
      </p:sp>
      <p:graphicFrame>
        <p:nvGraphicFramePr>
          <p:cNvPr id="40" name="Table 3">
            <a:extLst>
              <a:ext uri="{FF2B5EF4-FFF2-40B4-BE49-F238E27FC236}">
                <a16:creationId xmlns:a16="http://schemas.microsoft.com/office/drawing/2014/main" id="{AC7A2A35-EB6E-428E-BCEC-3E58E036016D}"/>
              </a:ext>
            </a:extLst>
          </p:cNvPr>
          <p:cNvGraphicFramePr>
            <a:graphicFrameLocks noGrp="1"/>
          </p:cNvGraphicFramePr>
          <p:nvPr>
            <p:extLst>
              <p:ext uri="{D42A27DB-BD31-4B8C-83A1-F6EECF244321}">
                <p14:modId xmlns:p14="http://schemas.microsoft.com/office/powerpoint/2010/main" val="384436154"/>
              </p:ext>
            </p:extLst>
          </p:nvPr>
        </p:nvGraphicFramePr>
        <p:xfrm>
          <a:off x="575481" y="1815577"/>
          <a:ext cx="5669280" cy="44575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What Is Responsible AI?​</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Core Principles of Responsible AI​</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Risk Assessment Methodology</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Model and Agent Evaluations​</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1743516"/>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Transparency &amp; Explainability​</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53319110"/>
                  </a:ext>
                </a:extLst>
              </a:tr>
            </a:tbl>
          </a:graphicData>
        </a:graphic>
      </p:graphicFrame>
      <p:cxnSp>
        <p:nvCxnSpPr>
          <p:cNvPr id="138" name="Straight Connector 137">
            <a:extLst>
              <a:ext uri="{FF2B5EF4-FFF2-40B4-BE49-F238E27FC236}">
                <a16:creationId xmlns:a16="http://schemas.microsoft.com/office/drawing/2014/main" id="{A26070F4-FF72-4496-AD61-51AF8C6F60F4}"/>
              </a:ext>
              <a:ext uri="{C183D7F6-B498-43B3-948B-1728B52AA6E4}">
                <adec:decorative xmlns:adec="http://schemas.microsoft.com/office/drawing/2017/decorative" val="1"/>
              </a:ext>
            </a:extLst>
          </p:cNvPr>
          <p:cNvCxnSpPr>
            <a:cxnSpLocks/>
          </p:cNvCxnSpPr>
          <p:nvPr/>
        </p:nvCxnSpPr>
        <p:spPr>
          <a:xfrm>
            <a:off x="5771254" y="270512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13583A66-C524-4F12-B97E-1F9CAB279427}"/>
              </a:ext>
              <a:ext uri="{C183D7F6-B498-43B3-948B-1728B52AA6E4}">
                <adec:decorative xmlns:adec="http://schemas.microsoft.com/office/drawing/2017/decorative" val="1"/>
              </a:ext>
            </a:extLst>
          </p:cNvPr>
          <p:cNvGrpSpPr/>
          <p:nvPr/>
        </p:nvGrpSpPr>
        <p:grpSpPr>
          <a:xfrm>
            <a:off x="777563" y="2962141"/>
            <a:ext cx="411480" cy="411480"/>
            <a:chOff x="724354" y="2781602"/>
            <a:chExt cx="438218" cy="438964"/>
          </a:xfrm>
        </p:grpSpPr>
        <p:sp>
          <p:nvSpPr>
            <p:cNvPr id="158" name="Oval 157">
              <a:extLst>
                <a:ext uri="{FF2B5EF4-FFF2-40B4-BE49-F238E27FC236}">
                  <a16:creationId xmlns:a16="http://schemas.microsoft.com/office/drawing/2014/main" id="{ACCD0E95-46EB-47F9-9E09-DBB444948CC2}"/>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59" name="Trackers_EADF">
              <a:extLst>
                <a:ext uri="{FF2B5EF4-FFF2-40B4-BE49-F238E27FC236}">
                  <a16:creationId xmlns:a16="http://schemas.microsoft.com/office/drawing/2014/main" id="{F671B910-5E20-42A8-8AFC-06F4BDA8D207}"/>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75" name="Straight Connector 174">
            <a:extLst>
              <a:ext uri="{FF2B5EF4-FFF2-40B4-BE49-F238E27FC236}">
                <a16:creationId xmlns:a16="http://schemas.microsoft.com/office/drawing/2014/main" id="{6902113C-0BBB-43B5-9577-E93899497A21}"/>
              </a:ext>
              <a:ext uri="{C183D7F6-B498-43B3-948B-1728B52AA6E4}">
                <adec:decorative xmlns:adec="http://schemas.microsoft.com/office/drawing/2017/decorative" val="1"/>
              </a:ext>
            </a:extLst>
          </p:cNvPr>
          <p:cNvCxnSpPr>
            <a:cxnSpLocks/>
          </p:cNvCxnSpPr>
          <p:nvPr/>
        </p:nvCxnSpPr>
        <p:spPr>
          <a:xfrm>
            <a:off x="5771254" y="359637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3AE35778-145B-414C-A48E-72D6422A683B}"/>
              </a:ext>
              <a:ext uri="{C183D7F6-B498-43B3-948B-1728B52AA6E4}">
                <adec:decorative xmlns:adec="http://schemas.microsoft.com/office/drawing/2017/decorative" val="1"/>
              </a:ext>
            </a:extLst>
          </p:cNvPr>
          <p:cNvGrpSpPr>
            <a:grpSpLocks/>
          </p:cNvGrpSpPr>
          <p:nvPr/>
        </p:nvGrpSpPr>
        <p:grpSpPr>
          <a:xfrm>
            <a:off x="777563" y="3851759"/>
            <a:ext cx="411480" cy="411480"/>
            <a:chOff x="7039782" y="1468393"/>
            <a:chExt cx="751672" cy="751672"/>
          </a:xfrm>
        </p:grpSpPr>
        <p:sp>
          <p:nvSpPr>
            <p:cNvPr id="191" name="Oval 190">
              <a:extLst>
                <a:ext uri="{FF2B5EF4-FFF2-40B4-BE49-F238E27FC236}">
                  <a16:creationId xmlns:a16="http://schemas.microsoft.com/office/drawing/2014/main" id="{DDFC082B-4D83-4009-814E-9F784122CC61}"/>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2" name="list_4">
              <a:extLst>
                <a:ext uri="{FF2B5EF4-FFF2-40B4-BE49-F238E27FC236}">
                  <a16:creationId xmlns:a16="http://schemas.microsoft.com/office/drawing/2014/main" id="{F74253CA-D85D-4DC4-A80C-8C4DA70AD0D4}"/>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204" name="Straight Connector 203">
            <a:extLst>
              <a:ext uri="{FF2B5EF4-FFF2-40B4-BE49-F238E27FC236}">
                <a16:creationId xmlns:a16="http://schemas.microsoft.com/office/drawing/2014/main" id="{9637AC6B-5B31-424F-B714-943C748A2141}"/>
              </a:ext>
              <a:ext uri="{C183D7F6-B498-43B3-948B-1728B52AA6E4}">
                <adec:decorative xmlns:adec="http://schemas.microsoft.com/office/drawing/2017/decorative" val="1"/>
              </a:ext>
            </a:extLst>
          </p:cNvPr>
          <p:cNvCxnSpPr>
            <a:cxnSpLocks/>
          </p:cNvCxnSpPr>
          <p:nvPr/>
        </p:nvCxnSpPr>
        <p:spPr>
          <a:xfrm>
            <a:off x="5771254" y="4487628"/>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EC44BA72-BF41-46BB-8A81-F0B147FD1945}"/>
              </a:ext>
              <a:ext uri="{C183D7F6-B498-43B3-948B-1728B52AA6E4}">
                <adec:decorative xmlns:adec="http://schemas.microsoft.com/office/drawing/2017/decorative" val="1"/>
              </a:ext>
            </a:extLst>
          </p:cNvPr>
          <p:cNvGrpSpPr>
            <a:grpSpLocks/>
          </p:cNvGrpSpPr>
          <p:nvPr/>
        </p:nvGrpSpPr>
        <p:grpSpPr>
          <a:xfrm>
            <a:off x="777563" y="4741377"/>
            <a:ext cx="411480" cy="411480"/>
            <a:chOff x="724354" y="3721051"/>
            <a:chExt cx="438218" cy="438218"/>
          </a:xfrm>
        </p:grpSpPr>
        <p:sp>
          <p:nvSpPr>
            <p:cNvPr id="216" name="Oval 215">
              <a:extLst>
                <a:ext uri="{FF2B5EF4-FFF2-40B4-BE49-F238E27FC236}">
                  <a16:creationId xmlns:a16="http://schemas.microsoft.com/office/drawing/2014/main" id="{9B627AB3-E75C-4A12-97F6-E46582452569}"/>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7" name="Business applications">
              <a:extLst>
                <a:ext uri="{FF2B5EF4-FFF2-40B4-BE49-F238E27FC236}">
                  <a16:creationId xmlns:a16="http://schemas.microsoft.com/office/drawing/2014/main" id="{763379E2-4B86-44AF-A53D-25E4EBB91377}"/>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cxnSp>
        <p:nvCxnSpPr>
          <p:cNvPr id="225" name="Straight Connector 224">
            <a:extLst>
              <a:ext uri="{FF2B5EF4-FFF2-40B4-BE49-F238E27FC236}">
                <a16:creationId xmlns:a16="http://schemas.microsoft.com/office/drawing/2014/main" id="{CC11445C-1AC2-4AF8-864F-6BEEAC44CE08}"/>
              </a:ext>
              <a:ext uri="{C183D7F6-B498-43B3-948B-1728B52AA6E4}">
                <adec:decorative xmlns:adec="http://schemas.microsoft.com/office/drawing/2017/decorative" val="1"/>
              </a:ext>
            </a:extLst>
          </p:cNvPr>
          <p:cNvCxnSpPr>
            <a:cxnSpLocks/>
          </p:cNvCxnSpPr>
          <p:nvPr/>
        </p:nvCxnSpPr>
        <p:spPr>
          <a:xfrm>
            <a:off x="5771254" y="537888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32" name="Group 231">
            <a:extLst>
              <a:ext uri="{FF2B5EF4-FFF2-40B4-BE49-F238E27FC236}">
                <a16:creationId xmlns:a16="http://schemas.microsoft.com/office/drawing/2014/main" id="{396E1151-4B21-4315-B5B3-CAD3450066AC}"/>
              </a:ext>
              <a:ext uri="{C183D7F6-B498-43B3-948B-1728B52AA6E4}">
                <adec:decorative xmlns:adec="http://schemas.microsoft.com/office/drawing/2017/decorative" val="1"/>
              </a:ext>
            </a:extLst>
          </p:cNvPr>
          <p:cNvGrpSpPr>
            <a:grpSpLocks/>
          </p:cNvGrpSpPr>
          <p:nvPr/>
        </p:nvGrpSpPr>
        <p:grpSpPr>
          <a:xfrm>
            <a:off x="777563" y="5630994"/>
            <a:ext cx="411480" cy="411480"/>
            <a:chOff x="4850654" y="3383869"/>
            <a:chExt cx="751672" cy="751672"/>
          </a:xfrm>
        </p:grpSpPr>
        <p:sp>
          <p:nvSpPr>
            <p:cNvPr id="233" name="Oval 232">
              <a:extLst>
                <a:ext uri="{FF2B5EF4-FFF2-40B4-BE49-F238E27FC236}">
                  <a16:creationId xmlns:a16="http://schemas.microsoft.com/office/drawing/2014/main" id="{B308703B-D3AF-4747-A132-8F244AAF7E98}"/>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34" name="Freeform: Shape 233">
              <a:extLst>
                <a:ext uri="{FF2B5EF4-FFF2-40B4-BE49-F238E27FC236}">
                  <a16:creationId xmlns:a16="http://schemas.microsoft.com/office/drawing/2014/main" id="{DB6E869F-8306-48E9-BAF6-F453E40CD4D7}"/>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sp>
        <p:nvSpPr>
          <p:cNvPr id="243" name="Footer Placeholder 2">
            <a:extLst>
              <a:ext uri="{FF2B5EF4-FFF2-40B4-BE49-F238E27FC236}">
                <a16:creationId xmlns:a16="http://schemas.microsoft.com/office/drawing/2014/main" id="{BA1D717F-315A-47C2-9101-B9CD470542A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44" name="Picture 243" descr="Two young employees sitting in a coffee table working on a laptop">
            <a:extLst>
              <a:ext uri="{FF2B5EF4-FFF2-40B4-BE49-F238E27FC236}">
                <a16:creationId xmlns:a16="http://schemas.microsoft.com/office/drawing/2014/main" id="{10BD9D65-F81F-4C2F-8BF0-C38DC85F12A4}"/>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grpSp>
        <p:nvGrpSpPr>
          <p:cNvPr id="3" name="Group 2">
            <a:extLst>
              <a:ext uri="{FF2B5EF4-FFF2-40B4-BE49-F238E27FC236}">
                <a16:creationId xmlns:a16="http://schemas.microsoft.com/office/drawing/2014/main" id="{A525CF7B-DDD2-7BC4-0032-27F59399BADD}"/>
              </a:ext>
              <a:ext uri="{C183D7F6-B498-43B3-948B-1728B52AA6E4}">
                <adec:decorative xmlns:adec="http://schemas.microsoft.com/office/drawing/2017/decorative" val="1"/>
              </a:ext>
            </a:extLst>
          </p:cNvPr>
          <p:cNvGrpSpPr>
            <a:grpSpLocks noChangeAspect="1"/>
          </p:cNvGrpSpPr>
          <p:nvPr/>
        </p:nvGrpSpPr>
        <p:grpSpPr>
          <a:xfrm>
            <a:off x="777563" y="2072523"/>
            <a:ext cx="411480" cy="411480"/>
            <a:chOff x="10323474" y="1468393"/>
            <a:chExt cx="751672" cy="751672"/>
          </a:xfrm>
        </p:grpSpPr>
        <p:sp>
          <p:nvSpPr>
            <p:cNvPr id="4" name="Oval 3">
              <a:extLst>
                <a:ext uri="{FF2B5EF4-FFF2-40B4-BE49-F238E27FC236}">
                  <a16:creationId xmlns:a16="http://schemas.microsoft.com/office/drawing/2014/main" id="{F31A50D2-9383-E323-CE8B-FEEE7CA76A3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5" name="Group 4">
              <a:extLst>
                <a:ext uri="{FF2B5EF4-FFF2-40B4-BE49-F238E27FC236}">
                  <a16:creationId xmlns:a16="http://schemas.microsoft.com/office/drawing/2014/main" id="{EFAB32F8-94D0-A909-D319-77F3A95C57EB}"/>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6" name="Freeform: Shape 5">
                <a:extLst>
                  <a:ext uri="{FF2B5EF4-FFF2-40B4-BE49-F238E27FC236}">
                    <a16:creationId xmlns:a16="http://schemas.microsoft.com/office/drawing/2014/main" id="{22A4E3AD-072B-7C3D-1375-37B0E9F22AB3}"/>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55C803EB-9475-2637-1748-A6F1E33C2B5B}"/>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2A69CFF9-4FF2-38F1-F049-172406755F04}"/>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0423864F-EA6F-CBF6-2A69-470545723B40}"/>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7ECDD75D-DD0C-9C86-1031-43B5FFC9B03E}"/>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 name="Freeform: Shape 10">
                <a:extLst>
                  <a:ext uri="{FF2B5EF4-FFF2-40B4-BE49-F238E27FC236}">
                    <a16:creationId xmlns:a16="http://schemas.microsoft.com/office/drawing/2014/main" id="{F91C22ED-61AE-3B9D-7402-693EE78AE57A}"/>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3E21FCC6-A40E-7282-A1A6-2351D3BB49CE}"/>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3" name="Freeform: Shape 12">
                <a:extLst>
                  <a:ext uri="{FF2B5EF4-FFF2-40B4-BE49-F238E27FC236}">
                    <a16:creationId xmlns:a16="http://schemas.microsoft.com/office/drawing/2014/main" id="{4087E667-8D6D-17A8-1B7A-032A0C196B87}"/>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05AD57A0-8CC0-6D3E-D83F-35648206AA58}"/>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8CB15993-6AB4-3684-94F7-50E446952A43}"/>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5AFD2FA5-FF70-2BEC-37A7-EDDCED8F4F82}"/>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Tree>
    <p:custDataLst>
      <p:tags r:id="rId1"/>
    </p:custDataLst>
    <p:extLst>
      <p:ext uri="{BB962C8B-B14F-4D97-AF65-F5344CB8AC3E}">
        <p14:creationId xmlns:p14="http://schemas.microsoft.com/office/powerpoint/2010/main" val="3162923012"/>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a:xfrm>
            <a:off x="584200" y="4334637"/>
            <a:ext cx="9169400" cy="1015663"/>
          </a:xfrm>
        </p:spPr>
        <p:txBody>
          <a:bodyPr/>
          <a:lstStyle/>
          <a:p>
            <a:r>
              <a:rPr lang="en-US"/>
              <a:t>What Is Responsible AI?</a:t>
            </a:r>
            <a:r>
              <a:rPr lang="en-US" b="0"/>
              <a:t>​</a:t>
            </a:r>
            <a:endParaRPr lang="en-US"/>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E8B7E-820F-AEF5-84CC-3E3F2AF80E89}"/>
              </a:ext>
            </a:extLst>
          </p:cNvPr>
          <p:cNvSpPr>
            <a:spLocks noGrp="1"/>
          </p:cNvSpPr>
          <p:nvPr>
            <p:ph type="title"/>
          </p:nvPr>
        </p:nvSpPr>
        <p:spPr/>
        <p:txBody>
          <a:bodyPr/>
          <a:lstStyle/>
          <a:p>
            <a:r>
              <a:rPr lang="en-US"/>
              <a:t>What is Responsible AI?</a:t>
            </a:r>
          </a:p>
        </p:txBody>
      </p:sp>
      <p:sp>
        <p:nvSpPr>
          <p:cNvPr id="6" name="TextBox 5">
            <a:extLst>
              <a:ext uri="{FF2B5EF4-FFF2-40B4-BE49-F238E27FC236}">
                <a16:creationId xmlns:a16="http://schemas.microsoft.com/office/drawing/2014/main" id="{BF40CCC4-C850-E4D6-87D5-1496A24BF148}"/>
              </a:ext>
            </a:extLst>
          </p:cNvPr>
          <p:cNvSpPr txBox="1"/>
          <p:nvPr/>
        </p:nvSpPr>
        <p:spPr>
          <a:xfrm>
            <a:off x="864066" y="1652631"/>
            <a:ext cx="10729935" cy="363176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a:t>Responsible AI refers to designing, developing, and deploying AI in a manner that aligns with ethical principles, societal values, and our commitment to human rights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AI must be human-centered, augmenting human ingenuity and capabilities rather than replacing human judgment, with development guided by principles rooted in foundational freedoms core to human rights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Systems must be fair, reliable, secure, inclusive, transparent, and accountable throughout their entire lifecycle from design to deployment and ongoing monitoring</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Balances innovation with trust by preventing algorithmic bias, emphasizing explainability, prioritizing data privacy and security, and enforcing organizational accountability for AI-driven outcomes</a:t>
            </a:r>
          </a:p>
          <a:p>
            <a:pPr marL="342900" indent="-342900" algn="l">
              <a:buFont typeface="Arial" panose="020B0604020202020204" pitchFamily="34" charset="0"/>
              <a:buChar char="•"/>
            </a:pPr>
            <a:endParaRPr lang="en-US" sz="2000" err="1"/>
          </a:p>
        </p:txBody>
      </p:sp>
      <p:sp>
        <p:nvSpPr>
          <p:cNvPr id="4" name="Footer Placeholder 3">
            <a:extLst>
              <a:ext uri="{FF2B5EF4-FFF2-40B4-BE49-F238E27FC236}">
                <a16:creationId xmlns:a16="http://schemas.microsoft.com/office/drawing/2014/main" id="{535E8A62-0F76-53EC-E516-6288476EBBB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6FF84717-83E2-BBBD-C529-C29A7473369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0222953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B597A-60D1-C907-BDBF-E3590C330DA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2DC8FBB-98D7-4D58-1D53-01BD967C5027}"/>
              </a:ext>
            </a:extLst>
          </p:cNvPr>
          <p:cNvSpPr>
            <a:spLocks noGrp="1"/>
          </p:cNvSpPr>
          <p:nvPr>
            <p:ph type="title"/>
          </p:nvPr>
        </p:nvSpPr>
        <p:spPr/>
        <p:txBody>
          <a:bodyPr/>
          <a:lstStyle/>
          <a:p>
            <a:r>
              <a:rPr lang="en-US" b="1"/>
              <a:t>Why Responsible AI Matters</a:t>
            </a:r>
            <a:endParaRPr lang="en-US"/>
          </a:p>
        </p:txBody>
      </p:sp>
      <p:grpSp>
        <p:nvGrpSpPr>
          <p:cNvPr id="44" name="Group 43">
            <a:extLst>
              <a:ext uri="{FF2B5EF4-FFF2-40B4-BE49-F238E27FC236}">
                <a16:creationId xmlns:a16="http://schemas.microsoft.com/office/drawing/2014/main" id="{479086A6-0BCD-4C9C-810C-DE3694E59CCE}"/>
              </a:ext>
              <a:ext uri="{C183D7F6-B498-43B3-948B-1728B52AA6E4}">
                <adec:decorative xmlns:adec="http://schemas.microsoft.com/office/drawing/2017/decorative" val="1"/>
              </a:ext>
            </a:extLst>
          </p:cNvPr>
          <p:cNvGrpSpPr/>
          <p:nvPr/>
        </p:nvGrpSpPr>
        <p:grpSpPr>
          <a:xfrm>
            <a:off x="576263" y="2119276"/>
            <a:ext cx="11044237" cy="4040224"/>
            <a:chOff x="576263" y="2119276"/>
            <a:chExt cx="11044237" cy="4040224"/>
          </a:xfrm>
        </p:grpSpPr>
        <p:sp>
          <p:nvSpPr>
            <p:cNvPr id="48" name="Rectangle 47">
              <a:extLst>
                <a:ext uri="{FF2B5EF4-FFF2-40B4-BE49-F238E27FC236}">
                  <a16:creationId xmlns:a16="http://schemas.microsoft.com/office/drawing/2014/main" id="{DC492839-774F-0A0E-9BA9-8BEE49FC3077}"/>
                </a:ext>
              </a:extLst>
            </p:cNvPr>
            <p:cNvSpPr>
              <a:spLocks/>
            </p:cNvSpPr>
            <p:nvPr/>
          </p:nvSpPr>
          <p:spPr bwMode="auto">
            <a:xfrm>
              <a:off x="576263" y="2119276"/>
              <a:ext cx="10996940" cy="3990701"/>
            </a:xfrm>
            <a:prstGeom prst="rect">
              <a:avLst/>
            </a:pr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endParaRPr lang="en-US" sz="2000">
                <a:solidFill>
                  <a:schemeClr val="accent6"/>
                </a:solidFill>
                <a:latin typeface="Segoe UI"/>
                <a:cs typeface="Segoe UI" pitchFamily="34" charset="0"/>
              </a:endParaRPr>
            </a:p>
          </p:txBody>
        </p:sp>
        <p:sp>
          <p:nvSpPr>
            <p:cNvPr id="50" name="Rectangle 49">
              <a:extLst>
                <a:ext uri="{FF2B5EF4-FFF2-40B4-BE49-F238E27FC236}">
                  <a16:creationId xmlns:a16="http://schemas.microsoft.com/office/drawing/2014/main" id="{77456ABA-9CB0-305E-2E26-D2A4B8A1E1CC}"/>
                </a:ext>
              </a:extLst>
            </p:cNvPr>
            <p:cNvSpPr>
              <a:spLocks/>
            </p:cNvSpPr>
            <p:nvPr/>
          </p:nvSpPr>
          <p:spPr bwMode="auto">
            <a:xfrm>
              <a:off x="623560" y="2168799"/>
              <a:ext cx="10996940" cy="3990701"/>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 name="Group 1">
            <a:extLst>
              <a:ext uri="{FF2B5EF4-FFF2-40B4-BE49-F238E27FC236}">
                <a16:creationId xmlns:a16="http://schemas.microsoft.com/office/drawing/2014/main" id="{6C716DCB-9D02-1028-674B-34EDEE2B73A7}"/>
              </a:ext>
              <a:ext uri="{C183D7F6-B498-43B3-948B-1728B52AA6E4}">
                <adec:decorative xmlns:adec="http://schemas.microsoft.com/office/drawing/2017/decorative" val="1"/>
              </a:ext>
            </a:extLst>
          </p:cNvPr>
          <p:cNvGrpSpPr/>
          <p:nvPr/>
        </p:nvGrpSpPr>
        <p:grpSpPr>
          <a:xfrm>
            <a:off x="925007" y="1825597"/>
            <a:ext cx="2322000" cy="4147690"/>
            <a:chOff x="925007" y="1825597"/>
            <a:chExt cx="2322000" cy="4147690"/>
          </a:xfrm>
        </p:grpSpPr>
        <p:grpSp>
          <p:nvGrpSpPr>
            <p:cNvPr id="127" name="Group 126" descr="Icon of a person with a box around them">
              <a:extLst>
                <a:ext uri="{FF2B5EF4-FFF2-40B4-BE49-F238E27FC236}">
                  <a16:creationId xmlns:a16="http://schemas.microsoft.com/office/drawing/2014/main" id="{437BF374-0C02-1115-C2E3-C4D4718F54A3}"/>
                </a:ext>
              </a:extLst>
            </p:cNvPr>
            <p:cNvGrpSpPr/>
            <p:nvPr/>
          </p:nvGrpSpPr>
          <p:grpSpPr>
            <a:xfrm>
              <a:off x="925007" y="1825597"/>
              <a:ext cx="587403" cy="587403"/>
              <a:chOff x="4850654" y="510655"/>
              <a:chExt cx="751672" cy="751672"/>
            </a:xfrm>
          </p:grpSpPr>
          <p:sp>
            <p:nvSpPr>
              <p:cNvPr id="128" name="Oval 127">
                <a:extLst>
                  <a:ext uri="{FF2B5EF4-FFF2-40B4-BE49-F238E27FC236}">
                    <a16:creationId xmlns:a16="http://schemas.microsoft.com/office/drawing/2014/main" id="{F2390C7C-BC81-B2DA-02BC-2EC7FC46F187}"/>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9" name="people_5">
                <a:extLst>
                  <a:ext uri="{FF2B5EF4-FFF2-40B4-BE49-F238E27FC236}">
                    <a16:creationId xmlns:a16="http://schemas.microsoft.com/office/drawing/2014/main" id="{B233BC68-0398-FE80-21B1-C65E4D3A2FF1}"/>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62" name="Straight Connector 161">
              <a:extLst>
                <a:ext uri="{FF2B5EF4-FFF2-40B4-BE49-F238E27FC236}">
                  <a16:creationId xmlns:a16="http://schemas.microsoft.com/office/drawing/2014/main" id="{4D19386E-3C90-8437-1D20-613AA4F15E61}"/>
                </a:ext>
                <a:ext uri="{C183D7F6-B498-43B3-948B-1728B52AA6E4}">
                  <adec:decorative xmlns:adec="http://schemas.microsoft.com/office/drawing/2017/decorative" val="1"/>
                </a:ext>
              </a:extLst>
            </p:cNvPr>
            <p:cNvCxnSpPr>
              <a:cxnSpLocks/>
            </p:cNvCxnSpPr>
            <p:nvPr/>
          </p:nvCxnSpPr>
          <p:spPr>
            <a:xfrm>
              <a:off x="925007"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707C9086-87C1-4C2F-2292-451F0945F11B}"/>
                </a:ext>
              </a:extLst>
            </p:cNvPr>
            <p:cNvSpPr/>
            <p:nvPr/>
          </p:nvSpPr>
          <p:spPr>
            <a:xfrm>
              <a:off x="925007" y="2706679"/>
              <a:ext cx="2322000" cy="3266608"/>
            </a:xfrm>
            <a:prstGeom prst="rect">
              <a:avLst/>
            </a:prstGeom>
            <a:noFill/>
          </p:spPr>
          <p:txBody>
            <a:bodyPr wrap="square" lIns="0" tIns="0" rIns="0" bIns="0" anchor="t" anchorCtr="0">
              <a:noAutofit/>
            </a:bodyPr>
            <a:lstStyle/>
            <a:p>
              <a:r>
                <a:rPr lang="en-US" sz="1400" b="1">
                  <a:solidFill>
                    <a:schemeClr val="tx2"/>
                  </a:solidFill>
                </a:rPr>
                <a:t>For People</a:t>
              </a:r>
            </a:p>
            <a:p>
              <a:endParaRPr lang="en-US" sz="2000"/>
            </a:p>
            <a:p>
              <a:r>
                <a:rPr lang="en-US" sz="1400"/>
                <a:t>Protects individual rights by preventing bias and discrimination in critical decisions like hiring, lending, and healthcare; ensures personal data privacy and security; makes AI decision-making understandable and explainable to those affected</a:t>
              </a:r>
            </a:p>
          </p:txBody>
        </p:sp>
      </p:grpSp>
      <p:grpSp>
        <p:nvGrpSpPr>
          <p:cNvPr id="6" name="Group 5">
            <a:extLst>
              <a:ext uri="{FF2B5EF4-FFF2-40B4-BE49-F238E27FC236}">
                <a16:creationId xmlns:a16="http://schemas.microsoft.com/office/drawing/2014/main" id="{F36CD8BA-F170-357F-5CA5-26A27CC7B9E2}"/>
              </a:ext>
              <a:ext uri="{C183D7F6-B498-43B3-948B-1728B52AA6E4}">
                <adec:decorative xmlns:adec="http://schemas.microsoft.com/office/drawing/2017/decorative" val="1"/>
              </a:ext>
            </a:extLst>
          </p:cNvPr>
          <p:cNvGrpSpPr/>
          <p:nvPr/>
        </p:nvGrpSpPr>
        <p:grpSpPr>
          <a:xfrm>
            <a:off x="4038600" y="1813150"/>
            <a:ext cx="2498458" cy="4147690"/>
            <a:chOff x="6098381" y="1825597"/>
            <a:chExt cx="2498458" cy="4147690"/>
          </a:xfrm>
        </p:grpSpPr>
        <p:cxnSp>
          <p:nvCxnSpPr>
            <p:cNvPr id="255" name="Straight Connector 254">
              <a:extLst>
                <a:ext uri="{FF2B5EF4-FFF2-40B4-BE49-F238E27FC236}">
                  <a16:creationId xmlns:a16="http://schemas.microsoft.com/office/drawing/2014/main" id="{518D0102-1CAA-60AA-DF06-3F3E28AFBB26}"/>
                </a:ext>
                <a:ext uri="{C183D7F6-B498-43B3-948B-1728B52AA6E4}">
                  <adec:decorative xmlns:adec="http://schemas.microsoft.com/office/drawing/2017/decorative" val="1"/>
                </a:ext>
              </a:extLst>
            </p:cNvPr>
            <p:cNvCxnSpPr>
              <a:cxnSpLocks/>
            </p:cNvCxnSpPr>
            <p:nvPr/>
          </p:nvCxnSpPr>
          <p:spPr>
            <a:xfrm>
              <a:off x="6098381"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61" name="Group 260" descr="Icon of three people with an arrow above them pointing down">
              <a:extLst>
                <a:ext uri="{FF2B5EF4-FFF2-40B4-BE49-F238E27FC236}">
                  <a16:creationId xmlns:a16="http://schemas.microsoft.com/office/drawing/2014/main" id="{B57B3A6B-38FB-8BE3-5679-AD10B3D4EF2D}"/>
                </a:ext>
              </a:extLst>
            </p:cNvPr>
            <p:cNvGrpSpPr/>
            <p:nvPr/>
          </p:nvGrpSpPr>
          <p:grpSpPr>
            <a:xfrm>
              <a:off x="6274839" y="1825597"/>
              <a:ext cx="587403" cy="587403"/>
              <a:chOff x="4850654" y="2426131"/>
              <a:chExt cx="751672" cy="751672"/>
            </a:xfrm>
          </p:grpSpPr>
          <p:sp>
            <p:nvSpPr>
              <p:cNvPr id="262" name="Oval 261">
                <a:extLst>
                  <a:ext uri="{FF2B5EF4-FFF2-40B4-BE49-F238E27FC236}">
                    <a16:creationId xmlns:a16="http://schemas.microsoft.com/office/drawing/2014/main" id="{7B92B230-C49D-0039-408B-D1357A2CE65D}"/>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63" name="people_2">
                <a:extLst>
                  <a:ext uri="{FF2B5EF4-FFF2-40B4-BE49-F238E27FC236}">
                    <a16:creationId xmlns:a16="http://schemas.microsoft.com/office/drawing/2014/main" id="{6DAB0938-770C-8DC8-6B53-BBC3E484116C}"/>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76" name="Straight Connector 275">
              <a:extLst>
                <a:ext uri="{FF2B5EF4-FFF2-40B4-BE49-F238E27FC236}">
                  <a16:creationId xmlns:a16="http://schemas.microsoft.com/office/drawing/2014/main" id="{3C157760-4609-FF68-D795-D4647E5CFD2A}"/>
                </a:ext>
                <a:ext uri="{C183D7F6-B498-43B3-948B-1728B52AA6E4}">
                  <adec:decorative xmlns:adec="http://schemas.microsoft.com/office/drawing/2017/decorative" val="1"/>
                </a:ext>
              </a:extLst>
            </p:cNvPr>
            <p:cNvCxnSpPr>
              <a:cxnSpLocks/>
            </p:cNvCxnSpPr>
            <p:nvPr/>
          </p:nvCxnSpPr>
          <p:spPr>
            <a:xfrm>
              <a:off x="6274839"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8" name="Rectangle 277">
              <a:extLst>
                <a:ext uri="{FF2B5EF4-FFF2-40B4-BE49-F238E27FC236}">
                  <a16:creationId xmlns:a16="http://schemas.microsoft.com/office/drawing/2014/main" id="{97409B9B-C4DF-973F-F41C-8FC5D6F124F4}"/>
                </a:ext>
              </a:extLst>
            </p:cNvPr>
            <p:cNvSpPr/>
            <p:nvPr/>
          </p:nvSpPr>
          <p:spPr>
            <a:xfrm>
              <a:off x="6274839" y="2706679"/>
              <a:ext cx="2322000" cy="3266608"/>
            </a:xfrm>
            <a:prstGeom prst="rect">
              <a:avLst/>
            </a:prstGeom>
            <a:noFill/>
          </p:spPr>
          <p:txBody>
            <a:bodyPr wrap="square" lIns="0" tIns="0" rIns="0" bIns="0" anchor="t" anchorCtr="0">
              <a:noAutofit/>
            </a:bodyPr>
            <a:lstStyle/>
            <a:p>
              <a:r>
                <a:rPr lang="en-US" sz="1400" b="1">
                  <a:solidFill>
                    <a:schemeClr val="tx2"/>
                  </a:solidFill>
                </a:rPr>
                <a:t>For Organizations</a:t>
              </a:r>
            </a:p>
            <a:p>
              <a:endParaRPr lang="en-US" sz="2000"/>
            </a:p>
            <a:p>
              <a:r>
                <a:rPr lang="en-US" sz="1400"/>
                <a:t>Builds customer and stakeholder trust leading to 7% higher trust levels; reduces AI-related incidents by up to 50% and enables faster recovery when issues occur; achieves 4% higher revenues than compliance-only approaches</a:t>
              </a:r>
            </a:p>
          </p:txBody>
        </p:sp>
      </p:grpSp>
      <p:grpSp>
        <p:nvGrpSpPr>
          <p:cNvPr id="3" name="Group 2">
            <a:extLst>
              <a:ext uri="{FF2B5EF4-FFF2-40B4-BE49-F238E27FC236}">
                <a16:creationId xmlns:a16="http://schemas.microsoft.com/office/drawing/2014/main" id="{C1C6A8FB-B9B9-56F2-B209-1AC1B94F9C3B}"/>
              </a:ext>
              <a:ext uri="{C183D7F6-B498-43B3-948B-1728B52AA6E4}">
                <adec:decorative xmlns:adec="http://schemas.microsoft.com/office/drawing/2017/decorative" val="1"/>
              </a:ext>
            </a:extLst>
          </p:cNvPr>
          <p:cNvGrpSpPr/>
          <p:nvPr/>
        </p:nvGrpSpPr>
        <p:grpSpPr>
          <a:xfrm>
            <a:off x="7144729" y="1825597"/>
            <a:ext cx="2498459" cy="4147690"/>
            <a:chOff x="8773297" y="1825597"/>
            <a:chExt cx="2498459" cy="4147690"/>
          </a:xfrm>
        </p:grpSpPr>
        <p:cxnSp>
          <p:nvCxnSpPr>
            <p:cNvPr id="289" name="Straight Connector 288">
              <a:extLst>
                <a:ext uri="{FF2B5EF4-FFF2-40B4-BE49-F238E27FC236}">
                  <a16:creationId xmlns:a16="http://schemas.microsoft.com/office/drawing/2014/main" id="{9AE6F9EA-80C6-A810-0DFB-D8205F9403CB}"/>
                </a:ext>
                <a:ext uri="{C183D7F6-B498-43B3-948B-1728B52AA6E4}">
                  <adec:decorative xmlns:adec="http://schemas.microsoft.com/office/drawing/2017/decorative" val="1"/>
                </a:ext>
              </a:extLst>
            </p:cNvPr>
            <p:cNvCxnSpPr>
              <a:cxnSpLocks/>
            </p:cNvCxnSpPr>
            <p:nvPr/>
          </p:nvCxnSpPr>
          <p:spPr>
            <a:xfrm>
              <a:off x="8773297"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92" name="Group 291" descr="Icon of a group of three people">
              <a:extLst>
                <a:ext uri="{FF2B5EF4-FFF2-40B4-BE49-F238E27FC236}">
                  <a16:creationId xmlns:a16="http://schemas.microsoft.com/office/drawing/2014/main" id="{84798B51-8088-87A4-A30A-F4178D2E4A32}"/>
                </a:ext>
              </a:extLst>
            </p:cNvPr>
            <p:cNvGrpSpPr/>
            <p:nvPr/>
          </p:nvGrpSpPr>
          <p:grpSpPr>
            <a:xfrm>
              <a:off x="8949756" y="1825597"/>
              <a:ext cx="587403" cy="587403"/>
              <a:chOff x="4850654" y="3383869"/>
              <a:chExt cx="751672" cy="751672"/>
            </a:xfrm>
          </p:grpSpPr>
          <p:sp>
            <p:nvSpPr>
              <p:cNvPr id="293" name="Oval 292">
                <a:extLst>
                  <a:ext uri="{FF2B5EF4-FFF2-40B4-BE49-F238E27FC236}">
                    <a16:creationId xmlns:a16="http://schemas.microsoft.com/office/drawing/2014/main" id="{25F111D4-35B9-696E-4254-EFB29F6FF408}"/>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94" name="Freeform: Shape 293">
                <a:extLst>
                  <a:ext uri="{FF2B5EF4-FFF2-40B4-BE49-F238E27FC236}">
                    <a16:creationId xmlns:a16="http://schemas.microsoft.com/office/drawing/2014/main" id="{93588E79-FAE1-B369-A6AF-8315CE4E89F0}"/>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cxnSp>
          <p:nvCxnSpPr>
            <p:cNvPr id="297" name="Straight Connector 296">
              <a:extLst>
                <a:ext uri="{FF2B5EF4-FFF2-40B4-BE49-F238E27FC236}">
                  <a16:creationId xmlns:a16="http://schemas.microsoft.com/office/drawing/2014/main" id="{7866C3B8-D570-1D17-E589-CCA1A719DD08}"/>
                </a:ext>
                <a:ext uri="{C183D7F6-B498-43B3-948B-1728B52AA6E4}">
                  <adec:decorative xmlns:adec="http://schemas.microsoft.com/office/drawing/2017/decorative" val="1"/>
                </a:ext>
              </a:extLst>
            </p:cNvPr>
            <p:cNvCxnSpPr>
              <a:cxnSpLocks/>
            </p:cNvCxnSpPr>
            <p:nvPr/>
          </p:nvCxnSpPr>
          <p:spPr>
            <a:xfrm>
              <a:off x="8949756"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8" name="Rectangle 297">
              <a:extLst>
                <a:ext uri="{FF2B5EF4-FFF2-40B4-BE49-F238E27FC236}">
                  <a16:creationId xmlns:a16="http://schemas.microsoft.com/office/drawing/2014/main" id="{27B75A97-53B0-5EF8-8B9E-E4CC92B83EC1}"/>
                </a:ext>
              </a:extLst>
            </p:cNvPr>
            <p:cNvSpPr/>
            <p:nvPr/>
          </p:nvSpPr>
          <p:spPr>
            <a:xfrm>
              <a:off x="8949756" y="2706679"/>
              <a:ext cx="2322000" cy="3266608"/>
            </a:xfrm>
            <a:prstGeom prst="rect">
              <a:avLst/>
            </a:prstGeom>
            <a:noFill/>
          </p:spPr>
          <p:txBody>
            <a:bodyPr wrap="square" lIns="0" tIns="0" rIns="0" bIns="0" anchor="t" anchorCtr="0">
              <a:noAutofit/>
            </a:bodyPr>
            <a:lstStyle/>
            <a:p>
              <a:r>
                <a:rPr lang="en-US" sz="1400" b="1">
                  <a:solidFill>
                    <a:schemeClr val="tx2"/>
                  </a:solidFill>
                </a:rPr>
                <a:t>For Society</a:t>
              </a:r>
            </a:p>
            <a:p>
              <a:endParaRPr lang="en-US" sz="2000"/>
            </a:p>
            <a:p>
              <a:r>
                <a:rPr lang="en-US" sz="1400"/>
                <a:t>Promotes inclusion and diversity by reducing bias and expanding opportunities across education, employment, and services; fosters sustainable innovation that benefits communities rather than concentrating power; ensures AI development aligns with democratic values and human rights</a:t>
              </a:r>
            </a:p>
          </p:txBody>
        </p:sp>
      </p:grpSp>
      <p:sp>
        <p:nvSpPr>
          <p:cNvPr id="39" name="Footer Placeholder 3">
            <a:extLst>
              <a:ext uri="{FF2B5EF4-FFF2-40B4-BE49-F238E27FC236}">
                <a16:creationId xmlns:a16="http://schemas.microsoft.com/office/drawing/2014/main" id="{392B133F-F8B1-7B69-0A82-350A941873E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0" name="Slide Number Placeholder 4">
            <a:extLst>
              <a:ext uri="{FF2B5EF4-FFF2-40B4-BE49-F238E27FC236}">
                <a16:creationId xmlns:a16="http://schemas.microsoft.com/office/drawing/2014/main" id="{9EB11F95-E007-201F-AE63-95EBCD00BE3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6</a:t>
            </a:fld>
            <a:endParaRPr lang="en-US" noProof="0"/>
          </a:p>
        </p:txBody>
      </p:sp>
    </p:spTree>
    <p:extLst>
      <p:ext uri="{BB962C8B-B14F-4D97-AF65-F5344CB8AC3E}">
        <p14:creationId xmlns:p14="http://schemas.microsoft.com/office/powerpoint/2010/main" val="381883347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3486E-A373-CD82-5699-0112775182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8ACC5F-1576-A7CC-1A27-A95CD1204231}"/>
              </a:ext>
            </a:extLst>
          </p:cNvPr>
          <p:cNvSpPr>
            <a:spLocks noGrp="1"/>
          </p:cNvSpPr>
          <p:nvPr>
            <p:ph type="title"/>
            <p:custDataLst>
              <p:custData r:id="rId2"/>
            </p:custDataLst>
          </p:nvPr>
        </p:nvSpPr>
        <p:spPr>
          <a:xfrm>
            <a:off x="584200" y="3318975"/>
            <a:ext cx="10459906" cy="2031325"/>
          </a:xfrm>
        </p:spPr>
        <p:txBody>
          <a:bodyPr/>
          <a:lstStyle/>
          <a:p>
            <a:r>
              <a:rPr lang="en-US"/>
              <a:t>Core Principles of Responsible AI​</a:t>
            </a:r>
          </a:p>
        </p:txBody>
      </p:sp>
      <p:sp>
        <p:nvSpPr>
          <p:cNvPr id="2" name="Text Placeholder 1">
            <a:extLst>
              <a:ext uri="{FF2B5EF4-FFF2-40B4-BE49-F238E27FC236}">
                <a16:creationId xmlns:a16="http://schemas.microsoft.com/office/drawing/2014/main" id="{ABDEA9D8-88DB-7C7F-25A1-6834306270C6}"/>
              </a:ext>
            </a:extLst>
          </p:cNvPr>
          <p:cNvSpPr>
            <a:spLocks noGrp="1"/>
          </p:cNvSpPr>
          <p:nvPr>
            <p:ph type="body" sz="quarter" idx="12"/>
          </p:nvPr>
        </p:nvSpPr>
        <p:spPr>
          <a:xfrm>
            <a:off x="582042" y="5634620"/>
            <a:ext cx="6569573" cy="677108"/>
          </a:xfrm>
        </p:spPr>
        <p:txBody>
          <a:bodyPr/>
          <a:lstStyle/>
          <a:p>
            <a:r>
              <a:rPr lang="en-US"/>
              <a:t>Fairness · Reliability · Safety · Transparency</a:t>
            </a:r>
          </a:p>
        </p:txBody>
      </p:sp>
      <p:sp>
        <p:nvSpPr>
          <p:cNvPr id="11" name="Footer Placeholder 2">
            <a:extLst>
              <a:ext uri="{FF2B5EF4-FFF2-40B4-BE49-F238E27FC236}">
                <a16:creationId xmlns:a16="http://schemas.microsoft.com/office/drawing/2014/main" id="{A9F55200-6C45-FA8D-4A88-53059873764D}"/>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6734245B-0E20-09BD-9A7D-B6A46987719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2352299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08E1-0C8D-DDF3-BDF4-B5E7637F3DF0}"/>
              </a:ext>
            </a:extLst>
          </p:cNvPr>
          <p:cNvSpPr>
            <a:spLocks noGrp="1"/>
          </p:cNvSpPr>
          <p:nvPr>
            <p:ph type="title"/>
          </p:nvPr>
        </p:nvSpPr>
        <p:spPr>
          <a:xfrm>
            <a:off x="575481" y="599436"/>
            <a:ext cx="11018520" cy="1107996"/>
          </a:xfrm>
        </p:spPr>
        <p:txBody>
          <a:bodyPr/>
          <a:lstStyle/>
          <a:p>
            <a:r>
              <a:rPr lang="en-US" b="1"/>
              <a:t>Six Responsible AI Principles</a:t>
            </a:r>
            <a:br>
              <a:rPr lang="en-US" b="1"/>
            </a:br>
            <a:endParaRPr lang="en-US"/>
          </a:p>
        </p:txBody>
      </p:sp>
      <p:sp>
        <p:nvSpPr>
          <p:cNvPr id="3" name="Text Placeholder 2">
            <a:extLst>
              <a:ext uri="{FF2B5EF4-FFF2-40B4-BE49-F238E27FC236}">
                <a16:creationId xmlns:a16="http://schemas.microsoft.com/office/drawing/2014/main" id="{E116C87F-B064-C74D-7F68-A95FA99799A6}"/>
              </a:ext>
            </a:extLst>
          </p:cNvPr>
          <p:cNvSpPr>
            <a:spLocks noGrp="1"/>
          </p:cNvSpPr>
          <p:nvPr>
            <p:ph type="body" sz="quarter" idx="12"/>
          </p:nvPr>
        </p:nvSpPr>
        <p:spPr>
          <a:xfrm>
            <a:off x="575481" y="1532954"/>
            <a:ext cx="4444999" cy="3877985"/>
          </a:xfrm>
        </p:spPr>
        <p:txBody>
          <a:bodyPr/>
          <a:lstStyle/>
          <a:p>
            <a:r>
              <a:rPr lang="en-US" b="1">
                <a:solidFill>
                  <a:schemeClr val="tx2"/>
                </a:solidFill>
              </a:rPr>
              <a:t>Fairness</a:t>
            </a:r>
          </a:p>
          <a:p>
            <a:r>
              <a:rPr lang="en-US" sz="1600"/>
              <a:t>AI systems treat all groups equitably, avoiding biases through diverse datasets and fairness audits</a:t>
            </a:r>
          </a:p>
          <a:p>
            <a:endParaRPr lang="en-US" b="1"/>
          </a:p>
          <a:p>
            <a:r>
              <a:rPr lang="en-US" b="1">
                <a:solidFill>
                  <a:schemeClr val="tx2"/>
                </a:solidFill>
              </a:rPr>
              <a:t>Reliability &amp; Safety</a:t>
            </a:r>
          </a:p>
          <a:p>
            <a:r>
              <a:rPr lang="en-US" sz="1600"/>
              <a:t>AI operates dependably even in unexpected conditions through rigorous testing, building systems people can trust</a:t>
            </a:r>
          </a:p>
          <a:p>
            <a:endParaRPr lang="en-US"/>
          </a:p>
          <a:p>
            <a:r>
              <a:rPr lang="en-US" b="1">
                <a:solidFill>
                  <a:schemeClr val="tx2"/>
                </a:solidFill>
              </a:rPr>
              <a:t>Privacy &amp; Security</a:t>
            </a:r>
          </a:p>
          <a:p>
            <a:r>
              <a:rPr lang="en-US" sz="1600"/>
              <a:t>Personal data is kept private and secure with robust measures preventing unauthorized access and breaches</a:t>
            </a:r>
          </a:p>
          <a:p>
            <a:endParaRPr lang="en-US"/>
          </a:p>
        </p:txBody>
      </p:sp>
      <p:sp>
        <p:nvSpPr>
          <p:cNvPr id="8" name="TextBox 7">
            <a:extLst>
              <a:ext uri="{FF2B5EF4-FFF2-40B4-BE49-F238E27FC236}">
                <a16:creationId xmlns:a16="http://schemas.microsoft.com/office/drawing/2014/main" id="{691A8276-0FFE-08FA-4E13-D7DD28288912}"/>
              </a:ext>
            </a:extLst>
          </p:cNvPr>
          <p:cNvSpPr txBox="1"/>
          <p:nvPr/>
        </p:nvSpPr>
        <p:spPr>
          <a:xfrm>
            <a:off x="5478011" y="1532954"/>
            <a:ext cx="5491838" cy="4001095"/>
          </a:xfrm>
          <a:prstGeom prst="rect">
            <a:avLst/>
          </a:prstGeom>
          <a:noFill/>
        </p:spPr>
        <p:txBody>
          <a:bodyPr wrap="square" lIns="0" tIns="0" rIns="0" bIns="0" rtlCol="0">
            <a:spAutoFit/>
          </a:bodyPr>
          <a:lstStyle/>
          <a:p>
            <a:r>
              <a:rPr lang="en-US" b="1">
                <a:solidFill>
                  <a:schemeClr val="tx2"/>
                </a:solidFill>
              </a:rPr>
              <a:t>Inclusiveness</a:t>
            </a:r>
          </a:p>
          <a:p>
            <a:r>
              <a:rPr lang="en-US" sz="1600"/>
              <a:t>AI empowers diverse populations by considering all user groups, ensuring technology benefits everyone not just a select few</a:t>
            </a:r>
          </a:p>
          <a:p>
            <a:endParaRPr lang="en-US" sz="2000"/>
          </a:p>
          <a:p>
            <a:r>
              <a:rPr lang="en-US" b="1">
                <a:solidFill>
                  <a:schemeClr val="tx2"/>
                </a:solidFill>
              </a:rPr>
              <a:t>Transparency</a:t>
            </a:r>
          </a:p>
          <a:p>
            <a:r>
              <a:rPr lang="en-US" sz="1600"/>
              <a:t>AI decision-making is understandable and explainable so users comprehend how decisions are made and what data trains models</a:t>
            </a:r>
          </a:p>
          <a:p>
            <a:endParaRPr lang="en-US" sz="1600"/>
          </a:p>
          <a:p>
            <a:r>
              <a:rPr lang="en-US" b="1">
                <a:solidFill>
                  <a:schemeClr val="tx2"/>
                </a:solidFill>
              </a:rPr>
              <a:t>Accountability</a:t>
            </a:r>
          </a:p>
          <a:p>
            <a:r>
              <a:rPr lang="en-US" sz="1600"/>
              <a:t>Organizations take responsibility for AI outcomes with clear governance frameworks and mechanisms for addressing impacts</a:t>
            </a:r>
          </a:p>
          <a:p>
            <a:pPr algn="l"/>
            <a:endParaRPr lang="en-US" sz="2000" err="1"/>
          </a:p>
        </p:txBody>
      </p:sp>
      <p:sp>
        <p:nvSpPr>
          <p:cNvPr id="4" name="Footer Placeholder 3">
            <a:extLst>
              <a:ext uri="{FF2B5EF4-FFF2-40B4-BE49-F238E27FC236}">
                <a16:creationId xmlns:a16="http://schemas.microsoft.com/office/drawing/2014/main" id="{E027D1D9-92B2-AB0F-CB0D-375DF191CC9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1F73C500-D00A-80C5-6AEF-4FF18D77D0F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01394878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FBD64-7F4E-CC6B-BD99-B34A060584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1682A3-6F6D-F4AD-DF49-B22A9D0C37C0}"/>
              </a:ext>
            </a:extLst>
          </p:cNvPr>
          <p:cNvSpPr>
            <a:spLocks noGrp="1"/>
          </p:cNvSpPr>
          <p:nvPr>
            <p:ph type="title"/>
            <p:custDataLst>
              <p:custData r:id="rId2"/>
            </p:custDataLst>
          </p:nvPr>
        </p:nvSpPr>
        <p:spPr>
          <a:xfrm>
            <a:off x="584200" y="3318975"/>
            <a:ext cx="10459906" cy="2031325"/>
          </a:xfrm>
        </p:spPr>
        <p:txBody>
          <a:bodyPr/>
          <a:lstStyle/>
          <a:p>
            <a:r>
              <a:rPr lang="en-US"/>
              <a:t>Risk Assessment Methodology</a:t>
            </a:r>
            <a:r>
              <a:rPr lang="en-US" b="0"/>
              <a:t>​</a:t>
            </a:r>
            <a:endParaRPr lang="en-US"/>
          </a:p>
        </p:txBody>
      </p:sp>
      <p:sp>
        <p:nvSpPr>
          <p:cNvPr id="2" name="Text Placeholder 1">
            <a:extLst>
              <a:ext uri="{FF2B5EF4-FFF2-40B4-BE49-F238E27FC236}">
                <a16:creationId xmlns:a16="http://schemas.microsoft.com/office/drawing/2014/main" id="{AFA42BAE-D3A4-6B1B-0BCA-5F6650AB1AD6}"/>
              </a:ext>
            </a:extLst>
          </p:cNvPr>
          <p:cNvSpPr>
            <a:spLocks noGrp="1"/>
          </p:cNvSpPr>
          <p:nvPr>
            <p:ph type="body" sz="quarter" idx="12"/>
          </p:nvPr>
        </p:nvSpPr>
        <p:spPr>
          <a:xfrm>
            <a:off x="582042" y="5634620"/>
            <a:ext cx="7609808" cy="338554"/>
          </a:xfrm>
        </p:spPr>
        <p:txBody>
          <a:bodyPr/>
          <a:lstStyle/>
          <a:p>
            <a:r>
              <a:rPr lang="en-US"/>
              <a:t>Identify, assess, and mitigate risks across the AI lifecycle.​</a:t>
            </a:r>
          </a:p>
        </p:txBody>
      </p:sp>
      <p:sp>
        <p:nvSpPr>
          <p:cNvPr id="11" name="Footer Placeholder 2">
            <a:extLst>
              <a:ext uri="{FF2B5EF4-FFF2-40B4-BE49-F238E27FC236}">
                <a16:creationId xmlns:a16="http://schemas.microsoft.com/office/drawing/2014/main" id="{E7FECA63-0588-CE13-880D-D7B9C4C682E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9B506935-1F0D-6992-F399-68B9CE21664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539808566"/>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p:cNvSpPr>
            <a:spLocks noGrp="1"/>
          </p:cNvSpPr>
          <p:nvPr>
            <p:ph type="title" idx="4294967295"/>
          </p:nvPr>
        </p:nvSpPr>
        <p:spPr>
          <a:xfrm>
            <a:off x="548640" y="548640"/>
            <a:ext cx="10972800" cy="73152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Why AI Risk Assessment Is Needed</a:t>
            </a:r>
          </a:p>
        </p:txBody>
      </p:sp>
      <p:sp>
        <p:nvSpPr>
          <p:cNvPr id="20" name="Icon1"/>
          <p:cNvSpPr/>
          <p:nvPr/>
        </p:nvSpPr>
        <p:spPr>
          <a:xfrm>
            <a:off x="1371600" y="1828800"/>
            <a:ext cx="731520" cy="731520"/>
          </a:xfrm>
          <a:prstGeom prst="ellipse">
            <a:avLst/>
          </a:prstGeom>
          <a:solidFill>
            <a:srgbClr val="0078D4"/>
          </a:solidFill>
          <a:ln w="0">
            <a:noFill/>
          </a:ln>
        </p:spPr>
        <p:txBody>
          <a:bodyPr wrap="square" lIns="0" tIns="0" rIns="0" bIns="0" rtlCol="0" anchor="ctr"/>
          <a:lstStyle/>
          <a:p>
            <a:pPr algn="ctr">
              <a:buNone/>
            </a:pPr>
            <a:r>
              <a:rPr lang="en-US" sz="2400" b="1">
                <a:solidFill>
                  <a:srgbClr val="FFFFFF"/>
                </a:solidFill>
                <a:latin typeface="Segoe UI" pitchFamily="34" charset="0"/>
              </a:rPr>
              <a:t>⚠</a:t>
            </a:r>
          </a:p>
        </p:txBody>
      </p:sp>
      <p:sp>
        <p:nvSpPr>
          <p:cNvPr id="21" name="Heading1"/>
          <p:cNvSpPr/>
          <p:nvPr/>
        </p:nvSpPr>
        <p:spPr>
          <a:xfrm>
            <a:off x="548640" y="2743200"/>
            <a:ext cx="3200400" cy="365760"/>
          </a:xfrm>
          <a:prstGeom prst="rect">
            <a:avLst/>
          </a:prstGeom>
          <a:noFill/>
          <a:ln/>
        </p:spPr>
        <p:txBody>
          <a:bodyPr wrap="square" lIns="0" tIns="0" rIns="0" bIns="0" rtlCol="0" anchor="t"/>
          <a:lstStyle/>
          <a:p>
            <a:pPr algn="ctr">
              <a:buNone/>
            </a:pPr>
            <a:r>
              <a:rPr lang="en-US" sz="1800" b="1">
                <a:solidFill>
                  <a:srgbClr val="243A5E"/>
                </a:solidFill>
                <a:latin typeface="Segoe UI Semibold" pitchFamily="34" charset="0"/>
                <a:ea typeface="Segoe UI Semibold" pitchFamily="34" charset="-122"/>
                <a:cs typeface="Segoe UI Semibold" pitchFamily="34" charset="-120"/>
              </a:rPr>
              <a:t>New Risk Categories</a:t>
            </a:r>
          </a:p>
        </p:txBody>
      </p:sp>
      <p:sp>
        <p:nvSpPr>
          <p:cNvPr id="22" name="Body1"/>
          <p:cNvSpPr/>
          <p:nvPr/>
        </p:nvSpPr>
        <p:spPr>
          <a:xfrm>
            <a:off x="548640" y="3200400"/>
            <a:ext cx="3200400" cy="3200400"/>
          </a:xfrm>
          <a:prstGeom prst="rect">
            <a:avLst/>
          </a:prstGeom>
          <a:noFill/>
          <a:ln/>
        </p:spPr>
        <p:txBody>
          <a:bodyPr wrap="square" lIns="91440" tIns="45720" rIns="91440" bIns="45720" rtlCol="0" anchor="t"/>
          <a:lstStyle/>
          <a:p>
            <a:pPr algn="l">
              <a:lnSpc>
                <a:spcPct val="115000"/>
              </a:lnSpc>
              <a:spcAft>
                <a:spcPts val="600"/>
              </a:spcAft>
              <a:buNone/>
            </a:pPr>
            <a:r>
              <a:rPr lang="en-US" sz="1200">
                <a:solidFill>
                  <a:srgbClr val="2F2F2F"/>
                </a:solidFill>
                <a:latin typeface="Segoe UI" pitchFamily="34" charset="0"/>
                <a:ea typeface="Segoe UI" pitchFamily="34" charset="-122"/>
                <a:cs typeface="Segoe UI" pitchFamily="34" charset="-120"/>
              </a:rPr>
              <a:t>AI introduces fundamentally different risk categories versus traditional software:</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Model drift </a:t>
            </a:r>
            <a:r>
              <a:rPr lang="en-US" sz="1100">
                <a:solidFill>
                  <a:srgbClr val="2F2F2F"/>
                </a:solidFill>
                <a:latin typeface="Segoe UI" pitchFamily="34" charset="0"/>
                <a:ea typeface="Segoe UI" pitchFamily="34" charset="-122"/>
              </a:rPr>
              <a:t>— accuracy degrades as real-world data shifts from training data</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Adversarial attacks </a:t>
            </a:r>
            <a:r>
              <a:rPr lang="en-US" sz="1100">
                <a:solidFill>
                  <a:srgbClr val="2F2F2F"/>
                </a:solidFill>
                <a:latin typeface="Segoe UI" pitchFamily="34" charset="0"/>
                <a:ea typeface="Segoe UI" pitchFamily="34" charset="-122"/>
              </a:rPr>
              <a:t>— manipulated inputs cause incorrect predictions or bypass safety filters</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Hallucinations </a:t>
            </a:r>
            <a:r>
              <a:rPr lang="en-US" sz="1100">
                <a:solidFill>
                  <a:srgbClr val="2F2F2F"/>
                </a:solidFill>
                <a:latin typeface="Segoe UI" pitchFamily="34" charset="0"/>
                <a:ea typeface="Segoe UI" pitchFamily="34" charset="-122"/>
              </a:rPr>
              <a:t>— generative models produce confident but fabricated outputs</a:t>
            </a:r>
          </a:p>
          <a:p>
            <a:pPr marL="171450" indent="-171450" algn="l">
              <a:lnSpc>
                <a:spcPct val="115000"/>
              </a:lnSpc>
              <a:buFont typeface="Arial" pitchFamily="34" charset="0"/>
              <a:buChar char="•"/>
            </a:pPr>
            <a:r>
              <a:rPr lang="en-US" sz="1100" b="1">
                <a:solidFill>
                  <a:srgbClr val="243A5E"/>
                </a:solidFill>
                <a:latin typeface="Segoe UI Semibold" pitchFamily="34" charset="0"/>
                <a:ea typeface="Segoe UI" pitchFamily="34" charset="-122"/>
              </a:rPr>
              <a:t>Opaque decisions </a:t>
            </a:r>
            <a:r>
              <a:rPr lang="en-US" sz="1100">
                <a:solidFill>
                  <a:srgbClr val="2F2F2F"/>
                </a:solidFill>
                <a:latin typeface="Segoe UI" pitchFamily="34" charset="0"/>
                <a:ea typeface="Segoe UI" pitchFamily="34" charset="-122"/>
              </a:rPr>
              <a:t>— complex models resist straightforward debugging and auditing</a:t>
            </a:r>
          </a:p>
        </p:txBody>
      </p:sp>
      <p:sp>
        <p:nvSpPr>
          <p:cNvPr id="30" name="Icon2"/>
          <p:cNvSpPr/>
          <p:nvPr/>
        </p:nvSpPr>
        <p:spPr>
          <a:xfrm>
            <a:off x="4846320" y="1828800"/>
            <a:ext cx="731520" cy="731520"/>
          </a:xfrm>
          <a:prstGeom prst="ellipse">
            <a:avLst/>
          </a:prstGeom>
          <a:solidFill>
            <a:srgbClr val="243A5E"/>
          </a:solidFill>
          <a:ln w="0">
            <a:noFill/>
          </a:ln>
        </p:spPr>
        <p:txBody>
          <a:bodyPr wrap="square" lIns="0" tIns="0" rIns="0" bIns="0" rtlCol="0" anchor="ctr"/>
          <a:lstStyle/>
          <a:p>
            <a:pPr algn="ctr">
              <a:buNone/>
            </a:pPr>
            <a:r>
              <a:rPr lang="en-US" sz="2000" b="1">
                <a:solidFill>
                  <a:srgbClr val="FFFFFF"/>
                </a:solidFill>
                <a:latin typeface="Segoe UI" pitchFamily="34" charset="0"/>
              </a:rPr>
              <a:t>✦</a:t>
            </a:r>
          </a:p>
        </p:txBody>
      </p:sp>
      <p:sp>
        <p:nvSpPr>
          <p:cNvPr id="31" name="Heading2"/>
          <p:cNvSpPr/>
          <p:nvPr/>
        </p:nvSpPr>
        <p:spPr>
          <a:xfrm>
            <a:off x="4114800" y="2743200"/>
            <a:ext cx="3200400" cy="365760"/>
          </a:xfrm>
          <a:prstGeom prst="rect">
            <a:avLst/>
          </a:prstGeom>
          <a:noFill/>
          <a:ln/>
        </p:spPr>
        <p:txBody>
          <a:bodyPr wrap="square" lIns="0" tIns="0" rIns="0" bIns="0" rtlCol="0" anchor="t"/>
          <a:lstStyle/>
          <a:p>
            <a:pPr algn="ctr">
              <a:buNone/>
            </a:pPr>
            <a:r>
              <a:rPr lang="en-US" sz="1800" b="1">
                <a:solidFill>
                  <a:srgbClr val="243A5E"/>
                </a:solidFill>
                <a:latin typeface="Segoe UI Semibold" pitchFamily="34" charset="0"/>
                <a:ea typeface="Segoe UI Semibold" pitchFamily="34" charset="-122"/>
                <a:cs typeface="Segoe UI Semibold" pitchFamily="34" charset="-120"/>
              </a:rPr>
              <a:t>Multi-Domain Impact</a:t>
            </a:r>
          </a:p>
        </p:txBody>
      </p:sp>
      <p:sp>
        <p:nvSpPr>
          <p:cNvPr id="32" name="Body2"/>
          <p:cNvSpPr/>
          <p:nvPr/>
        </p:nvSpPr>
        <p:spPr>
          <a:xfrm>
            <a:off x="4114800" y="3200400"/>
            <a:ext cx="3200400" cy="3200400"/>
          </a:xfrm>
          <a:prstGeom prst="rect">
            <a:avLst/>
          </a:prstGeom>
          <a:noFill/>
          <a:ln/>
        </p:spPr>
        <p:txBody>
          <a:bodyPr wrap="square" lIns="91440" tIns="45720" rIns="91440" bIns="45720" rtlCol="0" anchor="t"/>
          <a:lstStyle/>
          <a:p>
            <a:pPr algn="l">
              <a:lnSpc>
                <a:spcPct val="115000"/>
              </a:lnSpc>
              <a:spcAft>
                <a:spcPts val="600"/>
              </a:spcAft>
              <a:buNone/>
            </a:pPr>
            <a:r>
              <a:rPr lang="en-US" sz="1200">
                <a:solidFill>
                  <a:srgbClr val="2F2F2F"/>
                </a:solidFill>
                <a:latin typeface="Segoe UI" pitchFamily="34" charset="0"/>
                <a:ea typeface="Segoe UI" pitchFamily="34" charset="-122"/>
                <a:cs typeface="Segoe UI" pitchFamily="34" charset="-120"/>
              </a:rPr>
              <a:t>Risks cut across four interconnected domains:</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Technical </a:t>
            </a:r>
            <a:r>
              <a:rPr lang="en-US" sz="1100">
                <a:solidFill>
                  <a:srgbClr val="2F2F2F"/>
                </a:solidFill>
                <a:latin typeface="Segoe UI" pitchFamily="34" charset="0"/>
                <a:ea typeface="Segoe UI" pitchFamily="34" charset="-122"/>
              </a:rPr>
              <a:t>— data quality failures, scalability bottlenecks, model accuracy gaps</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Operational </a:t>
            </a:r>
            <a:r>
              <a:rPr lang="en-US" sz="1100">
                <a:solidFill>
                  <a:srgbClr val="2F2F2F"/>
                </a:solidFill>
                <a:latin typeface="Segoe UI" pitchFamily="34" charset="0"/>
                <a:ea typeface="Segoe UI" pitchFamily="34" charset="-122"/>
              </a:rPr>
              <a:t>— system outages, integration failures, lack of human oversight</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Legal </a:t>
            </a:r>
            <a:r>
              <a:rPr lang="en-US" sz="1100">
                <a:solidFill>
                  <a:srgbClr val="2F2F2F"/>
                </a:solidFill>
                <a:latin typeface="Segoe UI" pitchFamily="34" charset="0"/>
                <a:ea typeface="Segoe UI" pitchFamily="34" charset="-122"/>
              </a:rPr>
              <a:t>— GDPR/EU AI Act non-compliance, IP disputes, liability for automated decisions</a:t>
            </a:r>
          </a:p>
          <a:p>
            <a:pPr marL="171450" indent="-171450" algn="l">
              <a:lnSpc>
                <a:spcPct val="115000"/>
              </a:lnSpc>
              <a:buFont typeface="Arial" pitchFamily="34" charset="0"/>
              <a:buChar char="•"/>
            </a:pPr>
            <a:r>
              <a:rPr lang="en-US" sz="1100" b="1">
                <a:solidFill>
                  <a:srgbClr val="243A5E"/>
                </a:solidFill>
                <a:latin typeface="Segoe UI Semibold" pitchFamily="34" charset="0"/>
                <a:ea typeface="Segoe UI" pitchFamily="34" charset="-122"/>
              </a:rPr>
              <a:t>Societal </a:t>
            </a:r>
            <a:r>
              <a:rPr lang="en-US" sz="1100">
                <a:solidFill>
                  <a:srgbClr val="2F2F2F"/>
                </a:solidFill>
                <a:latin typeface="Segoe UI" pitchFamily="34" charset="0"/>
                <a:ea typeface="Segoe UI" pitchFamily="34" charset="-122"/>
              </a:rPr>
              <a:t>— bias in hiring or lending, privacy erosion, job displacement</a:t>
            </a:r>
          </a:p>
        </p:txBody>
      </p:sp>
      <p:sp>
        <p:nvSpPr>
          <p:cNvPr id="40" name="Icon3"/>
          <p:cNvSpPr/>
          <p:nvPr/>
        </p:nvSpPr>
        <p:spPr>
          <a:xfrm>
            <a:off x="8412480" y="1828800"/>
            <a:ext cx="731520" cy="731520"/>
          </a:xfrm>
          <a:prstGeom prst="ellipse">
            <a:avLst/>
          </a:prstGeom>
          <a:solidFill>
            <a:srgbClr val="0078D4"/>
          </a:solidFill>
          <a:ln w="0">
            <a:noFill/>
          </a:ln>
        </p:spPr>
        <p:txBody>
          <a:bodyPr wrap="square" lIns="0" tIns="0" rIns="0" bIns="0" rtlCol="0" anchor="ctr"/>
          <a:lstStyle/>
          <a:p>
            <a:pPr algn="ctr">
              <a:buNone/>
            </a:pPr>
            <a:r>
              <a:rPr lang="en-US" sz="2000" b="1">
                <a:solidFill>
                  <a:srgbClr val="FFFFFF"/>
                </a:solidFill>
                <a:latin typeface="Segoe UI" pitchFamily="34" charset="0"/>
              </a:rPr>
              <a:t>⟳</a:t>
            </a:r>
          </a:p>
        </p:txBody>
      </p:sp>
      <p:sp>
        <p:nvSpPr>
          <p:cNvPr id="41" name="Heading3"/>
          <p:cNvSpPr/>
          <p:nvPr/>
        </p:nvSpPr>
        <p:spPr>
          <a:xfrm>
            <a:off x="7680960" y="2743200"/>
            <a:ext cx="3200400" cy="365760"/>
          </a:xfrm>
          <a:prstGeom prst="rect">
            <a:avLst/>
          </a:prstGeom>
          <a:noFill/>
          <a:ln/>
        </p:spPr>
        <p:txBody>
          <a:bodyPr wrap="square" lIns="0" tIns="0" rIns="0" bIns="0" rtlCol="0" anchor="t"/>
          <a:lstStyle/>
          <a:p>
            <a:pPr algn="ctr">
              <a:buNone/>
            </a:pPr>
            <a:r>
              <a:rPr lang="en-US" sz="1800" b="1">
                <a:solidFill>
                  <a:srgbClr val="243A5E"/>
                </a:solidFill>
                <a:latin typeface="Segoe UI Semibold" pitchFamily="34" charset="0"/>
                <a:ea typeface="Segoe UI Semibold" pitchFamily="34" charset="-122"/>
                <a:cs typeface="Segoe UI Semibold" pitchFamily="34" charset="-120"/>
              </a:rPr>
              <a:t>Continuous Management</a:t>
            </a:r>
          </a:p>
        </p:txBody>
      </p:sp>
      <p:sp>
        <p:nvSpPr>
          <p:cNvPr id="42" name="Body3"/>
          <p:cNvSpPr/>
          <p:nvPr/>
        </p:nvSpPr>
        <p:spPr>
          <a:xfrm>
            <a:off x="7680960" y="3200400"/>
            <a:ext cx="3200400" cy="3200400"/>
          </a:xfrm>
          <a:prstGeom prst="rect">
            <a:avLst/>
          </a:prstGeom>
          <a:noFill/>
          <a:ln/>
        </p:spPr>
        <p:txBody>
          <a:bodyPr wrap="square" lIns="91440" tIns="45720" rIns="91440" bIns="45720" rtlCol="0" anchor="t"/>
          <a:lstStyle/>
          <a:p>
            <a:pPr algn="l">
              <a:lnSpc>
                <a:spcPct val="115000"/>
              </a:lnSpc>
              <a:spcAft>
                <a:spcPts val="600"/>
              </a:spcAft>
              <a:buNone/>
            </a:pPr>
            <a:r>
              <a:rPr lang="en-US" sz="1200">
                <a:solidFill>
                  <a:srgbClr val="2F2F2F"/>
                </a:solidFill>
                <a:latin typeface="Segoe UI" pitchFamily="34" charset="0"/>
                <a:ea typeface="Segoe UI" pitchFamily="34" charset="-122"/>
                <a:cs typeface="Segoe UI" pitchFamily="34" charset="-120"/>
              </a:rPr>
              <a:t>Risk assessment is not a one-time gate — it must be embedded at every stage:</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Design </a:t>
            </a:r>
            <a:r>
              <a:rPr lang="en-US" sz="1100">
                <a:solidFill>
                  <a:srgbClr val="2F2F2F"/>
                </a:solidFill>
                <a:latin typeface="Segoe UI" pitchFamily="34" charset="0"/>
                <a:ea typeface="Segoe UI" pitchFamily="34" charset="-122"/>
              </a:rPr>
              <a:t>— evaluate intended use, identify vulnerable populations, set fairness criteria</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Training </a:t>
            </a:r>
            <a:r>
              <a:rPr lang="en-US" sz="1100">
                <a:solidFill>
                  <a:srgbClr val="2F2F2F"/>
                </a:solidFill>
                <a:latin typeface="Segoe UI" pitchFamily="34" charset="0"/>
                <a:ea typeface="Segoe UI" pitchFamily="34" charset="-122"/>
              </a:rPr>
              <a:t>— audit datasets for bias, validate model robustness with red-teaming</a:t>
            </a:r>
          </a:p>
          <a:p>
            <a:pPr marL="171450" indent="-171450" algn="l">
              <a:lnSpc>
                <a:spcPct val="115000"/>
              </a:lnSpc>
              <a:spcAft>
                <a:spcPts val="400"/>
              </a:spcAft>
              <a:buFont typeface="Arial" pitchFamily="34" charset="0"/>
              <a:buChar char="•"/>
            </a:pPr>
            <a:r>
              <a:rPr lang="en-US" sz="1100" b="1">
                <a:solidFill>
                  <a:srgbClr val="243A5E"/>
                </a:solidFill>
                <a:latin typeface="Segoe UI Semibold" pitchFamily="34" charset="0"/>
                <a:ea typeface="Segoe UI" pitchFamily="34" charset="-122"/>
              </a:rPr>
              <a:t>Deployment </a:t>
            </a:r>
            <a:r>
              <a:rPr lang="en-US" sz="1100">
                <a:solidFill>
                  <a:srgbClr val="2F2F2F"/>
                </a:solidFill>
                <a:latin typeface="Segoe UI" pitchFamily="34" charset="0"/>
                <a:ea typeface="Segoe UI" pitchFamily="34" charset="-122"/>
              </a:rPr>
              <a:t>— establish monitoring dashboards, incident response, human-in-the-loop controls</a:t>
            </a:r>
          </a:p>
          <a:p>
            <a:pPr marL="171450" indent="-171450" algn="l">
              <a:lnSpc>
                <a:spcPct val="115000"/>
              </a:lnSpc>
              <a:buFont typeface="Arial" pitchFamily="34" charset="0"/>
              <a:buChar char="•"/>
            </a:pPr>
            <a:r>
              <a:rPr lang="en-US" sz="1100" b="1">
                <a:solidFill>
                  <a:srgbClr val="243A5E"/>
                </a:solidFill>
                <a:latin typeface="Segoe UI Semibold" pitchFamily="34" charset="0"/>
                <a:ea typeface="Segoe UI" pitchFamily="34" charset="-122"/>
              </a:rPr>
              <a:t>Retirement </a:t>
            </a:r>
            <a:r>
              <a:rPr lang="en-US" sz="1100">
                <a:solidFill>
                  <a:srgbClr val="2F2F2F"/>
                </a:solidFill>
                <a:latin typeface="Segoe UI" pitchFamily="34" charset="0"/>
                <a:ea typeface="Segoe UI" pitchFamily="34" charset="-122"/>
              </a:rPr>
              <a:t>— safe decommissioning, data retention policies, transition plans</a:t>
            </a:r>
          </a:p>
        </p:txBody>
      </p:sp>
      <p:sp>
        <p:nvSpPr>
          <p:cNvPr id="11" name="Shape 8">
            <a:extLst>
              <a:ext uri="{C183D7F6-B498-43B3-948B-1728B52AA6E4}">
                <adec:decorative xmlns:adec="http://schemas.microsoft.com/office/drawing/2017/decorative" val="1"/>
              </a:ext>
            </a:extLst>
          </p:cNvPr>
          <p:cNvSpPr/>
          <p:nvPr/>
        </p:nvSpPr>
        <p:spPr>
          <a:xfrm>
            <a:off x="0" y="6583680"/>
            <a:ext cx="12191695" cy="18288"/>
          </a:xfrm>
          <a:prstGeom prst="rect">
            <a:avLst/>
          </a:prstGeom>
          <a:solidFill>
            <a:srgbClr val="0078D4"/>
          </a:solidFill>
          <a:ln w="12700">
            <a:solidFill>
              <a:srgbClr val="0078D4"/>
            </a:solidFill>
            <a:prstDash val="solid"/>
          </a:ln>
        </p:spPr>
        <p:txBody>
          <a:bodyPr/>
          <a:lstStyle/>
          <a:p>
            <a:endParaRPr lang="en-US"/>
          </a:p>
        </p:txBody>
      </p:sp>
      <p:sp>
        <p:nvSpPr>
          <p:cNvPr id="12" name="Text 9"/>
          <p:cNvSpPr/>
          <p:nvPr/>
        </p:nvSpPr>
        <p:spPr>
          <a:xfrm>
            <a:off x="457200" y="6601968"/>
            <a:ext cx="7315200" cy="228600"/>
          </a:xfrm>
          <a:prstGeom prst="rect">
            <a:avLst/>
          </a:prstGeom>
          <a:noFill/>
          <a:ln/>
        </p:spPr>
        <p:txBody>
          <a:bodyPr wrap="square" lIns="0" tIns="0" rIns="0" bIns="0" rtlCol="0" anchor="ctr"/>
          <a:lstStyle/>
          <a:p>
            <a:pPr algn="l">
              <a:buNone/>
            </a:pPr>
            <a:r>
              <a:rPr lang="en-US" sz="900">
                <a:solidFill>
                  <a:srgbClr val="505050"/>
                </a:solidFill>
                <a:latin typeface="Segoe UI" pitchFamily="34" charset="0"/>
                <a:ea typeface="Segoe UI" pitchFamily="34" charset="-122"/>
                <a:cs typeface="Segoe UI" pitchFamily="34" charset="-120"/>
              </a:rPr>
              <a:t>Microsoft Confidential</a:t>
            </a:r>
          </a:p>
        </p:txBody>
      </p:sp>
      <p:sp>
        <p:nvSpPr>
          <p:cNvPr id="13" name="Text 10"/>
          <p:cNvSpPr/>
          <p:nvPr/>
        </p:nvSpPr>
        <p:spPr>
          <a:xfrm>
            <a:off x="11277295" y="6601968"/>
            <a:ext cx="457200" cy="228600"/>
          </a:xfrm>
          <a:prstGeom prst="rect">
            <a:avLst/>
          </a:prstGeom>
          <a:noFill/>
          <a:ln/>
        </p:spPr>
        <p:txBody>
          <a:bodyPr wrap="square" lIns="0" tIns="0" rIns="0" bIns="0" rtlCol="0" anchor="ctr"/>
          <a:lstStyle/>
          <a:p>
            <a:pPr algn="r">
              <a:buNone/>
            </a:pPr>
            <a:r>
              <a:rPr lang="en-US" sz="900">
                <a:solidFill>
                  <a:srgbClr val="505050"/>
                </a:solidFill>
                <a:latin typeface="Segoe UI" pitchFamily="34" charset="0"/>
                <a:ea typeface="Segoe UI" pitchFamily="34" charset="-122"/>
                <a:cs typeface="Segoe UI" pitchFamily="34" charset="-12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a:spLocks noGrp="1"/>
          </p:cNvSpPr>
          <p:nvPr>
            <p:ph type="title" idx="4294967295"/>
          </p:nvPr>
        </p:nvSpPr>
        <p:spPr>
          <a:xfrm>
            <a:off x="548640" y="685800"/>
            <a:ext cx="10972800" cy="73152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Microsoft Responsible AI Standard</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C183D7F6-B498-43B3-948B-1728B52AA6E4}">
                <adec:decorative xmlns:adec="http://schemas.microsoft.com/office/drawing/2017/decorative" val="1"/>
              </a:ext>
            </a:extLst>
          </p:cNvPr>
          <p:cNvSpPr/>
          <p:nvPr/>
        </p:nvSpPr>
        <p:spPr>
          <a:xfrm>
            <a:off x="472288" y="1737360"/>
            <a:ext cx="3657600" cy="2743200"/>
          </a:xfrm>
          <a:prstGeom prst="rect">
            <a:avLst/>
          </a:prstGeom>
          <a:solidFill>
            <a:srgbClr val="F2F2F2"/>
          </a:solidFill>
          <a:ln w="6350">
            <a:solidFill>
              <a:srgbClr val="E1E6ED"/>
            </a:solidFill>
            <a:prstDash val="solid"/>
          </a:ln>
        </p:spPr>
        <p:txBody>
          <a:bodyPr/>
          <a:lstStyle/>
          <a:p>
            <a:endParaRPr lang="en-US"/>
          </a:p>
        </p:txBody>
      </p:sp>
      <p:sp>
        <p:nvSpPr>
          <p:cNvPr id="6" name="Shape 4">
            <a:extLst>
              <a:ext uri="{C183D7F6-B498-43B3-948B-1728B52AA6E4}">
                <adec:decorative xmlns:adec="http://schemas.microsoft.com/office/drawing/2017/decorative" val="1"/>
              </a:ext>
            </a:extLst>
          </p:cNvPr>
          <p:cNvSpPr/>
          <p:nvPr/>
        </p:nvSpPr>
        <p:spPr>
          <a:xfrm>
            <a:off x="472288" y="1737360"/>
            <a:ext cx="3657600" cy="91440"/>
          </a:xfrm>
          <a:prstGeom prst="rect">
            <a:avLst/>
          </a:prstGeom>
          <a:solidFill>
            <a:srgbClr val="0078D4"/>
          </a:solidFill>
          <a:ln w="12700">
            <a:solidFill>
              <a:srgbClr val="0078D4"/>
            </a:solidFill>
            <a:prstDash val="solid"/>
          </a:ln>
        </p:spPr>
        <p:txBody>
          <a:bodyPr/>
          <a:lstStyle/>
          <a:p>
            <a:endParaRPr lang="en-US"/>
          </a:p>
        </p:txBody>
      </p:sp>
      <p:sp>
        <p:nvSpPr>
          <p:cNvPr id="7" name="Text 5"/>
          <p:cNvSpPr/>
          <p:nvPr/>
        </p:nvSpPr>
        <p:spPr>
          <a:xfrm>
            <a:off x="746608" y="1965960"/>
            <a:ext cx="1371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78D4"/>
                </a:solidFill>
                <a:effectLst/>
                <a:uLnTx/>
                <a:uFillTx/>
                <a:latin typeface="Segoe UI Semibold" pitchFamily="34" charset="0"/>
                <a:ea typeface="Segoe UI Semibold" pitchFamily="34" charset="-122"/>
                <a:cs typeface="Segoe UI Semibold" pitchFamily="34" charset="-120"/>
              </a:rPr>
              <a:t>01</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46608" y="2606040"/>
            <a:ext cx="31089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Lifecycle governance</a:t>
            </a:r>
            <a:endParaRPr kumimoji="0" lang="en-US" sz="1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46608" y="3200400"/>
            <a:ext cx="3108960"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2F2F2F"/>
                </a:solidFill>
                <a:effectLst/>
                <a:uLnTx/>
                <a:uFillTx/>
                <a:latin typeface="Segoe UI" pitchFamily="34" charset="0"/>
                <a:ea typeface="Segoe UI" pitchFamily="34" charset="-122"/>
                <a:cs typeface="Segoe UI" pitchFamily="34" charset="-120"/>
              </a:rPr>
              <a:t>End-to-end requirements track every system from design to retirement. In practice: run impact assessments at project kickoff, document model cards for each release, and schedule quarterly governance reviews with cross-functional stakeholders.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C183D7F6-B498-43B3-948B-1728B52AA6E4}">
                <adec:decorative xmlns:adec="http://schemas.microsoft.com/office/drawing/2017/decorative" val="1"/>
              </a:ext>
            </a:extLst>
          </p:cNvPr>
          <p:cNvSpPr/>
          <p:nvPr/>
        </p:nvSpPr>
        <p:spPr>
          <a:xfrm>
            <a:off x="4267048" y="1737360"/>
            <a:ext cx="3657600" cy="2743200"/>
          </a:xfrm>
          <a:prstGeom prst="rect">
            <a:avLst/>
          </a:prstGeom>
          <a:solidFill>
            <a:srgbClr val="F2F2F2"/>
          </a:solidFill>
          <a:ln w="6350">
            <a:solidFill>
              <a:srgbClr val="E1E6ED"/>
            </a:solidFill>
            <a:prstDash val="solid"/>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4267048" y="1737360"/>
            <a:ext cx="3657600" cy="91440"/>
          </a:xfrm>
          <a:prstGeom prst="rect">
            <a:avLst/>
          </a:prstGeom>
          <a:solidFill>
            <a:srgbClr val="0078D4"/>
          </a:solidFill>
          <a:ln w="12700">
            <a:solidFill>
              <a:srgbClr val="0078D4"/>
            </a:solidFill>
            <a:prstDash val="solid"/>
          </a:ln>
        </p:spPr>
        <p:txBody>
          <a:bodyPr/>
          <a:lstStyle/>
          <a:p>
            <a:endParaRPr lang="en-US"/>
          </a:p>
        </p:txBody>
      </p:sp>
      <p:sp>
        <p:nvSpPr>
          <p:cNvPr id="12" name="Text 10"/>
          <p:cNvSpPr/>
          <p:nvPr/>
        </p:nvSpPr>
        <p:spPr>
          <a:xfrm>
            <a:off x="4541368" y="1965960"/>
            <a:ext cx="1371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78D4"/>
                </a:solidFill>
                <a:effectLst/>
                <a:uLnTx/>
                <a:uFillTx/>
                <a:latin typeface="Segoe UI Semibold" pitchFamily="34" charset="0"/>
                <a:ea typeface="Segoe UI Semibold" pitchFamily="34" charset="-122"/>
                <a:cs typeface="Segoe UI Semibold" pitchFamily="34" charset="-120"/>
              </a:rPr>
              <a:t>02</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541368" y="2606040"/>
            <a:ext cx="31089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High-impact requirements</a:t>
            </a:r>
            <a:endParaRPr kumimoji="0" lang="en-US" sz="1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541368" y="3200400"/>
            <a:ext cx="3108960"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2F2F2F"/>
                </a:solidFill>
                <a:effectLst/>
                <a:uLnTx/>
                <a:uFillTx/>
                <a:latin typeface="Segoe UI" pitchFamily="34" charset="0"/>
                <a:ea typeface="Segoe UI" pitchFamily="34" charset="-122"/>
                <a:cs typeface="Segoe UI" pitchFamily="34" charset="-120"/>
              </a:rPr>
              <a:t>Sensitive use cases (healthcare, hiring, finance, criminal justice) trigger additional review gates. Classify each AI system by impact level, apply mandatory fairness and safety evaluations for high-impact systems, and require senior leadership sign-off before deployment.</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C183D7F6-B498-43B3-948B-1728B52AA6E4}">
                <adec:decorative xmlns:adec="http://schemas.microsoft.com/office/drawing/2017/decorative" val="1"/>
              </a:ext>
            </a:extLst>
          </p:cNvPr>
          <p:cNvSpPr/>
          <p:nvPr/>
        </p:nvSpPr>
        <p:spPr>
          <a:xfrm>
            <a:off x="8061808" y="1737360"/>
            <a:ext cx="3657600" cy="2743200"/>
          </a:xfrm>
          <a:prstGeom prst="rect">
            <a:avLst/>
          </a:prstGeom>
          <a:solidFill>
            <a:srgbClr val="F2F2F2"/>
          </a:solidFill>
          <a:ln w="6350">
            <a:solidFill>
              <a:srgbClr val="E1E6ED"/>
            </a:solidFill>
            <a:prstDash val="solid"/>
          </a:ln>
        </p:spPr>
        <p:txBody>
          <a:bodyPr/>
          <a:lstStyle/>
          <a:p>
            <a:endParaRPr lang="en-US"/>
          </a:p>
        </p:txBody>
      </p:sp>
      <p:sp>
        <p:nvSpPr>
          <p:cNvPr id="16" name="Shape 14">
            <a:extLst>
              <a:ext uri="{C183D7F6-B498-43B3-948B-1728B52AA6E4}">
                <adec:decorative xmlns:adec="http://schemas.microsoft.com/office/drawing/2017/decorative" val="1"/>
              </a:ext>
            </a:extLst>
          </p:cNvPr>
          <p:cNvSpPr/>
          <p:nvPr/>
        </p:nvSpPr>
        <p:spPr>
          <a:xfrm>
            <a:off x="8061808" y="1737360"/>
            <a:ext cx="3657600" cy="91440"/>
          </a:xfrm>
          <a:prstGeom prst="rect">
            <a:avLst/>
          </a:prstGeom>
          <a:solidFill>
            <a:srgbClr val="0078D4"/>
          </a:solidFill>
          <a:ln w="12700">
            <a:solidFill>
              <a:srgbClr val="0078D4"/>
            </a:solidFill>
            <a:prstDash val="solid"/>
          </a:ln>
        </p:spPr>
        <p:txBody>
          <a:bodyPr/>
          <a:lstStyle/>
          <a:p>
            <a:endParaRPr lang="en-US"/>
          </a:p>
        </p:txBody>
      </p:sp>
      <p:sp>
        <p:nvSpPr>
          <p:cNvPr id="17" name="Text 15"/>
          <p:cNvSpPr/>
          <p:nvPr/>
        </p:nvSpPr>
        <p:spPr>
          <a:xfrm>
            <a:off x="8336128" y="1965960"/>
            <a:ext cx="1371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78D4"/>
                </a:solidFill>
                <a:effectLst/>
                <a:uLnTx/>
                <a:uFillTx/>
                <a:latin typeface="Segoe UI Semibold" pitchFamily="34" charset="0"/>
                <a:ea typeface="Segoe UI Semibold" pitchFamily="34" charset="-122"/>
                <a:cs typeface="Segoe UI Semibold" pitchFamily="34" charset="-120"/>
              </a:rPr>
              <a:t>03</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336128" y="2606040"/>
            <a:ext cx="31089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Embedded assessment</a:t>
            </a:r>
            <a:endParaRPr kumimoji="0" lang="en-US" sz="1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336128" y="3200400"/>
            <a:ext cx="3108960"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2F2F2F"/>
                </a:solidFill>
                <a:effectLst/>
                <a:uLnTx/>
                <a:uFillTx/>
                <a:latin typeface="Segoe UI" pitchFamily="34" charset="0"/>
                <a:ea typeface="Segoe UI" pitchFamily="34" charset="-122"/>
                <a:cs typeface="Segoe UI" pitchFamily="34" charset="-120"/>
              </a:rPr>
              <a:t>Risk evaluation is woven into daily workflows, not bolted on after the fact. Use automated safety evaluations in CI/CD pipelines, integrate red-teaming during model development, and enforce compliance policies through Azure governance tooling.</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oolBg1">
            <a:extLst>
              <a:ext uri="{C183D7F6-B498-43B3-948B-1728B52AA6E4}">
                <adec:decorative xmlns:adec="http://schemas.microsoft.com/office/drawing/2017/decorative" val="1"/>
              </a:ext>
            </a:extLst>
          </p:cNvPr>
          <p:cNvSpPr/>
          <p:nvPr/>
        </p:nvSpPr>
        <p:spPr>
          <a:xfrm>
            <a:off x="472288" y="4937760"/>
            <a:ext cx="3657600" cy="1371600"/>
          </a:xfrm>
          <a:prstGeom prst="roundRect">
            <a:avLst>
              <a:gd name="adj" fmla="val 8000"/>
            </a:avLst>
          </a:prstGeom>
          <a:solidFill>
            <a:srgbClr val="243A5E"/>
          </a:solidFill>
          <a:ln w="0">
            <a:noFill/>
          </a:ln>
        </p:spPr>
        <p:txBody>
          <a:bodyPr/>
          <a:lstStyle/>
          <a:p>
            <a:endParaRPr lang="en-US"/>
          </a:p>
        </p:txBody>
      </p:sp>
      <p:sp>
        <p:nvSpPr>
          <p:cNvPr id="51" name="Tool1Text"/>
          <p:cNvSpPr/>
          <p:nvPr/>
        </p:nvSpPr>
        <p:spPr>
          <a:xfrm>
            <a:off x="609600" y="4983480"/>
            <a:ext cx="3383280" cy="1280160"/>
          </a:xfrm>
          <a:prstGeom prst="rect">
            <a:avLst/>
          </a:prstGeom>
          <a:noFill/>
          <a:ln/>
        </p:spPr>
        <p:txBody>
          <a:bodyPr wrap="square" lIns="0" tIns="0" rIns="0" bIns="0" rtlCol="0" anchor="t"/>
          <a:lstStyle/>
          <a:p>
            <a:pPr algn="l">
              <a:spcAft>
                <a:spcPts val="300"/>
              </a:spcAft>
              <a:buNone/>
            </a:pPr>
            <a:r>
              <a:rPr lang="en-US" sz="1300" b="1">
                <a:solidFill>
                  <a:srgbClr val="FFFFFF"/>
                </a:solidFill>
                <a:latin typeface="Segoe UI Semibold" pitchFamily="34" charset="0"/>
                <a:ea typeface="Segoe UI Semibold" pitchFamily="34" charset="-122"/>
              </a:rPr>
              <a:t>Azure AI Foundry</a:t>
            </a:r>
          </a:p>
          <a:p>
            <a:pPr algn="l">
              <a:lnSpc>
                <a:spcPct val="115000"/>
              </a:lnSpc>
              <a:buNone/>
            </a:pPr>
            <a:r>
              <a:rPr lang="en-US" sz="1100">
                <a:solidFill>
                  <a:srgbClr val="CADCFC"/>
                </a:solidFill>
                <a:latin typeface="Segoe UI" pitchFamily="34" charset="0"/>
                <a:ea typeface="Segoe UI" pitchFamily="34" charset="-122"/>
              </a:rPr>
              <a:t>Built-in safety evaluations, content filters, and red-teaming tools for model testing before and after deployment</a:t>
            </a:r>
          </a:p>
        </p:txBody>
      </p:sp>
      <p:sp>
        <p:nvSpPr>
          <p:cNvPr id="52" name="ToolBg2">
            <a:extLst>
              <a:ext uri="{C183D7F6-B498-43B3-948B-1728B52AA6E4}">
                <adec:decorative xmlns:adec="http://schemas.microsoft.com/office/drawing/2017/decorative" val="1"/>
              </a:ext>
            </a:extLst>
          </p:cNvPr>
          <p:cNvSpPr/>
          <p:nvPr/>
        </p:nvSpPr>
        <p:spPr>
          <a:xfrm>
            <a:off x="4267048" y="4937760"/>
            <a:ext cx="3657600" cy="1371600"/>
          </a:xfrm>
          <a:prstGeom prst="roundRect">
            <a:avLst>
              <a:gd name="adj" fmla="val 8000"/>
            </a:avLst>
          </a:prstGeom>
          <a:solidFill>
            <a:srgbClr val="243A5E"/>
          </a:solidFill>
          <a:ln w="0">
            <a:noFill/>
          </a:ln>
        </p:spPr>
        <p:txBody>
          <a:bodyPr/>
          <a:lstStyle/>
          <a:p>
            <a:endParaRPr lang="en-US"/>
          </a:p>
        </p:txBody>
      </p:sp>
      <p:sp>
        <p:nvSpPr>
          <p:cNvPr id="53" name="Tool2Text"/>
          <p:cNvSpPr/>
          <p:nvPr/>
        </p:nvSpPr>
        <p:spPr>
          <a:xfrm>
            <a:off x="4404360" y="4983480"/>
            <a:ext cx="3383280" cy="1280160"/>
          </a:xfrm>
          <a:prstGeom prst="rect">
            <a:avLst/>
          </a:prstGeom>
          <a:noFill/>
          <a:ln/>
        </p:spPr>
        <p:txBody>
          <a:bodyPr wrap="square" lIns="0" tIns="0" rIns="0" bIns="0" rtlCol="0" anchor="t"/>
          <a:lstStyle/>
          <a:p>
            <a:pPr algn="l">
              <a:spcAft>
                <a:spcPts val="300"/>
              </a:spcAft>
              <a:buNone/>
            </a:pPr>
            <a:r>
              <a:rPr lang="en-US" sz="1300" b="1">
                <a:solidFill>
                  <a:srgbClr val="FFFFFF"/>
                </a:solidFill>
                <a:latin typeface="Segoe UI Semibold" pitchFamily="34" charset="0"/>
                <a:ea typeface="Segoe UI Semibold" pitchFamily="34" charset="-122"/>
              </a:rPr>
              <a:t>Microsoft Purview</a:t>
            </a:r>
          </a:p>
          <a:p>
            <a:pPr algn="l">
              <a:lnSpc>
                <a:spcPct val="115000"/>
              </a:lnSpc>
              <a:buNone/>
            </a:pPr>
            <a:r>
              <a:rPr lang="en-US" sz="1100">
                <a:solidFill>
                  <a:srgbClr val="CADCFC"/>
                </a:solidFill>
                <a:latin typeface="Segoe UI" pitchFamily="34" charset="0"/>
                <a:ea typeface="Segoe UI" pitchFamily="34" charset="-122"/>
              </a:rPr>
              <a:t>Data governance, sensitivity labeling, and compliance monitoring across AI training data and model outputs</a:t>
            </a:r>
          </a:p>
        </p:txBody>
      </p:sp>
      <p:sp>
        <p:nvSpPr>
          <p:cNvPr id="54" name="ToolBg3">
            <a:extLst>
              <a:ext uri="{C183D7F6-B498-43B3-948B-1728B52AA6E4}">
                <adec:decorative xmlns:adec="http://schemas.microsoft.com/office/drawing/2017/decorative" val="1"/>
              </a:ext>
            </a:extLst>
          </p:cNvPr>
          <p:cNvSpPr/>
          <p:nvPr/>
        </p:nvSpPr>
        <p:spPr>
          <a:xfrm>
            <a:off x="8061808" y="4937760"/>
            <a:ext cx="3657600" cy="1371600"/>
          </a:xfrm>
          <a:prstGeom prst="roundRect">
            <a:avLst>
              <a:gd name="adj" fmla="val 8000"/>
            </a:avLst>
          </a:prstGeom>
          <a:solidFill>
            <a:srgbClr val="243A5E"/>
          </a:solidFill>
          <a:ln w="0">
            <a:noFill/>
          </a:ln>
        </p:spPr>
        <p:txBody>
          <a:bodyPr/>
          <a:lstStyle/>
          <a:p>
            <a:endParaRPr lang="en-US"/>
          </a:p>
        </p:txBody>
      </p:sp>
      <p:sp>
        <p:nvSpPr>
          <p:cNvPr id="55" name="Tool3Text"/>
          <p:cNvSpPr/>
          <p:nvPr/>
        </p:nvSpPr>
        <p:spPr>
          <a:xfrm>
            <a:off x="8199120" y="4983480"/>
            <a:ext cx="3383280" cy="1280160"/>
          </a:xfrm>
          <a:prstGeom prst="rect">
            <a:avLst/>
          </a:prstGeom>
          <a:noFill/>
          <a:ln/>
        </p:spPr>
        <p:txBody>
          <a:bodyPr wrap="square" lIns="0" tIns="0" rIns="0" bIns="0" rtlCol="0" anchor="t"/>
          <a:lstStyle/>
          <a:p>
            <a:pPr algn="l">
              <a:spcAft>
                <a:spcPts val="300"/>
              </a:spcAft>
              <a:buNone/>
            </a:pPr>
            <a:r>
              <a:rPr lang="en-US" sz="1300" b="1">
                <a:solidFill>
                  <a:srgbClr val="FFFFFF"/>
                </a:solidFill>
                <a:latin typeface="Segoe UI Semibold" pitchFamily="34" charset="0"/>
                <a:ea typeface="Segoe UI Semibold" pitchFamily="34" charset="-122"/>
              </a:rPr>
              <a:t>Azure Policy</a:t>
            </a:r>
          </a:p>
          <a:p>
            <a:pPr algn="l">
              <a:lnSpc>
                <a:spcPct val="115000"/>
              </a:lnSpc>
              <a:buNone/>
            </a:pPr>
            <a:r>
              <a:rPr lang="en-US" sz="1100">
                <a:solidFill>
                  <a:srgbClr val="CADCFC"/>
                </a:solidFill>
                <a:latin typeface="Segoe UI" pitchFamily="34" charset="0"/>
                <a:ea typeface="Segoe UI" pitchFamily="34" charset="-122"/>
              </a:rPr>
              <a:t>Automated guardrails that enforce organizational AI standards at scale — deny non-compliant deployments before they reach production</a:t>
            </a:r>
          </a:p>
        </p:txBody>
      </p:sp>
      <p:sp>
        <p:nvSpPr>
          <p:cNvPr id="30" name="Shape 27">
            <a:extLst>
              <a:ext uri="{C183D7F6-B498-43B3-948B-1728B52AA6E4}">
                <adec:decorative xmlns:adec="http://schemas.microsoft.com/office/drawing/2017/decorative" val="1"/>
              </a:ext>
            </a:extLst>
          </p:cNvPr>
          <p:cNvSpPr/>
          <p:nvPr/>
        </p:nvSpPr>
        <p:spPr>
          <a:xfrm>
            <a:off x="0" y="6583680"/>
            <a:ext cx="12191695" cy="18288"/>
          </a:xfrm>
          <a:prstGeom prst="rect">
            <a:avLst/>
          </a:prstGeom>
          <a:solidFill>
            <a:srgbClr val="0078D4"/>
          </a:solidFill>
          <a:ln w="12700">
            <a:solidFill>
              <a:srgbClr val="0078D4"/>
            </a:solidFill>
            <a:prstDash val="solid"/>
          </a:ln>
        </p:spPr>
        <p:txBody>
          <a:bodyPr/>
          <a:lstStyle/>
          <a:p>
            <a:endParaRPr lang="en-US"/>
          </a:p>
        </p:txBody>
      </p:sp>
      <p:sp>
        <p:nvSpPr>
          <p:cNvPr id="31" name="Text 28"/>
          <p:cNvSpPr/>
          <p:nvPr/>
        </p:nvSpPr>
        <p:spPr>
          <a:xfrm>
            <a:off x="457200" y="6601968"/>
            <a:ext cx="73152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05050"/>
                </a:solidFill>
                <a:effectLst/>
                <a:uLnTx/>
                <a:uFillTx/>
                <a:latin typeface="Segoe UI" pitchFamily="34" charset="0"/>
                <a:ea typeface="Segoe UI" pitchFamily="34" charset="-122"/>
                <a:cs typeface="Segoe UI" pitchFamily="34" charset="-120"/>
              </a:rPr>
              <a:t>Microsoft Confidential</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p:nvPr/>
        </p:nvSpPr>
        <p:spPr>
          <a:xfrm>
            <a:off x="11277295" y="6601968"/>
            <a:ext cx="45720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05050"/>
                </a:solidFill>
                <a:effectLst/>
                <a:uLnTx/>
                <a:uFillTx/>
                <a:latin typeface="Segoe UI" pitchFamily="34" charset="0"/>
                <a:ea typeface="Segoe UI" pitchFamily="34" charset="-122"/>
                <a:cs typeface="Segoe UI" pitchFamily="34" charset="-120"/>
              </a:rPr>
              <a:t>11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p:cNvSpPr>
            <a:spLocks noGrp="1"/>
          </p:cNvSpPr>
          <p:nvPr>
            <p:ph type="title" idx="4294967295"/>
          </p:nvPr>
        </p:nvSpPr>
        <p:spPr>
          <a:xfrm>
            <a:off x="548640" y="457200"/>
            <a:ext cx="10972800" cy="64008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Risk and Impact Assessments</a:t>
            </a:r>
          </a:p>
        </p:txBody>
      </p:sp>
      <p:sp>
        <p:nvSpPr>
          <p:cNvPr id="5" name="Subtitle"/>
          <p:cNvSpPr/>
          <p:nvPr/>
        </p:nvSpPr>
        <p:spPr>
          <a:xfrm>
            <a:off x="548640" y="1097280"/>
            <a:ext cx="10972800" cy="365760"/>
          </a:xfrm>
          <a:prstGeom prst="rect">
            <a:avLst/>
          </a:prstGeom>
          <a:noFill/>
          <a:ln/>
        </p:spPr>
        <p:txBody>
          <a:bodyPr wrap="square" lIns="0" tIns="0" rIns="0" bIns="0" rtlCol="0" anchor="t"/>
          <a:lstStyle/>
          <a:p>
            <a:pPr algn="l">
              <a:buNone/>
            </a:pPr>
            <a:r>
              <a:rPr lang="en-US" sz="1500">
                <a:solidFill>
                  <a:srgbClr val="505050"/>
                </a:solidFill>
                <a:latin typeface="Segoe UI" pitchFamily="34" charset="0"/>
                <a:ea typeface="Segoe UI" pitchFamily="34" charset="-122"/>
              </a:rPr>
              <a:t>A structured framework for evaluating AI risks before, during, and after deployment</a:t>
            </a:r>
          </a:p>
        </p:txBody>
      </p:sp>
      <p:sp>
        <p:nvSpPr>
          <p:cNvPr id="20" name="CardBg1">
            <a:extLst>
              <a:ext uri="{C183D7F6-B498-43B3-948B-1728B52AA6E4}">
                <adec:decorative xmlns:adec="http://schemas.microsoft.com/office/drawing/2017/decorative" val="1"/>
              </a:ext>
            </a:extLst>
          </p:cNvPr>
          <p:cNvSpPr/>
          <p:nvPr/>
        </p:nvSpPr>
        <p:spPr>
          <a:xfrm>
            <a:off x="472288" y="1600200"/>
            <a:ext cx="5394960" cy="2194560"/>
          </a:xfrm>
          <a:prstGeom prst="roundRect">
            <a:avLst>
              <a:gd name="adj" fmla="val 5000"/>
            </a:avLst>
          </a:prstGeom>
          <a:solidFill>
            <a:srgbClr val="F2F6FA"/>
          </a:solidFill>
          <a:ln w="0">
            <a:noFill/>
          </a:ln>
        </p:spPr>
        <p:txBody>
          <a:bodyPr/>
          <a:lstStyle/>
          <a:p>
            <a:endParaRPr lang="en-US"/>
          </a:p>
        </p:txBody>
      </p:sp>
      <p:sp>
        <p:nvSpPr>
          <p:cNvPr id="21" name="Num1"/>
          <p:cNvSpPr/>
          <p:nvPr/>
        </p:nvSpPr>
        <p:spPr>
          <a:xfrm>
            <a:off x="685800" y="1783080"/>
            <a:ext cx="548640" cy="548640"/>
          </a:xfrm>
          <a:prstGeom prst="ellipse">
            <a:avLst/>
          </a:prstGeom>
          <a:solidFill>
            <a:srgbClr val="0078D4"/>
          </a:solidFill>
          <a:ln w="0">
            <a:noFill/>
          </a:ln>
        </p:spPr>
        <p:txBody>
          <a:bodyPr wrap="square" lIns="0" tIns="0" rIns="0" bIns="0" rtlCol="0" anchor="ctr"/>
          <a:lstStyle/>
          <a:p>
            <a:pPr algn="ctr">
              <a:buNone/>
            </a:pPr>
            <a:r>
              <a:rPr lang="en-US" sz="2000" b="1">
                <a:solidFill>
                  <a:srgbClr val="FFFFFF"/>
                </a:solidFill>
                <a:latin typeface="Segoe UI Semibold" pitchFamily="34" charset="0"/>
              </a:rPr>
              <a:t>01</a:t>
            </a:r>
          </a:p>
        </p:txBody>
      </p:sp>
      <p:sp>
        <p:nvSpPr>
          <p:cNvPr id="22" name="Head1"/>
          <p:cNvSpPr/>
          <p:nvPr/>
        </p:nvSpPr>
        <p:spPr>
          <a:xfrm>
            <a:off x="1417320" y="1828800"/>
            <a:ext cx="4175760" cy="457200"/>
          </a:xfrm>
          <a:prstGeom prst="rect">
            <a:avLst/>
          </a:prstGeom>
          <a:noFill/>
          <a:ln/>
        </p:spPr>
        <p:txBody>
          <a:bodyPr wrap="square" lIns="0" tIns="0" rIns="0" bIns="0" rtlCol="0" anchor="ctr"/>
          <a:lstStyle/>
          <a:p>
            <a:pPr algn="l">
              <a:buNone/>
            </a:pPr>
            <a:r>
              <a:rPr lang="en-US" sz="1800" b="1">
                <a:solidFill>
                  <a:srgbClr val="243A5E"/>
                </a:solidFill>
                <a:latin typeface="Segoe UI Semibold" pitchFamily="34" charset="0"/>
                <a:ea typeface="Segoe UI Semibold" pitchFamily="34" charset="-122"/>
              </a:rPr>
              <a:t>Identify Potential Harms</a:t>
            </a:r>
          </a:p>
        </p:txBody>
      </p:sp>
      <p:sp>
        <p:nvSpPr>
          <p:cNvPr id="23" name="Body1"/>
          <p:cNvSpPr/>
          <p:nvPr/>
        </p:nvSpPr>
        <p:spPr>
          <a:xfrm>
            <a:off x="685800" y="2377440"/>
            <a:ext cx="4953000" cy="1325880"/>
          </a:xfrm>
          <a:prstGeom prst="rect">
            <a:avLst/>
          </a:prstGeom>
          <a:noFill/>
          <a:ln/>
        </p:spPr>
        <p:txBody>
          <a:bodyPr wrap="square" lIns="0" tIns="0" rIns="0" bIns="0" rtlCol="0" anchor="t"/>
          <a:lstStyle/>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Direct harms </a:t>
            </a:r>
            <a:r>
              <a:rPr lang="en-US" sz="1200">
                <a:solidFill>
                  <a:srgbClr val="2F2F2F"/>
                </a:solidFill>
                <a:latin typeface="Segoe UI" pitchFamily="34" charset="0"/>
              </a:rPr>
              <a:t>— biased decisions, incorrect outputs, safety failures</a:t>
            </a:r>
          </a:p>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Indirect harms </a:t>
            </a:r>
            <a:r>
              <a:rPr lang="en-US" sz="1200">
                <a:solidFill>
                  <a:srgbClr val="2F2F2F"/>
                </a:solidFill>
                <a:latin typeface="Segoe UI" pitchFamily="34" charset="0"/>
              </a:rPr>
              <a:t>— erosion of trust, chilling effects on behavior</a:t>
            </a:r>
          </a:p>
          <a:p>
            <a:pPr marL="171450" indent="-171450" algn="l">
              <a:lnSpc>
                <a:spcPct val="120000"/>
              </a:lnSpc>
              <a:buFont typeface="Arial" pitchFamily="34" charset="0"/>
              <a:buChar char="•"/>
            </a:pPr>
            <a:r>
              <a:rPr lang="en-US" sz="1200" b="1">
                <a:solidFill>
                  <a:srgbClr val="243A5E"/>
                </a:solidFill>
                <a:latin typeface="Segoe UI Semibold" pitchFamily="34" charset="0"/>
              </a:rPr>
              <a:t>Systemic harms </a:t>
            </a:r>
            <a:r>
              <a:rPr lang="en-US" sz="1200">
                <a:solidFill>
                  <a:srgbClr val="2F2F2F"/>
                </a:solidFill>
                <a:latin typeface="Segoe UI" pitchFamily="34" charset="0"/>
              </a:rPr>
              <a:t>— reinforcing societal inequities, concentrating power</a:t>
            </a:r>
          </a:p>
        </p:txBody>
      </p:sp>
      <p:sp>
        <p:nvSpPr>
          <p:cNvPr id="30" name="CardBg2">
            <a:extLst>
              <a:ext uri="{C183D7F6-B498-43B3-948B-1728B52AA6E4}">
                <adec:decorative xmlns:adec="http://schemas.microsoft.com/office/drawing/2017/decorative" val="1"/>
              </a:ext>
            </a:extLst>
          </p:cNvPr>
          <p:cNvSpPr/>
          <p:nvPr/>
        </p:nvSpPr>
        <p:spPr>
          <a:xfrm>
            <a:off x="6324600" y="1600200"/>
            <a:ext cx="5394960" cy="2194560"/>
          </a:xfrm>
          <a:prstGeom prst="roundRect">
            <a:avLst>
              <a:gd name="adj" fmla="val 5000"/>
            </a:avLst>
          </a:prstGeom>
          <a:solidFill>
            <a:srgbClr val="F2F6FA"/>
          </a:solidFill>
          <a:ln w="0">
            <a:noFill/>
          </a:ln>
        </p:spPr>
        <p:txBody>
          <a:bodyPr/>
          <a:lstStyle/>
          <a:p>
            <a:endParaRPr lang="en-US"/>
          </a:p>
        </p:txBody>
      </p:sp>
      <p:sp>
        <p:nvSpPr>
          <p:cNvPr id="31" name="Num2"/>
          <p:cNvSpPr/>
          <p:nvPr/>
        </p:nvSpPr>
        <p:spPr>
          <a:xfrm>
            <a:off x="6538112" y="1783080"/>
            <a:ext cx="548640" cy="548640"/>
          </a:xfrm>
          <a:prstGeom prst="ellipse">
            <a:avLst/>
          </a:prstGeom>
          <a:solidFill>
            <a:srgbClr val="0078D4"/>
          </a:solidFill>
          <a:ln w="0">
            <a:noFill/>
          </a:ln>
        </p:spPr>
        <p:txBody>
          <a:bodyPr wrap="square" lIns="0" tIns="0" rIns="0" bIns="0" rtlCol="0" anchor="ctr"/>
          <a:lstStyle/>
          <a:p>
            <a:pPr algn="ctr">
              <a:buNone/>
            </a:pPr>
            <a:r>
              <a:rPr lang="en-US" sz="2000" b="1">
                <a:solidFill>
                  <a:srgbClr val="FFFFFF"/>
                </a:solidFill>
                <a:latin typeface="Segoe UI Semibold" pitchFamily="34" charset="0"/>
              </a:rPr>
              <a:t>02</a:t>
            </a:r>
          </a:p>
        </p:txBody>
      </p:sp>
      <p:sp>
        <p:nvSpPr>
          <p:cNvPr id="32" name="Head2"/>
          <p:cNvSpPr/>
          <p:nvPr/>
        </p:nvSpPr>
        <p:spPr>
          <a:xfrm>
            <a:off x="7269632" y="1828800"/>
            <a:ext cx="4175760" cy="457200"/>
          </a:xfrm>
          <a:prstGeom prst="rect">
            <a:avLst/>
          </a:prstGeom>
          <a:noFill/>
          <a:ln/>
        </p:spPr>
        <p:txBody>
          <a:bodyPr wrap="square" lIns="0" tIns="0" rIns="0" bIns="0" rtlCol="0" anchor="ctr"/>
          <a:lstStyle/>
          <a:p>
            <a:pPr algn="l">
              <a:buNone/>
            </a:pPr>
            <a:r>
              <a:rPr lang="en-US" sz="1800" b="1">
                <a:solidFill>
                  <a:srgbClr val="243A5E"/>
                </a:solidFill>
                <a:latin typeface="Segoe UI Semibold" pitchFamily="34" charset="0"/>
                <a:ea typeface="Segoe UI Semibold" pitchFamily="34" charset="-122"/>
              </a:rPr>
              <a:t>Assess Severity &amp; Likelihood</a:t>
            </a:r>
          </a:p>
        </p:txBody>
      </p:sp>
      <p:sp>
        <p:nvSpPr>
          <p:cNvPr id="33" name="Body2"/>
          <p:cNvSpPr/>
          <p:nvPr/>
        </p:nvSpPr>
        <p:spPr>
          <a:xfrm>
            <a:off x="6538112" y="2377440"/>
            <a:ext cx="4953000" cy="1325880"/>
          </a:xfrm>
          <a:prstGeom prst="rect">
            <a:avLst/>
          </a:prstGeom>
          <a:noFill/>
          <a:ln/>
        </p:spPr>
        <p:txBody>
          <a:bodyPr wrap="square" lIns="0" tIns="0" rIns="0" bIns="0" rtlCol="0" anchor="t"/>
          <a:lstStyle/>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Severity </a:t>
            </a:r>
            <a:r>
              <a:rPr lang="en-US" sz="1200">
                <a:solidFill>
                  <a:srgbClr val="2F2F2F"/>
                </a:solidFill>
                <a:latin typeface="Segoe UI" pitchFamily="34" charset="0"/>
              </a:rPr>
              <a:t>— scale of impact from minor inconvenience to irreversible harm</a:t>
            </a:r>
          </a:p>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Likelihood </a:t>
            </a:r>
            <a:r>
              <a:rPr lang="en-US" sz="1200">
                <a:solidFill>
                  <a:srgbClr val="2F2F2F"/>
                </a:solidFill>
                <a:latin typeface="Segoe UI" pitchFamily="34" charset="0"/>
              </a:rPr>
              <a:t>— probability of occurrence under normal and edge-case conditions</a:t>
            </a:r>
          </a:p>
          <a:p>
            <a:pPr marL="171450" indent="-171450" algn="l">
              <a:lnSpc>
                <a:spcPct val="120000"/>
              </a:lnSpc>
              <a:buFont typeface="Arial" pitchFamily="34" charset="0"/>
              <a:buChar char="•"/>
            </a:pPr>
            <a:r>
              <a:rPr lang="en-US" sz="1200" b="1">
                <a:solidFill>
                  <a:srgbClr val="243A5E"/>
                </a:solidFill>
                <a:latin typeface="Segoe UI Semibold" pitchFamily="34" charset="0"/>
              </a:rPr>
              <a:t>Prioritization </a:t>
            </a:r>
            <a:r>
              <a:rPr lang="en-US" sz="1200">
                <a:solidFill>
                  <a:srgbClr val="2F2F2F"/>
                </a:solidFill>
                <a:latin typeface="Segoe UI" pitchFamily="34" charset="0"/>
              </a:rPr>
              <a:t>— use a risk matrix to rank and focus resources on highest-impact areas</a:t>
            </a:r>
          </a:p>
        </p:txBody>
      </p:sp>
      <p:sp>
        <p:nvSpPr>
          <p:cNvPr id="40" name="CardBg3">
            <a:extLst>
              <a:ext uri="{C183D7F6-B498-43B3-948B-1728B52AA6E4}">
                <adec:decorative xmlns:adec="http://schemas.microsoft.com/office/drawing/2017/decorative" val="1"/>
              </a:ext>
            </a:extLst>
          </p:cNvPr>
          <p:cNvSpPr/>
          <p:nvPr/>
        </p:nvSpPr>
        <p:spPr>
          <a:xfrm>
            <a:off x="472288" y="4023360"/>
            <a:ext cx="5394960" cy="2194560"/>
          </a:xfrm>
          <a:prstGeom prst="roundRect">
            <a:avLst>
              <a:gd name="adj" fmla="val 5000"/>
            </a:avLst>
          </a:prstGeom>
          <a:solidFill>
            <a:srgbClr val="F2F6FA"/>
          </a:solidFill>
          <a:ln w="0">
            <a:noFill/>
          </a:ln>
        </p:spPr>
        <p:txBody>
          <a:bodyPr/>
          <a:lstStyle/>
          <a:p>
            <a:endParaRPr lang="en-US"/>
          </a:p>
        </p:txBody>
      </p:sp>
      <p:sp>
        <p:nvSpPr>
          <p:cNvPr id="41" name="Num3"/>
          <p:cNvSpPr/>
          <p:nvPr/>
        </p:nvSpPr>
        <p:spPr>
          <a:xfrm>
            <a:off x="685800" y="4206240"/>
            <a:ext cx="548640" cy="548640"/>
          </a:xfrm>
          <a:prstGeom prst="ellipse">
            <a:avLst/>
          </a:prstGeom>
          <a:solidFill>
            <a:srgbClr val="243A5E"/>
          </a:solidFill>
          <a:ln w="0">
            <a:noFill/>
          </a:ln>
        </p:spPr>
        <p:txBody>
          <a:bodyPr wrap="square" lIns="0" tIns="0" rIns="0" bIns="0" rtlCol="0" anchor="ctr"/>
          <a:lstStyle/>
          <a:p>
            <a:pPr algn="ctr">
              <a:buNone/>
            </a:pPr>
            <a:r>
              <a:rPr lang="en-US" sz="2000" b="1">
                <a:solidFill>
                  <a:srgbClr val="FFFFFF"/>
                </a:solidFill>
                <a:latin typeface="Segoe UI Semibold" pitchFamily="34" charset="0"/>
              </a:rPr>
              <a:t>03</a:t>
            </a:r>
          </a:p>
        </p:txBody>
      </p:sp>
      <p:sp>
        <p:nvSpPr>
          <p:cNvPr id="42" name="Head3"/>
          <p:cNvSpPr/>
          <p:nvPr/>
        </p:nvSpPr>
        <p:spPr>
          <a:xfrm>
            <a:off x="1417320" y="4251960"/>
            <a:ext cx="4175760" cy="457200"/>
          </a:xfrm>
          <a:prstGeom prst="rect">
            <a:avLst/>
          </a:prstGeom>
          <a:noFill/>
          <a:ln/>
        </p:spPr>
        <p:txBody>
          <a:bodyPr wrap="square" lIns="0" tIns="0" rIns="0" bIns="0" rtlCol="0" anchor="ctr"/>
          <a:lstStyle/>
          <a:p>
            <a:pPr algn="l">
              <a:buNone/>
            </a:pPr>
            <a:r>
              <a:rPr lang="en-US" sz="1800" b="1">
                <a:solidFill>
                  <a:srgbClr val="243A5E"/>
                </a:solidFill>
                <a:latin typeface="Segoe UI Semibold" pitchFamily="34" charset="0"/>
                <a:ea typeface="Segoe UI Semibold" pitchFamily="34" charset="-122"/>
              </a:rPr>
              <a:t>Map Affected Stakeholders</a:t>
            </a:r>
          </a:p>
        </p:txBody>
      </p:sp>
      <p:sp>
        <p:nvSpPr>
          <p:cNvPr id="43" name="Body3"/>
          <p:cNvSpPr/>
          <p:nvPr/>
        </p:nvSpPr>
        <p:spPr>
          <a:xfrm>
            <a:off x="685800" y="4800600"/>
            <a:ext cx="4953000" cy="1325880"/>
          </a:xfrm>
          <a:prstGeom prst="rect">
            <a:avLst/>
          </a:prstGeom>
          <a:noFill/>
          <a:ln/>
        </p:spPr>
        <p:txBody>
          <a:bodyPr wrap="square" lIns="0" tIns="0" rIns="0" bIns="0" rtlCol="0" anchor="t"/>
          <a:lstStyle/>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End users </a:t>
            </a:r>
            <a:r>
              <a:rPr lang="en-US" sz="1200">
                <a:solidFill>
                  <a:srgbClr val="2F2F2F"/>
                </a:solidFill>
                <a:latin typeface="Segoe UI" pitchFamily="34" charset="0"/>
              </a:rPr>
              <a:t>— individuals directly affected by AI decisions</a:t>
            </a:r>
          </a:p>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Vulnerable groups </a:t>
            </a:r>
            <a:r>
              <a:rPr lang="en-US" sz="1200">
                <a:solidFill>
                  <a:srgbClr val="2F2F2F"/>
                </a:solidFill>
                <a:latin typeface="Segoe UI" pitchFamily="34" charset="0"/>
              </a:rPr>
              <a:t>— populations at disproportionate risk of harm</a:t>
            </a:r>
          </a:p>
          <a:p>
            <a:pPr marL="171450" indent="-171450" algn="l">
              <a:lnSpc>
                <a:spcPct val="120000"/>
              </a:lnSpc>
              <a:buFont typeface="Arial" pitchFamily="34" charset="0"/>
              <a:buChar char="•"/>
            </a:pPr>
            <a:r>
              <a:rPr lang="en-US" sz="1200" b="1">
                <a:solidFill>
                  <a:srgbClr val="243A5E"/>
                </a:solidFill>
                <a:latin typeface="Segoe UI Semibold" pitchFamily="34" charset="0"/>
              </a:rPr>
              <a:t>Broader ecosystem </a:t>
            </a:r>
            <a:r>
              <a:rPr lang="en-US" sz="1200">
                <a:solidFill>
                  <a:srgbClr val="2F2F2F"/>
                </a:solidFill>
                <a:latin typeface="Segoe UI" pitchFamily="34" charset="0"/>
              </a:rPr>
              <a:t>— regulators, partners, communities, and society at large</a:t>
            </a:r>
          </a:p>
        </p:txBody>
      </p:sp>
      <p:sp>
        <p:nvSpPr>
          <p:cNvPr id="50" name="CardBg4">
            <a:extLst>
              <a:ext uri="{C183D7F6-B498-43B3-948B-1728B52AA6E4}">
                <adec:decorative xmlns:adec="http://schemas.microsoft.com/office/drawing/2017/decorative" val="1"/>
              </a:ext>
            </a:extLst>
          </p:cNvPr>
          <p:cNvSpPr/>
          <p:nvPr/>
        </p:nvSpPr>
        <p:spPr>
          <a:xfrm>
            <a:off x="6324600" y="4023360"/>
            <a:ext cx="5394960" cy="2194560"/>
          </a:xfrm>
          <a:prstGeom prst="roundRect">
            <a:avLst>
              <a:gd name="adj" fmla="val 5000"/>
            </a:avLst>
          </a:prstGeom>
          <a:solidFill>
            <a:srgbClr val="F2F6FA"/>
          </a:solidFill>
          <a:ln w="0">
            <a:noFill/>
          </a:ln>
        </p:spPr>
        <p:txBody>
          <a:bodyPr/>
          <a:lstStyle/>
          <a:p>
            <a:endParaRPr lang="en-US"/>
          </a:p>
        </p:txBody>
      </p:sp>
      <p:sp>
        <p:nvSpPr>
          <p:cNvPr id="51" name="Num4"/>
          <p:cNvSpPr/>
          <p:nvPr/>
        </p:nvSpPr>
        <p:spPr>
          <a:xfrm>
            <a:off x="6538112" y="4206240"/>
            <a:ext cx="548640" cy="548640"/>
          </a:xfrm>
          <a:prstGeom prst="ellipse">
            <a:avLst/>
          </a:prstGeom>
          <a:solidFill>
            <a:srgbClr val="243A5E"/>
          </a:solidFill>
          <a:ln w="0">
            <a:noFill/>
          </a:ln>
        </p:spPr>
        <p:txBody>
          <a:bodyPr wrap="square" lIns="0" tIns="0" rIns="0" bIns="0" rtlCol="0" anchor="ctr"/>
          <a:lstStyle/>
          <a:p>
            <a:pPr algn="ctr">
              <a:buNone/>
            </a:pPr>
            <a:r>
              <a:rPr lang="en-US" sz="2000" b="1">
                <a:solidFill>
                  <a:srgbClr val="FFFFFF"/>
                </a:solidFill>
                <a:latin typeface="Segoe UI Semibold" pitchFamily="34" charset="0"/>
              </a:rPr>
              <a:t>04</a:t>
            </a:r>
          </a:p>
        </p:txBody>
      </p:sp>
      <p:sp>
        <p:nvSpPr>
          <p:cNvPr id="52" name="Head4"/>
          <p:cNvSpPr/>
          <p:nvPr/>
        </p:nvSpPr>
        <p:spPr>
          <a:xfrm>
            <a:off x="7269632" y="4251960"/>
            <a:ext cx="4175760" cy="457200"/>
          </a:xfrm>
          <a:prstGeom prst="rect">
            <a:avLst/>
          </a:prstGeom>
          <a:noFill/>
          <a:ln/>
        </p:spPr>
        <p:txBody>
          <a:bodyPr wrap="square" lIns="0" tIns="0" rIns="0" bIns="0" rtlCol="0" anchor="ctr"/>
          <a:lstStyle/>
          <a:p>
            <a:pPr algn="l">
              <a:buNone/>
            </a:pPr>
            <a:r>
              <a:rPr lang="en-US" sz="1800" b="1">
                <a:solidFill>
                  <a:srgbClr val="243A5E"/>
                </a:solidFill>
                <a:latin typeface="Segoe UI Semibold" pitchFamily="34" charset="0"/>
                <a:ea typeface="Segoe UI Semibold" pitchFamily="34" charset="-122"/>
              </a:rPr>
              <a:t>Define Mitigations &amp; Controls</a:t>
            </a:r>
          </a:p>
        </p:txBody>
      </p:sp>
      <p:sp>
        <p:nvSpPr>
          <p:cNvPr id="53" name="Body4"/>
          <p:cNvSpPr/>
          <p:nvPr/>
        </p:nvSpPr>
        <p:spPr>
          <a:xfrm>
            <a:off x="6538112" y="4800600"/>
            <a:ext cx="4953000" cy="1325880"/>
          </a:xfrm>
          <a:prstGeom prst="rect">
            <a:avLst/>
          </a:prstGeom>
          <a:noFill/>
          <a:ln/>
        </p:spPr>
        <p:txBody>
          <a:bodyPr wrap="square" lIns="0" tIns="0" rIns="0" bIns="0" rtlCol="0" anchor="t"/>
          <a:lstStyle/>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Technical controls </a:t>
            </a:r>
            <a:r>
              <a:rPr lang="en-US" sz="1200">
                <a:solidFill>
                  <a:srgbClr val="2F2F2F"/>
                </a:solidFill>
                <a:latin typeface="Segoe UI" pitchFamily="34" charset="0"/>
              </a:rPr>
              <a:t>— content filters, fairness constraints, output validation</a:t>
            </a:r>
          </a:p>
          <a:p>
            <a:pPr marL="171450" indent="-171450" algn="l">
              <a:lnSpc>
                <a:spcPct val="120000"/>
              </a:lnSpc>
              <a:spcAft>
                <a:spcPts val="300"/>
              </a:spcAft>
              <a:buFont typeface="Arial" pitchFamily="34" charset="0"/>
              <a:buChar char="•"/>
            </a:pPr>
            <a:r>
              <a:rPr lang="en-US" sz="1200" b="1">
                <a:solidFill>
                  <a:srgbClr val="243A5E"/>
                </a:solidFill>
                <a:latin typeface="Segoe UI Semibold" pitchFamily="34" charset="0"/>
              </a:rPr>
              <a:t>Process safeguards </a:t>
            </a:r>
            <a:r>
              <a:rPr lang="en-US" sz="1200">
                <a:solidFill>
                  <a:srgbClr val="2F2F2F"/>
                </a:solidFill>
                <a:latin typeface="Segoe UI" pitchFamily="34" charset="0"/>
              </a:rPr>
              <a:t>— human-in-the-loop review, escalation procedures</a:t>
            </a:r>
          </a:p>
          <a:p>
            <a:pPr marL="171450" indent="-171450" algn="l">
              <a:lnSpc>
                <a:spcPct val="120000"/>
              </a:lnSpc>
              <a:buFont typeface="Arial" pitchFamily="34" charset="0"/>
              <a:buChar char="•"/>
            </a:pPr>
            <a:r>
              <a:rPr lang="en-US" sz="1200" b="1">
                <a:solidFill>
                  <a:srgbClr val="243A5E"/>
                </a:solidFill>
                <a:latin typeface="Segoe UI Semibold" pitchFamily="34" charset="0"/>
              </a:rPr>
              <a:t>Monitoring </a:t>
            </a:r>
            <a:r>
              <a:rPr lang="en-US" sz="1200">
                <a:solidFill>
                  <a:srgbClr val="2F2F2F"/>
                </a:solidFill>
                <a:latin typeface="Segoe UI" pitchFamily="34" charset="0"/>
              </a:rPr>
              <a:t>— drift detection, incident response, periodic reassessment</a:t>
            </a:r>
          </a:p>
        </p:txBody>
      </p:sp>
      <p:sp>
        <p:nvSpPr>
          <p:cNvPr id="11" name="Line">
            <a:extLst>
              <a:ext uri="{C183D7F6-B498-43B3-948B-1728B52AA6E4}">
                <adec:decorative xmlns:adec="http://schemas.microsoft.com/office/drawing/2017/decorative" val="1"/>
              </a:ext>
            </a:extLst>
          </p:cNvPr>
          <p:cNvSpPr/>
          <p:nvPr/>
        </p:nvSpPr>
        <p:spPr>
          <a:xfrm>
            <a:off x="0" y="6583680"/>
            <a:ext cx="12191695" cy="18288"/>
          </a:xfrm>
          <a:prstGeom prst="rect">
            <a:avLst/>
          </a:prstGeom>
          <a:solidFill>
            <a:srgbClr val="0078D4"/>
          </a:solidFill>
          <a:ln w="12700">
            <a:solidFill>
              <a:srgbClr val="0078D4"/>
            </a:solidFill>
            <a:prstDash val="solid"/>
          </a:ln>
        </p:spPr>
        <p:txBody>
          <a:bodyPr/>
          <a:lstStyle/>
          <a:p>
            <a:endParaRPr lang="en-US"/>
          </a:p>
        </p:txBody>
      </p:sp>
      <p:sp>
        <p:nvSpPr>
          <p:cNvPr id="12" name="Footer"/>
          <p:cNvSpPr/>
          <p:nvPr/>
        </p:nvSpPr>
        <p:spPr>
          <a:xfrm>
            <a:off x="457200" y="6601968"/>
            <a:ext cx="7315200" cy="228600"/>
          </a:xfrm>
          <a:prstGeom prst="rect">
            <a:avLst/>
          </a:prstGeom>
          <a:noFill/>
          <a:ln/>
        </p:spPr>
        <p:txBody>
          <a:bodyPr wrap="square" lIns="0" tIns="0" rIns="0" bIns="0" rtlCol="0" anchor="ctr"/>
          <a:lstStyle/>
          <a:p>
            <a:pPr algn="l">
              <a:buNone/>
            </a:pPr>
            <a:r>
              <a:rPr lang="en-US" sz="900">
                <a:solidFill>
                  <a:srgbClr val="505050"/>
                </a:solidFill>
                <a:latin typeface="Segoe UI" pitchFamily="34" charset="0"/>
                <a:ea typeface="Segoe UI" pitchFamily="34" charset="-122"/>
                <a:cs typeface="Segoe UI" pitchFamily="34" charset="-120"/>
              </a:rPr>
              <a:t>Microsoft Confidential</a:t>
            </a:r>
          </a:p>
        </p:txBody>
      </p:sp>
      <p:sp>
        <p:nvSpPr>
          <p:cNvPr id="13" name="SlideNum"/>
          <p:cNvSpPr/>
          <p:nvPr/>
        </p:nvSpPr>
        <p:spPr>
          <a:xfrm>
            <a:off x="11277295" y="6601968"/>
            <a:ext cx="457200" cy="228600"/>
          </a:xfrm>
          <a:prstGeom prst="rect">
            <a:avLst/>
          </a:prstGeom>
          <a:noFill/>
          <a:ln/>
        </p:spPr>
        <p:txBody>
          <a:bodyPr wrap="square" lIns="0" tIns="0" rIns="0" bIns="0" rtlCol="0" anchor="ctr"/>
          <a:lstStyle/>
          <a:p>
            <a:pPr algn="r">
              <a:buNone/>
            </a:pPr>
            <a:r>
              <a:rPr lang="en-US" sz="900">
                <a:solidFill>
                  <a:srgbClr val="505050"/>
                </a:solidFill>
                <a:latin typeface="Segoe UI" pitchFamily="34" charset="0"/>
                <a:ea typeface="Segoe UI" pitchFamily="34" charset="-122"/>
                <a:cs typeface="Segoe UI" pitchFamily="34" charset="-120"/>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903DA-AF88-F368-7D9A-0F7D08B83AE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80F7DF8-5067-A5F3-4387-E575DCABD7D3}"/>
              </a:ext>
            </a:extLst>
          </p:cNvPr>
          <p:cNvSpPr>
            <a:spLocks noGrp="1"/>
          </p:cNvSpPr>
          <p:nvPr>
            <p:ph type="title"/>
            <p:custDataLst>
              <p:custData r:id="rId2"/>
            </p:custDataLst>
          </p:nvPr>
        </p:nvSpPr>
        <p:spPr>
          <a:xfrm>
            <a:off x="584200" y="3318975"/>
            <a:ext cx="10459906" cy="2031325"/>
          </a:xfrm>
        </p:spPr>
        <p:txBody>
          <a:bodyPr/>
          <a:lstStyle/>
          <a:p>
            <a:r>
              <a:rPr lang="en-US"/>
              <a:t>Model and Agent Evaluations</a:t>
            </a:r>
          </a:p>
        </p:txBody>
      </p:sp>
      <p:sp>
        <p:nvSpPr>
          <p:cNvPr id="2" name="Text Placeholder 1">
            <a:extLst>
              <a:ext uri="{FF2B5EF4-FFF2-40B4-BE49-F238E27FC236}">
                <a16:creationId xmlns:a16="http://schemas.microsoft.com/office/drawing/2014/main" id="{26CC884E-4112-A30B-D48B-E7142AA73453}"/>
              </a:ext>
            </a:extLst>
          </p:cNvPr>
          <p:cNvSpPr>
            <a:spLocks noGrp="1"/>
          </p:cNvSpPr>
          <p:nvPr>
            <p:ph type="body" sz="quarter" idx="12"/>
          </p:nvPr>
        </p:nvSpPr>
        <p:spPr>
          <a:xfrm>
            <a:off x="582042" y="5634620"/>
            <a:ext cx="7609808" cy="338554"/>
          </a:xfrm>
        </p:spPr>
        <p:txBody>
          <a:bodyPr/>
          <a:lstStyle/>
          <a:p>
            <a:r>
              <a:rPr lang="en-US"/>
              <a:t>From single-model metrics to agentic behavior.​</a:t>
            </a:r>
          </a:p>
        </p:txBody>
      </p:sp>
      <p:sp>
        <p:nvSpPr>
          <p:cNvPr id="11" name="Footer Placeholder 2">
            <a:extLst>
              <a:ext uri="{FF2B5EF4-FFF2-40B4-BE49-F238E27FC236}">
                <a16:creationId xmlns:a16="http://schemas.microsoft.com/office/drawing/2014/main" id="{5F53403A-C950-C1CA-729A-CD760C4FE0E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D5B99AC3-2249-3FEC-AB92-463187298026}"/>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744124935"/>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C01FE-DD62-EBC0-BDA6-B81766EF8B9B}"/>
              </a:ext>
            </a:extLst>
          </p:cNvPr>
          <p:cNvSpPr>
            <a:spLocks noGrp="1"/>
          </p:cNvSpPr>
          <p:nvPr>
            <p:ph type="title"/>
          </p:nvPr>
        </p:nvSpPr>
        <p:spPr/>
        <p:txBody>
          <a:bodyPr/>
          <a:lstStyle/>
          <a:p>
            <a:r>
              <a:rPr lang="en-US"/>
              <a:t>Why Traditional Evaluation Falls Short</a:t>
            </a:r>
          </a:p>
        </p:txBody>
      </p:sp>
      <p:sp>
        <p:nvSpPr>
          <p:cNvPr id="6" name="TextBox 5">
            <a:extLst>
              <a:ext uri="{FF2B5EF4-FFF2-40B4-BE49-F238E27FC236}">
                <a16:creationId xmlns:a16="http://schemas.microsoft.com/office/drawing/2014/main" id="{BFA4885B-93BE-703E-8C58-08C25D3C2764}"/>
              </a:ext>
            </a:extLst>
          </p:cNvPr>
          <p:cNvSpPr txBox="1"/>
          <p:nvPr/>
        </p:nvSpPr>
        <p:spPr>
          <a:xfrm>
            <a:off x="633370" y="1715549"/>
            <a:ext cx="10639998" cy="335476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a:t>Evaluating AI chatbots and agents requires assessing multiple dimensions beyond traditional software testing including content quality, user outcomes, technical performance, and safety compliance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Leading organizations emphasize multi-dimensional evaluation covering accuracy, robustness, fairness, safety, efficiency, and transparency</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Agentic AI introduces unique challenges including tool invocation accuracy, multi-step reasoning coherence, and goal-oriented planning effectiveness that single-model metrics cannot capture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Organizations must balance impact, quality, safety, and cost before any new AI release to ensure model improvements do not compromise ethical metrics or operational reliability</a:t>
            </a:r>
          </a:p>
          <a:p>
            <a:pPr marL="342900" indent="-342900" algn="l">
              <a:buFont typeface="Arial" panose="020B0604020202020204" pitchFamily="34" charset="0"/>
              <a:buChar char="•"/>
            </a:pPr>
            <a:endParaRPr lang="en-US" sz="2000" err="1"/>
          </a:p>
        </p:txBody>
      </p:sp>
      <p:sp>
        <p:nvSpPr>
          <p:cNvPr id="4" name="Footer Placeholder 3">
            <a:extLst>
              <a:ext uri="{FF2B5EF4-FFF2-40B4-BE49-F238E27FC236}">
                <a16:creationId xmlns:a16="http://schemas.microsoft.com/office/drawing/2014/main" id="{A5E986E6-257A-18F9-0881-215CAC8BE5F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5A058D3A-FEE2-57DC-77F9-B56A5A18188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8920505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0BA-394D-073E-EFD7-6D8F3F75BB8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D7DF0B9-8E49-EDCA-0237-EB6E41205D3C}"/>
              </a:ext>
            </a:extLst>
          </p:cNvPr>
          <p:cNvSpPr>
            <a:spLocks noGrp="1"/>
          </p:cNvSpPr>
          <p:nvPr>
            <p:ph type="title"/>
          </p:nvPr>
        </p:nvSpPr>
        <p:spPr/>
        <p:txBody>
          <a:bodyPr/>
          <a:lstStyle/>
          <a:p>
            <a:r>
              <a:rPr lang="en-US" b="1"/>
              <a:t>Core Evaluation Dimensions</a:t>
            </a:r>
          </a:p>
        </p:txBody>
      </p:sp>
      <p:sp>
        <p:nvSpPr>
          <p:cNvPr id="48" name="Rectangle 47">
            <a:extLst>
              <a:ext uri="{FF2B5EF4-FFF2-40B4-BE49-F238E27FC236}">
                <a16:creationId xmlns:a16="http://schemas.microsoft.com/office/drawing/2014/main" id="{DAF4FFDC-0073-A2B4-18CE-141F99021F33}"/>
              </a:ext>
              <a:ext uri="{C183D7F6-B498-43B3-948B-1728B52AA6E4}">
                <adec:decorative xmlns:adec="http://schemas.microsoft.com/office/drawing/2017/decorative" val="1"/>
              </a:ext>
            </a:extLst>
          </p:cNvPr>
          <p:cNvSpPr>
            <a:spLocks/>
          </p:cNvSpPr>
          <p:nvPr/>
        </p:nvSpPr>
        <p:spPr bwMode="auto">
          <a:xfrm>
            <a:off x="576263" y="2119276"/>
            <a:ext cx="10996940" cy="3990701"/>
          </a:xfrm>
          <a:prstGeom prst="rect">
            <a:avLst/>
          </a:pr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endParaRPr lang="en-US" sz="2000">
              <a:solidFill>
                <a:schemeClr val="accent6"/>
              </a:solidFill>
              <a:latin typeface="Segoe UI"/>
              <a:cs typeface="Segoe UI" pitchFamily="34" charset="0"/>
            </a:endParaRPr>
          </a:p>
        </p:txBody>
      </p:sp>
      <p:sp>
        <p:nvSpPr>
          <p:cNvPr id="50" name="Rectangle 49">
            <a:extLst>
              <a:ext uri="{FF2B5EF4-FFF2-40B4-BE49-F238E27FC236}">
                <a16:creationId xmlns:a16="http://schemas.microsoft.com/office/drawing/2014/main" id="{B68D0D7A-DA3A-55EE-BEB4-0CDA22FB62EA}"/>
              </a:ext>
              <a:ext uri="{C183D7F6-B498-43B3-948B-1728B52AA6E4}">
                <adec:decorative xmlns:adec="http://schemas.microsoft.com/office/drawing/2017/decorative" val="1"/>
              </a:ext>
            </a:extLst>
          </p:cNvPr>
          <p:cNvSpPr>
            <a:spLocks/>
          </p:cNvSpPr>
          <p:nvPr/>
        </p:nvSpPr>
        <p:spPr bwMode="auto">
          <a:xfrm>
            <a:off x="348333" y="2119275"/>
            <a:ext cx="10996940" cy="3990701"/>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 name="Group 1">
            <a:extLst>
              <a:ext uri="{FF2B5EF4-FFF2-40B4-BE49-F238E27FC236}">
                <a16:creationId xmlns:a16="http://schemas.microsoft.com/office/drawing/2014/main" id="{B182248C-618A-60D6-6519-F3CA72BCAD3F}"/>
              </a:ext>
              <a:ext uri="{C183D7F6-B498-43B3-948B-1728B52AA6E4}">
                <adec:decorative xmlns:adec="http://schemas.microsoft.com/office/drawing/2017/decorative" val="1"/>
              </a:ext>
            </a:extLst>
          </p:cNvPr>
          <p:cNvGrpSpPr/>
          <p:nvPr/>
        </p:nvGrpSpPr>
        <p:grpSpPr>
          <a:xfrm>
            <a:off x="925006" y="1825597"/>
            <a:ext cx="3113589" cy="4147690"/>
            <a:chOff x="925006" y="1825597"/>
            <a:chExt cx="3090159" cy="4147690"/>
          </a:xfrm>
        </p:grpSpPr>
        <p:grpSp>
          <p:nvGrpSpPr>
            <p:cNvPr id="127" name="Group 126" descr="Icon of a person with a box around them">
              <a:extLst>
                <a:ext uri="{FF2B5EF4-FFF2-40B4-BE49-F238E27FC236}">
                  <a16:creationId xmlns:a16="http://schemas.microsoft.com/office/drawing/2014/main" id="{FF8CE64C-5167-04FF-8FB4-C758A7BBB126}"/>
                </a:ext>
              </a:extLst>
            </p:cNvPr>
            <p:cNvGrpSpPr/>
            <p:nvPr/>
          </p:nvGrpSpPr>
          <p:grpSpPr>
            <a:xfrm>
              <a:off x="925007" y="1825597"/>
              <a:ext cx="587403" cy="587403"/>
              <a:chOff x="4850654" y="510655"/>
              <a:chExt cx="751672" cy="751672"/>
            </a:xfrm>
          </p:grpSpPr>
          <p:sp>
            <p:nvSpPr>
              <p:cNvPr id="128" name="Oval 127">
                <a:extLst>
                  <a:ext uri="{FF2B5EF4-FFF2-40B4-BE49-F238E27FC236}">
                    <a16:creationId xmlns:a16="http://schemas.microsoft.com/office/drawing/2014/main" id="{62E25B34-2DFA-1F84-2D73-3BCF04A8E93B}"/>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9" name="people_5">
                <a:extLst>
                  <a:ext uri="{FF2B5EF4-FFF2-40B4-BE49-F238E27FC236}">
                    <a16:creationId xmlns:a16="http://schemas.microsoft.com/office/drawing/2014/main" id="{236E5C3E-540D-AD30-3FFF-6EED5358B20D}"/>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62" name="Straight Connector 161">
              <a:extLst>
                <a:ext uri="{FF2B5EF4-FFF2-40B4-BE49-F238E27FC236}">
                  <a16:creationId xmlns:a16="http://schemas.microsoft.com/office/drawing/2014/main" id="{6CBC3622-F1BD-B48B-8A99-2CFE2D33C8B8}"/>
                </a:ext>
                <a:ext uri="{C183D7F6-B498-43B3-948B-1728B52AA6E4}">
                  <adec:decorative xmlns:adec="http://schemas.microsoft.com/office/drawing/2017/decorative" val="1"/>
                </a:ext>
              </a:extLst>
            </p:cNvPr>
            <p:cNvCxnSpPr>
              <a:cxnSpLocks/>
            </p:cNvCxnSpPr>
            <p:nvPr/>
          </p:nvCxnSpPr>
          <p:spPr>
            <a:xfrm>
              <a:off x="925007"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1380A376-EF8B-F6B0-C2CD-58ACD8C4C930}"/>
                </a:ext>
              </a:extLst>
            </p:cNvPr>
            <p:cNvSpPr/>
            <p:nvPr/>
          </p:nvSpPr>
          <p:spPr>
            <a:xfrm>
              <a:off x="925006" y="2706679"/>
              <a:ext cx="3090159" cy="3266608"/>
            </a:xfrm>
            <a:prstGeom prst="rect">
              <a:avLst/>
            </a:prstGeom>
            <a:noFill/>
          </p:spPr>
          <p:txBody>
            <a:bodyPr wrap="square" lIns="0" tIns="0" rIns="0" bIns="0" anchor="t" anchorCtr="0">
              <a:noAutofit/>
            </a:bodyPr>
            <a:lstStyle/>
            <a:p>
              <a:r>
                <a:rPr lang="en-US" sz="1400" b="1">
                  <a:solidFill>
                    <a:schemeClr val="tx2"/>
                  </a:solidFill>
                </a:rPr>
                <a:t>Content Quality Metrics</a:t>
              </a:r>
            </a:p>
            <a:p>
              <a:endParaRPr lang="en-US" sz="2000"/>
            </a:p>
            <a:p>
              <a:pPr marL="285750" indent="-285750">
                <a:buFont typeface="Arial" panose="020B0604020202020204" pitchFamily="34" charset="0"/>
                <a:buChar char="•"/>
              </a:pPr>
              <a:r>
                <a:rPr lang="en-US" sz="1400"/>
                <a:t>Factual accuracy prevents hallucinations that undermine trust</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Relevance ensures answers address user intent directly</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Clarity and conciseness optimize audience understanding</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Appropriate tone maintains brand consistency and policy adherence</a:t>
              </a:r>
            </a:p>
          </p:txBody>
        </p:sp>
      </p:grpSp>
      <p:grpSp>
        <p:nvGrpSpPr>
          <p:cNvPr id="6" name="Group 5">
            <a:extLst>
              <a:ext uri="{FF2B5EF4-FFF2-40B4-BE49-F238E27FC236}">
                <a16:creationId xmlns:a16="http://schemas.microsoft.com/office/drawing/2014/main" id="{92111176-E369-555D-9F23-A09A159AC752}"/>
              </a:ext>
              <a:ext uri="{C183D7F6-B498-43B3-948B-1728B52AA6E4}">
                <adec:decorative xmlns:adec="http://schemas.microsoft.com/office/drawing/2017/decorative" val="1"/>
              </a:ext>
            </a:extLst>
          </p:cNvPr>
          <p:cNvGrpSpPr/>
          <p:nvPr/>
        </p:nvGrpSpPr>
        <p:grpSpPr>
          <a:xfrm>
            <a:off x="4646802" y="1825597"/>
            <a:ext cx="2962012" cy="4147690"/>
            <a:chOff x="6098381" y="1825597"/>
            <a:chExt cx="2962012" cy="4147690"/>
          </a:xfrm>
        </p:grpSpPr>
        <p:cxnSp>
          <p:nvCxnSpPr>
            <p:cNvPr id="255" name="Straight Connector 254">
              <a:extLst>
                <a:ext uri="{FF2B5EF4-FFF2-40B4-BE49-F238E27FC236}">
                  <a16:creationId xmlns:a16="http://schemas.microsoft.com/office/drawing/2014/main" id="{A375D625-7D41-79AA-3A8B-4566C7487C8A}"/>
                </a:ext>
                <a:ext uri="{C183D7F6-B498-43B3-948B-1728B52AA6E4}">
                  <adec:decorative xmlns:adec="http://schemas.microsoft.com/office/drawing/2017/decorative" val="1"/>
                </a:ext>
              </a:extLst>
            </p:cNvPr>
            <p:cNvCxnSpPr>
              <a:cxnSpLocks/>
            </p:cNvCxnSpPr>
            <p:nvPr/>
          </p:nvCxnSpPr>
          <p:spPr>
            <a:xfrm>
              <a:off x="6098381"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61" name="Group 260" descr="Icon of three people with an arrow above them pointing down">
              <a:extLst>
                <a:ext uri="{FF2B5EF4-FFF2-40B4-BE49-F238E27FC236}">
                  <a16:creationId xmlns:a16="http://schemas.microsoft.com/office/drawing/2014/main" id="{3B821300-4A52-6674-6B00-64CC5D9290DB}"/>
                </a:ext>
              </a:extLst>
            </p:cNvPr>
            <p:cNvGrpSpPr/>
            <p:nvPr/>
          </p:nvGrpSpPr>
          <p:grpSpPr>
            <a:xfrm>
              <a:off x="6274839" y="1825597"/>
              <a:ext cx="587403" cy="587403"/>
              <a:chOff x="4850654" y="2426131"/>
              <a:chExt cx="751672" cy="751672"/>
            </a:xfrm>
          </p:grpSpPr>
          <p:sp>
            <p:nvSpPr>
              <p:cNvPr id="262" name="Oval 261">
                <a:extLst>
                  <a:ext uri="{FF2B5EF4-FFF2-40B4-BE49-F238E27FC236}">
                    <a16:creationId xmlns:a16="http://schemas.microsoft.com/office/drawing/2014/main" id="{A632B105-8EDC-A108-179A-FC571243EC1C}"/>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63" name="people_2">
                <a:extLst>
                  <a:ext uri="{FF2B5EF4-FFF2-40B4-BE49-F238E27FC236}">
                    <a16:creationId xmlns:a16="http://schemas.microsoft.com/office/drawing/2014/main" id="{49E1298A-E843-BD71-F9B8-A6F30460E2F7}"/>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76" name="Straight Connector 275">
              <a:extLst>
                <a:ext uri="{FF2B5EF4-FFF2-40B4-BE49-F238E27FC236}">
                  <a16:creationId xmlns:a16="http://schemas.microsoft.com/office/drawing/2014/main" id="{343B1215-BD7F-C7EA-4E97-49070BB69E86}"/>
                </a:ext>
                <a:ext uri="{C183D7F6-B498-43B3-948B-1728B52AA6E4}">
                  <adec:decorative xmlns:adec="http://schemas.microsoft.com/office/drawing/2017/decorative" val="1"/>
                </a:ext>
              </a:extLst>
            </p:cNvPr>
            <p:cNvCxnSpPr>
              <a:cxnSpLocks/>
            </p:cNvCxnSpPr>
            <p:nvPr/>
          </p:nvCxnSpPr>
          <p:spPr>
            <a:xfrm>
              <a:off x="6274839"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8" name="Rectangle 277">
              <a:extLst>
                <a:ext uri="{FF2B5EF4-FFF2-40B4-BE49-F238E27FC236}">
                  <a16:creationId xmlns:a16="http://schemas.microsoft.com/office/drawing/2014/main" id="{C3AEBB07-5CB5-568D-2F28-F1DBD2D56516}"/>
                </a:ext>
              </a:extLst>
            </p:cNvPr>
            <p:cNvSpPr/>
            <p:nvPr/>
          </p:nvSpPr>
          <p:spPr>
            <a:xfrm>
              <a:off x="6274838" y="2706679"/>
              <a:ext cx="2785555" cy="3266608"/>
            </a:xfrm>
            <a:prstGeom prst="rect">
              <a:avLst/>
            </a:prstGeom>
            <a:noFill/>
          </p:spPr>
          <p:txBody>
            <a:bodyPr wrap="square" lIns="0" tIns="0" rIns="0" bIns="0" anchor="t" anchorCtr="0">
              <a:noAutofit/>
            </a:bodyPr>
            <a:lstStyle/>
            <a:p>
              <a:r>
                <a:rPr lang="en-US" sz="1400" b="1">
                  <a:solidFill>
                    <a:schemeClr val="tx2"/>
                  </a:solidFill>
                </a:rPr>
                <a:t>User Outcome Metrics</a:t>
              </a:r>
            </a:p>
            <a:p>
              <a:endParaRPr lang="en-US" sz="2000"/>
            </a:p>
            <a:p>
              <a:pPr marL="285750" indent="-285750">
                <a:buFont typeface="Arial" panose="020B0604020202020204" pitchFamily="34" charset="0"/>
                <a:buChar char="•"/>
              </a:pPr>
              <a:r>
                <a:rPr lang="en-US" sz="1400"/>
                <a:t>Task success measures goal completion without human intervention</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User satisfaction captures subjective experience quality</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Business KPIs quantify ROI and strategic impact</a:t>
              </a:r>
            </a:p>
          </p:txBody>
        </p:sp>
      </p:grpSp>
      <p:grpSp>
        <p:nvGrpSpPr>
          <p:cNvPr id="3" name="Group 2">
            <a:extLst>
              <a:ext uri="{FF2B5EF4-FFF2-40B4-BE49-F238E27FC236}">
                <a16:creationId xmlns:a16="http://schemas.microsoft.com/office/drawing/2014/main" id="{E7ECC622-5990-277B-A26A-FE45360E0736}"/>
              </a:ext>
              <a:ext uri="{C183D7F6-B498-43B3-948B-1728B52AA6E4}">
                <adec:decorative xmlns:adec="http://schemas.microsoft.com/office/drawing/2017/decorative" val="1"/>
              </a:ext>
            </a:extLst>
          </p:cNvPr>
          <p:cNvGrpSpPr/>
          <p:nvPr/>
        </p:nvGrpSpPr>
        <p:grpSpPr>
          <a:xfrm>
            <a:off x="8153400" y="1825597"/>
            <a:ext cx="3075263" cy="4147690"/>
            <a:chOff x="8773297" y="1825597"/>
            <a:chExt cx="3075263" cy="4147690"/>
          </a:xfrm>
        </p:grpSpPr>
        <p:cxnSp>
          <p:nvCxnSpPr>
            <p:cNvPr id="289" name="Straight Connector 288">
              <a:extLst>
                <a:ext uri="{FF2B5EF4-FFF2-40B4-BE49-F238E27FC236}">
                  <a16:creationId xmlns:a16="http://schemas.microsoft.com/office/drawing/2014/main" id="{4A7E1748-A2E3-5E0B-D65E-2612528FDEFF}"/>
                </a:ext>
                <a:ext uri="{C183D7F6-B498-43B3-948B-1728B52AA6E4}">
                  <adec:decorative xmlns:adec="http://schemas.microsoft.com/office/drawing/2017/decorative" val="1"/>
                </a:ext>
              </a:extLst>
            </p:cNvPr>
            <p:cNvCxnSpPr>
              <a:cxnSpLocks/>
            </p:cNvCxnSpPr>
            <p:nvPr/>
          </p:nvCxnSpPr>
          <p:spPr>
            <a:xfrm>
              <a:off x="8773297"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92" name="Group 291" descr="Icon of a group of three people">
              <a:extLst>
                <a:ext uri="{FF2B5EF4-FFF2-40B4-BE49-F238E27FC236}">
                  <a16:creationId xmlns:a16="http://schemas.microsoft.com/office/drawing/2014/main" id="{0DC3F251-51DE-798C-E74C-D1FAE047F581}"/>
                </a:ext>
              </a:extLst>
            </p:cNvPr>
            <p:cNvGrpSpPr/>
            <p:nvPr/>
          </p:nvGrpSpPr>
          <p:grpSpPr>
            <a:xfrm>
              <a:off x="8949756" y="1825597"/>
              <a:ext cx="587403" cy="587403"/>
              <a:chOff x="4850654" y="3383869"/>
              <a:chExt cx="751672" cy="751672"/>
            </a:xfrm>
          </p:grpSpPr>
          <p:sp>
            <p:nvSpPr>
              <p:cNvPr id="293" name="Oval 292">
                <a:extLst>
                  <a:ext uri="{FF2B5EF4-FFF2-40B4-BE49-F238E27FC236}">
                    <a16:creationId xmlns:a16="http://schemas.microsoft.com/office/drawing/2014/main" id="{1E7787DE-CCB2-E6A8-1FE5-1B327FB6C373}"/>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94" name="Freeform: Shape 293">
                <a:extLst>
                  <a:ext uri="{FF2B5EF4-FFF2-40B4-BE49-F238E27FC236}">
                    <a16:creationId xmlns:a16="http://schemas.microsoft.com/office/drawing/2014/main" id="{06390BE1-0D0B-F147-806F-595D646CC053}"/>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cxnSp>
          <p:nvCxnSpPr>
            <p:cNvPr id="297" name="Straight Connector 296">
              <a:extLst>
                <a:ext uri="{FF2B5EF4-FFF2-40B4-BE49-F238E27FC236}">
                  <a16:creationId xmlns:a16="http://schemas.microsoft.com/office/drawing/2014/main" id="{27448C5C-E018-93BB-C25C-2640B86EA340}"/>
                </a:ext>
                <a:ext uri="{C183D7F6-B498-43B3-948B-1728B52AA6E4}">
                  <adec:decorative xmlns:adec="http://schemas.microsoft.com/office/drawing/2017/decorative" val="1"/>
                </a:ext>
              </a:extLst>
            </p:cNvPr>
            <p:cNvCxnSpPr>
              <a:cxnSpLocks/>
            </p:cNvCxnSpPr>
            <p:nvPr/>
          </p:nvCxnSpPr>
          <p:spPr>
            <a:xfrm>
              <a:off x="8949756"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8" name="Rectangle 297">
              <a:extLst>
                <a:ext uri="{FF2B5EF4-FFF2-40B4-BE49-F238E27FC236}">
                  <a16:creationId xmlns:a16="http://schemas.microsoft.com/office/drawing/2014/main" id="{5ABDBEEE-0467-B79D-01CF-E614C80456CD}"/>
                </a:ext>
              </a:extLst>
            </p:cNvPr>
            <p:cNvSpPr/>
            <p:nvPr/>
          </p:nvSpPr>
          <p:spPr>
            <a:xfrm>
              <a:off x="8949755" y="2706679"/>
              <a:ext cx="2898805" cy="3266608"/>
            </a:xfrm>
            <a:prstGeom prst="rect">
              <a:avLst/>
            </a:prstGeom>
            <a:noFill/>
          </p:spPr>
          <p:txBody>
            <a:bodyPr wrap="square" lIns="0" tIns="0" rIns="0" bIns="0" anchor="t" anchorCtr="0">
              <a:noAutofit/>
            </a:bodyPr>
            <a:lstStyle/>
            <a:p>
              <a:r>
                <a:rPr lang="en-US" sz="1400" b="1">
                  <a:solidFill>
                    <a:schemeClr val="tx2"/>
                  </a:solidFill>
                </a:rPr>
                <a:t>Technical Performance Metrics</a:t>
              </a:r>
            </a:p>
            <a:p>
              <a:endParaRPr lang="en-US" sz="2000"/>
            </a:p>
            <a:p>
              <a:pPr marL="285750" indent="-285750">
                <a:buFont typeface="Arial" panose="020B0604020202020204" pitchFamily="34" charset="0"/>
                <a:buChar char="•"/>
              </a:pPr>
              <a:r>
                <a:rPr lang="en-US" sz="1400"/>
                <a:t>Latency percentiles ensure response times meet user expectations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Throughput testing validates system handles expected traffic</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Reliability tracking measures uptime and error rates</a:t>
              </a:r>
            </a:p>
          </p:txBody>
        </p:sp>
      </p:grpSp>
      <p:sp>
        <p:nvSpPr>
          <p:cNvPr id="39" name="Footer Placeholder 3">
            <a:extLst>
              <a:ext uri="{FF2B5EF4-FFF2-40B4-BE49-F238E27FC236}">
                <a16:creationId xmlns:a16="http://schemas.microsoft.com/office/drawing/2014/main" id="{51E6C5BE-F782-DF78-F52A-11289FA2683C}"/>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0" name="Slide Number Placeholder 4">
            <a:extLst>
              <a:ext uri="{FF2B5EF4-FFF2-40B4-BE49-F238E27FC236}">
                <a16:creationId xmlns:a16="http://schemas.microsoft.com/office/drawing/2014/main" id="{17CE7D23-D642-849E-48A7-577B4DA2FD6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15</a:t>
            </a:fld>
            <a:endParaRPr lang="en-US" noProof="0"/>
          </a:p>
        </p:txBody>
      </p:sp>
    </p:spTree>
    <p:extLst>
      <p:ext uri="{BB962C8B-B14F-4D97-AF65-F5344CB8AC3E}">
        <p14:creationId xmlns:p14="http://schemas.microsoft.com/office/powerpoint/2010/main" val="7297167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C907-198F-A7C5-8021-587812C1AF3B}"/>
              </a:ext>
            </a:extLst>
          </p:cNvPr>
          <p:cNvSpPr>
            <a:spLocks noGrp="1"/>
          </p:cNvSpPr>
          <p:nvPr>
            <p:ph type="title"/>
          </p:nvPr>
        </p:nvSpPr>
        <p:spPr>
          <a:xfrm>
            <a:off x="575481" y="599436"/>
            <a:ext cx="11018520" cy="1107996"/>
          </a:xfrm>
        </p:spPr>
        <p:txBody>
          <a:bodyPr/>
          <a:lstStyle/>
          <a:p>
            <a:r>
              <a:rPr lang="en-US" b="1"/>
              <a:t>Accuracy, Robustness, and Fairness Testing</a:t>
            </a:r>
            <a:br>
              <a:rPr lang="en-US" b="1"/>
            </a:br>
            <a:endParaRPr lang="en-US"/>
          </a:p>
        </p:txBody>
      </p:sp>
      <p:sp>
        <p:nvSpPr>
          <p:cNvPr id="8" name="TextBox 7">
            <a:extLst>
              <a:ext uri="{FF2B5EF4-FFF2-40B4-BE49-F238E27FC236}">
                <a16:creationId xmlns:a16="http://schemas.microsoft.com/office/drawing/2014/main" id="{FAA8144A-61F5-213B-125D-565CBACCD82D}"/>
              </a:ext>
            </a:extLst>
          </p:cNvPr>
          <p:cNvSpPr txBox="1"/>
          <p:nvPr/>
        </p:nvSpPr>
        <p:spPr>
          <a:xfrm>
            <a:off x="6084741" y="1323701"/>
            <a:ext cx="5741895" cy="443198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600"/>
              <a:t>Accuracy evaluation uses Microsoft's ACRUE rubric defining top scores as having all important verifiable claims correct with no contradictions of known facts</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Robustness testing includes spelling and grammar perturbations, clarification prompts for ambiguity, refusal compliance for unsupported requests, and red-team adversarial scenarios</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Fairness assessment requires asking the same question about different demographic groups and measuring any gaps in detail, tone, or accuracy to ensure HR and recruiting systems treat all genders and ethnicities equitably</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Evaluation combines automated classifiers like Perspective API for toxicity detection with human review and continuous monitoring to prevent regressions in safety metrics</a:t>
            </a:r>
          </a:p>
          <a:p>
            <a:pPr marL="342900" indent="-342900" algn="l">
              <a:buFont typeface="Arial" panose="020B0604020202020204" pitchFamily="34" charset="0"/>
              <a:buChar char="•"/>
            </a:pPr>
            <a:endParaRPr lang="en-US" sz="1600" err="1"/>
          </a:p>
        </p:txBody>
      </p:sp>
      <p:pic>
        <p:nvPicPr>
          <p:cNvPr id="7" name="Picture 6" descr="Two software developers sitting using a computer connected to an Azure Kinect DK.">
            <a:extLst>
              <a:ext uri="{FF2B5EF4-FFF2-40B4-BE49-F238E27FC236}">
                <a16:creationId xmlns:a16="http://schemas.microsoft.com/office/drawing/2014/main" id="{E4E868DF-DE05-621B-D1F0-FE46456ED4DA}"/>
              </a:ext>
            </a:extLst>
          </p:cNvPr>
          <p:cNvPicPr>
            <a:picLocks noChangeAspect="1"/>
          </p:cNvPicPr>
          <p:nvPr/>
        </p:nvPicPr>
        <p:blipFill rotWithShape="1">
          <a:blip r:embed="rId3">
            <a:extLst>
              <a:ext uri="{28A0092B-C50C-407E-A947-70E740481C1C}">
                <a14:useLocalDpi xmlns:a14="http://schemas.microsoft.com/office/drawing/2010/main" val="0"/>
              </a:ext>
            </a:extLst>
          </a:blip>
          <a:srcRect l="1" r="26668" b="1693"/>
          <a:stretch/>
        </p:blipFill>
        <p:spPr>
          <a:xfrm>
            <a:off x="719985" y="1404713"/>
            <a:ext cx="5299819" cy="4736686"/>
          </a:xfrm>
          <a:custGeom>
            <a:avLst/>
            <a:gdLst>
              <a:gd name="connsiteX0" fmla="*/ 0 w 5299819"/>
              <a:gd name="connsiteY0" fmla="*/ 0 h 4736686"/>
              <a:gd name="connsiteX1" fmla="*/ 5299819 w 5299819"/>
              <a:gd name="connsiteY1" fmla="*/ 0 h 4736686"/>
              <a:gd name="connsiteX2" fmla="*/ 5299819 w 5299819"/>
              <a:gd name="connsiteY2" fmla="*/ 4736686 h 4736686"/>
              <a:gd name="connsiteX3" fmla="*/ 0 w 5299819"/>
              <a:gd name="connsiteY3" fmla="*/ 4736686 h 4736686"/>
            </a:gdLst>
            <a:ahLst/>
            <a:cxnLst>
              <a:cxn ang="0">
                <a:pos x="connsiteX0" y="connsiteY0"/>
              </a:cxn>
              <a:cxn ang="0">
                <a:pos x="connsiteX1" y="connsiteY1"/>
              </a:cxn>
              <a:cxn ang="0">
                <a:pos x="connsiteX2" y="connsiteY2"/>
              </a:cxn>
              <a:cxn ang="0">
                <a:pos x="connsiteX3" y="connsiteY3"/>
              </a:cxn>
            </a:cxnLst>
            <a:rect l="l" t="t" r="r" b="b"/>
            <a:pathLst>
              <a:path w="5299819" h="4736686">
                <a:moveTo>
                  <a:pt x="0" y="0"/>
                </a:moveTo>
                <a:lnTo>
                  <a:pt x="5299819" y="0"/>
                </a:lnTo>
                <a:lnTo>
                  <a:pt x="5299819" y="4736686"/>
                </a:lnTo>
                <a:lnTo>
                  <a:pt x="0" y="4736686"/>
                </a:lnTo>
                <a:close/>
              </a:path>
            </a:pathLst>
          </a:custGeom>
        </p:spPr>
      </p:pic>
      <p:sp>
        <p:nvSpPr>
          <p:cNvPr id="4" name="Footer Placeholder 3">
            <a:extLst>
              <a:ext uri="{FF2B5EF4-FFF2-40B4-BE49-F238E27FC236}">
                <a16:creationId xmlns:a16="http://schemas.microsoft.com/office/drawing/2014/main" id="{1C7B018C-9958-08DC-780D-290134EFF56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6E194933-DAF6-420E-3C34-647419A92A9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7172655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1F506-7B20-EEE3-F0E7-73FA3A33468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03A5838-156A-DC6D-D0B4-34F9FB59001B}"/>
              </a:ext>
            </a:extLst>
          </p:cNvPr>
          <p:cNvSpPr>
            <a:spLocks noGrp="1"/>
          </p:cNvSpPr>
          <p:nvPr>
            <p:ph type="title"/>
          </p:nvPr>
        </p:nvSpPr>
        <p:spPr/>
        <p:txBody>
          <a:bodyPr/>
          <a:lstStyle/>
          <a:p>
            <a:r>
              <a:rPr lang="en-US"/>
              <a:t>Stress-Testing Before Production Deployment</a:t>
            </a:r>
          </a:p>
        </p:txBody>
      </p:sp>
      <p:sp>
        <p:nvSpPr>
          <p:cNvPr id="38" name="Rectangle 37">
            <a:extLst>
              <a:ext uri="{FF2B5EF4-FFF2-40B4-BE49-F238E27FC236}">
                <a16:creationId xmlns:a16="http://schemas.microsoft.com/office/drawing/2014/main" id="{CF202F54-A648-39D6-D7ED-EB25383A3AFC}"/>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defTabSz="932563">
              <a:spcBef>
                <a:spcPts val="300"/>
              </a:spcBef>
              <a:spcAft>
                <a:spcPts val="200"/>
              </a:spcAft>
            </a:pPr>
            <a:r>
              <a:rPr lang="en-GB" b="1">
                <a:solidFill>
                  <a:schemeClr val="tx2"/>
                </a:solidFill>
                <a:cs typeface="Segoe UI Semibold" panose="020B0702040204020203" pitchFamily="34" charset="0"/>
              </a:rPr>
              <a:t>Performance Stress Testing</a:t>
            </a:r>
          </a:p>
          <a:p>
            <a:pPr marL="285750" indent="-285750" defTabSz="932563">
              <a:spcBef>
                <a:spcPts val="300"/>
              </a:spcBef>
              <a:spcAft>
                <a:spcPts val="200"/>
              </a:spcAft>
              <a:buFont typeface="Arial" panose="020B0604020202020204" pitchFamily="34" charset="0"/>
              <a:buChar char="•"/>
            </a:pPr>
            <a:r>
              <a:rPr lang="en-GB" sz="1600">
                <a:solidFill>
                  <a:schemeClr val="accent6"/>
                </a:solidFill>
                <a:cs typeface="Segoe UI Semibold" panose="020B0702040204020203" pitchFamily="34" charset="0"/>
              </a:rPr>
              <a:t>Load testing simulates high traffic volumes to identify maximum throughput before SLA violations</a:t>
            </a:r>
          </a:p>
          <a:p>
            <a:pPr marL="285750" indent="-285750" defTabSz="932563">
              <a:spcBef>
                <a:spcPts val="300"/>
              </a:spcBef>
              <a:spcAft>
                <a:spcPts val="200"/>
              </a:spcAft>
              <a:buFont typeface="Arial" panose="020B0604020202020204" pitchFamily="34" charset="0"/>
              <a:buChar char="•"/>
            </a:pPr>
            <a:r>
              <a:rPr lang="en-GB" sz="1600">
                <a:solidFill>
                  <a:schemeClr val="accent6"/>
                </a:solidFill>
                <a:cs typeface="Segoe UI Semibold" panose="020B0702040204020203" pitchFamily="34" charset="0"/>
              </a:rPr>
              <a:t>Scalability validation measures requests handled and tests autoscaling under peak usage</a:t>
            </a:r>
          </a:p>
          <a:p>
            <a:pPr marL="285750" indent="-285750" defTabSz="932563">
              <a:spcBef>
                <a:spcPts val="300"/>
              </a:spcBef>
              <a:spcAft>
                <a:spcPts val="200"/>
              </a:spcAft>
              <a:buFont typeface="Arial" panose="020B0604020202020204" pitchFamily="34" charset="0"/>
              <a:buChar char="•"/>
            </a:pPr>
            <a:r>
              <a:rPr lang="en-GB" sz="1600">
                <a:solidFill>
                  <a:schemeClr val="accent6"/>
                </a:solidFill>
                <a:cs typeface="Segoe UI Semibold" panose="020B0702040204020203" pitchFamily="34" charset="0"/>
              </a:rPr>
              <a:t>Latency profiling tracks P95 and P99 response times to ensure sub-second targets during traffic spikes</a:t>
            </a:r>
          </a:p>
          <a:p>
            <a:pPr marL="285750" indent="-285750" defTabSz="932563">
              <a:spcBef>
                <a:spcPts val="300"/>
              </a:spcBef>
              <a:spcAft>
                <a:spcPts val="200"/>
              </a:spcAft>
              <a:buFont typeface="Arial" panose="020B0604020202020204" pitchFamily="34" charset="0"/>
              <a:buChar char="•"/>
            </a:pPr>
            <a:r>
              <a:rPr lang="en-GB" sz="1600">
                <a:solidFill>
                  <a:schemeClr val="accent6"/>
                </a:solidFill>
                <a:cs typeface="Segoe UI Semibold" panose="020B0702040204020203" pitchFamily="34" charset="0"/>
              </a:rPr>
              <a:t>Infrastructure monitoring identifies CPU, memory, and GPU bottlenecks during stress tests</a:t>
            </a:r>
          </a:p>
          <a:p>
            <a:pPr marL="285750" indent="-285750" defTabSz="932563">
              <a:spcBef>
                <a:spcPts val="300"/>
              </a:spcBef>
              <a:spcAft>
                <a:spcPts val="200"/>
              </a:spcAft>
              <a:buFont typeface="Arial" panose="020B0604020202020204" pitchFamily="34" charset="0"/>
              <a:buChar char="•"/>
            </a:pPr>
            <a:endParaRPr lang="en-US" sz="1600">
              <a:solidFill>
                <a:schemeClr val="accent6"/>
              </a:solidFill>
              <a:cs typeface="Segoe UI Semibold" panose="020B0702040204020203" pitchFamily="34" charset="0"/>
            </a:endParaRPr>
          </a:p>
          <a:p>
            <a:pPr defTabSz="932563">
              <a:spcBef>
                <a:spcPts val="300"/>
              </a:spcBef>
              <a:spcAft>
                <a:spcPts val="200"/>
              </a:spcAft>
            </a:pPr>
            <a:r>
              <a:rPr lang="en-GB" b="1">
                <a:solidFill>
                  <a:schemeClr val="tx2"/>
                </a:solidFill>
                <a:cs typeface="Segoe UI Semibold" panose="020B0702040204020203" pitchFamily="34" charset="0"/>
              </a:rPr>
              <a:t>Safety and Adversarial Testing</a:t>
            </a:r>
            <a:endParaRPr lang="en-US">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US" sz="1600">
                <a:solidFill>
                  <a:schemeClr val="accent6"/>
                </a:solidFill>
                <a:cs typeface="Segoe UI Semibold" panose="020B0702040204020203" pitchFamily="34" charset="0"/>
              </a:rPr>
              <a:t>Red-team testing attempts to break models with prompt injection and jailbreaking to identify vulnerabilities</a:t>
            </a:r>
          </a:p>
          <a:p>
            <a:pPr marL="285750" indent="-285750" defTabSz="932563">
              <a:spcBef>
                <a:spcPts val="300"/>
              </a:spcBef>
              <a:spcAft>
                <a:spcPts val="200"/>
              </a:spcAft>
              <a:buFont typeface="Arial" panose="020B0604020202020204" pitchFamily="34" charset="0"/>
              <a:buChar char="•"/>
            </a:pPr>
            <a:r>
              <a:rPr lang="en-US" sz="1600">
                <a:solidFill>
                  <a:schemeClr val="accent6"/>
                </a:solidFill>
                <a:cs typeface="Segoe UI Semibold" panose="020B0702040204020203" pitchFamily="34" charset="0"/>
              </a:rPr>
              <a:t>Adversarial test sets include typos, ambiguous queries, and malicious prompts to validate refusal compliance</a:t>
            </a:r>
          </a:p>
          <a:p>
            <a:pPr marL="285750" indent="-285750" defTabSz="932563">
              <a:spcBef>
                <a:spcPts val="300"/>
              </a:spcBef>
              <a:spcAft>
                <a:spcPts val="200"/>
              </a:spcAft>
              <a:buFont typeface="Arial" panose="020B0604020202020204" pitchFamily="34" charset="0"/>
              <a:buChar char="•"/>
            </a:pPr>
            <a:r>
              <a:rPr lang="en-US" sz="1600">
                <a:solidFill>
                  <a:schemeClr val="accent6"/>
                </a:solidFill>
                <a:cs typeface="Segoe UI Semibold" panose="020B0702040204020203" pitchFamily="34" charset="0"/>
              </a:rPr>
              <a:t>Policy violation scanning uses automated detection and manual review to prevent toxic content</a:t>
            </a:r>
          </a:p>
          <a:p>
            <a:pPr marL="285750" indent="-285750" defTabSz="932563">
              <a:spcBef>
                <a:spcPts val="300"/>
              </a:spcBef>
              <a:spcAft>
                <a:spcPts val="200"/>
              </a:spcAft>
              <a:buFont typeface="Arial" panose="020B0604020202020204" pitchFamily="34" charset="0"/>
              <a:buChar char="•"/>
            </a:pPr>
            <a:r>
              <a:rPr lang="en-US" sz="1600">
                <a:solidFill>
                  <a:schemeClr val="accent6"/>
                </a:solidFill>
                <a:cs typeface="Segoe UI Semibold" panose="020B0702040204020203" pitchFamily="34" charset="0"/>
              </a:rPr>
              <a:t>Incident response validation tests recovery procedures and rollback mechanisms for production failures</a:t>
            </a:r>
            <a:endParaRPr lang="en-GB" sz="1600">
              <a:solidFill>
                <a:schemeClr val="accent6"/>
              </a:solidFill>
              <a:cs typeface="Segoe UI Semibold" panose="020B0702040204020203" pitchFamily="34" charset="0"/>
            </a:endParaRPr>
          </a:p>
          <a:p>
            <a:pPr defTabSz="932563">
              <a:spcBef>
                <a:spcPts val="300"/>
              </a:spcBef>
              <a:spcAft>
                <a:spcPts val="200"/>
              </a:spcAft>
            </a:pPr>
            <a:endParaRPr lang="en-GB" b="1">
              <a:solidFill>
                <a:schemeClr val="tx2"/>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2D65FA01-1728-8F82-9FB3-8DDF5185172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EBC08752-7231-3E2F-A4FD-F2E74C64C0CE}"/>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17</a:t>
            </a:fld>
            <a:endParaRPr lang="en-US" noProof="0"/>
          </a:p>
        </p:txBody>
      </p:sp>
    </p:spTree>
    <p:extLst>
      <p:ext uri="{BB962C8B-B14F-4D97-AF65-F5344CB8AC3E}">
        <p14:creationId xmlns:p14="http://schemas.microsoft.com/office/powerpoint/2010/main" val="388538305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9EBF2-3FFA-8FB6-D0C0-9ABF43E5188A}"/>
              </a:ext>
            </a:extLst>
          </p:cNvPr>
          <p:cNvSpPr>
            <a:spLocks noGrp="1"/>
          </p:cNvSpPr>
          <p:nvPr>
            <p:ph type="title"/>
          </p:nvPr>
        </p:nvSpPr>
        <p:spPr/>
        <p:txBody>
          <a:bodyPr/>
          <a:lstStyle/>
          <a:p>
            <a:r>
              <a:rPr lang="en-US"/>
              <a:t>Agent Evaluations: Why Agentic AI Differs</a:t>
            </a:r>
          </a:p>
        </p:txBody>
      </p:sp>
      <p:sp>
        <p:nvSpPr>
          <p:cNvPr id="3" name="Footer Placeholder 2">
            <a:extLst>
              <a:ext uri="{FF2B5EF4-FFF2-40B4-BE49-F238E27FC236}">
                <a16:creationId xmlns:a16="http://schemas.microsoft.com/office/drawing/2014/main" id="{2FD3667F-BAB4-65A3-1DFB-14D2CA364D4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828B4C4B-C5CB-B6D1-C3D7-A9DA5550176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8ACA3891-9F93-FE59-C977-CA8A9208D3E4}"/>
              </a:ext>
            </a:extLst>
          </p:cNvPr>
          <p:cNvSpPr txBox="1"/>
          <p:nvPr/>
        </p:nvSpPr>
        <p:spPr>
          <a:xfrm>
            <a:off x="575481" y="1888836"/>
            <a:ext cx="7404352" cy="4462760"/>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a:t>Agentic AI frameworks must support modular and composable agents performing complex tasks through goal-oriented planning and reasoning using LLM planner paradigms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Multi-agent collaboration introduces coordination complexity requiring evaluation of distributed problem-solving effectiveness and task handoff accuracy</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Essential criteria include analyzing performance and adapting behavior (reflection), retaining information over time (memory), and utilizing external tools effectively</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Evaluation must measure agent collaboration enabling distributed problem-solving plus transparency and interpretability for human understanding</a:t>
            </a:r>
          </a:p>
          <a:p>
            <a:pPr marL="342900" indent="-342900" algn="l">
              <a:buFont typeface="Arial" panose="020B0604020202020204" pitchFamily="34" charset="0"/>
              <a:buChar char="•"/>
            </a:pPr>
            <a:endParaRPr lang="en-US" sz="2000" err="1"/>
          </a:p>
        </p:txBody>
      </p:sp>
      <p:grpSp>
        <p:nvGrpSpPr>
          <p:cNvPr id="9" name="Group 8">
            <a:extLst>
              <a:ext uri="{FF2B5EF4-FFF2-40B4-BE49-F238E27FC236}">
                <a16:creationId xmlns:a16="http://schemas.microsoft.com/office/drawing/2014/main" id="{B12B067E-EE8F-5D4B-3D3E-7BC03967157F}"/>
              </a:ext>
              <a:ext uri="{C183D7F6-B498-43B3-948B-1728B52AA6E4}">
                <adec:decorative xmlns:adec="http://schemas.microsoft.com/office/drawing/2017/decorative" val="0"/>
              </a:ext>
            </a:extLst>
          </p:cNvPr>
          <p:cNvGrpSpPr/>
          <p:nvPr/>
        </p:nvGrpSpPr>
        <p:grpSpPr>
          <a:xfrm>
            <a:off x="8615492" y="1888835"/>
            <a:ext cx="3081779" cy="1160563"/>
            <a:chOff x="8615492" y="1888835"/>
            <a:chExt cx="3081779" cy="1160563"/>
          </a:xfrm>
        </p:grpSpPr>
        <p:sp>
          <p:nvSpPr>
            <p:cNvPr id="6" name="Rectangle: Rounded Corners 5">
              <a:extLst>
                <a:ext uri="{FF2B5EF4-FFF2-40B4-BE49-F238E27FC236}">
                  <a16:creationId xmlns:a16="http://schemas.microsoft.com/office/drawing/2014/main" id="{69AA6980-45B1-A621-FD7B-0CC1D6EF5B50}"/>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9301ECC7-FF9B-848C-B3AE-8FCE30FB91E2}"/>
                </a:ext>
              </a:extLst>
            </p:cNvPr>
            <p:cNvSpPr txBox="1"/>
            <p:nvPr/>
          </p:nvSpPr>
          <p:spPr>
            <a:xfrm>
              <a:off x="9036102" y="2053617"/>
              <a:ext cx="2423260" cy="830997"/>
            </a:xfrm>
            <a:prstGeom prst="rect">
              <a:avLst/>
            </a:prstGeom>
            <a:noFill/>
          </p:spPr>
          <p:txBody>
            <a:bodyPr wrap="square">
              <a:spAutoFit/>
            </a:bodyPr>
            <a:lstStyle/>
            <a:p>
              <a:pPr algn="l">
                <a:buNone/>
              </a:pPr>
              <a:r>
                <a:rPr lang="en-US" sz="1200" b="1" i="0">
                  <a:solidFill>
                    <a:schemeClr val="tx2"/>
                  </a:solidFill>
                  <a:effectLst/>
                </a:rPr>
                <a:t>Single Model Evaluation</a:t>
              </a:r>
            </a:p>
            <a:p>
              <a:pPr algn="l">
                <a:buNone/>
              </a:pPr>
              <a:r>
                <a:rPr lang="en-US" sz="1200" b="0" i="0">
                  <a:solidFill>
                    <a:schemeClr val="tx2"/>
                  </a:solidFill>
                  <a:effectLst/>
                </a:rPr>
                <a:t>Measures output quality using accuracy, relevance, fluency metrics on static test sets</a:t>
              </a:r>
            </a:p>
          </p:txBody>
        </p:sp>
      </p:grpSp>
      <p:grpSp>
        <p:nvGrpSpPr>
          <p:cNvPr id="10" name="Group 9">
            <a:extLst>
              <a:ext uri="{FF2B5EF4-FFF2-40B4-BE49-F238E27FC236}">
                <a16:creationId xmlns:a16="http://schemas.microsoft.com/office/drawing/2014/main" id="{82EE28C2-74D4-4FD8-2227-1DCE742B42B6}"/>
              </a:ext>
              <a:ext uri="{C183D7F6-B498-43B3-948B-1728B52AA6E4}">
                <adec:decorative xmlns:adec="http://schemas.microsoft.com/office/drawing/2017/decorative" val="0"/>
              </a:ext>
            </a:extLst>
          </p:cNvPr>
          <p:cNvGrpSpPr/>
          <p:nvPr/>
        </p:nvGrpSpPr>
        <p:grpSpPr>
          <a:xfrm>
            <a:off x="8615490" y="3323947"/>
            <a:ext cx="3081779" cy="1426605"/>
            <a:chOff x="8615492" y="1888835"/>
            <a:chExt cx="3081779" cy="1160563"/>
          </a:xfrm>
        </p:grpSpPr>
        <p:sp>
          <p:nvSpPr>
            <p:cNvPr id="11" name="Rectangle: Rounded Corners 10">
              <a:extLst>
                <a:ext uri="{FF2B5EF4-FFF2-40B4-BE49-F238E27FC236}">
                  <a16:creationId xmlns:a16="http://schemas.microsoft.com/office/drawing/2014/main" id="{48B84897-8265-4F4D-D33F-1EB1D2FA71AD}"/>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612E72E3-E40A-6425-28E9-5200759E36E8}"/>
                </a:ext>
              </a:extLst>
            </p:cNvPr>
            <p:cNvSpPr txBox="1"/>
            <p:nvPr/>
          </p:nvSpPr>
          <p:spPr>
            <a:xfrm>
              <a:off x="9036103" y="1925895"/>
              <a:ext cx="2423260" cy="976484"/>
            </a:xfrm>
            <a:prstGeom prst="rect">
              <a:avLst/>
            </a:prstGeom>
            <a:noFill/>
          </p:spPr>
          <p:txBody>
            <a:bodyPr wrap="square">
              <a:spAutoFit/>
            </a:bodyPr>
            <a:lstStyle/>
            <a:p>
              <a:pPr algn="l">
                <a:buNone/>
              </a:pPr>
              <a:r>
                <a:rPr lang="en-US" sz="1200" b="1" i="0">
                  <a:solidFill>
                    <a:schemeClr val="tx2"/>
                  </a:solidFill>
                  <a:effectLst/>
                </a:rPr>
                <a:t>Agentic Capabilities</a:t>
              </a:r>
            </a:p>
            <a:p>
              <a:pPr algn="l">
                <a:buNone/>
              </a:pPr>
              <a:r>
                <a:rPr lang="en-US" sz="1200" i="0">
                  <a:solidFill>
                    <a:schemeClr val="tx2"/>
                  </a:solidFill>
                  <a:effectLst/>
                </a:rPr>
                <a:t>Adds goal-oriented planning, dynamic task decomposition, tool discovery, contextual memory, multi-agent coordination</a:t>
              </a:r>
            </a:p>
          </p:txBody>
        </p:sp>
      </p:grpSp>
      <p:grpSp>
        <p:nvGrpSpPr>
          <p:cNvPr id="15" name="Group 14">
            <a:extLst>
              <a:ext uri="{FF2B5EF4-FFF2-40B4-BE49-F238E27FC236}">
                <a16:creationId xmlns:a16="http://schemas.microsoft.com/office/drawing/2014/main" id="{F2E10BAB-4E56-2D44-F455-8B65F018D5A7}"/>
              </a:ext>
              <a:ext uri="{C183D7F6-B498-43B3-948B-1728B52AA6E4}">
                <adec:decorative xmlns:adec="http://schemas.microsoft.com/office/drawing/2017/decorative" val="0"/>
              </a:ext>
            </a:extLst>
          </p:cNvPr>
          <p:cNvGrpSpPr/>
          <p:nvPr/>
        </p:nvGrpSpPr>
        <p:grpSpPr>
          <a:xfrm>
            <a:off x="8615489" y="4957029"/>
            <a:ext cx="3081779" cy="1426605"/>
            <a:chOff x="8615492" y="1888835"/>
            <a:chExt cx="3081779" cy="1160563"/>
          </a:xfrm>
        </p:grpSpPr>
        <p:sp>
          <p:nvSpPr>
            <p:cNvPr id="16" name="Rectangle: Rounded Corners 15">
              <a:extLst>
                <a:ext uri="{FF2B5EF4-FFF2-40B4-BE49-F238E27FC236}">
                  <a16:creationId xmlns:a16="http://schemas.microsoft.com/office/drawing/2014/main" id="{E014EF11-04E2-C12E-0665-DBD1F3894CB4}"/>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TextBox 16">
              <a:extLst>
                <a:ext uri="{FF2B5EF4-FFF2-40B4-BE49-F238E27FC236}">
                  <a16:creationId xmlns:a16="http://schemas.microsoft.com/office/drawing/2014/main" id="{130A42EC-B37D-A2E3-BB20-8F239E7E1344}"/>
                </a:ext>
              </a:extLst>
            </p:cNvPr>
            <p:cNvSpPr txBox="1"/>
            <p:nvPr/>
          </p:nvSpPr>
          <p:spPr>
            <a:xfrm>
              <a:off x="9036103" y="1925895"/>
              <a:ext cx="2423260" cy="826256"/>
            </a:xfrm>
            <a:prstGeom prst="rect">
              <a:avLst/>
            </a:prstGeom>
            <a:noFill/>
          </p:spPr>
          <p:txBody>
            <a:bodyPr wrap="square">
              <a:spAutoFit/>
            </a:bodyPr>
            <a:lstStyle/>
            <a:p>
              <a:pPr algn="l">
                <a:buNone/>
              </a:pPr>
              <a:r>
                <a:rPr lang="en-US" sz="1200" b="1" i="0">
                  <a:solidFill>
                    <a:schemeClr val="tx2"/>
                  </a:solidFill>
                  <a:effectLst/>
                </a:rPr>
                <a:t>New Evaluation Dimensions</a:t>
              </a:r>
            </a:p>
            <a:p>
              <a:pPr algn="l">
                <a:buNone/>
              </a:pPr>
              <a:r>
                <a:rPr lang="en-US" sz="1200" i="0">
                  <a:solidFill>
                    <a:schemeClr val="tx2"/>
                  </a:solidFill>
                  <a:effectLst/>
                </a:rPr>
                <a:t>Requires measuring reflection, memory retention, planning effectiveness, collaboration quality, tool invocation accuracy</a:t>
              </a:r>
            </a:p>
          </p:txBody>
        </p:sp>
      </p:grpSp>
      <p:cxnSp>
        <p:nvCxnSpPr>
          <p:cNvPr id="19" name="Straight Connector 18">
            <a:extLst>
              <a:ext uri="{FF2B5EF4-FFF2-40B4-BE49-F238E27FC236}">
                <a16:creationId xmlns:a16="http://schemas.microsoft.com/office/drawing/2014/main" id="{CBFD4F91-ECBF-DA44-696F-EC06F59DB18B}"/>
              </a:ext>
              <a:ext uri="{C183D7F6-B498-43B3-948B-1728B52AA6E4}">
                <adec:decorative xmlns:adec="http://schemas.microsoft.com/office/drawing/2017/decorative" val="1"/>
              </a:ext>
            </a:extLst>
          </p:cNvPr>
          <p:cNvCxnSpPr>
            <a:endCxn id="11" idx="0"/>
          </p:cNvCxnSpPr>
          <p:nvPr/>
        </p:nvCxnSpPr>
        <p:spPr>
          <a:xfrm>
            <a:off x="10156378" y="3133288"/>
            <a:ext cx="0" cy="142613"/>
          </a:xfrm>
          <a:prstGeom prst="line">
            <a:avLst/>
          </a:prstGeom>
          <a:ln>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8B1305E-0A21-2A91-A0CD-02769CA0E8D4}"/>
              </a:ext>
              <a:ext uri="{C183D7F6-B498-43B3-948B-1728B52AA6E4}">
                <adec:decorative xmlns:adec="http://schemas.microsoft.com/office/drawing/2017/decorative" val="1"/>
              </a:ext>
            </a:extLst>
          </p:cNvPr>
          <p:cNvCxnSpPr/>
          <p:nvPr/>
        </p:nvCxnSpPr>
        <p:spPr>
          <a:xfrm>
            <a:off x="10156378" y="4773682"/>
            <a:ext cx="0" cy="142613"/>
          </a:xfrm>
          <a:prstGeom prst="line">
            <a:avLst/>
          </a:prstGeom>
          <a:ln>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92013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3698D1-FC05-9523-2CCB-1F4AB7631038}"/>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4B163E3D-6E00-D050-296B-7D92059DCA36}"/>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3" name="Text Placeholder 12">
            <a:extLst>
              <a:ext uri="{FF2B5EF4-FFF2-40B4-BE49-F238E27FC236}">
                <a16:creationId xmlns:a16="http://schemas.microsoft.com/office/drawing/2014/main" id="{4FCB0960-7A34-F1BF-E10A-29C52F4A172A}"/>
              </a:ext>
            </a:extLst>
          </p:cNvPr>
          <p:cNvSpPr>
            <a:spLocks noGrp="1"/>
          </p:cNvSpPr>
          <p:nvPr>
            <p:ph type="title" idx="4294967295"/>
          </p:nvPr>
        </p:nvSpPr>
        <p:spPr>
          <a:xfrm>
            <a:off x="249238" y="2139950"/>
            <a:ext cx="3286125" cy="246221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4000" b="1" i="0" u="none" strike="noStrike" kern="1200" cap="none" spc="0" normalizeH="0" baseline="0" noProof="0">
                <a:ln>
                  <a:noFill/>
                </a:ln>
                <a:solidFill>
                  <a:schemeClr val="bg1"/>
                </a:solidFill>
                <a:effectLst/>
                <a:uLnTx/>
                <a:uFillTx/>
                <a:latin typeface="+mj-lt"/>
                <a:ea typeface="+mn-ea"/>
                <a:cs typeface="Segoe UI" panose="020B0502040204020203" pitchFamily="34" charset="0"/>
              </a:rPr>
              <a:t>Continuous Evaluation and Monitoring</a:t>
            </a:r>
            <a:endParaRPr kumimoji="0" lang="en-US" sz="4000" b="0" i="0" u="none" strike="noStrike" kern="1200" cap="none" spc="0" normalizeH="0" baseline="0" noProof="0">
              <a:ln>
                <a:noFill/>
              </a:ln>
              <a:solidFill>
                <a:schemeClr val="bg1"/>
              </a:solidFill>
              <a:effectLst/>
              <a:uLnTx/>
              <a:uFillTx/>
              <a:latin typeface="+mj-lt"/>
              <a:ea typeface="+mn-ea"/>
              <a:cs typeface="Segoe UI" panose="020B0502040204020203" pitchFamily="34" charset="0"/>
            </a:endParaRPr>
          </a:p>
        </p:txBody>
      </p:sp>
      <p:grpSp>
        <p:nvGrpSpPr>
          <p:cNvPr id="10" name="Group 9">
            <a:extLst>
              <a:ext uri="{FF2B5EF4-FFF2-40B4-BE49-F238E27FC236}">
                <a16:creationId xmlns:a16="http://schemas.microsoft.com/office/drawing/2014/main" id="{BD47D239-1E69-8FFF-08E9-5C85E059A01A}"/>
              </a:ext>
              <a:ext uri="{C183D7F6-B498-43B3-948B-1728B52AA6E4}">
                <adec:decorative xmlns:adec="http://schemas.microsoft.com/office/drawing/2017/decorative" val="0"/>
              </a:ext>
            </a:extLst>
          </p:cNvPr>
          <p:cNvGrpSpPr/>
          <p:nvPr/>
        </p:nvGrpSpPr>
        <p:grpSpPr>
          <a:xfrm>
            <a:off x="4900004" y="531974"/>
            <a:ext cx="5951154" cy="690780"/>
            <a:chOff x="8615492" y="1888835"/>
            <a:chExt cx="3081779" cy="1160563"/>
          </a:xfrm>
        </p:grpSpPr>
        <p:sp>
          <p:nvSpPr>
            <p:cNvPr id="11" name="Rectangle: Rounded Corners 10">
              <a:extLst>
                <a:ext uri="{FF2B5EF4-FFF2-40B4-BE49-F238E27FC236}">
                  <a16:creationId xmlns:a16="http://schemas.microsoft.com/office/drawing/2014/main" id="{F10036DA-72CF-A334-BD8D-3B791FB0D9C3}"/>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3BDA2F11-22C0-32FA-CB0E-C5D6E75D6421}"/>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Deploy</a:t>
              </a:r>
            </a:p>
            <a:p>
              <a:pPr algn="l">
                <a:buNone/>
              </a:pPr>
              <a:r>
                <a:rPr lang="en-US" sz="1200" i="0">
                  <a:solidFill>
                    <a:schemeClr val="tx2"/>
                  </a:solidFill>
                  <a:effectLst/>
                </a:rPr>
                <a:t>Release model to production with baseline metrics established and monitoring infrastructure configured</a:t>
              </a:r>
            </a:p>
          </p:txBody>
        </p:sp>
      </p:grpSp>
      <p:cxnSp>
        <p:nvCxnSpPr>
          <p:cNvPr id="34" name="Straight Arrow Connector 33">
            <a:extLst>
              <a:ext uri="{FF2B5EF4-FFF2-40B4-BE49-F238E27FC236}">
                <a16:creationId xmlns:a16="http://schemas.microsoft.com/office/drawing/2014/main" id="{6FA2667F-3812-C341-66EE-FBBF58F00E90}"/>
              </a:ext>
              <a:ext uri="{C183D7F6-B498-43B3-948B-1728B52AA6E4}">
                <adec:decorative xmlns:adec="http://schemas.microsoft.com/office/drawing/2017/decorative" val="0"/>
              </a:ext>
            </a:extLst>
          </p:cNvPr>
          <p:cNvCxnSpPr/>
          <p:nvPr/>
        </p:nvCxnSpPr>
        <p:spPr>
          <a:xfrm>
            <a:off x="7875581" y="1304488"/>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F7289CEA-97D8-8AFC-E7E3-78BEE2DF8A18}"/>
              </a:ext>
              <a:ext uri="{C183D7F6-B498-43B3-948B-1728B52AA6E4}">
                <adec:decorative xmlns:adec="http://schemas.microsoft.com/office/drawing/2017/decorative" val="0"/>
              </a:ext>
            </a:extLst>
          </p:cNvPr>
          <p:cNvGrpSpPr/>
          <p:nvPr/>
        </p:nvGrpSpPr>
        <p:grpSpPr>
          <a:xfrm>
            <a:off x="4900004" y="1721285"/>
            <a:ext cx="5951154" cy="690780"/>
            <a:chOff x="8615492" y="1888835"/>
            <a:chExt cx="3081779" cy="1160563"/>
          </a:xfrm>
        </p:grpSpPr>
        <p:sp>
          <p:nvSpPr>
            <p:cNvPr id="19" name="Rectangle: Rounded Corners 18">
              <a:extLst>
                <a:ext uri="{FF2B5EF4-FFF2-40B4-BE49-F238E27FC236}">
                  <a16:creationId xmlns:a16="http://schemas.microsoft.com/office/drawing/2014/main" id="{A0E0CF22-B3F0-A3B0-DBE7-95B14B30DDD9}"/>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69A1D862-C02E-23B2-F49E-DAAB1C011152}"/>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Monitor</a:t>
              </a:r>
            </a:p>
            <a:p>
              <a:pPr algn="l">
                <a:buNone/>
              </a:pPr>
              <a:r>
                <a:rPr lang="en-US" sz="1200" i="0">
                  <a:solidFill>
                    <a:schemeClr val="tx2"/>
                  </a:solidFill>
                  <a:effectLst/>
                </a:rPr>
                <a:t>Continuously track automated metrics including latency, error rates, safety scores, and user satisfaction indicators</a:t>
              </a:r>
            </a:p>
          </p:txBody>
        </p:sp>
      </p:grpSp>
      <p:cxnSp>
        <p:nvCxnSpPr>
          <p:cNvPr id="37" name="Straight Arrow Connector 36">
            <a:extLst>
              <a:ext uri="{FF2B5EF4-FFF2-40B4-BE49-F238E27FC236}">
                <a16:creationId xmlns:a16="http://schemas.microsoft.com/office/drawing/2014/main" id="{BBD1A2A1-06DD-0BE8-E098-1715BEC8DA33}"/>
              </a:ext>
              <a:ext uri="{C183D7F6-B498-43B3-948B-1728B52AA6E4}">
                <adec:decorative xmlns:adec="http://schemas.microsoft.com/office/drawing/2017/decorative" val="0"/>
              </a:ext>
            </a:extLst>
          </p:cNvPr>
          <p:cNvCxnSpPr/>
          <p:nvPr/>
        </p:nvCxnSpPr>
        <p:spPr>
          <a:xfrm>
            <a:off x="7875581" y="2492928"/>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007FA209-323C-48A4-2284-63AE3DCBF467}"/>
              </a:ext>
              <a:ext uri="{C183D7F6-B498-43B3-948B-1728B52AA6E4}">
                <adec:decorative xmlns:adec="http://schemas.microsoft.com/office/drawing/2017/decorative" val="0"/>
              </a:ext>
            </a:extLst>
          </p:cNvPr>
          <p:cNvGrpSpPr/>
          <p:nvPr/>
        </p:nvGrpSpPr>
        <p:grpSpPr>
          <a:xfrm>
            <a:off x="4900004" y="2907715"/>
            <a:ext cx="5951154" cy="690780"/>
            <a:chOff x="8615492" y="1888835"/>
            <a:chExt cx="3081779" cy="1160563"/>
          </a:xfrm>
        </p:grpSpPr>
        <p:sp>
          <p:nvSpPr>
            <p:cNvPr id="25" name="Rectangle: Rounded Corners 24">
              <a:extLst>
                <a:ext uri="{FF2B5EF4-FFF2-40B4-BE49-F238E27FC236}">
                  <a16:creationId xmlns:a16="http://schemas.microsoft.com/office/drawing/2014/main" id="{30B23BC4-B0A8-1467-EEE7-B2D1DF773E3A}"/>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6" name="TextBox 25">
              <a:extLst>
                <a:ext uri="{FF2B5EF4-FFF2-40B4-BE49-F238E27FC236}">
                  <a16:creationId xmlns:a16="http://schemas.microsoft.com/office/drawing/2014/main" id="{293CA2D6-F816-9B82-EF71-020878FF5B4A}"/>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Sample</a:t>
              </a:r>
            </a:p>
            <a:p>
              <a:pPr algn="l">
                <a:buNone/>
              </a:pPr>
              <a:r>
                <a:rPr lang="en-US" sz="1200" i="0">
                  <a:solidFill>
                    <a:schemeClr val="tx2"/>
                  </a:solidFill>
                  <a:effectLst/>
                </a:rPr>
                <a:t>Periodically select random conversations for human review against quality rubrics to catch issues automation misses</a:t>
              </a:r>
            </a:p>
          </p:txBody>
        </p:sp>
      </p:grpSp>
      <p:cxnSp>
        <p:nvCxnSpPr>
          <p:cNvPr id="38" name="Straight Arrow Connector 37">
            <a:extLst>
              <a:ext uri="{FF2B5EF4-FFF2-40B4-BE49-F238E27FC236}">
                <a16:creationId xmlns:a16="http://schemas.microsoft.com/office/drawing/2014/main" id="{477C3343-1B26-C5FF-C256-D6CAD9EF7164}"/>
              </a:ext>
              <a:ext uri="{C183D7F6-B498-43B3-948B-1728B52AA6E4}">
                <adec:decorative xmlns:adec="http://schemas.microsoft.com/office/drawing/2017/decorative" val="0"/>
              </a:ext>
            </a:extLst>
          </p:cNvPr>
          <p:cNvCxnSpPr/>
          <p:nvPr/>
        </p:nvCxnSpPr>
        <p:spPr>
          <a:xfrm>
            <a:off x="7927032" y="3689757"/>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C36C85E6-638E-B32C-DFFB-2E39AC19B203}"/>
              </a:ext>
              <a:ext uri="{C183D7F6-B498-43B3-948B-1728B52AA6E4}">
                <adec:decorative xmlns:adec="http://schemas.microsoft.com/office/drawing/2017/decorative" val="0"/>
              </a:ext>
            </a:extLst>
          </p:cNvPr>
          <p:cNvGrpSpPr/>
          <p:nvPr/>
        </p:nvGrpSpPr>
        <p:grpSpPr>
          <a:xfrm>
            <a:off x="4964322" y="4089546"/>
            <a:ext cx="5951154" cy="690780"/>
            <a:chOff x="8615492" y="1888835"/>
            <a:chExt cx="3081779" cy="1160563"/>
          </a:xfrm>
        </p:grpSpPr>
        <p:sp>
          <p:nvSpPr>
            <p:cNvPr id="28" name="Rectangle: Rounded Corners 27">
              <a:extLst>
                <a:ext uri="{FF2B5EF4-FFF2-40B4-BE49-F238E27FC236}">
                  <a16:creationId xmlns:a16="http://schemas.microsoft.com/office/drawing/2014/main" id="{1193863A-9528-BCA7-F581-512A029F8BCF}"/>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TextBox 28">
              <a:extLst>
                <a:ext uri="{FF2B5EF4-FFF2-40B4-BE49-F238E27FC236}">
                  <a16:creationId xmlns:a16="http://schemas.microsoft.com/office/drawing/2014/main" id="{B719AFC2-6246-3009-EE67-14037EF5E9D9}"/>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Analyze</a:t>
              </a:r>
            </a:p>
            <a:p>
              <a:pPr algn="l">
                <a:buNone/>
              </a:pPr>
              <a:r>
                <a:rPr lang="en-US" sz="1200" i="0">
                  <a:solidFill>
                    <a:schemeClr val="tx2"/>
                  </a:solidFill>
                  <a:effectLst/>
                </a:rPr>
                <a:t>Aggregate metrics over time to detect trends, regressions, and emerging patterns requiring intervention</a:t>
              </a:r>
            </a:p>
          </p:txBody>
        </p:sp>
      </p:grpSp>
      <p:cxnSp>
        <p:nvCxnSpPr>
          <p:cNvPr id="39" name="Straight Arrow Connector 38">
            <a:extLst>
              <a:ext uri="{FF2B5EF4-FFF2-40B4-BE49-F238E27FC236}">
                <a16:creationId xmlns:a16="http://schemas.microsoft.com/office/drawing/2014/main" id="{375EB248-E4D4-51F8-9A6E-DA03ECB16BA0}"/>
              </a:ext>
              <a:ext uri="{C183D7F6-B498-43B3-948B-1728B52AA6E4}">
                <adec:decorative xmlns:adec="http://schemas.microsoft.com/office/drawing/2017/decorative" val="0"/>
              </a:ext>
            </a:extLst>
          </p:cNvPr>
          <p:cNvCxnSpPr/>
          <p:nvPr/>
        </p:nvCxnSpPr>
        <p:spPr>
          <a:xfrm>
            <a:off x="7939899" y="4857226"/>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54045ED7-DEC2-1EFA-EA21-FFE2727F2923}"/>
              </a:ext>
              <a:ext uri="{C183D7F6-B498-43B3-948B-1728B52AA6E4}">
                <adec:decorative xmlns:adec="http://schemas.microsoft.com/office/drawing/2017/decorative" val="0"/>
              </a:ext>
            </a:extLst>
          </p:cNvPr>
          <p:cNvGrpSpPr/>
          <p:nvPr/>
        </p:nvGrpSpPr>
        <p:grpSpPr>
          <a:xfrm>
            <a:off x="4964322" y="5275976"/>
            <a:ext cx="5951154" cy="690780"/>
            <a:chOff x="8615492" y="1888835"/>
            <a:chExt cx="3081779" cy="1160563"/>
          </a:xfrm>
        </p:grpSpPr>
        <p:sp>
          <p:nvSpPr>
            <p:cNvPr id="31" name="Rectangle: Rounded Corners 30">
              <a:extLst>
                <a:ext uri="{FF2B5EF4-FFF2-40B4-BE49-F238E27FC236}">
                  <a16:creationId xmlns:a16="http://schemas.microsoft.com/office/drawing/2014/main" id="{EC9D2461-0BD0-B581-9ABF-720E2AEE8615}"/>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 name="TextBox 31">
              <a:extLst>
                <a:ext uri="{FF2B5EF4-FFF2-40B4-BE49-F238E27FC236}">
                  <a16:creationId xmlns:a16="http://schemas.microsoft.com/office/drawing/2014/main" id="{7D974AE6-9D88-3D3D-4A77-A81E39CDB069}"/>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Iterate</a:t>
              </a:r>
            </a:p>
            <a:p>
              <a:pPr algn="l">
                <a:buNone/>
              </a:pPr>
              <a:r>
                <a:rPr lang="en-US" sz="1200" i="0">
                  <a:solidFill>
                    <a:schemeClr val="tx2"/>
                  </a:solidFill>
                  <a:effectLst/>
                </a:rPr>
                <a:t>Use evaluation results to drive model updates, prompt refinements, infrastructure improvements, and process adjustments</a:t>
              </a:r>
            </a:p>
          </p:txBody>
        </p:sp>
      </p:grpSp>
    </p:spTree>
    <p:extLst>
      <p:ext uri="{BB962C8B-B14F-4D97-AF65-F5344CB8AC3E}">
        <p14:creationId xmlns:p14="http://schemas.microsoft.com/office/powerpoint/2010/main" val="30968131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72B0-D7C2-4DE0-82FF-D325B666E2A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FC5F027-404A-88D1-7239-C560C64B989D}"/>
              </a:ext>
            </a:extLst>
          </p:cNvPr>
          <p:cNvSpPr>
            <a:spLocks noGrp="1"/>
          </p:cNvSpPr>
          <p:nvPr>
            <p:ph type="title"/>
          </p:nvPr>
        </p:nvSpPr>
        <p:spPr/>
        <p:txBody>
          <a:bodyPr/>
          <a:lstStyle/>
          <a:p>
            <a:r>
              <a:rPr lang="en-US" b="1"/>
              <a:t>Safety, Reliability, and Cost Considerations</a:t>
            </a:r>
          </a:p>
        </p:txBody>
      </p:sp>
      <p:grpSp>
        <p:nvGrpSpPr>
          <p:cNvPr id="2" name="Group 1">
            <a:extLst>
              <a:ext uri="{FF2B5EF4-FFF2-40B4-BE49-F238E27FC236}">
                <a16:creationId xmlns:a16="http://schemas.microsoft.com/office/drawing/2014/main" id="{09B7B1FD-5C70-8A53-C9D5-F929A0782A67}"/>
              </a:ext>
              <a:ext uri="{C183D7F6-B498-43B3-948B-1728B52AA6E4}">
                <adec:decorative xmlns:adec="http://schemas.microsoft.com/office/drawing/2017/decorative" val="1"/>
              </a:ext>
            </a:extLst>
          </p:cNvPr>
          <p:cNvGrpSpPr/>
          <p:nvPr/>
        </p:nvGrpSpPr>
        <p:grpSpPr>
          <a:xfrm>
            <a:off x="575481" y="1772631"/>
            <a:ext cx="3551902" cy="4147690"/>
            <a:chOff x="925007" y="1825597"/>
            <a:chExt cx="3551902" cy="4147690"/>
          </a:xfrm>
        </p:grpSpPr>
        <p:grpSp>
          <p:nvGrpSpPr>
            <p:cNvPr id="127" name="Group 126" descr="Icon of a person with a box around them">
              <a:extLst>
                <a:ext uri="{FF2B5EF4-FFF2-40B4-BE49-F238E27FC236}">
                  <a16:creationId xmlns:a16="http://schemas.microsoft.com/office/drawing/2014/main" id="{E9549223-ECB9-DE02-BA61-CDA32ABA6EB0}"/>
                </a:ext>
              </a:extLst>
            </p:cNvPr>
            <p:cNvGrpSpPr/>
            <p:nvPr/>
          </p:nvGrpSpPr>
          <p:grpSpPr>
            <a:xfrm>
              <a:off x="925007" y="1825597"/>
              <a:ext cx="587403" cy="587403"/>
              <a:chOff x="4850654" y="510655"/>
              <a:chExt cx="751672" cy="751672"/>
            </a:xfrm>
          </p:grpSpPr>
          <p:sp>
            <p:nvSpPr>
              <p:cNvPr id="128" name="Oval 127">
                <a:extLst>
                  <a:ext uri="{FF2B5EF4-FFF2-40B4-BE49-F238E27FC236}">
                    <a16:creationId xmlns:a16="http://schemas.microsoft.com/office/drawing/2014/main" id="{7E94E9CC-4D1D-63CD-5F4B-62A4D450D4CB}"/>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9" name="people_5">
                <a:extLst>
                  <a:ext uri="{FF2B5EF4-FFF2-40B4-BE49-F238E27FC236}">
                    <a16:creationId xmlns:a16="http://schemas.microsoft.com/office/drawing/2014/main" id="{DB620ACE-B5A0-87F7-C77F-58FBA76974EA}"/>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62" name="Straight Connector 161">
              <a:extLst>
                <a:ext uri="{FF2B5EF4-FFF2-40B4-BE49-F238E27FC236}">
                  <a16:creationId xmlns:a16="http://schemas.microsoft.com/office/drawing/2014/main" id="{A6C0B5E4-633C-41C9-080B-A97E583EA6AE}"/>
                </a:ext>
                <a:ext uri="{C183D7F6-B498-43B3-948B-1728B52AA6E4}">
                  <adec:decorative xmlns:adec="http://schemas.microsoft.com/office/drawing/2017/decorative" val="1"/>
                </a:ext>
              </a:extLst>
            </p:cNvPr>
            <p:cNvCxnSpPr>
              <a:cxnSpLocks/>
            </p:cNvCxnSpPr>
            <p:nvPr/>
          </p:nvCxnSpPr>
          <p:spPr>
            <a:xfrm>
              <a:off x="925007"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DEC8D3F3-8CCA-3467-53D6-EB4C481F590E}"/>
                </a:ext>
              </a:extLst>
            </p:cNvPr>
            <p:cNvSpPr/>
            <p:nvPr/>
          </p:nvSpPr>
          <p:spPr>
            <a:xfrm>
              <a:off x="925007" y="2706679"/>
              <a:ext cx="3551902" cy="3266608"/>
            </a:xfrm>
            <a:prstGeom prst="rect">
              <a:avLst/>
            </a:prstGeom>
            <a:noFill/>
          </p:spPr>
          <p:txBody>
            <a:bodyPr wrap="square" lIns="0" tIns="0" rIns="0" bIns="0" anchor="t" anchorCtr="0">
              <a:noAutofit/>
            </a:bodyPr>
            <a:lstStyle/>
            <a:p>
              <a:r>
                <a:rPr lang="en-US" sz="1400" b="1">
                  <a:solidFill>
                    <a:schemeClr val="tx2"/>
                  </a:solidFill>
                </a:rPr>
                <a:t>Safety Evaluation</a:t>
              </a:r>
            </a:p>
            <a:p>
              <a:endParaRPr lang="en-US" sz="2000"/>
            </a:p>
            <a:p>
              <a:pPr marL="285750" indent="-285750">
                <a:buFont typeface="Arial" panose="020B0604020202020204" pitchFamily="34" charset="0"/>
                <a:buChar char="•"/>
              </a:pPr>
              <a:r>
                <a:rPr lang="en-US" sz="1400"/>
                <a:t>Toxicity and hate speech detection using tools like Perspective API minimizes offensive content occurrences</a:t>
              </a:r>
            </a:p>
            <a:p>
              <a:pPr marL="285750" indent="-285750">
                <a:buFont typeface="Arial" panose="020B0604020202020204" pitchFamily="34" charset="0"/>
                <a:buChar char="•"/>
              </a:pPr>
              <a:r>
                <a:rPr lang="en-US" sz="1400"/>
                <a:t>Bias and fairness testing through paired demographic testing ensures equitable treatment and prevents discriminatory responses</a:t>
              </a:r>
            </a:p>
            <a:p>
              <a:pPr marL="285750" indent="-285750">
                <a:buFont typeface="Arial" panose="020B0604020202020204" pitchFamily="34" charset="0"/>
                <a:buChar char="•"/>
              </a:pPr>
              <a:r>
                <a:rPr lang="en-US" sz="1400"/>
                <a:t>Privacy and security controls prevent leaks of personally identifiable information through manual tests and automated PII detection patterns</a:t>
              </a:r>
            </a:p>
            <a:p>
              <a:pPr marL="285750" indent="-285750">
                <a:buFont typeface="Arial" panose="020B0604020202020204" pitchFamily="34" charset="0"/>
                <a:buChar char="•"/>
              </a:pPr>
              <a:r>
                <a:rPr lang="en-US" sz="1400"/>
                <a:t>Policy adherence validation ensures compliance with organizational rules, disclaimers, and regulatory requirements before deployment</a:t>
              </a:r>
            </a:p>
          </p:txBody>
        </p:sp>
      </p:grpSp>
      <p:grpSp>
        <p:nvGrpSpPr>
          <p:cNvPr id="6" name="Group 5">
            <a:extLst>
              <a:ext uri="{FF2B5EF4-FFF2-40B4-BE49-F238E27FC236}">
                <a16:creationId xmlns:a16="http://schemas.microsoft.com/office/drawing/2014/main" id="{FF9BBB33-1C0C-6F2A-7C99-29B3DEDE84B8}"/>
              </a:ext>
              <a:ext uri="{C183D7F6-B498-43B3-948B-1728B52AA6E4}">
                <adec:decorative xmlns:adec="http://schemas.microsoft.com/office/drawing/2017/decorative" val="1"/>
              </a:ext>
            </a:extLst>
          </p:cNvPr>
          <p:cNvGrpSpPr/>
          <p:nvPr/>
        </p:nvGrpSpPr>
        <p:grpSpPr>
          <a:xfrm>
            <a:off x="4599503" y="1772631"/>
            <a:ext cx="3630096" cy="4147690"/>
            <a:chOff x="6098381" y="1825597"/>
            <a:chExt cx="3630096" cy="4147690"/>
          </a:xfrm>
        </p:grpSpPr>
        <p:cxnSp>
          <p:nvCxnSpPr>
            <p:cNvPr id="255" name="Straight Connector 254">
              <a:extLst>
                <a:ext uri="{FF2B5EF4-FFF2-40B4-BE49-F238E27FC236}">
                  <a16:creationId xmlns:a16="http://schemas.microsoft.com/office/drawing/2014/main" id="{51B238F5-5263-A762-69B7-FC6C3BA9B3E6}"/>
                </a:ext>
                <a:ext uri="{C183D7F6-B498-43B3-948B-1728B52AA6E4}">
                  <adec:decorative xmlns:adec="http://schemas.microsoft.com/office/drawing/2017/decorative" val="1"/>
                </a:ext>
              </a:extLst>
            </p:cNvPr>
            <p:cNvCxnSpPr>
              <a:cxnSpLocks/>
            </p:cNvCxnSpPr>
            <p:nvPr/>
          </p:nvCxnSpPr>
          <p:spPr>
            <a:xfrm>
              <a:off x="6098381"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61" name="Group 260" descr="Icon of three people with an arrow above them pointing down">
              <a:extLst>
                <a:ext uri="{FF2B5EF4-FFF2-40B4-BE49-F238E27FC236}">
                  <a16:creationId xmlns:a16="http://schemas.microsoft.com/office/drawing/2014/main" id="{53EB2944-3F10-9D0D-677A-936495D14198}"/>
                </a:ext>
              </a:extLst>
            </p:cNvPr>
            <p:cNvGrpSpPr/>
            <p:nvPr/>
          </p:nvGrpSpPr>
          <p:grpSpPr>
            <a:xfrm>
              <a:off x="6274839" y="1825597"/>
              <a:ext cx="587403" cy="587403"/>
              <a:chOff x="4850654" y="2426131"/>
              <a:chExt cx="751672" cy="751672"/>
            </a:xfrm>
          </p:grpSpPr>
          <p:sp>
            <p:nvSpPr>
              <p:cNvPr id="262" name="Oval 261">
                <a:extLst>
                  <a:ext uri="{FF2B5EF4-FFF2-40B4-BE49-F238E27FC236}">
                    <a16:creationId xmlns:a16="http://schemas.microsoft.com/office/drawing/2014/main" id="{B5A19252-04E5-26E4-FBD8-4CE3FEA53F1F}"/>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63" name="people_2">
                <a:extLst>
                  <a:ext uri="{FF2B5EF4-FFF2-40B4-BE49-F238E27FC236}">
                    <a16:creationId xmlns:a16="http://schemas.microsoft.com/office/drawing/2014/main" id="{DAF4C3D0-3A66-1214-AF9F-6606D2497F45}"/>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76" name="Straight Connector 275">
              <a:extLst>
                <a:ext uri="{FF2B5EF4-FFF2-40B4-BE49-F238E27FC236}">
                  <a16:creationId xmlns:a16="http://schemas.microsoft.com/office/drawing/2014/main" id="{98EAC428-CD62-B194-4583-343B830C5CF8}"/>
                </a:ext>
                <a:ext uri="{C183D7F6-B498-43B3-948B-1728B52AA6E4}">
                  <adec:decorative xmlns:adec="http://schemas.microsoft.com/office/drawing/2017/decorative" val="1"/>
                </a:ext>
              </a:extLst>
            </p:cNvPr>
            <p:cNvCxnSpPr>
              <a:cxnSpLocks/>
            </p:cNvCxnSpPr>
            <p:nvPr/>
          </p:nvCxnSpPr>
          <p:spPr>
            <a:xfrm>
              <a:off x="6274839"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8" name="Rectangle 277">
              <a:extLst>
                <a:ext uri="{FF2B5EF4-FFF2-40B4-BE49-F238E27FC236}">
                  <a16:creationId xmlns:a16="http://schemas.microsoft.com/office/drawing/2014/main" id="{19B371F8-F74B-3F32-6A1E-4A252192F4E0}"/>
                </a:ext>
              </a:extLst>
            </p:cNvPr>
            <p:cNvSpPr/>
            <p:nvPr/>
          </p:nvSpPr>
          <p:spPr>
            <a:xfrm>
              <a:off x="6274838" y="2706679"/>
              <a:ext cx="3453639" cy="3266608"/>
            </a:xfrm>
            <a:prstGeom prst="rect">
              <a:avLst/>
            </a:prstGeom>
            <a:noFill/>
          </p:spPr>
          <p:txBody>
            <a:bodyPr wrap="square" lIns="0" tIns="0" rIns="0" bIns="0" anchor="t" anchorCtr="0">
              <a:noAutofit/>
            </a:bodyPr>
            <a:lstStyle/>
            <a:p>
              <a:r>
                <a:rPr lang="en-US" sz="1400" b="1">
                  <a:solidFill>
                    <a:schemeClr val="tx2"/>
                  </a:solidFill>
                </a:rPr>
                <a:t>Reliability Testing</a:t>
              </a:r>
            </a:p>
            <a:p>
              <a:endParaRPr lang="en-US" sz="2000"/>
            </a:p>
            <a:p>
              <a:pPr marL="285750" indent="-285750">
                <a:buFont typeface="Arial" panose="020B0604020202020204" pitchFamily="34" charset="0"/>
                <a:buChar char="•"/>
              </a:pPr>
              <a:r>
                <a:rPr lang="en-US" sz="1400"/>
                <a:t>Uptime monitoring tracks system availability targeting 99.9% uptime with mean time between failures and recovery time measurement</a:t>
              </a:r>
            </a:p>
            <a:p>
              <a:pPr marL="285750" indent="-285750">
                <a:buFont typeface="Arial" panose="020B0604020202020204" pitchFamily="34" charset="0"/>
                <a:buChar char="•"/>
              </a:pPr>
              <a:r>
                <a:rPr lang="en-US" sz="1400"/>
                <a:t>Error rate tracking measures percentage of messages where systems fail to produce answers or crash</a:t>
              </a:r>
            </a:p>
            <a:p>
              <a:pPr marL="285750" indent="-285750">
                <a:buFont typeface="Arial" panose="020B0604020202020204" pitchFamily="34" charset="0"/>
                <a:buChar char="•"/>
              </a:pPr>
              <a:r>
                <a:rPr lang="en-US" sz="1400"/>
                <a:t>Robustness validation handles typos, slang, ambiguous queries, and adversarial inputs achieving 95% correct handling of perturbed inputs</a:t>
              </a:r>
            </a:p>
            <a:p>
              <a:pPr marL="285750" indent="-285750">
                <a:buFont typeface="Arial" panose="020B0604020202020204" pitchFamily="34" charset="0"/>
                <a:buChar char="•"/>
              </a:pPr>
              <a:r>
                <a:rPr lang="en-US" sz="1400"/>
                <a:t>Automated monitoring for security posture beyond model performance ensures systems maintain operational excellence</a:t>
              </a:r>
            </a:p>
          </p:txBody>
        </p:sp>
      </p:grpSp>
      <p:grpSp>
        <p:nvGrpSpPr>
          <p:cNvPr id="3" name="Group 2">
            <a:extLst>
              <a:ext uri="{FF2B5EF4-FFF2-40B4-BE49-F238E27FC236}">
                <a16:creationId xmlns:a16="http://schemas.microsoft.com/office/drawing/2014/main" id="{65806DAA-D2C2-97F8-D4A1-827AAFFC1857}"/>
              </a:ext>
              <a:ext uri="{C183D7F6-B498-43B3-948B-1728B52AA6E4}">
                <adec:decorative xmlns:adec="http://schemas.microsoft.com/office/drawing/2017/decorative" val="1"/>
              </a:ext>
            </a:extLst>
          </p:cNvPr>
          <p:cNvGrpSpPr/>
          <p:nvPr/>
        </p:nvGrpSpPr>
        <p:grpSpPr>
          <a:xfrm>
            <a:off x="8465995" y="1825597"/>
            <a:ext cx="3387649" cy="4147690"/>
            <a:chOff x="8773297" y="1825597"/>
            <a:chExt cx="3387649" cy="4147690"/>
          </a:xfrm>
        </p:grpSpPr>
        <p:cxnSp>
          <p:nvCxnSpPr>
            <p:cNvPr id="289" name="Straight Connector 288">
              <a:extLst>
                <a:ext uri="{FF2B5EF4-FFF2-40B4-BE49-F238E27FC236}">
                  <a16:creationId xmlns:a16="http://schemas.microsoft.com/office/drawing/2014/main" id="{90338F86-A1BC-8D66-B6EE-5A203A835A77}"/>
                </a:ext>
                <a:ext uri="{C183D7F6-B498-43B3-948B-1728B52AA6E4}">
                  <adec:decorative xmlns:adec="http://schemas.microsoft.com/office/drawing/2017/decorative" val="1"/>
                </a:ext>
              </a:extLst>
            </p:cNvPr>
            <p:cNvCxnSpPr>
              <a:cxnSpLocks/>
            </p:cNvCxnSpPr>
            <p:nvPr/>
          </p:nvCxnSpPr>
          <p:spPr>
            <a:xfrm>
              <a:off x="8773297"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92" name="Group 291" descr="Icon of a group of three people">
              <a:extLst>
                <a:ext uri="{FF2B5EF4-FFF2-40B4-BE49-F238E27FC236}">
                  <a16:creationId xmlns:a16="http://schemas.microsoft.com/office/drawing/2014/main" id="{5A05B300-4BF1-5DA0-BE90-95EAA65F39C2}"/>
                </a:ext>
              </a:extLst>
            </p:cNvPr>
            <p:cNvGrpSpPr/>
            <p:nvPr/>
          </p:nvGrpSpPr>
          <p:grpSpPr>
            <a:xfrm>
              <a:off x="8949756" y="1825597"/>
              <a:ext cx="587403" cy="587403"/>
              <a:chOff x="4850654" y="3383869"/>
              <a:chExt cx="751672" cy="751672"/>
            </a:xfrm>
          </p:grpSpPr>
          <p:sp>
            <p:nvSpPr>
              <p:cNvPr id="293" name="Oval 292">
                <a:extLst>
                  <a:ext uri="{FF2B5EF4-FFF2-40B4-BE49-F238E27FC236}">
                    <a16:creationId xmlns:a16="http://schemas.microsoft.com/office/drawing/2014/main" id="{84A92690-FC5A-D858-98C4-4E99651FF9A6}"/>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94" name="Freeform: Shape 293">
                <a:extLst>
                  <a:ext uri="{FF2B5EF4-FFF2-40B4-BE49-F238E27FC236}">
                    <a16:creationId xmlns:a16="http://schemas.microsoft.com/office/drawing/2014/main" id="{C2E9D83E-D413-04E0-121D-7AD1FF8E6081}"/>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cxnSp>
          <p:nvCxnSpPr>
            <p:cNvPr id="297" name="Straight Connector 296">
              <a:extLst>
                <a:ext uri="{FF2B5EF4-FFF2-40B4-BE49-F238E27FC236}">
                  <a16:creationId xmlns:a16="http://schemas.microsoft.com/office/drawing/2014/main" id="{A9BCCDD7-3679-AFE2-B954-16B68D175792}"/>
                </a:ext>
                <a:ext uri="{C183D7F6-B498-43B3-948B-1728B52AA6E4}">
                  <adec:decorative xmlns:adec="http://schemas.microsoft.com/office/drawing/2017/decorative" val="1"/>
                </a:ext>
              </a:extLst>
            </p:cNvPr>
            <p:cNvCxnSpPr>
              <a:cxnSpLocks/>
            </p:cNvCxnSpPr>
            <p:nvPr/>
          </p:nvCxnSpPr>
          <p:spPr>
            <a:xfrm>
              <a:off x="8949756"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8" name="Rectangle 297">
              <a:extLst>
                <a:ext uri="{FF2B5EF4-FFF2-40B4-BE49-F238E27FC236}">
                  <a16:creationId xmlns:a16="http://schemas.microsoft.com/office/drawing/2014/main" id="{41904A28-43C8-1DD9-0694-A2747256AD94}"/>
                </a:ext>
              </a:extLst>
            </p:cNvPr>
            <p:cNvSpPr/>
            <p:nvPr/>
          </p:nvSpPr>
          <p:spPr>
            <a:xfrm>
              <a:off x="8949756" y="2706679"/>
              <a:ext cx="3211190" cy="3266608"/>
            </a:xfrm>
            <a:prstGeom prst="rect">
              <a:avLst/>
            </a:prstGeom>
            <a:noFill/>
          </p:spPr>
          <p:txBody>
            <a:bodyPr wrap="square" lIns="0" tIns="0" rIns="0" bIns="0" anchor="t" anchorCtr="0">
              <a:noAutofit/>
            </a:bodyPr>
            <a:lstStyle/>
            <a:p>
              <a:r>
                <a:rPr lang="en-US" sz="1400" b="1">
                  <a:solidFill>
                    <a:schemeClr val="tx2"/>
                  </a:solidFill>
                </a:rPr>
                <a:t>Cost Optimization</a:t>
              </a:r>
            </a:p>
            <a:p>
              <a:endParaRPr lang="en-US" sz="2000"/>
            </a:p>
            <a:p>
              <a:pPr marL="171450" indent="-171450">
                <a:buFont typeface="Arial" panose="020B0604020202020204" pitchFamily="34" charset="0"/>
                <a:buChar char="•"/>
              </a:pPr>
              <a:r>
                <a:rPr lang="en-US" sz="1200"/>
                <a:t>Latency and cost analysis measures time taken to generate content and associated expenses to understand scalability and economic viability</a:t>
              </a:r>
              <a:r>
                <a:rPr lang="en-US" sz="1200">
                  <a:hlinkClick r:id="rId3" tooltip="Citi Agentic AI Bakeoff Exercises 1"/>
                </a:rPr>
                <a:t>[2]</a:t>
              </a:r>
              <a:endParaRPr lang="en-US" sz="1200"/>
            </a:p>
            <a:p>
              <a:pPr marL="171450" indent="-171450">
                <a:buFont typeface="Arial" panose="020B0604020202020204" pitchFamily="34" charset="0"/>
                <a:buChar char="•"/>
              </a:pPr>
              <a:r>
                <a:rPr lang="en-US" sz="1200"/>
                <a:t>Performance monitoring tracks latency, cost, and output quality metrics for agentic systems over time to identify optimization opportunities</a:t>
              </a:r>
            </a:p>
            <a:p>
              <a:pPr marL="171450" indent="-171450">
                <a:buFont typeface="Arial" panose="020B0604020202020204" pitchFamily="34" charset="0"/>
                <a:buChar char="•"/>
              </a:pPr>
              <a:r>
                <a:rPr lang="en-US" sz="1200"/>
                <a:t>Resource efficiency testing validates autoscaling mechanisms and identifies infrastructure bottlenecks affecting operational costs</a:t>
              </a:r>
            </a:p>
            <a:p>
              <a:pPr marL="171450" indent="-171450">
                <a:buFont typeface="Arial" panose="020B0604020202020204" pitchFamily="34" charset="0"/>
                <a:buChar char="•"/>
              </a:pPr>
              <a:r>
                <a:rPr lang="en-US" sz="1200"/>
                <a:t>ROI measurement links chatbot performance to business outcomes including deflection rates, handle time reductions, and productivity improvements</a:t>
              </a:r>
            </a:p>
          </p:txBody>
        </p:sp>
      </p:grpSp>
      <p:sp>
        <p:nvSpPr>
          <p:cNvPr id="39" name="Footer Placeholder 3">
            <a:extLst>
              <a:ext uri="{FF2B5EF4-FFF2-40B4-BE49-F238E27FC236}">
                <a16:creationId xmlns:a16="http://schemas.microsoft.com/office/drawing/2014/main" id="{07E2419C-2D2C-49EC-18B9-5F54ACA496F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0" name="Slide Number Placeholder 4">
            <a:extLst>
              <a:ext uri="{FF2B5EF4-FFF2-40B4-BE49-F238E27FC236}">
                <a16:creationId xmlns:a16="http://schemas.microsoft.com/office/drawing/2014/main" id="{0B52B99E-E812-E41B-E27B-A446CCE6BA9A}"/>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20</a:t>
            </a:fld>
            <a:endParaRPr lang="en-US" noProof="0"/>
          </a:p>
        </p:txBody>
      </p:sp>
    </p:spTree>
    <p:extLst>
      <p:ext uri="{BB962C8B-B14F-4D97-AF65-F5344CB8AC3E}">
        <p14:creationId xmlns:p14="http://schemas.microsoft.com/office/powerpoint/2010/main" val="27906075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FC22-0AE5-3142-131E-3B33F7EE4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91C2E-7876-39B5-149B-4F6B10584643}"/>
              </a:ext>
            </a:extLst>
          </p:cNvPr>
          <p:cNvSpPr>
            <a:spLocks noGrp="1"/>
          </p:cNvSpPr>
          <p:nvPr>
            <p:ph type="title"/>
          </p:nvPr>
        </p:nvSpPr>
        <p:spPr>
          <a:xfrm>
            <a:off x="575481" y="599436"/>
            <a:ext cx="4980481" cy="1107996"/>
          </a:xfrm>
        </p:spPr>
        <p:txBody>
          <a:bodyPr/>
          <a:lstStyle/>
          <a:p>
            <a:r>
              <a:rPr lang="en-US" b="1"/>
              <a:t>Iterative Improvement Over Time</a:t>
            </a:r>
            <a:br>
              <a:rPr lang="en-US" b="1"/>
            </a:br>
            <a:endParaRPr lang="en-US"/>
          </a:p>
        </p:txBody>
      </p:sp>
      <p:sp>
        <p:nvSpPr>
          <p:cNvPr id="4" name="Footer Placeholder 3">
            <a:extLst>
              <a:ext uri="{FF2B5EF4-FFF2-40B4-BE49-F238E27FC236}">
                <a16:creationId xmlns:a16="http://schemas.microsoft.com/office/drawing/2014/main" id="{715DBC16-AEBD-6FED-B2C7-2C8047D8AC6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E0492C30-4950-17E3-D07A-F20599EDC46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4171AF70-3BC2-B922-3065-48C3D5639AD9}"/>
              </a:ext>
            </a:extLst>
          </p:cNvPr>
          <p:cNvSpPr txBox="1"/>
          <p:nvPr/>
        </p:nvSpPr>
        <p:spPr>
          <a:xfrm>
            <a:off x="494728" y="1756880"/>
            <a:ext cx="4811085" cy="430887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a:t>Microsoft's approach to improving factuality in Copilot involved adding retrieval steps and re-evaluating accuracy gains demonstrating how evaluation insights drive architectural enhancements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Iterative refinement uses both human feedback and automated evaluations with A/B testing to compare model versions and guide optimization of style, solutions, and performance</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Feedback loops should be built into development processes where evaluation results systematically inform model training data collection, prompt engineering, and system architecture decisions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Organizations track improvements via dashboards showing metric trends over time enabling leaders to verify progress and ensure trade-offs between quality, speed, safety, and cost remain balanced</a:t>
            </a:r>
          </a:p>
          <a:p>
            <a:pPr marL="342900" indent="-342900" algn="l">
              <a:buFont typeface="Arial" panose="020B0604020202020204" pitchFamily="34" charset="0"/>
              <a:buChar char="•"/>
            </a:pPr>
            <a:endParaRPr lang="en-US" sz="1400" err="1"/>
          </a:p>
        </p:txBody>
      </p:sp>
      <p:grpSp>
        <p:nvGrpSpPr>
          <p:cNvPr id="7" name="Group 6">
            <a:extLst>
              <a:ext uri="{FF2B5EF4-FFF2-40B4-BE49-F238E27FC236}">
                <a16:creationId xmlns:a16="http://schemas.microsoft.com/office/drawing/2014/main" id="{09ACB6DA-D17E-6CAF-8D1E-3B68256F92A9}"/>
              </a:ext>
              <a:ext uri="{C183D7F6-B498-43B3-948B-1728B52AA6E4}">
                <adec:decorative xmlns:adec="http://schemas.microsoft.com/office/drawing/2017/decorative" val="1"/>
              </a:ext>
            </a:extLst>
          </p:cNvPr>
          <p:cNvGrpSpPr/>
          <p:nvPr/>
        </p:nvGrpSpPr>
        <p:grpSpPr>
          <a:xfrm>
            <a:off x="5681800" y="567569"/>
            <a:ext cx="5951154" cy="690780"/>
            <a:chOff x="8615492" y="1888835"/>
            <a:chExt cx="3081779" cy="1160563"/>
          </a:xfrm>
        </p:grpSpPr>
        <p:sp>
          <p:nvSpPr>
            <p:cNvPr id="8" name="Rectangle: Rounded Corners 7">
              <a:extLst>
                <a:ext uri="{FF2B5EF4-FFF2-40B4-BE49-F238E27FC236}">
                  <a16:creationId xmlns:a16="http://schemas.microsoft.com/office/drawing/2014/main" id="{A10AB5C5-AD43-B7C1-F8C6-1FC467ACB385}"/>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6E639B85-B345-F8A9-30F2-9B8BE6E22085}"/>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Measure</a:t>
              </a:r>
            </a:p>
            <a:p>
              <a:pPr algn="l">
                <a:buNone/>
              </a:pPr>
              <a:r>
                <a:rPr lang="en-US" sz="1200" i="0">
                  <a:solidFill>
                    <a:schemeClr val="tx2"/>
                  </a:solidFill>
                  <a:effectLst/>
                </a:rPr>
                <a:t>Establish baseline metrics across accuracy, relevance, safety, and performance with clear success criteria</a:t>
              </a:r>
            </a:p>
          </p:txBody>
        </p:sp>
      </p:grpSp>
      <p:grpSp>
        <p:nvGrpSpPr>
          <p:cNvPr id="10" name="Group 9">
            <a:extLst>
              <a:ext uri="{FF2B5EF4-FFF2-40B4-BE49-F238E27FC236}">
                <a16:creationId xmlns:a16="http://schemas.microsoft.com/office/drawing/2014/main" id="{537F00AD-BFC4-42BF-6682-FDA10772406D}"/>
              </a:ext>
              <a:ext uri="{C183D7F6-B498-43B3-948B-1728B52AA6E4}">
                <adec:decorative xmlns:adec="http://schemas.microsoft.com/office/drawing/2017/decorative" val="1"/>
              </a:ext>
            </a:extLst>
          </p:cNvPr>
          <p:cNvGrpSpPr/>
          <p:nvPr/>
        </p:nvGrpSpPr>
        <p:grpSpPr>
          <a:xfrm>
            <a:off x="5681800" y="1756880"/>
            <a:ext cx="5951154" cy="690780"/>
            <a:chOff x="8615492" y="1888835"/>
            <a:chExt cx="3081779" cy="1160563"/>
          </a:xfrm>
        </p:grpSpPr>
        <p:sp>
          <p:nvSpPr>
            <p:cNvPr id="11" name="Rectangle: Rounded Corners 10">
              <a:extLst>
                <a:ext uri="{FF2B5EF4-FFF2-40B4-BE49-F238E27FC236}">
                  <a16:creationId xmlns:a16="http://schemas.microsoft.com/office/drawing/2014/main" id="{FD7566E9-0F47-FBA1-505B-16CD1EAABA5A}"/>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636732A8-569F-ABF0-B1D0-EA8C27CB855D}"/>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Identify Gaps</a:t>
              </a:r>
            </a:p>
            <a:p>
              <a:pPr algn="l">
                <a:buNone/>
              </a:pPr>
              <a:r>
                <a:rPr lang="en-US" sz="1200" i="0">
                  <a:solidFill>
                    <a:schemeClr val="tx2"/>
                  </a:solidFill>
                  <a:effectLst/>
                </a:rPr>
                <a:t>Analyze evaluation results to pinpoint specific failure modes, edge cases, and quality issues requiring attention</a:t>
              </a:r>
            </a:p>
          </p:txBody>
        </p:sp>
      </p:grpSp>
      <p:grpSp>
        <p:nvGrpSpPr>
          <p:cNvPr id="13" name="Group 12">
            <a:extLst>
              <a:ext uri="{FF2B5EF4-FFF2-40B4-BE49-F238E27FC236}">
                <a16:creationId xmlns:a16="http://schemas.microsoft.com/office/drawing/2014/main" id="{5E1B34F9-CD2C-E56B-91F6-C6E3FBEDAEF7}"/>
              </a:ext>
              <a:ext uri="{C183D7F6-B498-43B3-948B-1728B52AA6E4}">
                <adec:decorative xmlns:adec="http://schemas.microsoft.com/office/drawing/2017/decorative" val="1"/>
              </a:ext>
            </a:extLst>
          </p:cNvPr>
          <p:cNvGrpSpPr/>
          <p:nvPr/>
        </p:nvGrpSpPr>
        <p:grpSpPr>
          <a:xfrm>
            <a:off x="5681800" y="2943310"/>
            <a:ext cx="5951154" cy="690780"/>
            <a:chOff x="8615492" y="1888835"/>
            <a:chExt cx="3081779" cy="1160563"/>
          </a:xfrm>
        </p:grpSpPr>
        <p:sp>
          <p:nvSpPr>
            <p:cNvPr id="14" name="Rectangle: Rounded Corners 13">
              <a:extLst>
                <a:ext uri="{FF2B5EF4-FFF2-40B4-BE49-F238E27FC236}">
                  <a16:creationId xmlns:a16="http://schemas.microsoft.com/office/drawing/2014/main" id="{417F215C-3374-96D6-00F4-1344F27A7604}"/>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82FC7E04-4295-27FC-4A8A-865CFE26954B}"/>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Prioritize</a:t>
              </a:r>
            </a:p>
            <a:p>
              <a:pPr algn="l">
                <a:buNone/>
              </a:pPr>
              <a:r>
                <a:rPr lang="en-US" sz="1200" i="0">
                  <a:solidFill>
                    <a:schemeClr val="tx2"/>
                  </a:solidFill>
                  <a:effectLst/>
                </a:rPr>
                <a:t>Rank improvements by business impact, user pain points, safety risks, and technical feasibility for resource allocation</a:t>
              </a:r>
            </a:p>
          </p:txBody>
        </p:sp>
      </p:grpSp>
      <p:grpSp>
        <p:nvGrpSpPr>
          <p:cNvPr id="16" name="Group 15">
            <a:extLst>
              <a:ext uri="{FF2B5EF4-FFF2-40B4-BE49-F238E27FC236}">
                <a16:creationId xmlns:a16="http://schemas.microsoft.com/office/drawing/2014/main" id="{13679CA9-2C05-307C-FAA6-D39CC80DEB4A}"/>
              </a:ext>
              <a:ext uri="{C183D7F6-B498-43B3-948B-1728B52AA6E4}">
                <adec:decorative xmlns:adec="http://schemas.microsoft.com/office/drawing/2017/decorative" val="1"/>
              </a:ext>
            </a:extLst>
          </p:cNvPr>
          <p:cNvGrpSpPr/>
          <p:nvPr/>
        </p:nvGrpSpPr>
        <p:grpSpPr>
          <a:xfrm>
            <a:off x="5746118" y="4125141"/>
            <a:ext cx="5951154" cy="690780"/>
            <a:chOff x="8615492" y="1888835"/>
            <a:chExt cx="3081779" cy="1160563"/>
          </a:xfrm>
        </p:grpSpPr>
        <p:sp>
          <p:nvSpPr>
            <p:cNvPr id="17" name="Rectangle: Rounded Corners 16">
              <a:extLst>
                <a:ext uri="{FF2B5EF4-FFF2-40B4-BE49-F238E27FC236}">
                  <a16:creationId xmlns:a16="http://schemas.microsoft.com/office/drawing/2014/main" id="{899ACBD5-4A73-C4A1-AEE8-08B01AC0B748}"/>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D46681C8-04EA-A30A-DE21-10EE595CEEE5}"/>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Implement</a:t>
              </a:r>
            </a:p>
            <a:p>
              <a:pPr algn="l">
                <a:buNone/>
              </a:pPr>
              <a:r>
                <a:rPr lang="en-US" sz="1200" i="0">
                  <a:solidFill>
                    <a:schemeClr val="tx2"/>
                  </a:solidFill>
                  <a:effectLst/>
                </a:rPr>
                <a:t>Execute targeted fixes through prompt refinement, model fine-tuning, retrieval optimization, or infrastructure upgrades</a:t>
              </a:r>
            </a:p>
          </p:txBody>
        </p:sp>
      </p:grpSp>
      <p:grpSp>
        <p:nvGrpSpPr>
          <p:cNvPr id="19" name="Group 18">
            <a:extLst>
              <a:ext uri="{FF2B5EF4-FFF2-40B4-BE49-F238E27FC236}">
                <a16:creationId xmlns:a16="http://schemas.microsoft.com/office/drawing/2014/main" id="{8159604B-8776-3FE1-71E9-79C7C0F7089B}"/>
              </a:ext>
              <a:ext uri="{C183D7F6-B498-43B3-948B-1728B52AA6E4}">
                <adec:decorative xmlns:adec="http://schemas.microsoft.com/office/drawing/2017/decorative" val="1"/>
              </a:ext>
            </a:extLst>
          </p:cNvPr>
          <p:cNvGrpSpPr/>
          <p:nvPr/>
        </p:nvGrpSpPr>
        <p:grpSpPr>
          <a:xfrm>
            <a:off x="5746118" y="5311571"/>
            <a:ext cx="5951154" cy="690780"/>
            <a:chOff x="8615492" y="1888835"/>
            <a:chExt cx="3081779" cy="1160563"/>
          </a:xfrm>
        </p:grpSpPr>
        <p:sp>
          <p:nvSpPr>
            <p:cNvPr id="20" name="Rectangle: Rounded Corners 19">
              <a:extLst>
                <a:ext uri="{FF2B5EF4-FFF2-40B4-BE49-F238E27FC236}">
                  <a16:creationId xmlns:a16="http://schemas.microsoft.com/office/drawing/2014/main" id="{483062C2-F09D-5499-9403-AA5132D74EBD}"/>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D66B9947-8441-AA2C-57DA-816CDA123EAA}"/>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Validate</a:t>
              </a:r>
            </a:p>
            <a:p>
              <a:pPr algn="l">
                <a:buNone/>
              </a:pPr>
              <a:r>
                <a:rPr lang="en-US" sz="1200" i="0">
                  <a:solidFill>
                    <a:schemeClr val="tx2"/>
                  </a:solidFill>
                  <a:effectLst/>
                </a:rPr>
                <a:t>Re-evaluate changes against test sets and production traffic to confirm improvements without introducing regressions</a:t>
              </a:r>
            </a:p>
          </p:txBody>
        </p:sp>
      </p:grpSp>
      <p:cxnSp>
        <p:nvCxnSpPr>
          <p:cNvPr id="22" name="Straight Arrow Connector 21">
            <a:extLst>
              <a:ext uri="{FF2B5EF4-FFF2-40B4-BE49-F238E27FC236}">
                <a16:creationId xmlns:a16="http://schemas.microsoft.com/office/drawing/2014/main" id="{6B1EE2CB-B952-1E70-886F-76E0E95FE727}"/>
              </a:ext>
              <a:ext uri="{C183D7F6-B498-43B3-948B-1728B52AA6E4}">
                <adec:decorative xmlns:adec="http://schemas.microsoft.com/office/drawing/2017/decorative" val="1"/>
              </a:ext>
            </a:extLst>
          </p:cNvPr>
          <p:cNvCxnSpPr/>
          <p:nvPr/>
        </p:nvCxnSpPr>
        <p:spPr>
          <a:xfrm>
            <a:off x="8657377" y="1340083"/>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1B2FAC6-DCC3-7856-6105-A01041749BC4}"/>
              </a:ext>
              <a:ext uri="{C183D7F6-B498-43B3-948B-1728B52AA6E4}">
                <adec:decorative xmlns:adec="http://schemas.microsoft.com/office/drawing/2017/decorative" val="1"/>
              </a:ext>
            </a:extLst>
          </p:cNvPr>
          <p:cNvCxnSpPr/>
          <p:nvPr/>
        </p:nvCxnSpPr>
        <p:spPr>
          <a:xfrm>
            <a:off x="8657377" y="2528523"/>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F75249-07D6-4809-C025-89A5E2D6F668}"/>
              </a:ext>
              <a:ext uri="{C183D7F6-B498-43B3-948B-1728B52AA6E4}">
                <adec:decorative xmlns:adec="http://schemas.microsoft.com/office/drawing/2017/decorative" val="1"/>
              </a:ext>
            </a:extLst>
          </p:cNvPr>
          <p:cNvCxnSpPr/>
          <p:nvPr/>
        </p:nvCxnSpPr>
        <p:spPr>
          <a:xfrm>
            <a:off x="8708828" y="3725352"/>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441D0D4-C70A-C85F-B609-6E7CC91B26E9}"/>
              </a:ext>
              <a:ext uri="{C183D7F6-B498-43B3-948B-1728B52AA6E4}">
                <adec:decorative xmlns:adec="http://schemas.microsoft.com/office/drawing/2017/decorative" val="1"/>
              </a:ext>
            </a:extLst>
          </p:cNvPr>
          <p:cNvCxnSpPr/>
          <p:nvPr/>
        </p:nvCxnSpPr>
        <p:spPr>
          <a:xfrm>
            <a:off x="8721695" y="4892821"/>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83099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BE791-ECF4-85F8-B084-8378BF17229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2FD881-7F59-2898-D2A3-77680F224F65}"/>
              </a:ext>
            </a:extLst>
          </p:cNvPr>
          <p:cNvSpPr>
            <a:spLocks noGrp="1"/>
          </p:cNvSpPr>
          <p:nvPr>
            <p:ph type="title"/>
            <p:custDataLst>
              <p:custData r:id="rId2"/>
            </p:custDataLst>
          </p:nvPr>
        </p:nvSpPr>
        <p:spPr>
          <a:xfrm>
            <a:off x="584200" y="3318975"/>
            <a:ext cx="10459906" cy="2031325"/>
          </a:xfrm>
        </p:spPr>
        <p:txBody>
          <a:bodyPr/>
          <a:lstStyle/>
          <a:p>
            <a:r>
              <a:rPr lang="en-US"/>
              <a:t>Transparency &amp; Explainability</a:t>
            </a:r>
            <a:r>
              <a:rPr lang="en-US" b="0"/>
              <a:t>​</a:t>
            </a:r>
            <a:endParaRPr lang="en-US"/>
          </a:p>
        </p:txBody>
      </p:sp>
      <p:sp>
        <p:nvSpPr>
          <p:cNvPr id="2" name="Text Placeholder 1">
            <a:extLst>
              <a:ext uri="{FF2B5EF4-FFF2-40B4-BE49-F238E27FC236}">
                <a16:creationId xmlns:a16="http://schemas.microsoft.com/office/drawing/2014/main" id="{7DC2AB86-C674-F182-A783-27772FFE1A1F}"/>
              </a:ext>
            </a:extLst>
          </p:cNvPr>
          <p:cNvSpPr>
            <a:spLocks noGrp="1"/>
          </p:cNvSpPr>
          <p:nvPr>
            <p:ph type="body" sz="quarter" idx="12"/>
          </p:nvPr>
        </p:nvSpPr>
        <p:spPr>
          <a:xfrm>
            <a:off x="582042" y="5634620"/>
            <a:ext cx="7609808" cy="338554"/>
          </a:xfrm>
        </p:spPr>
        <p:txBody>
          <a:bodyPr/>
          <a:lstStyle/>
          <a:p>
            <a:r>
              <a:rPr lang="en-US"/>
              <a:t>Making AI understandable and worthy of trust.​</a:t>
            </a:r>
          </a:p>
        </p:txBody>
      </p:sp>
      <p:sp>
        <p:nvSpPr>
          <p:cNvPr id="11" name="Footer Placeholder 2">
            <a:extLst>
              <a:ext uri="{FF2B5EF4-FFF2-40B4-BE49-F238E27FC236}">
                <a16:creationId xmlns:a16="http://schemas.microsoft.com/office/drawing/2014/main" id="{6DF5C74D-A4D1-3EDE-BEFB-817086AC24F3}"/>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26E8336B-396F-9881-2002-4B26EBFFCC4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4029762406"/>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95D0-9E8F-B5A0-A652-ABF56C6400DD}"/>
              </a:ext>
            </a:extLst>
          </p:cNvPr>
          <p:cNvSpPr>
            <a:spLocks noGrp="1"/>
          </p:cNvSpPr>
          <p:nvPr>
            <p:ph type="title"/>
          </p:nvPr>
        </p:nvSpPr>
        <p:spPr>
          <a:xfrm>
            <a:off x="575481" y="599436"/>
            <a:ext cx="11018520" cy="553998"/>
          </a:xfrm>
        </p:spPr>
        <p:txBody>
          <a:bodyPr/>
          <a:lstStyle/>
          <a:p>
            <a:r>
              <a:rPr lang="en-US" b="1"/>
              <a:t>Transparency vs. Explainability</a:t>
            </a:r>
            <a:r>
              <a:rPr lang="en-US"/>
              <a:t>​</a:t>
            </a:r>
          </a:p>
        </p:txBody>
      </p:sp>
      <p:sp>
        <p:nvSpPr>
          <p:cNvPr id="4" name="Footer Placeholder 3">
            <a:extLst>
              <a:ext uri="{FF2B5EF4-FFF2-40B4-BE49-F238E27FC236}">
                <a16:creationId xmlns:a16="http://schemas.microsoft.com/office/drawing/2014/main" id="{5BD42C26-57CF-9FB7-EFB1-C9762651FF50}"/>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8273532-FEFD-5895-4BAF-3D7ACB8A278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Shape 3">
            <a:extLst>
              <a:ext uri="{FF2B5EF4-FFF2-40B4-BE49-F238E27FC236}">
                <a16:creationId xmlns:a16="http://schemas.microsoft.com/office/drawing/2014/main" id="{A300DD4B-E53B-AA35-3E58-AD12B8025BBA}"/>
              </a:ext>
              <a:ext uri="{C183D7F6-B498-43B3-948B-1728B52AA6E4}">
                <adec:decorative xmlns:adec="http://schemas.microsoft.com/office/drawing/2017/decorative" val="1"/>
              </a:ext>
            </a:extLst>
          </p:cNvPr>
          <p:cNvSpPr/>
          <p:nvPr/>
        </p:nvSpPr>
        <p:spPr>
          <a:xfrm>
            <a:off x="548640" y="1828800"/>
            <a:ext cx="5532120" cy="3017520"/>
          </a:xfrm>
          <a:prstGeom prst="rect">
            <a:avLst/>
          </a:prstGeom>
          <a:solidFill>
            <a:srgbClr val="F2F2F2"/>
          </a:solidFill>
          <a:ln w="6350">
            <a:solidFill>
              <a:srgbClr val="E1E6ED"/>
            </a:solidFill>
            <a:prstDash val="solid"/>
          </a:ln>
        </p:spPr>
        <p:txBody>
          <a:bodyPr/>
          <a:lstStyle/>
          <a:p>
            <a:endParaRPr lang="en-US"/>
          </a:p>
        </p:txBody>
      </p:sp>
      <p:sp>
        <p:nvSpPr>
          <p:cNvPr id="9" name="Shape 4">
            <a:extLst>
              <a:ext uri="{FF2B5EF4-FFF2-40B4-BE49-F238E27FC236}">
                <a16:creationId xmlns:a16="http://schemas.microsoft.com/office/drawing/2014/main" id="{8D5C5507-9305-9C5F-934E-AAA4CB0488A9}"/>
              </a:ext>
              <a:ext uri="{C183D7F6-B498-43B3-948B-1728B52AA6E4}">
                <adec:decorative xmlns:adec="http://schemas.microsoft.com/office/drawing/2017/decorative" val="1"/>
              </a:ext>
            </a:extLst>
          </p:cNvPr>
          <p:cNvSpPr/>
          <p:nvPr/>
        </p:nvSpPr>
        <p:spPr>
          <a:xfrm>
            <a:off x="548640" y="1828800"/>
            <a:ext cx="5532120" cy="91440"/>
          </a:xfrm>
          <a:prstGeom prst="rect">
            <a:avLst/>
          </a:prstGeom>
          <a:solidFill>
            <a:srgbClr val="0078D4"/>
          </a:solidFill>
          <a:ln w="12700">
            <a:solidFill>
              <a:srgbClr val="0078D4"/>
            </a:solidFill>
            <a:prstDash val="solid"/>
          </a:ln>
        </p:spPr>
        <p:txBody>
          <a:bodyPr/>
          <a:lstStyle/>
          <a:p>
            <a:endParaRPr lang="en-US"/>
          </a:p>
        </p:txBody>
      </p:sp>
      <p:sp>
        <p:nvSpPr>
          <p:cNvPr id="11" name="Text 5">
            <a:extLst>
              <a:ext uri="{FF2B5EF4-FFF2-40B4-BE49-F238E27FC236}">
                <a16:creationId xmlns:a16="http://schemas.microsoft.com/office/drawing/2014/main" id="{42186187-6B2A-17BE-BF33-5374BE3E578D}"/>
              </a:ext>
            </a:extLst>
          </p:cNvPr>
          <p:cNvSpPr/>
          <p:nvPr/>
        </p:nvSpPr>
        <p:spPr>
          <a:xfrm>
            <a:off x="868680" y="2057400"/>
            <a:ext cx="4892040" cy="548640"/>
          </a:xfrm>
          <a:prstGeom prst="rect">
            <a:avLst/>
          </a:prstGeom>
          <a:noFill/>
          <a:ln/>
        </p:spPr>
        <p:txBody>
          <a:bodyPr wrap="square" lIns="0" tIns="0" rIns="0" bIns="0" rtlCol="0" anchor="ctr"/>
          <a:lstStyle/>
          <a:p>
            <a:pPr marL="0" indent="0">
              <a:buNone/>
            </a:pPr>
            <a:r>
              <a:rPr lang="en-US" sz="2200" b="1">
                <a:solidFill>
                  <a:srgbClr val="243A5E"/>
                </a:solidFill>
                <a:latin typeface="Segoe UI Semibold" pitchFamily="34" charset="0"/>
                <a:ea typeface="Segoe UI Semibold" pitchFamily="34" charset="-122"/>
                <a:cs typeface="Segoe UI Semibold" pitchFamily="34" charset="-120"/>
              </a:rPr>
              <a:t>Transparency</a:t>
            </a:r>
            <a:endParaRPr lang="en-US" sz="2200"/>
          </a:p>
        </p:txBody>
      </p:sp>
      <p:sp>
        <p:nvSpPr>
          <p:cNvPr id="13" name="Text 6">
            <a:extLst>
              <a:ext uri="{FF2B5EF4-FFF2-40B4-BE49-F238E27FC236}">
                <a16:creationId xmlns:a16="http://schemas.microsoft.com/office/drawing/2014/main" id="{E681B839-5E4D-0FF9-743C-34E56614F608}"/>
              </a:ext>
            </a:extLst>
          </p:cNvPr>
          <p:cNvSpPr/>
          <p:nvPr/>
        </p:nvSpPr>
        <p:spPr>
          <a:xfrm>
            <a:off x="868680" y="2651760"/>
            <a:ext cx="4892040" cy="457200"/>
          </a:xfrm>
          <a:prstGeom prst="rect">
            <a:avLst/>
          </a:prstGeom>
          <a:noFill/>
          <a:ln/>
        </p:spPr>
        <p:txBody>
          <a:bodyPr wrap="square" lIns="0" tIns="0" rIns="0" bIns="0" rtlCol="0" anchor="ctr"/>
          <a:lstStyle/>
          <a:p>
            <a:pPr marL="0" indent="0">
              <a:buNone/>
            </a:pPr>
            <a:r>
              <a:rPr lang="en-US" sz="1400" i="1">
                <a:solidFill>
                  <a:srgbClr val="505050"/>
                </a:solidFill>
                <a:latin typeface="Segoe UI" pitchFamily="34" charset="0"/>
                <a:ea typeface="Segoe UI" pitchFamily="34" charset="-122"/>
                <a:cs typeface="Segoe UI" pitchFamily="34" charset="-120"/>
              </a:rPr>
              <a:t>Making AI use visible and understandable</a:t>
            </a:r>
            <a:endParaRPr lang="en-US" sz="1400"/>
          </a:p>
        </p:txBody>
      </p:sp>
      <p:sp>
        <p:nvSpPr>
          <p:cNvPr id="15" name="Text 7">
            <a:extLst>
              <a:ext uri="{FF2B5EF4-FFF2-40B4-BE49-F238E27FC236}">
                <a16:creationId xmlns:a16="http://schemas.microsoft.com/office/drawing/2014/main" id="{194A30FE-CB8E-D6F3-71BF-DA084CDC9C88}"/>
              </a:ext>
            </a:extLst>
          </p:cNvPr>
          <p:cNvSpPr/>
          <p:nvPr/>
        </p:nvSpPr>
        <p:spPr>
          <a:xfrm>
            <a:off x="868680" y="3200400"/>
            <a:ext cx="4892040" cy="1463040"/>
          </a:xfrm>
          <a:prstGeom prst="rect">
            <a:avLst/>
          </a:prstGeom>
          <a:noFill/>
          <a:ln/>
        </p:spPr>
        <p:txBody>
          <a:bodyPr wrap="square" lIns="0" tIns="0" rIns="0" bIns="0" rtlCol="0" anchor="ctr"/>
          <a:lstStyle/>
          <a:p>
            <a:pPr marL="342900" indent="-342900">
              <a:spcAft>
                <a:spcPts val="1000"/>
              </a:spcAft>
              <a:buSzPct val="100000"/>
              <a:buChar char="■"/>
            </a:pPr>
            <a:r>
              <a:rPr lang="en-US" sz="1800">
                <a:solidFill>
                  <a:srgbClr val="2F2F2F"/>
                </a:solidFill>
                <a:latin typeface="Segoe UI" pitchFamily="34" charset="0"/>
                <a:ea typeface="Segoe UI" pitchFamily="34" charset="-122"/>
                <a:cs typeface="Segoe UI" pitchFamily="34" charset="-120"/>
              </a:rPr>
              <a:t>Disclose when AI is used</a:t>
            </a:r>
            <a:endParaRPr lang="en-US" sz="1400"/>
          </a:p>
          <a:p>
            <a:pPr marL="342900" indent="-342900">
              <a:spcAft>
                <a:spcPts val="1000"/>
              </a:spcAft>
              <a:buSzPct val="100000"/>
              <a:buChar char="■"/>
            </a:pPr>
            <a:r>
              <a:rPr lang="en-US" sz="1800">
                <a:solidFill>
                  <a:srgbClr val="2F2F2F"/>
                </a:solidFill>
                <a:latin typeface="Segoe UI" pitchFamily="34" charset="0"/>
                <a:ea typeface="Segoe UI" pitchFamily="34" charset="-122"/>
                <a:cs typeface="Segoe UI" pitchFamily="34" charset="-120"/>
              </a:rPr>
              <a:t>Communicate purpose and limitations</a:t>
            </a:r>
            <a:endParaRPr lang="en-US" sz="1400"/>
          </a:p>
          <a:p>
            <a:pPr marL="342900" indent="-342900">
              <a:spcAft>
                <a:spcPts val="1000"/>
              </a:spcAft>
              <a:buSzPct val="100000"/>
              <a:buChar char="■"/>
            </a:pPr>
            <a:r>
              <a:rPr lang="en-US" sz="1800">
                <a:solidFill>
                  <a:srgbClr val="2F2F2F"/>
                </a:solidFill>
                <a:latin typeface="Segoe UI" pitchFamily="34" charset="0"/>
                <a:ea typeface="Segoe UI" pitchFamily="34" charset="-122"/>
                <a:cs typeface="Segoe UI" pitchFamily="34" charset="-120"/>
              </a:rPr>
              <a:t>Provide documentation for users and operators</a:t>
            </a:r>
            <a:endParaRPr lang="en-US" sz="1400"/>
          </a:p>
        </p:txBody>
      </p:sp>
      <p:sp>
        <p:nvSpPr>
          <p:cNvPr id="17" name="Shape 8">
            <a:extLst>
              <a:ext uri="{FF2B5EF4-FFF2-40B4-BE49-F238E27FC236}">
                <a16:creationId xmlns:a16="http://schemas.microsoft.com/office/drawing/2014/main" id="{3941A68D-B2BE-7EFA-7D56-431538CAE509}"/>
              </a:ext>
              <a:ext uri="{C183D7F6-B498-43B3-948B-1728B52AA6E4}">
                <adec:decorative xmlns:adec="http://schemas.microsoft.com/office/drawing/2017/decorative" val="1"/>
              </a:ext>
            </a:extLst>
          </p:cNvPr>
          <p:cNvSpPr/>
          <p:nvPr/>
        </p:nvSpPr>
        <p:spPr>
          <a:xfrm>
            <a:off x="6263640" y="1828800"/>
            <a:ext cx="5532120" cy="3017520"/>
          </a:xfrm>
          <a:prstGeom prst="rect">
            <a:avLst/>
          </a:prstGeom>
          <a:solidFill>
            <a:srgbClr val="F2F2F2"/>
          </a:solidFill>
          <a:ln w="6350">
            <a:solidFill>
              <a:srgbClr val="E1E6ED"/>
            </a:solidFill>
            <a:prstDash val="solid"/>
          </a:ln>
        </p:spPr>
        <p:txBody>
          <a:bodyPr/>
          <a:lstStyle/>
          <a:p>
            <a:endParaRPr lang="en-US"/>
          </a:p>
        </p:txBody>
      </p:sp>
      <p:sp>
        <p:nvSpPr>
          <p:cNvPr id="19" name="Shape 9">
            <a:extLst>
              <a:ext uri="{FF2B5EF4-FFF2-40B4-BE49-F238E27FC236}">
                <a16:creationId xmlns:a16="http://schemas.microsoft.com/office/drawing/2014/main" id="{13EBA9D1-7EBC-BF08-2E27-CAF14858A7D6}"/>
              </a:ext>
              <a:ext uri="{C183D7F6-B498-43B3-948B-1728B52AA6E4}">
                <adec:decorative xmlns:adec="http://schemas.microsoft.com/office/drawing/2017/decorative" val="1"/>
              </a:ext>
            </a:extLst>
          </p:cNvPr>
          <p:cNvSpPr/>
          <p:nvPr/>
        </p:nvSpPr>
        <p:spPr>
          <a:xfrm>
            <a:off x="6263640" y="1828800"/>
            <a:ext cx="5532120" cy="91440"/>
          </a:xfrm>
          <a:prstGeom prst="rect">
            <a:avLst/>
          </a:prstGeom>
          <a:solidFill>
            <a:schemeClr val="accent1"/>
          </a:solidFill>
          <a:ln w="12700">
            <a:solidFill>
              <a:schemeClr val="accent1"/>
            </a:solidFill>
            <a:prstDash val="solid"/>
          </a:ln>
        </p:spPr>
        <p:txBody>
          <a:bodyPr/>
          <a:lstStyle/>
          <a:p>
            <a:endParaRPr lang="en-US"/>
          </a:p>
        </p:txBody>
      </p:sp>
      <p:sp>
        <p:nvSpPr>
          <p:cNvPr id="21" name="Text 10">
            <a:extLst>
              <a:ext uri="{FF2B5EF4-FFF2-40B4-BE49-F238E27FC236}">
                <a16:creationId xmlns:a16="http://schemas.microsoft.com/office/drawing/2014/main" id="{41CC4503-3667-0E1C-42A7-A57CC8C3E75E}"/>
              </a:ext>
            </a:extLst>
          </p:cNvPr>
          <p:cNvSpPr/>
          <p:nvPr/>
        </p:nvSpPr>
        <p:spPr>
          <a:xfrm>
            <a:off x="6583680" y="2057400"/>
            <a:ext cx="4892040" cy="548640"/>
          </a:xfrm>
          <a:prstGeom prst="rect">
            <a:avLst/>
          </a:prstGeom>
          <a:noFill/>
          <a:ln/>
        </p:spPr>
        <p:txBody>
          <a:bodyPr wrap="square" lIns="0" tIns="0" rIns="0" bIns="0" rtlCol="0" anchor="ctr"/>
          <a:lstStyle/>
          <a:p>
            <a:pPr marL="0" indent="0">
              <a:buNone/>
            </a:pPr>
            <a:r>
              <a:rPr lang="en-US" sz="2200" b="1">
                <a:solidFill>
                  <a:srgbClr val="243A5E"/>
                </a:solidFill>
                <a:latin typeface="Segoe UI Semibold" pitchFamily="34" charset="0"/>
                <a:ea typeface="Segoe UI Semibold" pitchFamily="34" charset="-122"/>
                <a:cs typeface="Segoe UI Semibold" pitchFamily="34" charset="-120"/>
              </a:rPr>
              <a:t>Explainability</a:t>
            </a:r>
            <a:endParaRPr lang="en-US" sz="2200"/>
          </a:p>
        </p:txBody>
      </p:sp>
      <p:sp>
        <p:nvSpPr>
          <p:cNvPr id="23" name="Text 11">
            <a:extLst>
              <a:ext uri="{FF2B5EF4-FFF2-40B4-BE49-F238E27FC236}">
                <a16:creationId xmlns:a16="http://schemas.microsoft.com/office/drawing/2014/main" id="{21C01948-FD01-9D76-5DAB-6DF2081D30B3}"/>
              </a:ext>
            </a:extLst>
          </p:cNvPr>
          <p:cNvSpPr/>
          <p:nvPr/>
        </p:nvSpPr>
        <p:spPr>
          <a:xfrm>
            <a:off x="6583680" y="2651760"/>
            <a:ext cx="4892040" cy="457200"/>
          </a:xfrm>
          <a:prstGeom prst="rect">
            <a:avLst/>
          </a:prstGeom>
          <a:noFill/>
          <a:ln/>
        </p:spPr>
        <p:txBody>
          <a:bodyPr wrap="square" lIns="0" tIns="0" rIns="0" bIns="0" rtlCol="0" anchor="ctr"/>
          <a:lstStyle/>
          <a:p>
            <a:pPr marL="0" indent="0">
              <a:buNone/>
            </a:pPr>
            <a:r>
              <a:rPr lang="en-US" sz="1400" i="1">
                <a:solidFill>
                  <a:srgbClr val="505050"/>
                </a:solidFill>
                <a:latin typeface="Segoe UI" pitchFamily="34" charset="0"/>
                <a:ea typeface="Segoe UI" pitchFamily="34" charset="-122"/>
                <a:cs typeface="Segoe UI" pitchFamily="34" charset="-120"/>
              </a:rPr>
              <a:t>Insight into why decisions were made</a:t>
            </a:r>
            <a:endParaRPr lang="en-US" sz="1400"/>
          </a:p>
        </p:txBody>
      </p:sp>
      <p:sp>
        <p:nvSpPr>
          <p:cNvPr id="25" name="Text 12">
            <a:extLst>
              <a:ext uri="{FF2B5EF4-FFF2-40B4-BE49-F238E27FC236}">
                <a16:creationId xmlns:a16="http://schemas.microsoft.com/office/drawing/2014/main" id="{8C01702E-AB63-F991-27F6-6A0E8E989B9F}"/>
              </a:ext>
            </a:extLst>
          </p:cNvPr>
          <p:cNvSpPr/>
          <p:nvPr/>
        </p:nvSpPr>
        <p:spPr>
          <a:xfrm>
            <a:off x="6583680" y="3200400"/>
            <a:ext cx="4892040" cy="1463040"/>
          </a:xfrm>
          <a:prstGeom prst="rect">
            <a:avLst/>
          </a:prstGeom>
          <a:noFill/>
          <a:ln/>
        </p:spPr>
        <p:txBody>
          <a:bodyPr wrap="square" lIns="0" tIns="0" rIns="0" bIns="0" rtlCol="0" anchor="ctr"/>
          <a:lstStyle/>
          <a:p>
            <a:pPr marL="342900" indent="-342900">
              <a:spcAft>
                <a:spcPts val="1000"/>
              </a:spcAft>
              <a:buSzPct val="100000"/>
              <a:buChar char="■"/>
            </a:pPr>
            <a:r>
              <a:rPr lang="en-US" sz="1800">
                <a:solidFill>
                  <a:srgbClr val="2F2F2F"/>
                </a:solidFill>
                <a:latin typeface="Segoe UI" pitchFamily="34" charset="0"/>
                <a:ea typeface="Segoe UI" pitchFamily="34" charset="-122"/>
                <a:cs typeface="Segoe UI" pitchFamily="34" charset="-120"/>
              </a:rPr>
              <a:t>Surface the drivers of a prediction</a:t>
            </a:r>
            <a:endParaRPr lang="en-US" sz="1400"/>
          </a:p>
          <a:p>
            <a:pPr marL="342900" indent="-342900">
              <a:spcAft>
                <a:spcPts val="1000"/>
              </a:spcAft>
              <a:buSzPct val="100000"/>
              <a:buChar char="■"/>
            </a:pPr>
            <a:r>
              <a:rPr lang="en-US" sz="1800">
                <a:solidFill>
                  <a:srgbClr val="2F2F2F"/>
                </a:solidFill>
                <a:latin typeface="Segoe UI" pitchFamily="34" charset="0"/>
                <a:ea typeface="Segoe UI" pitchFamily="34" charset="-122"/>
                <a:cs typeface="Segoe UI" pitchFamily="34" charset="-120"/>
              </a:rPr>
              <a:t>Tailor explanations to the audience</a:t>
            </a:r>
            <a:endParaRPr lang="en-US" sz="1400"/>
          </a:p>
          <a:p>
            <a:pPr marL="342900" indent="-342900">
              <a:spcAft>
                <a:spcPts val="1000"/>
              </a:spcAft>
              <a:buSzPct val="100000"/>
              <a:buChar char="■"/>
            </a:pPr>
            <a:r>
              <a:rPr lang="en-US" sz="1800">
                <a:solidFill>
                  <a:srgbClr val="2F2F2F"/>
                </a:solidFill>
                <a:latin typeface="Segoe UI" pitchFamily="34" charset="0"/>
                <a:ea typeface="Segoe UI" pitchFamily="34" charset="-122"/>
                <a:cs typeface="Segoe UI" pitchFamily="34" charset="-120"/>
              </a:rPr>
              <a:t>Support debugging and accountability</a:t>
            </a:r>
            <a:endParaRPr lang="en-US" sz="1400"/>
          </a:p>
        </p:txBody>
      </p:sp>
    </p:spTree>
    <p:extLst>
      <p:ext uri="{BB962C8B-B14F-4D97-AF65-F5344CB8AC3E}">
        <p14:creationId xmlns:p14="http://schemas.microsoft.com/office/powerpoint/2010/main" val="405880409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224DC-67AF-40D9-3E99-E0303FDA9F41}"/>
              </a:ext>
            </a:extLst>
          </p:cNvPr>
          <p:cNvSpPr>
            <a:spLocks noGrp="1"/>
          </p:cNvSpPr>
          <p:nvPr>
            <p:ph type="title"/>
          </p:nvPr>
        </p:nvSpPr>
        <p:spPr>
          <a:xfrm>
            <a:off x="575481" y="599436"/>
            <a:ext cx="11018520" cy="553998"/>
          </a:xfrm>
        </p:spPr>
        <p:txBody>
          <a:bodyPr/>
          <a:lstStyle/>
          <a:p>
            <a:r>
              <a:rPr lang="en-US" b="1"/>
              <a:t>Explainability Techniques</a:t>
            </a:r>
          </a:p>
        </p:txBody>
      </p:sp>
      <p:sp>
        <p:nvSpPr>
          <p:cNvPr id="100" name="Col1 BG">
            <a:extLst>
              <a:ext uri="{C183D7F6-B498-43B3-948B-1728B52AA6E4}">
                <adec:decorative xmlns:adec="http://schemas.microsoft.com/office/drawing/2017/decorative" val="1"/>
              </a:ext>
            </a:extLst>
          </p:cNvPr>
          <p:cNvSpPr/>
          <p:nvPr/>
        </p:nvSpPr>
        <p:spPr>
          <a:xfrm>
            <a:off x="548640" y="1828800"/>
            <a:ext cx="3566160" cy="3017520"/>
          </a:xfrm>
          <a:prstGeom prst="rect">
            <a:avLst/>
          </a:prstGeom>
          <a:solidFill>
            <a:srgbClr val="F2F2F2"/>
          </a:solidFill>
          <a:ln w="6350">
            <a:solidFill>
              <a:srgbClr val="E1E6ED"/>
            </a:solidFill>
            <a:prstDash val="solid"/>
          </a:ln>
        </p:spPr>
        <p:txBody>
          <a:bodyPr/>
          <a:lstStyle/>
          <a:p>
            <a:endParaRPr lang="en-US"/>
          </a:p>
        </p:txBody>
      </p:sp>
      <p:sp>
        <p:nvSpPr>
          <p:cNvPr id="101" name="Col1 Bar">
            <a:extLst>
              <a:ext uri="{C183D7F6-B498-43B3-948B-1728B52AA6E4}">
                <adec:decorative xmlns:adec="http://schemas.microsoft.com/office/drawing/2017/decorative" val="1"/>
              </a:ext>
            </a:extLst>
          </p:cNvPr>
          <p:cNvSpPr/>
          <p:nvPr/>
        </p:nvSpPr>
        <p:spPr>
          <a:xfrm>
            <a:off x="548640" y="1828800"/>
            <a:ext cx="3566160" cy="91440"/>
          </a:xfrm>
          <a:prstGeom prst="rect">
            <a:avLst/>
          </a:prstGeom>
          <a:solidFill>
            <a:srgbClr val="0078D4"/>
          </a:solidFill>
          <a:ln w="12700">
            <a:solidFill>
              <a:srgbClr val="0078D4"/>
            </a:solidFill>
            <a:prstDash val="solid"/>
          </a:ln>
        </p:spPr>
        <p:txBody>
          <a:bodyPr/>
          <a:lstStyle/>
          <a:p>
            <a:endParaRPr lang="en-US"/>
          </a:p>
        </p:txBody>
      </p:sp>
      <p:sp>
        <p:nvSpPr>
          <p:cNvPr id="102" name="Col1 Header"/>
          <p:cNvSpPr/>
          <p:nvPr/>
        </p:nvSpPr>
        <p:spPr>
          <a:xfrm>
            <a:off x="868680" y="2011680"/>
            <a:ext cx="2926080" cy="457200"/>
          </a:xfrm>
          <a:prstGeom prst="rect">
            <a:avLst/>
          </a:prstGeom>
          <a:noFill/>
          <a:ln/>
        </p:spPr>
        <p:txBody>
          <a:bodyPr wrap="square" lIns="0" tIns="0" rIns="0" bIns="0" rtlCol="0" anchor="ctr"/>
          <a:lstStyle/>
          <a:p>
            <a:pPr marL="0" indent="0">
              <a:buNone/>
            </a:pPr>
            <a:r>
              <a:rPr lang="en-US" sz="1800" b="1">
                <a:solidFill>
                  <a:srgbClr val="243A5E"/>
                </a:solidFill>
                <a:latin typeface="Segoe UI Semibold" pitchFamily="34" charset="0"/>
                <a:ea typeface="Segoe UI Semibold" pitchFamily="34" charset="-122"/>
                <a:cs typeface="Segoe UI Semibold" pitchFamily="34" charset="-120"/>
              </a:rPr>
              <a:t>Global vs. Local Explanations</a:t>
            </a:r>
          </a:p>
        </p:txBody>
      </p:sp>
      <p:sp>
        <p:nvSpPr>
          <p:cNvPr id="103" name="Col1 Sub"/>
          <p:cNvSpPr/>
          <p:nvPr/>
        </p:nvSpPr>
        <p:spPr>
          <a:xfrm>
            <a:off x="868680" y="2468880"/>
            <a:ext cx="2926080" cy="365760"/>
          </a:xfrm>
          <a:prstGeom prst="rect">
            <a:avLst/>
          </a:prstGeom>
          <a:noFill/>
          <a:ln/>
        </p:spPr>
        <p:txBody>
          <a:bodyPr wrap="square" lIns="0" tIns="0" rIns="0" bIns="0" rtlCol="0" anchor="ctr"/>
          <a:lstStyle/>
          <a:p>
            <a:pPr marL="0" indent="0">
              <a:buNone/>
            </a:pPr>
            <a:r>
              <a:rPr lang="en-US" sz="1200" i="1">
                <a:solidFill>
                  <a:srgbClr val="505050"/>
                </a:solidFill>
                <a:latin typeface="Segoe UI" pitchFamily="34" charset="0"/>
                <a:ea typeface="Segoe UI" pitchFamily="34" charset="-122"/>
                <a:cs typeface="Segoe UI" pitchFamily="34" charset="-120"/>
              </a:rPr>
              <a:t>Scope of model interpretation</a:t>
            </a:r>
          </a:p>
        </p:txBody>
      </p:sp>
      <p:sp>
        <p:nvSpPr>
          <p:cNvPr id="104" name="Col1 Bullets"/>
          <p:cNvSpPr/>
          <p:nvPr/>
        </p:nvSpPr>
        <p:spPr>
          <a:xfrm>
            <a:off x="868680" y="2926080"/>
            <a:ext cx="2926080" cy="1737360"/>
          </a:xfrm>
          <a:prstGeom prst="rect">
            <a:avLst/>
          </a:prstGeom>
          <a:noFill/>
          <a:ln/>
        </p:spPr>
        <p:txBody>
          <a:bodyPr wrap="square" lIns="0" tIns="0" rIns="0" bIns="0" rtlCol="0" anchor="t"/>
          <a:lstStyle/>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Global methods reveal overall model patterns across the full dataset</a:t>
            </a:r>
          </a:p>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Local methods explain individual predictions for specific inputs</a:t>
            </a:r>
          </a:p>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Combining both provides a complete picture of how a model behaves</a:t>
            </a:r>
          </a:p>
        </p:txBody>
      </p:sp>
      <p:sp>
        <p:nvSpPr>
          <p:cNvPr id="200" name="Col2 BG">
            <a:extLst>
              <a:ext uri="{C183D7F6-B498-43B3-948B-1728B52AA6E4}">
                <adec:decorative xmlns:adec="http://schemas.microsoft.com/office/drawing/2017/decorative" val="1"/>
              </a:ext>
            </a:extLst>
          </p:cNvPr>
          <p:cNvSpPr/>
          <p:nvPr/>
        </p:nvSpPr>
        <p:spPr>
          <a:xfrm>
            <a:off x="4389120" y="1828800"/>
            <a:ext cx="3566160" cy="3017520"/>
          </a:xfrm>
          <a:prstGeom prst="rect">
            <a:avLst/>
          </a:prstGeom>
          <a:solidFill>
            <a:srgbClr val="F2F2F2"/>
          </a:solidFill>
          <a:ln w="6350">
            <a:solidFill>
              <a:srgbClr val="E1E6ED"/>
            </a:solidFill>
            <a:prstDash val="solid"/>
          </a:ln>
        </p:spPr>
        <p:txBody>
          <a:bodyPr/>
          <a:lstStyle/>
          <a:p>
            <a:endParaRPr lang="en-US"/>
          </a:p>
        </p:txBody>
      </p:sp>
      <p:sp>
        <p:nvSpPr>
          <p:cNvPr id="201" name="Col2 Bar">
            <a:extLst>
              <a:ext uri="{C183D7F6-B498-43B3-948B-1728B52AA6E4}">
                <adec:decorative xmlns:adec="http://schemas.microsoft.com/office/drawing/2017/decorative" val="1"/>
              </a:ext>
            </a:extLst>
          </p:cNvPr>
          <p:cNvSpPr/>
          <p:nvPr/>
        </p:nvSpPr>
        <p:spPr>
          <a:xfrm>
            <a:off x="4389120" y="1828800"/>
            <a:ext cx="3566160" cy="91440"/>
          </a:xfrm>
          <a:prstGeom prst="rect">
            <a:avLst/>
          </a:prstGeom>
          <a:solidFill>
            <a:schemeClr val="accent1"/>
          </a:solidFill>
          <a:ln w="12700">
            <a:solidFill>
              <a:schemeClr val="accent1"/>
            </a:solidFill>
            <a:prstDash val="solid"/>
          </a:ln>
        </p:spPr>
        <p:txBody>
          <a:bodyPr/>
          <a:lstStyle/>
          <a:p>
            <a:endParaRPr lang="en-US"/>
          </a:p>
        </p:txBody>
      </p:sp>
      <p:sp>
        <p:nvSpPr>
          <p:cNvPr id="202" name="Col2 Header"/>
          <p:cNvSpPr/>
          <p:nvPr/>
        </p:nvSpPr>
        <p:spPr>
          <a:xfrm>
            <a:off x="4709160" y="2011680"/>
            <a:ext cx="2926080" cy="457200"/>
          </a:xfrm>
          <a:prstGeom prst="rect">
            <a:avLst/>
          </a:prstGeom>
          <a:noFill/>
          <a:ln/>
        </p:spPr>
        <p:txBody>
          <a:bodyPr wrap="square" lIns="0" tIns="0" rIns="0" bIns="0" rtlCol="0" anchor="ctr"/>
          <a:lstStyle/>
          <a:p>
            <a:pPr marL="0" indent="0">
              <a:buNone/>
            </a:pPr>
            <a:r>
              <a:rPr lang="en-US" sz="1800" b="1">
                <a:solidFill>
                  <a:srgbClr val="243A5E"/>
                </a:solidFill>
                <a:latin typeface="Segoe UI Semibold" pitchFamily="34" charset="0"/>
                <a:ea typeface="Segoe UI Semibold" pitchFamily="34" charset="-122"/>
                <a:cs typeface="Segoe UI Semibold" pitchFamily="34" charset="-120"/>
              </a:rPr>
              <a:t>Feature Importance &amp; Model Behavior</a:t>
            </a:r>
          </a:p>
        </p:txBody>
      </p:sp>
      <p:sp>
        <p:nvSpPr>
          <p:cNvPr id="203" name="Col2 Sub"/>
          <p:cNvSpPr/>
          <p:nvPr/>
        </p:nvSpPr>
        <p:spPr>
          <a:xfrm>
            <a:off x="4709160" y="2468880"/>
            <a:ext cx="2926080" cy="365760"/>
          </a:xfrm>
          <a:prstGeom prst="rect">
            <a:avLst/>
          </a:prstGeom>
          <a:noFill/>
          <a:ln/>
        </p:spPr>
        <p:txBody>
          <a:bodyPr wrap="square" lIns="0" tIns="0" rIns="0" bIns="0" rtlCol="0" anchor="ctr"/>
          <a:lstStyle/>
          <a:p>
            <a:pPr marL="0" indent="0">
              <a:buNone/>
            </a:pPr>
            <a:r>
              <a:rPr lang="en-US" sz="1200" i="1">
                <a:solidFill>
                  <a:srgbClr val="505050"/>
                </a:solidFill>
                <a:latin typeface="Segoe UI" pitchFamily="34" charset="0"/>
                <a:ea typeface="Segoe UI" pitchFamily="34" charset="-122"/>
                <a:cs typeface="Segoe UI" pitchFamily="34" charset="-120"/>
              </a:rPr>
              <a:t>Understanding what drives decisions</a:t>
            </a:r>
          </a:p>
        </p:txBody>
      </p:sp>
      <p:sp>
        <p:nvSpPr>
          <p:cNvPr id="204" name="Col2 Bullets"/>
          <p:cNvSpPr/>
          <p:nvPr/>
        </p:nvSpPr>
        <p:spPr>
          <a:xfrm>
            <a:off x="4709160" y="2926080"/>
            <a:ext cx="2926080" cy="1737360"/>
          </a:xfrm>
          <a:prstGeom prst="rect">
            <a:avLst/>
          </a:prstGeom>
          <a:noFill/>
          <a:ln/>
        </p:spPr>
        <p:txBody>
          <a:bodyPr wrap="square" lIns="0" tIns="0" rIns="0" bIns="0" rtlCol="0" anchor="t"/>
          <a:lstStyle/>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Identifies which inputs most influence model outputs</a:t>
            </a:r>
          </a:p>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Tools like SHAP and LIME surface feature contributions</a:t>
            </a:r>
          </a:p>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Enables validation of model logic against domain expertise</a:t>
            </a:r>
          </a:p>
        </p:txBody>
      </p:sp>
      <p:sp>
        <p:nvSpPr>
          <p:cNvPr id="300" name="Col3 BG">
            <a:extLst>
              <a:ext uri="{C183D7F6-B498-43B3-948B-1728B52AA6E4}">
                <adec:decorative xmlns:adec="http://schemas.microsoft.com/office/drawing/2017/decorative" val="1"/>
              </a:ext>
            </a:extLst>
          </p:cNvPr>
          <p:cNvSpPr/>
          <p:nvPr/>
        </p:nvSpPr>
        <p:spPr>
          <a:xfrm>
            <a:off x="8229600" y="1828800"/>
            <a:ext cx="3566160" cy="3017520"/>
          </a:xfrm>
          <a:prstGeom prst="rect">
            <a:avLst/>
          </a:prstGeom>
          <a:solidFill>
            <a:srgbClr val="F2F2F2"/>
          </a:solidFill>
          <a:ln w="6350">
            <a:solidFill>
              <a:srgbClr val="E1E6ED"/>
            </a:solidFill>
            <a:prstDash val="solid"/>
          </a:ln>
        </p:spPr>
        <p:txBody>
          <a:bodyPr/>
          <a:lstStyle/>
          <a:p>
            <a:endParaRPr lang="en-US"/>
          </a:p>
        </p:txBody>
      </p:sp>
      <p:sp>
        <p:nvSpPr>
          <p:cNvPr id="301" name="Col3 Bar">
            <a:extLst>
              <a:ext uri="{C183D7F6-B498-43B3-948B-1728B52AA6E4}">
                <adec:decorative xmlns:adec="http://schemas.microsoft.com/office/drawing/2017/decorative" val="1"/>
              </a:ext>
            </a:extLst>
          </p:cNvPr>
          <p:cNvSpPr/>
          <p:nvPr/>
        </p:nvSpPr>
        <p:spPr>
          <a:xfrm>
            <a:off x="8229600" y="1828800"/>
            <a:ext cx="3566160" cy="91440"/>
          </a:xfrm>
          <a:prstGeom prst="rect">
            <a:avLst/>
          </a:prstGeom>
          <a:solidFill>
            <a:srgbClr val="0078D4"/>
          </a:solidFill>
          <a:ln w="12700">
            <a:solidFill>
              <a:srgbClr val="0078D4"/>
            </a:solidFill>
            <a:prstDash val="solid"/>
          </a:ln>
        </p:spPr>
        <p:txBody>
          <a:bodyPr/>
          <a:lstStyle/>
          <a:p>
            <a:endParaRPr lang="en-US"/>
          </a:p>
        </p:txBody>
      </p:sp>
      <p:sp>
        <p:nvSpPr>
          <p:cNvPr id="302" name="Col3 Header"/>
          <p:cNvSpPr/>
          <p:nvPr/>
        </p:nvSpPr>
        <p:spPr>
          <a:xfrm>
            <a:off x="8549640" y="2011680"/>
            <a:ext cx="2926080" cy="457200"/>
          </a:xfrm>
          <a:prstGeom prst="rect">
            <a:avLst/>
          </a:prstGeom>
          <a:noFill/>
          <a:ln/>
        </p:spPr>
        <p:txBody>
          <a:bodyPr wrap="square" lIns="0" tIns="0" rIns="0" bIns="0" rtlCol="0" anchor="ctr"/>
          <a:lstStyle/>
          <a:p>
            <a:pPr marL="0" indent="0">
              <a:buNone/>
            </a:pPr>
            <a:r>
              <a:rPr lang="en-US" sz="1800" b="1">
                <a:solidFill>
                  <a:srgbClr val="243A5E"/>
                </a:solidFill>
                <a:latin typeface="Segoe UI Semibold" pitchFamily="34" charset="0"/>
                <a:ea typeface="Segoe UI Semibold" pitchFamily="34" charset="-122"/>
                <a:cs typeface="Segoe UI Semibold" pitchFamily="34" charset="-120"/>
              </a:rPr>
              <a:t>Limitations of Explainability</a:t>
            </a:r>
          </a:p>
        </p:txBody>
      </p:sp>
      <p:sp>
        <p:nvSpPr>
          <p:cNvPr id="303" name="Col3 Sub"/>
          <p:cNvSpPr/>
          <p:nvPr/>
        </p:nvSpPr>
        <p:spPr>
          <a:xfrm>
            <a:off x="8549640" y="2468880"/>
            <a:ext cx="2926080" cy="365760"/>
          </a:xfrm>
          <a:prstGeom prst="rect">
            <a:avLst/>
          </a:prstGeom>
          <a:noFill/>
          <a:ln/>
        </p:spPr>
        <p:txBody>
          <a:bodyPr wrap="square" lIns="0" tIns="0" rIns="0" bIns="0" rtlCol="0" anchor="ctr"/>
          <a:lstStyle/>
          <a:p>
            <a:pPr marL="0" indent="0">
              <a:buNone/>
            </a:pPr>
            <a:r>
              <a:rPr lang="en-US" sz="1200" i="1">
                <a:solidFill>
                  <a:srgbClr val="505050"/>
                </a:solidFill>
                <a:latin typeface="Segoe UI" pitchFamily="34" charset="0"/>
                <a:ea typeface="Segoe UI" pitchFamily="34" charset="-122"/>
                <a:cs typeface="Segoe UI" pitchFamily="34" charset="-120"/>
              </a:rPr>
              <a:t>Challenges in complex models</a:t>
            </a:r>
          </a:p>
        </p:txBody>
      </p:sp>
      <p:sp>
        <p:nvSpPr>
          <p:cNvPr id="304" name="Col3 Bullets"/>
          <p:cNvSpPr/>
          <p:nvPr/>
        </p:nvSpPr>
        <p:spPr>
          <a:xfrm>
            <a:off x="8549640" y="2926080"/>
            <a:ext cx="2926080" cy="1737360"/>
          </a:xfrm>
          <a:prstGeom prst="rect">
            <a:avLst/>
          </a:prstGeom>
          <a:noFill/>
          <a:ln/>
        </p:spPr>
        <p:txBody>
          <a:bodyPr wrap="square" lIns="0" tIns="0" rIns="0" bIns="0" rtlCol="0" anchor="t"/>
          <a:lstStyle/>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Deep neural networks resist full interpretability due to layered abstraction</a:t>
            </a:r>
          </a:p>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Explanations can oversimplify or mislead when models are highly nonlinear</a:t>
            </a:r>
          </a:p>
          <a:p>
            <a:pPr marL="342900" indent="-342900">
              <a:spcAft>
                <a:spcPts val="800"/>
              </a:spcAft>
              <a:buSzPct val="100000"/>
              <a:buChar char="■"/>
            </a:pPr>
            <a:r>
              <a:rPr lang="en-US" sz="1400">
                <a:solidFill>
                  <a:srgbClr val="2F2F2F"/>
                </a:solidFill>
                <a:latin typeface="Segoe UI" pitchFamily="34" charset="0"/>
                <a:ea typeface="Segoe UI" pitchFamily="34" charset="-122"/>
                <a:cs typeface="Segoe UI" pitchFamily="34" charset="-120"/>
              </a:rPr>
              <a:t>Trade-offs exist between accuracy and interpretability in model selection</a:t>
            </a:r>
          </a:p>
        </p:txBody>
      </p:sp>
      <p:sp>
        <p:nvSpPr>
          <p:cNvPr id="4" name="Footer Placeholder 3">
            <a:extLst>
              <a:ext uri="{FF2B5EF4-FFF2-40B4-BE49-F238E27FC236}">
                <a16:creationId xmlns:a16="http://schemas.microsoft.com/office/drawing/2014/main" id="{62ED9FBF-33B6-F2A1-342A-77706D7547D9}"/>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FAD16C5F-A291-1425-4AB1-AE31DDBA542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25909402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a:extLst>
              <a:ext uri="{C183D7F6-B498-43B3-948B-1728B52AA6E4}">
                <adec:decorative xmlns:adec="http://schemas.microsoft.com/office/drawing/2017/decorative" val="1"/>
              </a:ext>
            </a:extLst>
          </p:cNvPr>
          <p:cNvSpPr/>
          <p:nvPr/>
        </p:nvSpPr>
        <p:spPr>
          <a:xfrm>
            <a:off x="0" y="0"/>
            <a:ext cx="137160" cy="6858000"/>
          </a:xfrm>
          <a:prstGeom prst="rect">
            <a:avLst/>
          </a:prstGeom>
          <a:solidFill>
            <a:srgbClr val="0078D4"/>
          </a:solidFill>
          <a:ln>
            <a:noFill/>
          </a:ln>
        </p:spPr>
        <p:txBody>
          <a:bodyPr/>
          <a:lstStyle/>
          <a:p>
            <a:endParaRPr lang="en-US"/>
          </a:p>
        </p:txBody>
      </p:sp>
      <p:sp>
        <p:nvSpPr>
          <p:cNvPr id="3" name="Title"/>
          <p:cNvSpPr/>
          <p:nvPr/>
        </p:nvSpPr>
        <p:spPr>
          <a:xfrm>
            <a:off x="548640" y="365760"/>
            <a:ext cx="10972800" cy="548640"/>
          </a:xfrm>
          <a:prstGeom prst="rect">
            <a:avLst/>
          </a:prstGeom>
          <a:noFill/>
          <a:ln>
            <a:noFill/>
          </a:ln>
        </p:spPr>
        <p:txBody>
          <a:bodyPr wrap="square" lIns="0" tIns="0" rIns="0" bIns="0" rtlCol="0" anchor="b"/>
          <a:lstStyle/>
          <a:p>
            <a:r>
              <a:rPr lang="en-US" sz="3200" b="1">
                <a:solidFill>
                  <a:srgbClr val="243A5E"/>
                </a:solidFill>
                <a:latin typeface="Segoe UI Semibold" pitchFamily="34" charset="0"/>
                <a:ea typeface="Segoe UI Semibold" pitchFamily="34" charset="-122"/>
                <a:cs typeface="Segoe UI Semibold" pitchFamily="34" charset="-120"/>
              </a:rPr>
              <a:t>Putting Responsible AI into Practice</a:t>
            </a:r>
          </a:p>
        </p:txBody>
      </p:sp>
      <p:sp>
        <p:nvSpPr>
          <p:cNvPr id="4" name="Subtitle"/>
          <p:cNvSpPr/>
          <p:nvPr/>
        </p:nvSpPr>
        <p:spPr>
          <a:xfrm>
            <a:off x="548640" y="914400"/>
            <a:ext cx="10972800" cy="365760"/>
          </a:xfrm>
          <a:prstGeom prst="rect">
            <a:avLst/>
          </a:prstGeom>
          <a:noFill/>
          <a:ln>
            <a:noFill/>
          </a:ln>
        </p:spPr>
        <p:txBody>
          <a:bodyPr wrap="square" lIns="0" tIns="0" rIns="0" bIns="0" rtlCol="0" anchor="t"/>
          <a:lstStyle/>
          <a:p>
            <a:r>
              <a:rPr lang="en-US" sz="1600">
                <a:solidFill>
                  <a:srgbClr val="505050"/>
                </a:solidFill>
                <a:latin typeface="Segoe UI" pitchFamily="34" charset="0"/>
                <a:ea typeface="Segoe UI" pitchFamily="34" charset="-122"/>
                <a:cs typeface="Segoe UI" pitchFamily="34" charset="-120"/>
              </a:rPr>
              <a:t>Concrete steps teams can take today to operationalize responsible AI</a:t>
            </a:r>
          </a:p>
        </p:txBody>
      </p:sp>
      <p:sp>
        <p:nvSpPr>
          <p:cNvPr id="5" name="DividerLine">
            <a:extLst>
              <a:ext uri="{C183D7F6-B498-43B3-948B-1728B52AA6E4}">
                <adec:decorative xmlns:adec="http://schemas.microsoft.com/office/drawing/2017/decorative" val="1"/>
              </a:ext>
            </a:extLst>
          </p:cNvPr>
          <p:cNvSpPr/>
          <p:nvPr/>
        </p:nvSpPr>
        <p:spPr>
          <a:xfrm>
            <a:off x="548640" y="1371600"/>
            <a:ext cx="11094720" cy="0"/>
          </a:xfrm>
          <a:prstGeom prst="line">
            <a:avLst/>
          </a:prstGeom>
          <a:ln w="12700">
            <a:solidFill>
              <a:srgbClr val="D0D0D0"/>
            </a:solidFill>
          </a:ln>
        </p:spPr>
        <p:txBody>
          <a:bodyPr/>
          <a:lstStyle/>
          <a:p>
            <a:endParaRPr lang="en-US"/>
          </a:p>
        </p:txBody>
      </p:sp>
      <p:sp>
        <p:nvSpPr>
          <p:cNvPr id="10" name="Card1BG">
            <a:extLst>
              <a:ext uri="{C183D7F6-B498-43B3-948B-1728B52AA6E4}">
                <adec:decorative xmlns:adec="http://schemas.microsoft.com/office/drawing/2017/decorative" val="1"/>
              </a:ext>
            </a:extLst>
          </p:cNvPr>
          <p:cNvSpPr/>
          <p:nvPr/>
        </p:nvSpPr>
        <p:spPr>
          <a:xfrm>
            <a:off x="548640" y="1554480"/>
            <a:ext cx="5394960" cy="1508760"/>
          </a:xfrm>
          <a:prstGeom prst="roundRect">
            <a:avLst>
              <a:gd name="adj" fmla="val 5000"/>
            </a:avLst>
          </a:prstGeom>
          <a:solidFill>
            <a:srgbClr val="F2F6FA"/>
          </a:solidFill>
          <a:ln>
            <a:noFill/>
          </a:ln>
        </p:spPr>
        <p:txBody>
          <a:bodyPr/>
          <a:lstStyle/>
          <a:p>
            <a:endParaRPr lang="en-US"/>
          </a:p>
        </p:txBody>
      </p:sp>
      <p:sp>
        <p:nvSpPr>
          <p:cNvPr id="11" name="Card1Icon"/>
          <p:cNvSpPr/>
          <p:nvPr/>
        </p:nvSpPr>
        <p:spPr>
          <a:xfrm>
            <a:off x="731520" y="173736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12" name="Card1Title"/>
          <p:cNvSpPr/>
          <p:nvPr/>
        </p:nvSpPr>
        <p:spPr>
          <a:xfrm>
            <a:off x="1371600" y="173736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Conduct Impact Assessments</a:t>
            </a:r>
          </a:p>
        </p:txBody>
      </p:sp>
      <p:sp>
        <p:nvSpPr>
          <p:cNvPr id="13" name="Card1Body"/>
          <p:cNvSpPr/>
          <p:nvPr/>
        </p:nvSpPr>
        <p:spPr>
          <a:xfrm>
            <a:off x="1371600" y="210312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Before every AI project launch, complete a structured impact assessment identifying intended use, affected populations, and potential harms across all stakeholder groups.</a:t>
            </a:r>
          </a:p>
        </p:txBody>
      </p:sp>
      <p:sp>
        <p:nvSpPr>
          <p:cNvPr id="20" name="Card2BG">
            <a:extLst>
              <a:ext uri="{C183D7F6-B498-43B3-948B-1728B52AA6E4}">
                <adec:decorative xmlns:adec="http://schemas.microsoft.com/office/drawing/2017/decorative" val="1"/>
              </a:ext>
            </a:extLst>
          </p:cNvPr>
          <p:cNvSpPr/>
          <p:nvPr/>
        </p:nvSpPr>
        <p:spPr>
          <a:xfrm>
            <a:off x="6126480" y="1554480"/>
            <a:ext cx="5394960" cy="1508760"/>
          </a:xfrm>
          <a:prstGeom prst="roundRect">
            <a:avLst>
              <a:gd name="adj" fmla="val 5000"/>
            </a:avLst>
          </a:prstGeom>
          <a:solidFill>
            <a:srgbClr val="F2F6FA"/>
          </a:solidFill>
          <a:ln>
            <a:noFill/>
          </a:ln>
        </p:spPr>
        <p:txBody>
          <a:bodyPr/>
          <a:lstStyle/>
          <a:p>
            <a:endParaRPr lang="en-US"/>
          </a:p>
        </p:txBody>
      </p:sp>
      <p:sp>
        <p:nvSpPr>
          <p:cNvPr id="21" name="Card2Icon"/>
          <p:cNvSpPr/>
          <p:nvPr/>
        </p:nvSpPr>
        <p:spPr>
          <a:xfrm>
            <a:off x="6309360" y="173736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22" name="Card2Title"/>
          <p:cNvSpPr/>
          <p:nvPr/>
        </p:nvSpPr>
        <p:spPr>
          <a:xfrm>
            <a:off x="6949440" y="173736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Integrate Fairness Evaluations</a:t>
            </a:r>
          </a:p>
        </p:txBody>
      </p:sp>
      <p:sp>
        <p:nvSpPr>
          <p:cNvPr id="23" name="Card2Body"/>
          <p:cNvSpPr/>
          <p:nvPr/>
        </p:nvSpPr>
        <p:spPr>
          <a:xfrm>
            <a:off x="6949440" y="210312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Add automated fairness and safety evaluations into your CI/CD pipeline so every model update is tested for bias, content safety, and groundedness before deployment.</a:t>
            </a:r>
          </a:p>
        </p:txBody>
      </p:sp>
      <p:sp>
        <p:nvSpPr>
          <p:cNvPr id="30" name="Card3BG">
            <a:extLst>
              <a:ext uri="{C183D7F6-B498-43B3-948B-1728B52AA6E4}">
                <adec:decorative xmlns:adec="http://schemas.microsoft.com/office/drawing/2017/decorative" val="1"/>
              </a:ext>
            </a:extLst>
          </p:cNvPr>
          <p:cNvSpPr/>
          <p:nvPr/>
        </p:nvSpPr>
        <p:spPr>
          <a:xfrm>
            <a:off x="548640" y="3246120"/>
            <a:ext cx="5394960" cy="1508760"/>
          </a:xfrm>
          <a:prstGeom prst="roundRect">
            <a:avLst>
              <a:gd name="adj" fmla="val 5000"/>
            </a:avLst>
          </a:prstGeom>
          <a:solidFill>
            <a:srgbClr val="F2F6FA"/>
          </a:solidFill>
          <a:ln>
            <a:noFill/>
          </a:ln>
        </p:spPr>
        <p:txBody>
          <a:bodyPr/>
          <a:lstStyle/>
          <a:p>
            <a:endParaRPr lang="en-US"/>
          </a:p>
        </p:txBody>
      </p:sp>
      <p:sp>
        <p:nvSpPr>
          <p:cNvPr id="31" name="Card3Icon"/>
          <p:cNvSpPr/>
          <p:nvPr/>
        </p:nvSpPr>
        <p:spPr>
          <a:xfrm>
            <a:off x="731520" y="342900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32" name="Card3Title"/>
          <p:cNvSpPr/>
          <p:nvPr/>
        </p:nvSpPr>
        <p:spPr>
          <a:xfrm>
            <a:off x="1371600" y="342900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Establish Governance Reviews</a:t>
            </a:r>
          </a:p>
        </p:txBody>
      </p:sp>
      <p:sp>
        <p:nvSpPr>
          <p:cNvPr id="33" name="Card3Body"/>
          <p:cNvSpPr/>
          <p:nvPr/>
        </p:nvSpPr>
        <p:spPr>
          <a:xfrm>
            <a:off x="1371600" y="379476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Convene a cross-functional review board (engineering, legal, compliance, product) that meets quarterly to reassess all deployed AI systems against current standards.</a:t>
            </a:r>
          </a:p>
        </p:txBody>
      </p:sp>
      <p:sp>
        <p:nvSpPr>
          <p:cNvPr id="40" name="Card4BG">
            <a:extLst>
              <a:ext uri="{C183D7F6-B498-43B3-948B-1728B52AA6E4}">
                <adec:decorative xmlns:adec="http://schemas.microsoft.com/office/drawing/2017/decorative" val="1"/>
              </a:ext>
            </a:extLst>
          </p:cNvPr>
          <p:cNvSpPr/>
          <p:nvPr/>
        </p:nvSpPr>
        <p:spPr>
          <a:xfrm>
            <a:off x="6126480" y="3246120"/>
            <a:ext cx="5394960" cy="1508760"/>
          </a:xfrm>
          <a:prstGeom prst="roundRect">
            <a:avLst>
              <a:gd name="adj" fmla="val 5000"/>
            </a:avLst>
          </a:prstGeom>
          <a:solidFill>
            <a:srgbClr val="F2F6FA"/>
          </a:solidFill>
          <a:ln>
            <a:noFill/>
          </a:ln>
        </p:spPr>
        <p:txBody>
          <a:bodyPr/>
          <a:lstStyle/>
          <a:p>
            <a:endParaRPr lang="en-US"/>
          </a:p>
        </p:txBody>
      </p:sp>
      <p:sp>
        <p:nvSpPr>
          <p:cNvPr id="41" name="Card4Icon"/>
          <p:cNvSpPr/>
          <p:nvPr/>
        </p:nvSpPr>
        <p:spPr>
          <a:xfrm>
            <a:off x="6309360" y="342900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42" name="Card4Title"/>
          <p:cNvSpPr/>
          <p:nvPr/>
        </p:nvSpPr>
        <p:spPr>
          <a:xfrm>
            <a:off x="6949440" y="342900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Red-Team High-Risk Systems</a:t>
            </a:r>
          </a:p>
        </p:txBody>
      </p:sp>
      <p:sp>
        <p:nvSpPr>
          <p:cNvPr id="43" name="Card4Body"/>
          <p:cNvSpPr/>
          <p:nvPr/>
        </p:nvSpPr>
        <p:spPr>
          <a:xfrm>
            <a:off x="6949440" y="379476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Schedule adversarial testing sessions with diverse stakeholders during development sprints — not just before launch. Include prompt injection, edge cases, and bias probing.</a:t>
            </a:r>
          </a:p>
        </p:txBody>
      </p:sp>
      <p:sp>
        <p:nvSpPr>
          <p:cNvPr id="50" name="Card5BG">
            <a:extLst>
              <a:ext uri="{C183D7F6-B498-43B3-948B-1728B52AA6E4}">
                <adec:decorative xmlns:adec="http://schemas.microsoft.com/office/drawing/2017/decorative" val="1"/>
              </a:ext>
            </a:extLst>
          </p:cNvPr>
          <p:cNvSpPr/>
          <p:nvPr/>
        </p:nvSpPr>
        <p:spPr>
          <a:xfrm>
            <a:off x="548640" y="4937760"/>
            <a:ext cx="5394960" cy="1508760"/>
          </a:xfrm>
          <a:prstGeom prst="roundRect">
            <a:avLst>
              <a:gd name="adj" fmla="val 5000"/>
            </a:avLst>
          </a:prstGeom>
          <a:solidFill>
            <a:srgbClr val="F2F6FA"/>
          </a:solidFill>
          <a:ln>
            <a:noFill/>
          </a:ln>
        </p:spPr>
        <p:txBody>
          <a:bodyPr/>
          <a:lstStyle/>
          <a:p>
            <a:endParaRPr lang="en-US"/>
          </a:p>
        </p:txBody>
      </p:sp>
      <p:sp>
        <p:nvSpPr>
          <p:cNvPr id="51" name="Card5Icon"/>
          <p:cNvSpPr/>
          <p:nvPr/>
        </p:nvSpPr>
        <p:spPr>
          <a:xfrm>
            <a:off x="731520" y="512064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52" name="Card5Title"/>
          <p:cNvSpPr/>
          <p:nvPr/>
        </p:nvSpPr>
        <p:spPr>
          <a:xfrm>
            <a:off x="1371600" y="512064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Deploy Monitoring Dashboards</a:t>
            </a:r>
          </a:p>
        </p:txBody>
      </p:sp>
      <p:sp>
        <p:nvSpPr>
          <p:cNvPr id="53" name="Card5Body"/>
          <p:cNvSpPr/>
          <p:nvPr/>
        </p:nvSpPr>
        <p:spPr>
          <a:xfrm>
            <a:off x="1371600" y="548640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Set up production monitoring that tracks accuracy metrics, fairness indicators, and data drift detection with automated alerting when thresholds are breached.</a:t>
            </a:r>
          </a:p>
        </p:txBody>
      </p:sp>
      <p:sp>
        <p:nvSpPr>
          <p:cNvPr id="60" name="Card6BG">
            <a:extLst>
              <a:ext uri="{C183D7F6-B498-43B3-948B-1728B52AA6E4}">
                <adec:decorative xmlns:adec="http://schemas.microsoft.com/office/drawing/2017/decorative" val="1"/>
              </a:ext>
            </a:extLst>
          </p:cNvPr>
          <p:cNvSpPr/>
          <p:nvPr/>
        </p:nvSpPr>
        <p:spPr>
          <a:xfrm>
            <a:off x="6126480" y="4937760"/>
            <a:ext cx="5394960" cy="1508760"/>
          </a:xfrm>
          <a:prstGeom prst="roundRect">
            <a:avLst>
              <a:gd name="adj" fmla="val 5000"/>
            </a:avLst>
          </a:prstGeom>
          <a:solidFill>
            <a:srgbClr val="F2F6FA"/>
          </a:solidFill>
          <a:ln>
            <a:noFill/>
          </a:ln>
        </p:spPr>
        <p:txBody>
          <a:bodyPr/>
          <a:lstStyle/>
          <a:p>
            <a:endParaRPr lang="en-US"/>
          </a:p>
        </p:txBody>
      </p:sp>
      <p:sp>
        <p:nvSpPr>
          <p:cNvPr id="61" name="Card6Icon"/>
          <p:cNvSpPr/>
          <p:nvPr/>
        </p:nvSpPr>
        <p:spPr>
          <a:xfrm>
            <a:off x="6309360" y="512064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62" name="Card6Title"/>
          <p:cNvSpPr/>
          <p:nvPr/>
        </p:nvSpPr>
        <p:spPr>
          <a:xfrm>
            <a:off x="6949440" y="512064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Document Model Cards</a:t>
            </a:r>
          </a:p>
        </p:txBody>
      </p:sp>
      <p:sp>
        <p:nvSpPr>
          <p:cNvPr id="63" name="Card6Body"/>
          <p:cNvSpPr/>
          <p:nvPr/>
        </p:nvSpPr>
        <p:spPr>
          <a:xfrm>
            <a:off x="6949440" y="548640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Publish a model card for every production AI system documenting training data, performance metrics, known limitations, and fairness evaluation results.</a:t>
            </a:r>
          </a:p>
        </p:txBody>
      </p:sp>
      <p:sp>
        <p:nvSpPr>
          <p:cNvPr id="70" name="FooterLine">
            <a:extLst>
              <a:ext uri="{C183D7F6-B498-43B3-948B-1728B52AA6E4}">
                <adec:decorative xmlns:adec="http://schemas.microsoft.com/office/drawing/2017/decorative" val="1"/>
              </a:ext>
            </a:extLst>
          </p:cNvPr>
          <p:cNvSpPr/>
          <p:nvPr/>
        </p:nvSpPr>
        <p:spPr>
          <a:xfrm>
            <a:off x="548640" y="6583680"/>
            <a:ext cx="11094720" cy="0"/>
          </a:xfrm>
          <a:prstGeom prst="line">
            <a:avLst/>
          </a:prstGeom>
          <a:ln w="12700">
            <a:solidFill>
              <a:srgbClr val="0078D4"/>
            </a:solidFill>
          </a:ln>
        </p:spPr>
        <p:txBody>
          <a:bodyPr/>
          <a:lstStyle/>
          <a:p>
            <a:endParaRPr lang="en-US"/>
          </a:p>
        </p:txBody>
      </p:sp>
      <p:sp>
        <p:nvSpPr>
          <p:cNvPr id="71" name="FooterText"/>
          <p:cNvSpPr/>
          <p:nvPr/>
        </p:nvSpPr>
        <p:spPr>
          <a:xfrm>
            <a:off x="548640" y="6629400"/>
            <a:ext cx="5486400" cy="228600"/>
          </a:xfrm>
          <a:prstGeom prst="rect">
            <a:avLst/>
          </a:prstGeom>
          <a:noFill/>
          <a:ln>
            <a:noFill/>
          </a:ln>
        </p:spPr>
        <p:txBody>
          <a:bodyPr wrap="square" lIns="0" tIns="0" rIns="0" bIns="0" rtlCol="0" anchor="ctr"/>
          <a:lstStyle/>
          <a:p>
            <a:r>
              <a:rPr lang="en-US" sz="900">
                <a:latin typeface="Segoe UI" pitchFamily="34" charset="0"/>
              </a:rPr>
              <a:t>Microsoft Confidential</a:t>
            </a:r>
          </a:p>
        </p:txBody>
      </p:sp>
      <p:sp>
        <p:nvSpPr>
          <p:cNvPr id="72" name="SlideNumber"/>
          <p:cNvSpPr/>
          <p:nvPr/>
        </p:nvSpPr>
        <p:spPr>
          <a:xfrm>
            <a:off x="10058400" y="6629400"/>
            <a:ext cx="1583184" cy="228600"/>
          </a:xfrm>
          <a:prstGeom prst="rect">
            <a:avLst/>
          </a:prstGeom>
          <a:noFill/>
          <a:ln>
            <a:noFill/>
          </a:ln>
        </p:spPr>
        <p:txBody>
          <a:bodyPr wrap="square" lIns="0" tIns="0" rIns="0" bIns="0" rtlCol="0" anchor="ctr"/>
          <a:lstStyle/>
          <a:p>
            <a:pPr algn="r"/>
            <a:fld id="{B6F15528-F159-4107-2ABD-C8D0B0AAAAAA}" type="slidenum">
              <a:rPr lang="en-US" sz="900">
                <a:latin typeface="Segoe UI" pitchFamily="34" charset="0"/>
              </a:rPr>
              <a:t>25</a:t>
            </a:fld>
            <a:endParaRPr lang="en-US" sz="900">
              <a:latin typeface="Segoe UI" pitchFamily="34" charset="0"/>
            </a:endParaRPr>
          </a:p>
        </p:txBody>
      </p:sp>
      <p:sp>
        <p:nvSpPr>
          <p:cNvPr id="25" name="Title 24">
            <a:extLst>
              <a:ext uri="{FF2B5EF4-FFF2-40B4-BE49-F238E27FC236}">
                <a16:creationId xmlns:a16="http://schemas.microsoft.com/office/drawing/2014/main" id="{3575E169-7915-2ABF-9391-9541DF57F712}"/>
              </a:ext>
            </a:extLst>
          </p:cNvPr>
          <p:cNvSpPr>
            <a:spLocks noGrp="1"/>
          </p:cNvSpPr>
          <p:nvPr>
            <p:ph type="title" idx="4294967295"/>
          </p:nvPr>
        </p:nvSpPr>
        <p:spPr>
          <a:xfrm>
            <a:off x="838200" y="-1325563"/>
            <a:ext cx="10515600" cy="1325563"/>
          </a:xfrm>
          <a:prstGeom prst="rect">
            <a:avLst/>
          </a:prstGeom>
        </p:spPr>
        <p:txBody>
          <a:bodyPr anchor="b"/>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a:extLst>
              <a:ext uri="{C183D7F6-B498-43B3-948B-1728B52AA6E4}">
                <adec:decorative xmlns:adec="http://schemas.microsoft.com/office/drawing/2017/decorative" val="1"/>
              </a:ext>
            </a:extLst>
          </p:cNvPr>
          <p:cNvSpPr/>
          <p:nvPr/>
        </p:nvSpPr>
        <p:spPr>
          <a:xfrm>
            <a:off x="0" y="0"/>
            <a:ext cx="137160" cy="6858000"/>
          </a:xfrm>
          <a:prstGeom prst="rect">
            <a:avLst/>
          </a:prstGeom>
          <a:solidFill>
            <a:srgbClr val="0078D4"/>
          </a:solidFill>
          <a:ln>
            <a:noFill/>
          </a:ln>
        </p:spPr>
        <p:txBody>
          <a:bodyPr/>
          <a:lstStyle/>
          <a:p>
            <a:endParaRPr lang="en-US"/>
          </a:p>
        </p:txBody>
      </p:sp>
      <p:sp>
        <p:nvSpPr>
          <p:cNvPr id="3" name="Title"/>
          <p:cNvSpPr/>
          <p:nvPr/>
        </p:nvSpPr>
        <p:spPr>
          <a:xfrm>
            <a:off x="548640" y="365760"/>
            <a:ext cx="10972800" cy="548640"/>
          </a:xfrm>
          <a:prstGeom prst="rect">
            <a:avLst/>
          </a:prstGeom>
          <a:noFill/>
          <a:ln>
            <a:noFill/>
          </a:ln>
        </p:spPr>
        <p:txBody>
          <a:bodyPr wrap="square" lIns="0" tIns="0" rIns="0" bIns="0" rtlCol="0" anchor="b"/>
          <a:lstStyle/>
          <a:p>
            <a:r>
              <a:rPr lang="en-US" sz="3200" b="1">
                <a:solidFill>
                  <a:srgbClr val="243A5E"/>
                </a:solidFill>
                <a:latin typeface="Segoe UI Semibold" pitchFamily="34" charset="0"/>
                <a:ea typeface="Segoe UI Semibold" pitchFamily="34" charset="-122"/>
                <a:cs typeface="Segoe UI Semibold" pitchFamily="34" charset="-120"/>
              </a:rPr>
              <a:t>Accountability &amp; Governance Structures</a:t>
            </a:r>
          </a:p>
        </p:txBody>
      </p:sp>
      <p:sp>
        <p:nvSpPr>
          <p:cNvPr id="4" name="Subtitle"/>
          <p:cNvSpPr/>
          <p:nvPr/>
        </p:nvSpPr>
        <p:spPr>
          <a:xfrm>
            <a:off x="548640" y="914400"/>
            <a:ext cx="10972800" cy="365760"/>
          </a:xfrm>
          <a:prstGeom prst="rect">
            <a:avLst/>
          </a:prstGeom>
          <a:noFill/>
          <a:ln>
            <a:noFill/>
          </a:ln>
        </p:spPr>
        <p:txBody>
          <a:bodyPr wrap="square" lIns="0" tIns="0" rIns="0" bIns="0" rtlCol="0" anchor="t"/>
          <a:lstStyle/>
          <a:p>
            <a:r>
              <a:rPr lang="en-US" sz="1600">
                <a:solidFill>
                  <a:srgbClr val="505050"/>
                </a:solidFill>
                <a:latin typeface="Segoe UI" pitchFamily="34" charset="0"/>
                <a:ea typeface="Segoe UI" pitchFamily="34" charset="-122"/>
                <a:cs typeface="Segoe UI" pitchFamily="34" charset="-120"/>
              </a:rPr>
              <a:t>Essential organizational frameworks for responsible AI oversight</a:t>
            </a:r>
          </a:p>
        </p:txBody>
      </p:sp>
      <p:sp>
        <p:nvSpPr>
          <p:cNvPr id="5" name="DividerLine">
            <a:extLst>
              <a:ext uri="{C183D7F6-B498-43B3-948B-1728B52AA6E4}">
                <adec:decorative xmlns:adec="http://schemas.microsoft.com/office/drawing/2017/decorative" val="1"/>
              </a:ext>
            </a:extLst>
          </p:cNvPr>
          <p:cNvSpPr/>
          <p:nvPr/>
        </p:nvSpPr>
        <p:spPr>
          <a:xfrm>
            <a:off x="548640" y="1371600"/>
            <a:ext cx="11094720" cy="0"/>
          </a:xfrm>
          <a:prstGeom prst="line">
            <a:avLst/>
          </a:prstGeom>
          <a:ln w="12700">
            <a:solidFill>
              <a:srgbClr val="D0D0D0"/>
            </a:solidFill>
          </a:ln>
        </p:spPr>
        <p:txBody>
          <a:bodyPr/>
          <a:lstStyle/>
          <a:p>
            <a:endParaRPr lang="en-US"/>
          </a:p>
        </p:txBody>
      </p:sp>
      <p:sp>
        <p:nvSpPr>
          <p:cNvPr id="10" name="Card1BG">
            <a:extLst>
              <a:ext uri="{C183D7F6-B498-43B3-948B-1728B52AA6E4}">
                <adec:decorative xmlns:adec="http://schemas.microsoft.com/office/drawing/2017/decorative" val="1"/>
              </a:ext>
            </a:extLst>
          </p:cNvPr>
          <p:cNvSpPr/>
          <p:nvPr/>
        </p:nvSpPr>
        <p:spPr>
          <a:xfrm>
            <a:off x="548640" y="1554480"/>
            <a:ext cx="5394960" cy="1508760"/>
          </a:xfrm>
          <a:prstGeom prst="roundRect">
            <a:avLst>
              <a:gd name="adj" fmla="val 5000"/>
            </a:avLst>
          </a:prstGeom>
          <a:solidFill>
            <a:srgbClr val="F2F6FA"/>
          </a:solidFill>
          <a:ln>
            <a:noFill/>
          </a:ln>
        </p:spPr>
        <p:txBody>
          <a:bodyPr/>
          <a:lstStyle/>
          <a:p>
            <a:endParaRPr lang="en-US"/>
          </a:p>
        </p:txBody>
      </p:sp>
      <p:sp>
        <p:nvSpPr>
          <p:cNvPr id="11" name="Card1Icon"/>
          <p:cNvSpPr/>
          <p:nvPr/>
        </p:nvSpPr>
        <p:spPr>
          <a:xfrm>
            <a:off x="731520" y="173736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12" name="Card1Title"/>
          <p:cNvSpPr/>
          <p:nvPr/>
        </p:nvSpPr>
        <p:spPr>
          <a:xfrm>
            <a:off x="1371600" y="173736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AI Ethics Board</a:t>
            </a:r>
          </a:p>
        </p:txBody>
      </p:sp>
      <p:sp>
        <p:nvSpPr>
          <p:cNvPr id="13" name="Card1Body"/>
          <p:cNvSpPr/>
          <p:nvPr/>
        </p:nvSpPr>
        <p:spPr>
          <a:xfrm>
            <a:off x="1371600" y="210312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Cross-functional board spanning engineering, legal, and compliance to review high-risk AI deployments.</a:t>
            </a:r>
          </a:p>
        </p:txBody>
      </p:sp>
      <p:sp>
        <p:nvSpPr>
          <p:cNvPr id="20" name="Card2BG">
            <a:extLst>
              <a:ext uri="{C183D7F6-B498-43B3-948B-1728B52AA6E4}">
                <adec:decorative xmlns:adec="http://schemas.microsoft.com/office/drawing/2017/decorative" val="1"/>
              </a:ext>
            </a:extLst>
          </p:cNvPr>
          <p:cNvSpPr/>
          <p:nvPr/>
        </p:nvSpPr>
        <p:spPr>
          <a:xfrm>
            <a:off x="6126480" y="1554480"/>
            <a:ext cx="5394960" cy="1508760"/>
          </a:xfrm>
          <a:prstGeom prst="roundRect">
            <a:avLst>
              <a:gd name="adj" fmla="val 5000"/>
            </a:avLst>
          </a:prstGeom>
          <a:solidFill>
            <a:srgbClr val="F2F6FA"/>
          </a:solidFill>
          <a:ln>
            <a:noFill/>
          </a:ln>
        </p:spPr>
        <p:txBody>
          <a:bodyPr/>
          <a:lstStyle/>
          <a:p>
            <a:endParaRPr lang="en-US"/>
          </a:p>
        </p:txBody>
      </p:sp>
      <p:sp>
        <p:nvSpPr>
          <p:cNvPr id="21" name="Card2Icon"/>
          <p:cNvSpPr/>
          <p:nvPr/>
        </p:nvSpPr>
        <p:spPr>
          <a:xfrm>
            <a:off x="6309360" y="173736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22" name="Card2Title"/>
          <p:cNvSpPr/>
          <p:nvPr/>
        </p:nvSpPr>
        <p:spPr>
          <a:xfrm>
            <a:off x="6949440" y="173736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Role-Based Ownership</a:t>
            </a:r>
          </a:p>
        </p:txBody>
      </p:sp>
      <p:sp>
        <p:nvSpPr>
          <p:cNvPr id="23" name="Card2Body"/>
          <p:cNvSpPr/>
          <p:nvPr/>
        </p:nvSpPr>
        <p:spPr>
          <a:xfrm>
            <a:off x="6949440" y="210312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Data stewards, model owners, and deployment leads each accountable for their lifecycle stage.</a:t>
            </a:r>
          </a:p>
        </p:txBody>
      </p:sp>
      <p:sp>
        <p:nvSpPr>
          <p:cNvPr id="30" name="Card3BG">
            <a:extLst>
              <a:ext uri="{C183D7F6-B498-43B3-948B-1728B52AA6E4}">
                <adec:decorative xmlns:adec="http://schemas.microsoft.com/office/drawing/2017/decorative" val="1"/>
              </a:ext>
            </a:extLst>
          </p:cNvPr>
          <p:cNvSpPr/>
          <p:nvPr/>
        </p:nvSpPr>
        <p:spPr>
          <a:xfrm>
            <a:off x="548640" y="3246120"/>
            <a:ext cx="5394960" cy="1508760"/>
          </a:xfrm>
          <a:prstGeom prst="roundRect">
            <a:avLst>
              <a:gd name="adj" fmla="val 5000"/>
            </a:avLst>
          </a:prstGeom>
          <a:solidFill>
            <a:srgbClr val="F2F6FA"/>
          </a:solidFill>
          <a:ln>
            <a:noFill/>
          </a:ln>
        </p:spPr>
        <p:txBody>
          <a:bodyPr/>
          <a:lstStyle/>
          <a:p>
            <a:endParaRPr lang="en-US"/>
          </a:p>
        </p:txBody>
      </p:sp>
      <p:sp>
        <p:nvSpPr>
          <p:cNvPr id="31" name="Card3Icon"/>
          <p:cNvSpPr/>
          <p:nvPr/>
        </p:nvSpPr>
        <p:spPr>
          <a:xfrm>
            <a:off x="731520" y="342900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32" name="Card3Title"/>
          <p:cNvSpPr/>
          <p:nvPr/>
        </p:nvSpPr>
        <p:spPr>
          <a:xfrm>
            <a:off x="1371600" y="342900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Escalation Pathways</a:t>
            </a:r>
          </a:p>
        </p:txBody>
      </p:sp>
      <p:sp>
        <p:nvSpPr>
          <p:cNvPr id="33" name="Card3Body"/>
          <p:cNvSpPr/>
          <p:nvPr/>
        </p:nvSpPr>
        <p:spPr>
          <a:xfrm>
            <a:off x="1371600" y="379476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Tiered procedures for flagging concerns to leadership with guaranteed response timelines.</a:t>
            </a:r>
          </a:p>
        </p:txBody>
      </p:sp>
      <p:sp>
        <p:nvSpPr>
          <p:cNvPr id="40" name="Card4BG">
            <a:extLst>
              <a:ext uri="{C183D7F6-B498-43B3-948B-1728B52AA6E4}">
                <adec:decorative xmlns:adec="http://schemas.microsoft.com/office/drawing/2017/decorative" val="1"/>
              </a:ext>
            </a:extLst>
          </p:cNvPr>
          <p:cNvSpPr/>
          <p:nvPr/>
        </p:nvSpPr>
        <p:spPr>
          <a:xfrm>
            <a:off x="6126480" y="3246120"/>
            <a:ext cx="5394960" cy="1508760"/>
          </a:xfrm>
          <a:prstGeom prst="roundRect">
            <a:avLst>
              <a:gd name="adj" fmla="val 5000"/>
            </a:avLst>
          </a:prstGeom>
          <a:solidFill>
            <a:srgbClr val="F2F6FA"/>
          </a:solidFill>
          <a:ln>
            <a:noFill/>
          </a:ln>
        </p:spPr>
        <p:txBody>
          <a:bodyPr/>
          <a:lstStyle/>
          <a:p>
            <a:endParaRPr lang="en-US"/>
          </a:p>
        </p:txBody>
      </p:sp>
      <p:sp>
        <p:nvSpPr>
          <p:cNvPr id="41" name="Card4Icon"/>
          <p:cNvSpPr/>
          <p:nvPr/>
        </p:nvSpPr>
        <p:spPr>
          <a:xfrm>
            <a:off x="6309360" y="342900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42" name="Card4Title"/>
          <p:cNvSpPr/>
          <p:nvPr/>
        </p:nvSpPr>
        <p:spPr>
          <a:xfrm>
            <a:off x="6949440" y="342900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Audit Trails</a:t>
            </a:r>
          </a:p>
        </p:txBody>
      </p:sp>
      <p:sp>
        <p:nvSpPr>
          <p:cNvPr id="43" name="Card4Body"/>
          <p:cNvSpPr/>
          <p:nvPr/>
        </p:nvSpPr>
        <p:spPr>
          <a:xfrm>
            <a:off x="6949440" y="379476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Comprehensive records of decisions, data provenance, and approvals for internal and external audits.</a:t>
            </a:r>
          </a:p>
        </p:txBody>
      </p:sp>
      <p:sp>
        <p:nvSpPr>
          <p:cNvPr id="50" name="Card5BG">
            <a:extLst>
              <a:ext uri="{C183D7F6-B498-43B3-948B-1728B52AA6E4}">
                <adec:decorative xmlns:adec="http://schemas.microsoft.com/office/drawing/2017/decorative" val="1"/>
              </a:ext>
            </a:extLst>
          </p:cNvPr>
          <p:cNvSpPr/>
          <p:nvPr/>
        </p:nvSpPr>
        <p:spPr>
          <a:xfrm>
            <a:off x="548640" y="4937760"/>
            <a:ext cx="5394960" cy="1508760"/>
          </a:xfrm>
          <a:prstGeom prst="roundRect">
            <a:avLst>
              <a:gd name="adj" fmla="val 5000"/>
            </a:avLst>
          </a:prstGeom>
          <a:solidFill>
            <a:srgbClr val="F2F6FA"/>
          </a:solidFill>
          <a:ln>
            <a:noFill/>
          </a:ln>
        </p:spPr>
        <p:txBody>
          <a:bodyPr/>
          <a:lstStyle/>
          <a:p>
            <a:endParaRPr lang="en-US"/>
          </a:p>
        </p:txBody>
      </p:sp>
      <p:sp>
        <p:nvSpPr>
          <p:cNvPr id="51" name="Card5Icon"/>
          <p:cNvSpPr/>
          <p:nvPr/>
        </p:nvSpPr>
        <p:spPr>
          <a:xfrm>
            <a:off x="731520" y="512064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52" name="Card5Title"/>
          <p:cNvSpPr/>
          <p:nvPr/>
        </p:nvSpPr>
        <p:spPr>
          <a:xfrm>
            <a:off x="1371600" y="512064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Incident Response Plans</a:t>
            </a:r>
          </a:p>
        </p:txBody>
      </p:sp>
      <p:sp>
        <p:nvSpPr>
          <p:cNvPr id="53" name="Card5Body"/>
          <p:cNvSpPr/>
          <p:nvPr/>
        </p:nvSpPr>
        <p:spPr>
          <a:xfrm>
            <a:off x="1371600" y="548640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Documented playbooks for bias incidents, data breaches, and model degradation with remediation steps.</a:t>
            </a:r>
          </a:p>
        </p:txBody>
      </p:sp>
      <p:sp>
        <p:nvSpPr>
          <p:cNvPr id="60" name="Card6BG">
            <a:extLst>
              <a:ext uri="{C183D7F6-B498-43B3-948B-1728B52AA6E4}">
                <adec:decorative xmlns:adec="http://schemas.microsoft.com/office/drawing/2017/decorative" val="1"/>
              </a:ext>
            </a:extLst>
          </p:cNvPr>
          <p:cNvSpPr/>
          <p:nvPr/>
        </p:nvSpPr>
        <p:spPr>
          <a:xfrm>
            <a:off x="6126480" y="4937760"/>
            <a:ext cx="5394960" cy="1508760"/>
          </a:xfrm>
          <a:prstGeom prst="roundRect">
            <a:avLst>
              <a:gd name="adj" fmla="val 5000"/>
            </a:avLst>
          </a:prstGeom>
          <a:solidFill>
            <a:srgbClr val="F2F6FA"/>
          </a:solidFill>
          <a:ln>
            <a:noFill/>
          </a:ln>
        </p:spPr>
        <p:txBody>
          <a:bodyPr/>
          <a:lstStyle/>
          <a:p>
            <a:endParaRPr lang="en-US"/>
          </a:p>
        </p:txBody>
      </p:sp>
      <p:sp>
        <p:nvSpPr>
          <p:cNvPr id="61" name="Card6Icon"/>
          <p:cNvSpPr/>
          <p:nvPr/>
        </p:nvSpPr>
        <p:spPr>
          <a:xfrm>
            <a:off x="6309360" y="5120640"/>
            <a:ext cx="457200" cy="457200"/>
          </a:xfrm>
          <a:prstGeom prst="ellipse">
            <a:avLst/>
          </a:prstGeom>
          <a:solidFill>
            <a:srgbClr val="0078D4"/>
          </a:solidFill>
          <a:ln>
            <a:noFill/>
          </a:ln>
        </p:spPr>
        <p:txBody>
          <a:bodyPr wrap="square" lIns="0" tIns="0" rIns="0" bIns="0" rtlCol="0" anchor="ctr"/>
          <a:lstStyle/>
          <a:p>
            <a:pPr algn="ctr"/>
            <a:r>
              <a:rPr lang="en-US" sz="1800" b="1">
                <a:solidFill>
                  <a:srgbClr val="FFFFFF"/>
                </a:solidFill>
                <a:latin typeface="Segoe UI Semibold" pitchFamily="34" charset="0"/>
              </a:rPr>
              <a:t>✓</a:t>
            </a:r>
          </a:p>
        </p:txBody>
      </p:sp>
      <p:sp>
        <p:nvSpPr>
          <p:cNvPr id="62" name="Card6Title"/>
          <p:cNvSpPr/>
          <p:nvPr/>
        </p:nvSpPr>
        <p:spPr>
          <a:xfrm>
            <a:off x="6949440" y="5120640"/>
            <a:ext cx="4389120" cy="365760"/>
          </a:xfrm>
          <a:prstGeom prst="rect">
            <a:avLst/>
          </a:prstGeom>
          <a:noFill/>
          <a:ln>
            <a:noFill/>
          </a:ln>
        </p:spPr>
        <p:txBody>
          <a:bodyPr wrap="square" lIns="0" tIns="0" rIns="0" bIns="0" rtlCol="0" anchor="ctr"/>
          <a:lstStyle/>
          <a:p>
            <a:r>
              <a:rPr lang="en-US" sz="1600" b="1">
                <a:solidFill>
                  <a:srgbClr val="243A5E"/>
                </a:solidFill>
                <a:latin typeface="Segoe UI Semibold" pitchFamily="34" charset="0"/>
                <a:ea typeface="Segoe UI Semibold" pitchFamily="34" charset="-122"/>
                <a:cs typeface="Segoe UI Semibold" pitchFamily="34" charset="-120"/>
              </a:rPr>
              <a:t>Periodic Governance Reviews</a:t>
            </a:r>
          </a:p>
        </p:txBody>
      </p:sp>
      <p:sp>
        <p:nvSpPr>
          <p:cNvPr id="63" name="Card6Body"/>
          <p:cNvSpPr/>
          <p:nvPr/>
        </p:nvSpPr>
        <p:spPr>
          <a:xfrm>
            <a:off x="6949440" y="5486400"/>
            <a:ext cx="4389120" cy="822960"/>
          </a:xfrm>
          <a:prstGeom prst="rect">
            <a:avLst/>
          </a:prstGeom>
          <a:noFill/>
          <a:ln>
            <a:noFill/>
          </a:ln>
        </p:spPr>
        <p:txBody>
          <a:bodyPr wrap="square" lIns="0" tIns="0" rIns="0" bIns="0" rtlCol="0" anchor="t"/>
          <a:lstStyle/>
          <a:p>
            <a:pPr>
              <a:lnSpc>
                <a:spcPct val="120000"/>
              </a:lnSpc>
            </a:pPr>
            <a:r>
              <a:rPr lang="en-US" sz="1200">
                <a:solidFill>
                  <a:srgbClr val="2F2F2F"/>
                </a:solidFill>
                <a:latin typeface="Segoe UI" pitchFamily="34" charset="0"/>
                <a:ea typeface="Segoe UI" pitchFamily="34" charset="-122"/>
                <a:cs typeface="Segoe UI" pitchFamily="34" charset="-120"/>
              </a:rPr>
              <a:t>Quarterly reviews of deployed systems against evolving standards and regulatory requirements.</a:t>
            </a:r>
          </a:p>
        </p:txBody>
      </p:sp>
      <p:sp>
        <p:nvSpPr>
          <p:cNvPr id="70" name="FooterLine">
            <a:extLst>
              <a:ext uri="{C183D7F6-B498-43B3-948B-1728B52AA6E4}">
                <adec:decorative xmlns:adec="http://schemas.microsoft.com/office/drawing/2017/decorative" val="1"/>
              </a:ext>
            </a:extLst>
          </p:cNvPr>
          <p:cNvSpPr/>
          <p:nvPr/>
        </p:nvSpPr>
        <p:spPr>
          <a:xfrm>
            <a:off x="548640" y="6583680"/>
            <a:ext cx="11094720" cy="0"/>
          </a:xfrm>
          <a:prstGeom prst="line">
            <a:avLst/>
          </a:prstGeom>
          <a:ln w="12700">
            <a:solidFill>
              <a:srgbClr val="0078D4"/>
            </a:solidFill>
          </a:ln>
        </p:spPr>
        <p:txBody>
          <a:bodyPr/>
          <a:lstStyle/>
          <a:p>
            <a:endParaRPr lang="en-US"/>
          </a:p>
        </p:txBody>
      </p:sp>
      <p:sp>
        <p:nvSpPr>
          <p:cNvPr id="71" name="FooterText"/>
          <p:cNvSpPr/>
          <p:nvPr/>
        </p:nvSpPr>
        <p:spPr>
          <a:xfrm>
            <a:off x="548640" y="6629400"/>
            <a:ext cx="5486400" cy="228600"/>
          </a:xfrm>
          <a:prstGeom prst="rect">
            <a:avLst/>
          </a:prstGeom>
          <a:noFill/>
          <a:ln>
            <a:noFill/>
          </a:ln>
        </p:spPr>
        <p:txBody>
          <a:bodyPr wrap="square" lIns="0" tIns="0" rIns="0" bIns="0" rtlCol="0" anchor="ctr"/>
          <a:lstStyle/>
          <a:p>
            <a:r>
              <a:rPr lang="en-US" sz="900">
                <a:latin typeface="Segoe UI" pitchFamily="34" charset="0"/>
              </a:rPr>
              <a:t>Microsoft Confidential</a:t>
            </a:r>
          </a:p>
        </p:txBody>
      </p:sp>
      <p:sp>
        <p:nvSpPr>
          <p:cNvPr id="72" name="SlideNumber"/>
          <p:cNvSpPr/>
          <p:nvPr/>
        </p:nvSpPr>
        <p:spPr>
          <a:xfrm>
            <a:off x="10058400" y="6629400"/>
            <a:ext cx="1583184" cy="228600"/>
          </a:xfrm>
          <a:prstGeom prst="rect">
            <a:avLst/>
          </a:prstGeom>
          <a:noFill/>
          <a:ln>
            <a:noFill/>
          </a:ln>
        </p:spPr>
        <p:txBody>
          <a:bodyPr wrap="square" lIns="0" tIns="0" rIns="0" bIns="0" rtlCol="0" anchor="ctr"/>
          <a:lstStyle/>
          <a:p>
            <a:pPr algn="r"/>
            <a:r>
              <a:rPr lang="en-US" sz="900">
                <a:latin typeface="Segoe UI" pitchFamily="34" charset="0"/>
              </a:rPr>
              <a:t>26</a:t>
            </a:r>
          </a:p>
        </p:txBody>
      </p:sp>
      <p:sp>
        <p:nvSpPr>
          <p:cNvPr id="25" name="Title 24">
            <a:extLst>
              <a:ext uri="{FF2B5EF4-FFF2-40B4-BE49-F238E27FC236}">
                <a16:creationId xmlns:a16="http://schemas.microsoft.com/office/drawing/2014/main" id="{3575E169-7915-2ABF-9391-9541DF57F712}"/>
              </a:ext>
            </a:extLst>
          </p:cNvPr>
          <p:cNvSpPr>
            <a:spLocks noGrp="1"/>
          </p:cNvSpPr>
          <p:nvPr>
            <p:ph type="title" idx="4294967295"/>
          </p:nvPr>
        </p:nvSpPr>
        <p:spPr>
          <a:xfrm>
            <a:off x="838200" y="-1325563"/>
            <a:ext cx="10515600" cy="1325563"/>
          </a:xfrm>
          <a:prstGeom prst="rect">
            <a:avLst/>
          </a:prstGeom>
        </p:spPr>
        <p:txBody>
          <a:bodyPr anchor="b"/>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p:cNvSpPr>
            <a:spLocks noGrp="1"/>
          </p:cNvSpPr>
          <p:nvPr>
            <p:ph type="title" idx="4294967295"/>
          </p:nvPr>
        </p:nvSpPr>
        <p:spPr>
          <a:xfrm>
            <a:off x="548640" y="457200"/>
            <a:ext cx="10972800" cy="64008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Regulatory &amp; Compliance Landscape</a:t>
            </a:r>
          </a:p>
        </p:txBody>
      </p:sp>
      <p:sp>
        <p:nvSpPr>
          <p:cNvPr id="5" name="Subtitle"/>
          <p:cNvSpPr/>
          <p:nvPr/>
        </p:nvSpPr>
        <p:spPr>
          <a:xfrm>
            <a:off x="548640" y="1097280"/>
            <a:ext cx="10972800" cy="365760"/>
          </a:xfrm>
          <a:prstGeom prst="rect">
            <a:avLst/>
          </a:prstGeom>
          <a:noFill/>
          <a:ln/>
        </p:spPr>
        <p:txBody>
          <a:bodyPr wrap="square" lIns="0" tIns="0" rIns="0" bIns="0" rtlCol="0" anchor="t"/>
          <a:lstStyle/>
          <a:p>
            <a:pPr algn="l">
              <a:buNone/>
            </a:pPr>
            <a:r>
              <a:rPr lang="en-US" sz="1500">
                <a:solidFill>
                  <a:srgbClr val="505050"/>
                </a:solidFill>
                <a:latin typeface="Segoe UI" pitchFamily="34" charset="0"/>
                <a:ea typeface="Segoe UI" pitchFamily="34" charset="-122"/>
              </a:rPr>
              <a:t>Key frameworks shaping responsible AI governance worldwide</a:t>
            </a:r>
          </a:p>
        </p:txBody>
      </p:sp>
      <p:sp>
        <p:nvSpPr>
          <p:cNvPr id="20" name="CardBg1">
            <a:extLst>
              <a:ext uri="{C183D7F6-B498-43B3-948B-1728B52AA6E4}">
                <adec:decorative xmlns:adec="http://schemas.microsoft.com/office/drawing/2017/decorative" val="1"/>
              </a:ext>
            </a:extLst>
          </p:cNvPr>
          <p:cNvSpPr/>
          <p:nvPr/>
        </p:nvSpPr>
        <p:spPr>
          <a:xfrm>
            <a:off x="472288" y="1600200"/>
            <a:ext cx="5394960" cy="2194560"/>
          </a:xfrm>
          <a:prstGeom prst="roundRect">
            <a:avLst>
              <a:gd name="adj" fmla="val 5000"/>
            </a:avLst>
          </a:prstGeom>
          <a:solidFill>
            <a:srgbClr val="F2F6FA"/>
          </a:solidFill>
          <a:ln w="0">
            <a:noFill/>
          </a:ln>
        </p:spPr>
        <p:txBody>
          <a:bodyPr/>
          <a:lstStyle/>
          <a:p>
            <a:endParaRPr lang="en-US"/>
          </a:p>
        </p:txBody>
      </p:sp>
      <p:sp>
        <p:nvSpPr>
          <p:cNvPr id="21" name="Num1"/>
          <p:cNvSpPr/>
          <p:nvPr/>
        </p:nvSpPr>
        <p:spPr>
          <a:xfrm>
            <a:off x="685800" y="1783080"/>
            <a:ext cx="548640" cy="548640"/>
          </a:xfrm>
          <a:prstGeom prst="ellipse">
            <a:avLst/>
          </a:prstGeom>
          <a:solidFill>
            <a:srgbClr val="0078D4"/>
          </a:solidFill>
          <a:ln w="0">
            <a:noFill/>
          </a:ln>
        </p:spPr>
        <p:txBody>
          <a:bodyPr wrap="square" lIns="0" tIns="0" rIns="0" bIns="0" rtlCol="0" anchor="ctr"/>
          <a:lstStyle/>
          <a:p>
            <a:pPr algn="ctr">
              <a:buNone/>
            </a:pPr>
            <a:r>
              <a:rPr lang="en-US" sz="2000" b="1">
                <a:solidFill>
                  <a:srgbClr val="FFFFFF"/>
                </a:solidFill>
                <a:latin typeface="Segoe UI Semibold" pitchFamily="34" charset="0"/>
              </a:rPr>
              <a:t>01</a:t>
            </a:r>
          </a:p>
        </p:txBody>
      </p:sp>
      <p:sp>
        <p:nvSpPr>
          <p:cNvPr id="22" name="Head1"/>
          <p:cNvSpPr/>
          <p:nvPr/>
        </p:nvSpPr>
        <p:spPr>
          <a:xfrm>
            <a:off x="1417320" y="1828800"/>
            <a:ext cx="4175760" cy="457200"/>
          </a:xfrm>
          <a:prstGeom prst="rect">
            <a:avLst/>
          </a:prstGeom>
          <a:noFill/>
          <a:ln/>
        </p:spPr>
        <p:txBody>
          <a:bodyPr wrap="square" lIns="0" tIns="0" rIns="0" bIns="0" rtlCol="0" anchor="ctr"/>
          <a:lstStyle/>
          <a:p>
            <a:pPr algn="l">
              <a:buNone/>
            </a:pPr>
            <a:r>
              <a:rPr lang="en-US" sz="1800" b="1">
                <a:solidFill>
                  <a:srgbClr val="243A5E"/>
                </a:solidFill>
                <a:latin typeface="Segoe UI Semibold" pitchFamily="34" charset="0"/>
                <a:ea typeface="Segoe UI Semibold" pitchFamily="34" charset="-122"/>
              </a:rPr>
              <a:t>EU AI Act</a:t>
            </a:r>
          </a:p>
        </p:txBody>
      </p:sp>
      <p:sp>
        <p:nvSpPr>
          <p:cNvPr id="23" name="Body1"/>
          <p:cNvSpPr/>
          <p:nvPr/>
        </p:nvSpPr>
        <p:spPr>
          <a:xfrm>
            <a:off x="685800" y="2377440"/>
            <a:ext cx="4953000" cy="1325880"/>
          </a:xfrm>
          <a:prstGeom prst="rect">
            <a:avLst/>
          </a:prstGeom>
          <a:noFill/>
          <a:ln/>
        </p:spPr>
        <p:txBody>
          <a:bodyPr wrap="square" lIns="0" tIns="0" rIns="0" bIns="0" rtlCol="0" anchor="t"/>
          <a:lstStyle/>
          <a:p>
            <a:pPr algn="l">
              <a:lnSpc>
                <a:spcPct val="120000"/>
              </a:lnSpc>
              <a:buNone/>
            </a:pPr>
            <a:r>
              <a:rPr lang="en-US" sz="1050">
                <a:solidFill>
                  <a:srgbClr val="2F2F2F"/>
                </a:solidFill>
                <a:latin typeface="Segoe UI" pitchFamily="34" charset="0"/>
              </a:rPr>
              <a:t>Risk-based classification from unacceptable to minimal. High-risk systems require conformity assessments, transparency obligations, and registration.</a:t>
            </a:r>
          </a:p>
        </p:txBody>
      </p:sp>
      <p:sp>
        <p:nvSpPr>
          <p:cNvPr id="30" name="CardBg2">
            <a:extLst>
              <a:ext uri="{C183D7F6-B498-43B3-948B-1728B52AA6E4}">
                <adec:decorative xmlns:adec="http://schemas.microsoft.com/office/drawing/2017/decorative" val="1"/>
              </a:ext>
            </a:extLst>
          </p:cNvPr>
          <p:cNvSpPr/>
          <p:nvPr/>
        </p:nvSpPr>
        <p:spPr>
          <a:xfrm>
            <a:off x="6324600" y="1600200"/>
            <a:ext cx="5394960" cy="2194560"/>
          </a:xfrm>
          <a:prstGeom prst="roundRect">
            <a:avLst>
              <a:gd name="adj" fmla="val 5000"/>
            </a:avLst>
          </a:prstGeom>
          <a:solidFill>
            <a:srgbClr val="F2F6FA"/>
          </a:solidFill>
          <a:ln w="0">
            <a:noFill/>
          </a:ln>
        </p:spPr>
        <p:txBody>
          <a:bodyPr/>
          <a:lstStyle/>
          <a:p>
            <a:endParaRPr lang="en-US"/>
          </a:p>
        </p:txBody>
      </p:sp>
      <p:sp>
        <p:nvSpPr>
          <p:cNvPr id="31" name="Num2"/>
          <p:cNvSpPr/>
          <p:nvPr/>
        </p:nvSpPr>
        <p:spPr>
          <a:xfrm>
            <a:off x="6538112" y="1783080"/>
            <a:ext cx="548640" cy="548640"/>
          </a:xfrm>
          <a:prstGeom prst="ellipse">
            <a:avLst/>
          </a:prstGeom>
          <a:solidFill>
            <a:srgbClr val="0078D4"/>
          </a:solidFill>
          <a:ln w="0">
            <a:noFill/>
          </a:ln>
        </p:spPr>
        <p:txBody>
          <a:bodyPr wrap="square" lIns="0" tIns="0" rIns="0" bIns="0" rtlCol="0" anchor="ctr"/>
          <a:lstStyle/>
          <a:p>
            <a:pPr algn="ctr">
              <a:buNone/>
            </a:pPr>
            <a:r>
              <a:rPr lang="en-US" sz="2000" b="1">
                <a:solidFill>
                  <a:srgbClr val="FFFFFF"/>
                </a:solidFill>
                <a:latin typeface="Segoe UI Semibold" pitchFamily="34" charset="0"/>
              </a:rPr>
              <a:t>02</a:t>
            </a:r>
          </a:p>
        </p:txBody>
      </p:sp>
      <p:sp>
        <p:nvSpPr>
          <p:cNvPr id="32" name="Head2"/>
          <p:cNvSpPr/>
          <p:nvPr/>
        </p:nvSpPr>
        <p:spPr>
          <a:xfrm>
            <a:off x="7269632" y="1828800"/>
            <a:ext cx="4175760" cy="457200"/>
          </a:xfrm>
          <a:prstGeom prst="rect">
            <a:avLst/>
          </a:prstGeom>
          <a:noFill/>
          <a:ln/>
        </p:spPr>
        <p:txBody>
          <a:bodyPr wrap="square" lIns="0" tIns="0" rIns="0" bIns="0" rtlCol="0" anchor="ctr"/>
          <a:lstStyle/>
          <a:p>
            <a:pPr algn="l">
              <a:buNone/>
            </a:pPr>
            <a:r>
              <a:rPr lang="en-US" sz="1800" b="1">
                <a:solidFill>
                  <a:srgbClr val="243A5E"/>
                </a:solidFill>
                <a:latin typeface="Segoe UI Semibold" pitchFamily="34" charset="0"/>
                <a:ea typeface="Segoe UI Semibold" pitchFamily="34" charset="-122"/>
              </a:rPr>
              <a:t>NIST AI RMF</a:t>
            </a:r>
          </a:p>
        </p:txBody>
      </p:sp>
      <p:sp>
        <p:nvSpPr>
          <p:cNvPr id="33" name="Body2"/>
          <p:cNvSpPr/>
          <p:nvPr/>
        </p:nvSpPr>
        <p:spPr>
          <a:xfrm>
            <a:off x="6538112" y="2377440"/>
            <a:ext cx="4953000" cy="1325880"/>
          </a:xfrm>
          <a:prstGeom prst="rect">
            <a:avLst/>
          </a:prstGeom>
          <a:noFill/>
          <a:ln/>
        </p:spPr>
        <p:txBody>
          <a:bodyPr wrap="square" lIns="0" tIns="0" rIns="0" bIns="0" rtlCol="0" anchor="t"/>
          <a:lstStyle/>
          <a:p>
            <a:pPr algn="l">
              <a:lnSpc>
                <a:spcPct val="120000"/>
              </a:lnSpc>
              <a:buNone/>
            </a:pPr>
            <a:r>
              <a:rPr lang="en-US" sz="1050">
                <a:solidFill>
                  <a:srgbClr val="2F2F2F"/>
                </a:solidFill>
                <a:latin typeface="Segoe UI" pitchFamily="34" charset="0"/>
              </a:rPr>
              <a:t>Voluntary framework with four functions: Govern, Map, Measure, and Manage. Emphasizes context-specific risk mapping.</a:t>
            </a:r>
          </a:p>
        </p:txBody>
      </p:sp>
      <p:sp>
        <p:nvSpPr>
          <p:cNvPr id="40" name="CardBg3">
            <a:extLst>
              <a:ext uri="{C183D7F6-B498-43B3-948B-1728B52AA6E4}">
                <adec:decorative xmlns:adec="http://schemas.microsoft.com/office/drawing/2017/decorative" val="1"/>
              </a:ext>
            </a:extLst>
          </p:cNvPr>
          <p:cNvSpPr/>
          <p:nvPr/>
        </p:nvSpPr>
        <p:spPr>
          <a:xfrm>
            <a:off x="472288" y="4023360"/>
            <a:ext cx="11247272" cy="2194560"/>
          </a:xfrm>
          <a:prstGeom prst="roundRect">
            <a:avLst>
              <a:gd name="adj" fmla="val 5000"/>
            </a:avLst>
          </a:prstGeom>
          <a:solidFill>
            <a:srgbClr val="F2F6FA"/>
          </a:solidFill>
          <a:ln w="0">
            <a:noFill/>
          </a:ln>
        </p:spPr>
        <p:txBody>
          <a:bodyPr/>
          <a:lstStyle/>
          <a:p>
            <a:endParaRPr lang="en-US"/>
          </a:p>
        </p:txBody>
      </p:sp>
      <p:sp>
        <p:nvSpPr>
          <p:cNvPr id="41" name="Num3"/>
          <p:cNvSpPr/>
          <p:nvPr/>
        </p:nvSpPr>
        <p:spPr>
          <a:xfrm>
            <a:off x="685800" y="4206240"/>
            <a:ext cx="548640" cy="548640"/>
          </a:xfrm>
          <a:prstGeom prst="ellipse">
            <a:avLst/>
          </a:prstGeom>
          <a:solidFill>
            <a:srgbClr val="243A5E"/>
          </a:solidFill>
          <a:ln w="0">
            <a:noFill/>
          </a:ln>
        </p:spPr>
        <p:txBody>
          <a:bodyPr wrap="square" lIns="0" tIns="0" rIns="0" bIns="0" rtlCol="0" anchor="ctr"/>
          <a:lstStyle/>
          <a:p>
            <a:pPr algn="ctr">
              <a:buNone/>
            </a:pPr>
            <a:r>
              <a:rPr lang="en-US" sz="2000" b="1">
                <a:solidFill>
                  <a:srgbClr val="FFFFFF"/>
                </a:solidFill>
                <a:latin typeface="Segoe UI Semibold" pitchFamily="34" charset="0"/>
              </a:rPr>
              <a:t>03</a:t>
            </a:r>
          </a:p>
        </p:txBody>
      </p:sp>
      <p:sp>
        <p:nvSpPr>
          <p:cNvPr id="42" name="Head3"/>
          <p:cNvSpPr/>
          <p:nvPr/>
        </p:nvSpPr>
        <p:spPr>
          <a:xfrm>
            <a:off x="1417320" y="4251960"/>
            <a:ext cx="10028080" cy="457200"/>
          </a:xfrm>
          <a:prstGeom prst="rect">
            <a:avLst/>
          </a:prstGeom>
          <a:noFill/>
          <a:ln/>
        </p:spPr>
        <p:txBody>
          <a:bodyPr wrap="square" lIns="0" tIns="0" rIns="0" bIns="0" rtlCol="0" anchor="ctr"/>
          <a:lstStyle/>
          <a:p>
            <a:pPr algn="l">
              <a:buNone/>
            </a:pPr>
            <a:r>
              <a:rPr lang="en-US" sz="1800" b="1">
                <a:solidFill>
                  <a:srgbClr val="243A5E"/>
                </a:solidFill>
                <a:latin typeface="Segoe UI Semibold" pitchFamily="34" charset="0"/>
                <a:ea typeface="Segoe UI Semibold" pitchFamily="34" charset="-122"/>
              </a:rPr>
              <a:t>ISO/IEC 42001</a:t>
            </a:r>
          </a:p>
        </p:txBody>
      </p:sp>
      <p:sp>
        <p:nvSpPr>
          <p:cNvPr id="43" name="Body3"/>
          <p:cNvSpPr/>
          <p:nvPr/>
        </p:nvSpPr>
        <p:spPr>
          <a:xfrm>
            <a:off x="685800" y="4800600"/>
            <a:ext cx="10805400" cy="1325880"/>
          </a:xfrm>
          <a:prstGeom prst="rect">
            <a:avLst/>
          </a:prstGeom>
          <a:noFill/>
          <a:ln/>
        </p:spPr>
        <p:txBody>
          <a:bodyPr wrap="square" lIns="0" tIns="0" rIns="0" bIns="0" rtlCol="0" anchor="t"/>
          <a:lstStyle/>
          <a:p>
            <a:pPr algn="l">
              <a:lnSpc>
                <a:spcPct val="120000"/>
              </a:lnSpc>
              <a:buNone/>
            </a:pPr>
            <a:r>
              <a:rPr lang="en-US" sz="1050">
                <a:solidFill>
                  <a:srgbClr val="2F2F2F"/>
                </a:solidFill>
                <a:latin typeface="Segoe UI" pitchFamily="34" charset="0"/>
              </a:rPr>
              <a:t>International standard for AI management systems with structured requirements across development and deployment.</a:t>
            </a:r>
          </a:p>
        </p:txBody>
      </p:sp>
      <p:sp>
        <p:nvSpPr>
          <p:cNvPr id="11" name="Line">
            <a:extLst>
              <a:ext uri="{C183D7F6-B498-43B3-948B-1728B52AA6E4}">
                <adec:decorative xmlns:adec="http://schemas.microsoft.com/office/drawing/2017/decorative" val="1"/>
              </a:ext>
            </a:extLst>
          </p:cNvPr>
          <p:cNvSpPr/>
          <p:nvPr/>
        </p:nvSpPr>
        <p:spPr>
          <a:xfrm>
            <a:off x="0" y="6583680"/>
            <a:ext cx="12191695" cy="18288"/>
          </a:xfrm>
          <a:prstGeom prst="rect">
            <a:avLst/>
          </a:prstGeom>
          <a:solidFill>
            <a:srgbClr val="0078D4"/>
          </a:solidFill>
          <a:ln w="12700">
            <a:solidFill>
              <a:srgbClr val="0078D4"/>
            </a:solidFill>
            <a:prstDash val="solid"/>
          </a:ln>
        </p:spPr>
        <p:txBody>
          <a:bodyPr/>
          <a:lstStyle/>
          <a:p>
            <a:endParaRPr lang="en-US"/>
          </a:p>
        </p:txBody>
      </p:sp>
      <p:sp>
        <p:nvSpPr>
          <p:cNvPr id="12" name="Footer"/>
          <p:cNvSpPr/>
          <p:nvPr/>
        </p:nvSpPr>
        <p:spPr>
          <a:xfrm>
            <a:off x="457200" y="6601968"/>
            <a:ext cx="7315200" cy="228600"/>
          </a:xfrm>
          <a:prstGeom prst="rect">
            <a:avLst/>
          </a:prstGeom>
          <a:noFill/>
          <a:ln/>
        </p:spPr>
        <p:txBody>
          <a:bodyPr wrap="square" lIns="0" tIns="0" rIns="0" bIns="0" rtlCol="0" anchor="ctr"/>
          <a:lstStyle/>
          <a:p>
            <a:pPr algn="l">
              <a:buNone/>
            </a:pPr>
            <a:r>
              <a:rPr lang="en-US" sz="900">
                <a:solidFill>
                  <a:srgbClr val="505050"/>
                </a:solidFill>
                <a:latin typeface="Segoe UI" pitchFamily="34" charset="0"/>
                <a:ea typeface="Segoe UI" pitchFamily="34" charset="-122"/>
                <a:cs typeface="Segoe UI" pitchFamily="34" charset="-120"/>
              </a:rPr>
              <a:t>Microsoft Confidential</a:t>
            </a:r>
          </a:p>
        </p:txBody>
      </p:sp>
      <p:sp>
        <p:nvSpPr>
          <p:cNvPr id="13" name="SlideNum"/>
          <p:cNvSpPr/>
          <p:nvPr/>
        </p:nvSpPr>
        <p:spPr>
          <a:xfrm>
            <a:off x="11277295" y="6601968"/>
            <a:ext cx="457200" cy="228600"/>
          </a:xfrm>
          <a:prstGeom prst="rect">
            <a:avLst/>
          </a:prstGeom>
          <a:noFill/>
          <a:ln/>
        </p:spPr>
        <p:txBody>
          <a:bodyPr wrap="square" lIns="0" tIns="0" rIns="0" bIns="0" rtlCol="0" anchor="ctr"/>
          <a:lstStyle/>
          <a:p>
            <a:pPr algn="r">
              <a:buNone/>
            </a:pPr>
            <a:r>
              <a:rPr lang="en-US" sz="900">
                <a:solidFill>
                  <a:srgbClr val="505050"/>
                </a:solidFill>
                <a:latin typeface="Segoe UI" pitchFamily="34" charset="0"/>
                <a:ea typeface="Segoe UI" pitchFamily="34" charset="-122"/>
                <a:cs typeface="Segoe UI" pitchFamily="34" charset="-120"/>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B597A-60D1-C907-BDBF-E3590C330DA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2DC8FBB-98D7-4D58-1D53-01BD967C5027}"/>
              </a:ext>
            </a:extLst>
          </p:cNvPr>
          <p:cNvSpPr>
            <a:spLocks noGrp="1"/>
          </p:cNvSpPr>
          <p:nvPr>
            <p:ph type="title"/>
          </p:nvPr>
        </p:nvSpPr>
        <p:spPr/>
        <p:txBody>
          <a:bodyPr/>
          <a:lstStyle/>
          <a:p>
            <a:r>
              <a:rPr lang="en-US" b="1"/>
              <a:t>Privacy &amp; Security in AI Systems</a:t>
            </a:r>
            <a:endParaRPr lang="en-US"/>
          </a:p>
        </p:txBody>
      </p:sp>
      <p:grpSp>
        <p:nvGrpSpPr>
          <p:cNvPr id="44" name="Group 43">
            <a:extLst>
              <a:ext uri="{FF2B5EF4-FFF2-40B4-BE49-F238E27FC236}">
                <a16:creationId xmlns:a16="http://schemas.microsoft.com/office/drawing/2014/main" id="{479086A6-0BCD-4C9C-810C-DE3694E59CCE}"/>
              </a:ext>
              <a:ext uri="{C183D7F6-B498-43B3-948B-1728B52AA6E4}">
                <adec:decorative xmlns:adec="http://schemas.microsoft.com/office/drawing/2017/decorative" val="1"/>
              </a:ext>
            </a:extLst>
          </p:cNvPr>
          <p:cNvGrpSpPr/>
          <p:nvPr/>
        </p:nvGrpSpPr>
        <p:grpSpPr>
          <a:xfrm>
            <a:off x="576263" y="2119276"/>
            <a:ext cx="11044237" cy="4040224"/>
            <a:chOff x="576263" y="2119276"/>
            <a:chExt cx="11044237" cy="4040224"/>
          </a:xfrm>
        </p:grpSpPr>
        <p:sp>
          <p:nvSpPr>
            <p:cNvPr id="48" name="Rectangle 47">
              <a:extLst>
                <a:ext uri="{FF2B5EF4-FFF2-40B4-BE49-F238E27FC236}">
                  <a16:creationId xmlns:a16="http://schemas.microsoft.com/office/drawing/2014/main" id="{DC492839-774F-0A0E-9BA9-8BEE49FC3077}"/>
                </a:ext>
              </a:extLst>
            </p:cNvPr>
            <p:cNvSpPr>
              <a:spLocks/>
            </p:cNvSpPr>
            <p:nvPr/>
          </p:nvSpPr>
          <p:spPr bwMode="auto">
            <a:xfrm>
              <a:off x="576263" y="2119276"/>
              <a:ext cx="10996940" cy="3990701"/>
            </a:xfrm>
            <a:prstGeom prst="rect">
              <a:avLst/>
            </a:pr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endParaRPr lang="en-US" sz="2000">
                <a:solidFill>
                  <a:schemeClr val="accent6"/>
                </a:solidFill>
                <a:latin typeface="Segoe UI"/>
                <a:cs typeface="Segoe UI" pitchFamily="34" charset="0"/>
              </a:endParaRPr>
            </a:p>
          </p:txBody>
        </p:sp>
        <p:sp>
          <p:nvSpPr>
            <p:cNvPr id="50" name="Rectangle 49">
              <a:extLst>
                <a:ext uri="{FF2B5EF4-FFF2-40B4-BE49-F238E27FC236}">
                  <a16:creationId xmlns:a16="http://schemas.microsoft.com/office/drawing/2014/main" id="{77456ABA-9CB0-305E-2E26-D2A4B8A1E1CC}"/>
                </a:ext>
              </a:extLst>
            </p:cNvPr>
            <p:cNvSpPr>
              <a:spLocks/>
            </p:cNvSpPr>
            <p:nvPr/>
          </p:nvSpPr>
          <p:spPr bwMode="auto">
            <a:xfrm>
              <a:off x="623560" y="2168799"/>
              <a:ext cx="10996940" cy="3990701"/>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2" name="Group 1">
            <a:extLst>
              <a:ext uri="{FF2B5EF4-FFF2-40B4-BE49-F238E27FC236}">
                <a16:creationId xmlns:a16="http://schemas.microsoft.com/office/drawing/2014/main" id="{6C716DCB-9D02-1028-674B-34EDEE2B73A7}"/>
              </a:ext>
              <a:ext uri="{C183D7F6-B498-43B3-948B-1728B52AA6E4}">
                <adec:decorative xmlns:adec="http://schemas.microsoft.com/office/drawing/2017/decorative" val="1"/>
              </a:ext>
            </a:extLst>
          </p:cNvPr>
          <p:cNvGrpSpPr/>
          <p:nvPr/>
        </p:nvGrpSpPr>
        <p:grpSpPr>
          <a:xfrm>
            <a:off x="925007" y="1825597"/>
            <a:ext cx="2322000" cy="4147690"/>
            <a:chOff x="925007" y="1825597"/>
            <a:chExt cx="2322000" cy="4147690"/>
          </a:xfrm>
        </p:grpSpPr>
        <p:grpSp>
          <p:nvGrpSpPr>
            <p:cNvPr id="127" name="Group 126" descr="Icon of a person with a box around them">
              <a:extLst>
                <a:ext uri="{FF2B5EF4-FFF2-40B4-BE49-F238E27FC236}">
                  <a16:creationId xmlns:a16="http://schemas.microsoft.com/office/drawing/2014/main" id="{437BF374-0C02-1115-C2E3-C4D4718F54A3}"/>
                </a:ext>
              </a:extLst>
            </p:cNvPr>
            <p:cNvGrpSpPr/>
            <p:nvPr/>
          </p:nvGrpSpPr>
          <p:grpSpPr>
            <a:xfrm>
              <a:off x="925007" y="1825597"/>
              <a:ext cx="587403" cy="587403"/>
              <a:chOff x="4850654" y="510655"/>
              <a:chExt cx="751672" cy="751672"/>
            </a:xfrm>
          </p:grpSpPr>
          <p:sp>
            <p:nvSpPr>
              <p:cNvPr id="128" name="Oval 127">
                <a:extLst>
                  <a:ext uri="{FF2B5EF4-FFF2-40B4-BE49-F238E27FC236}">
                    <a16:creationId xmlns:a16="http://schemas.microsoft.com/office/drawing/2014/main" id="{F2390C7C-BC81-B2DA-02BC-2EC7FC46F187}"/>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9" name="people_5">
                <a:extLst>
                  <a:ext uri="{FF2B5EF4-FFF2-40B4-BE49-F238E27FC236}">
                    <a16:creationId xmlns:a16="http://schemas.microsoft.com/office/drawing/2014/main" id="{B233BC68-0398-FE80-21B1-C65E4D3A2FF1}"/>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62" name="Straight Connector 161">
              <a:extLst>
                <a:ext uri="{FF2B5EF4-FFF2-40B4-BE49-F238E27FC236}">
                  <a16:creationId xmlns:a16="http://schemas.microsoft.com/office/drawing/2014/main" id="{4D19386E-3C90-8437-1D20-613AA4F15E61}"/>
                </a:ext>
                <a:ext uri="{C183D7F6-B498-43B3-948B-1728B52AA6E4}">
                  <adec:decorative xmlns:adec="http://schemas.microsoft.com/office/drawing/2017/decorative" val="1"/>
                </a:ext>
              </a:extLst>
            </p:cNvPr>
            <p:cNvCxnSpPr>
              <a:cxnSpLocks/>
            </p:cNvCxnSpPr>
            <p:nvPr/>
          </p:nvCxnSpPr>
          <p:spPr>
            <a:xfrm>
              <a:off x="925007"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707C9086-87C1-4C2F-2292-451F0945F11B}"/>
                </a:ext>
              </a:extLst>
            </p:cNvPr>
            <p:cNvSpPr/>
            <p:nvPr/>
          </p:nvSpPr>
          <p:spPr>
            <a:xfrm>
              <a:off x="925007" y="2706679"/>
              <a:ext cx="2322000" cy="3266608"/>
            </a:xfrm>
            <a:prstGeom prst="rect">
              <a:avLst/>
            </a:prstGeom>
            <a:noFill/>
          </p:spPr>
          <p:txBody>
            <a:bodyPr wrap="square" lIns="0" tIns="0" rIns="0" bIns="0" anchor="t" anchorCtr="0">
              <a:noAutofit/>
            </a:bodyPr>
            <a:lstStyle/>
            <a:p>
              <a:r>
                <a:rPr lang="en-US" sz="1400" b="1">
                  <a:solidFill>
                    <a:schemeClr val="tx2"/>
                  </a:solidFill>
                </a:rPr>
                <a:t>Data Governance</a:t>
              </a:r>
            </a:p>
            <a:p>
              <a:endParaRPr lang="en-US" sz="800"/>
            </a:p>
            <a:p>
              <a:r>
                <a:rPr lang="en-US" sz="1200"/>
                <a:t>Ensure informed consent and data minimization throughout the model lifecycle. Establish clear retention policies and audit training data for sensitive information.</a:t>
              </a:r>
            </a:p>
          </p:txBody>
        </p:sp>
      </p:grpSp>
      <p:grpSp>
        <p:nvGrpSpPr>
          <p:cNvPr id="6" name="Group 5">
            <a:extLst>
              <a:ext uri="{FF2B5EF4-FFF2-40B4-BE49-F238E27FC236}">
                <a16:creationId xmlns:a16="http://schemas.microsoft.com/office/drawing/2014/main" id="{F36CD8BA-F170-357F-5CA5-26A27CC7B9E2}"/>
              </a:ext>
              <a:ext uri="{C183D7F6-B498-43B3-948B-1728B52AA6E4}">
                <adec:decorative xmlns:adec="http://schemas.microsoft.com/office/drawing/2017/decorative" val="1"/>
              </a:ext>
            </a:extLst>
          </p:cNvPr>
          <p:cNvGrpSpPr/>
          <p:nvPr/>
        </p:nvGrpSpPr>
        <p:grpSpPr>
          <a:xfrm>
            <a:off x="4038600" y="1813150"/>
            <a:ext cx="2498458" cy="4147690"/>
            <a:chOff x="6098381" y="1825597"/>
            <a:chExt cx="2498458" cy="4147690"/>
          </a:xfrm>
        </p:grpSpPr>
        <p:cxnSp>
          <p:nvCxnSpPr>
            <p:cNvPr id="255" name="Straight Connector 254">
              <a:extLst>
                <a:ext uri="{FF2B5EF4-FFF2-40B4-BE49-F238E27FC236}">
                  <a16:creationId xmlns:a16="http://schemas.microsoft.com/office/drawing/2014/main" id="{518D0102-1CAA-60AA-DF06-3F3E28AFBB26}"/>
                </a:ext>
                <a:ext uri="{C183D7F6-B498-43B3-948B-1728B52AA6E4}">
                  <adec:decorative xmlns:adec="http://schemas.microsoft.com/office/drawing/2017/decorative" val="1"/>
                </a:ext>
              </a:extLst>
            </p:cNvPr>
            <p:cNvCxnSpPr>
              <a:cxnSpLocks/>
            </p:cNvCxnSpPr>
            <p:nvPr/>
          </p:nvCxnSpPr>
          <p:spPr>
            <a:xfrm>
              <a:off x="6098381"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61" name="Group 260" descr="Icon of three people with an arrow above them pointing down">
              <a:extLst>
                <a:ext uri="{FF2B5EF4-FFF2-40B4-BE49-F238E27FC236}">
                  <a16:creationId xmlns:a16="http://schemas.microsoft.com/office/drawing/2014/main" id="{B57B3A6B-38FB-8BE3-5679-AD10B3D4EF2D}"/>
                </a:ext>
              </a:extLst>
            </p:cNvPr>
            <p:cNvGrpSpPr/>
            <p:nvPr/>
          </p:nvGrpSpPr>
          <p:grpSpPr>
            <a:xfrm>
              <a:off x="6274839" y="1825597"/>
              <a:ext cx="587403" cy="587403"/>
              <a:chOff x="4850654" y="2426131"/>
              <a:chExt cx="751672" cy="751672"/>
            </a:xfrm>
          </p:grpSpPr>
          <p:sp>
            <p:nvSpPr>
              <p:cNvPr id="262" name="Oval 261">
                <a:extLst>
                  <a:ext uri="{FF2B5EF4-FFF2-40B4-BE49-F238E27FC236}">
                    <a16:creationId xmlns:a16="http://schemas.microsoft.com/office/drawing/2014/main" id="{7B92B230-C49D-0039-408B-D1357A2CE65D}"/>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63" name="people_2">
                <a:extLst>
                  <a:ext uri="{FF2B5EF4-FFF2-40B4-BE49-F238E27FC236}">
                    <a16:creationId xmlns:a16="http://schemas.microsoft.com/office/drawing/2014/main" id="{6DAB0938-770C-8DC8-6B53-BBC3E484116C}"/>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276" name="Straight Connector 275">
              <a:extLst>
                <a:ext uri="{FF2B5EF4-FFF2-40B4-BE49-F238E27FC236}">
                  <a16:creationId xmlns:a16="http://schemas.microsoft.com/office/drawing/2014/main" id="{3C157760-4609-FF68-D795-D4647E5CFD2A}"/>
                </a:ext>
                <a:ext uri="{C183D7F6-B498-43B3-948B-1728B52AA6E4}">
                  <adec:decorative xmlns:adec="http://schemas.microsoft.com/office/drawing/2017/decorative" val="1"/>
                </a:ext>
              </a:extLst>
            </p:cNvPr>
            <p:cNvCxnSpPr>
              <a:cxnSpLocks/>
            </p:cNvCxnSpPr>
            <p:nvPr/>
          </p:nvCxnSpPr>
          <p:spPr>
            <a:xfrm>
              <a:off x="6274839"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8" name="Rectangle 277">
              <a:extLst>
                <a:ext uri="{FF2B5EF4-FFF2-40B4-BE49-F238E27FC236}">
                  <a16:creationId xmlns:a16="http://schemas.microsoft.com/office/drawing/2014/main" id="{97409B9B-C4DF-973F-F41C-8FC5D6F124F4}"/>
                </a:ext>
              </a:extLst>
            </p:cNvPr>
            <p:cNvSpPr/>
            <p:nvPr/>
          </p:nvSpPr>
          <p:spPr>
            <a:xfrm>
              <a:off x="6274839" y="2706679"/>
              <a:ext cx="2322000" cy="3266608"/>
            </a:xfrm>
            <a:prstGeom prst="rect">
              <a:avLst/>
            </a:prstGeom>
            <a:noFill/>
          </p:spPr>
          <p:txBody>
            <a:bodyPr wrap="square" lIns="0" tIns="0" rIns="0" bIns="0" anchor="t" anchorCtr="0">
              <a:noAutofit/>
            </a:bodyPr>
            <a:lstStyle/>
            <a:p>
              <a:r>
                <a:rPr lang="en-US" sz="1400" b="1">
                  <a:solidFill>
                    <a:schemeClr val="tx2"/>
                  </a:solidFill>
                </a:rPr>
                <a:t>Security Controls</a:t>
              </a:r>
            </a:p>
            <a:p>
              <a:endParaRPr lang="en-US" sz="800"/>
            </a:p>
            <a:p>
              <a:r>
                <a:rPr lang="en-US" sz="1200"/>
                <a:t>Defend against prompt injection and data poisoning with adversarial robustness testing. Secure model infrastructure with access controls and monitor for data exfiltration.</a:t>
              </a:r>
            </a:p>
          </p:txBody>
        </p:sp>
      </p:grpSp>
      <p:grpSp>
        <p:nvGrpSpPr>
          <p:cNvPr id="3" name="Group 2">
            <a:extLst>
              <a:ext uri="{FF2B5EF4-FFF2-40B4-BE49-F238E27FC236}">
                <a16:creationId xmlns:a16="http://schemas.microsoft.com/office/drawing/2014/main" id="{C1C6A8FB-B9B9-56F2-B209-1AC1B94F9C3B}"/>
              </a:ext>
              <a:ext uri="{C183D7F6-B498-43B3-948B-1728B52AA6E4}">
                <adec:decorative xmlns:adec="http://schemas.microsoft.com/office/drawing/2017/decorative" val="1"/>
              </a:ext>
            </a:extLst>
          </p:cNvPr>
          <p:cNvGrpSpPr/>
          <p:nvPr/>
        </p:nvGrpSpPr>
        <p:grpSpPr>
          <a:xfrm>
            <a:off x="7144729" y="1825597"/>
            <a:ext cx="2498459" cy="4147690"/>
            <a:chOff x="8773297" y="1825597"/>
            <a:chExt cx="2498459" cy="4147690"/>
          </a:xfrm>
        </p:grpSpPr>
        <p:cxnSp>
          <p:nvCxnSpPr>
            <p:cNvPr id="289" name="Straight Connector 288">
              <a:extLst>
                <a:ext uri="{FF2B5EF4-FFF2-40B4-BE49-F238E27FC236}">
                  <a16:creationId xmlns:a16="http://schemas.microsoft.com/office/drawing/2014/main" id="{9AE6F9EA-80C6-A810-0DFB-D8205F9403CB}"/>
                </a:ext>
                <a:ext uri="{C183D7F6-B498-43B3-948B-1728B52AA6E4}">
                  <adec:decorative xmlns:adec="http://schemas.microsoft.com/office/drawing/2017/decorative" val="1"/>
                </a:ext>
              </a:extLst>
            </p:cNvPr>
            <p:cNvCxnSpPr>
              <a:cxnSpLocks/>
            </p:cNvCxnSpPr>
            <p:nvPr/>
          </p:nvCxnSpPr>
          <p:spPr>
            <a:xfrm>
              <a:off x="8773297" y="2706679"/>
              <a:ext cx="0" cy="326660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92" name="Group 291" descr="Icon of a group of three people">
              <a:extLst>
                <a:ext uri="{FF2B5EF4-FFF2-40B4-BE49-F238E27FC236}">
                  <a16:creationId xmlns:a16="http://schemas.microsoft.com/office/drawing/2014/main" id="{84798B51-8088-87A4-A30A-F4178D2E4A32}"/>
                </a:ext>
              </a:extLst>
            </p:cNvPr>
            <p:cNvGrpSpPr/>
            <p:nvPr/>
          </p:nvGrpSpPr>
          <p:grpSpPr>
            <a:xfrm>
              <a:off x="8949756" y="1825597"/>
              <a:ext cx="587403" cy="587403"/>
              <a:chOff x="4850654" y="3383869"/>
              <a:chExt cx="751672" cy="751672"/>
            </a:xfrm>
          </p:grpSpPr>
          <p:sp>
            <p:nvSpPr>
              <p:cNvPr id="293" name="Oval 292">
                <a:extLst>
                  <a:ext uri="{FF2B5EF4-FFF2-40B4-BE49-F238E27FC236}">
                    <a16:creationId xmlns:a16="http://schemas.microsoft.com/office/drawing/2014/main" id="{25F111D4-35B9-696E-4254-EFB29F6FF408}"/>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94" name="Freeform: Shape 293">
                <a:extLst>
                  <a:ext uri="{FF2B5EF4-FFF2-40B4-BE49-F238E27FC236}">
                    <a16:creationId xmlns:a16="http://schemas.microsoft.com/office/drawing/2014/main" id="{93588E79-FAE1-B369-A6AF-8315CE4E89F0}"/>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cxnSp>
          <p:nvCxnSpPr>
            <p:cNvPr id="297" name="Straight Connector 296">
              <a:extLst>
                <a:ext uri="{FF2B5EF4-FFF2-40B4-BE49-F238E27FC236}">
                  <a16:creationId xmlns:a16="http://schemas.microsoft.com/office/drawing/2014/main" id="{7866C3B8-D570-1D17-E589-CCA1A719DD08}"/>
                </a:ext>
                <a:ext uri="{C183D7F6-B498-43B3-948B-1728B52AA6E4}">
                  <adec:decorative xmlns:adec="http://schemas.microsoft.com/office/drawing/2017/decorative" val="1"/>
                </a:ext>
              </a:extLst>
            </p:cNvPr>
            <p:cNvCxnSpPr>
              <a:cxnSpLocks/>
            </p:cNvCxnSpPr>
            <p:nvPr/>
          </p:nvCxnSpPr>
          <p:spPr>
            <a:xfrm>
              <a:off x="8949756" y="2559839"/>
              <a:ext cx="587403" cy="0"/>
            </a:xfrm>
            <a:prstGeom prst="line">
              <a:avLst/>
            </a:prstGeom>
            <a:ln w="285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8" name="Rectangle 297">
              <a:extLst>
                <a:ext uri="{FF2B5EF4-FFF2-40B4-BE49-F238E27FC236}">
                  <a16:creationId xmlns:a16="http://schemas.microsoft.com/office/drawing/2014/main" id="{27B75A97-53B0-5EF8-8B9E-E4CC92B83EC1}"/>
                </a:ext>
              </a:extLst>
            </p:cNvPr>
            <p:cNvSpPr/>
            <p:nvPr/>
          </p:nvSpPr>
          <p:spPr>
            <a:xfrm>
              <a:off x="8949756" y="2706679"/>
              <a:ext cx="2322000" cy="3266608"/>
            </a:xfrm>
            <a:prstGeom prst="rect">
              <a:avLst/>
            </a:prstGeom>
            <a:noFill/>
          </p:spPr>
          <p:txBody>
            <a:bodyPr wrap="square" lIns="0" tIns="0" rIns="0" bIns="0" anchor="t" anchorCtr="0">
              <a:noAutofit/>
            </a:bodyPr>
            <a:lstStyle/>
            <a:p>
              <a:r>
                <a:rPr lang="en-US" sz="1400" b="1">
                  <a:solidFill>
                    <a:schemeClr val="tx2"/>
                  </a:solidFill>
                </a:rPr>
                <a:t>Compliance Requirements</a:t>
              </a:r>
            </a:p>
            <a:p>
              <a:endParaRPr lang="en-US" sz="800"/>
            </a:p>
            <a:p>
              <a:r>
                <a:rPr lang="en-US" sz="1200"/>
                <a:t>Align with GDPR, CCPA, and sector-specific frameworks like HIPAA. Provide right-to-explanation for automated decisions and implement privacy-by-design from day one.</a:t>
              </a:r>
            </a:p>
          </p:txBody>
        </p:sp>
      </p:grpSp>
      <p:sp>
        <p:nvSpPr>
          <p:cNvPr id="39" name="Footer Placeholder 3">
            <a:extLst>
              <a:ext uri="{FF2B5EF4-FFF2-40B4-BE49-F238E27FC236}">
                <a16:creationId xmlns:a16="http://schemas.microsoft.com/office/drawing/2014/main" id="{392B133F-F8B1-7B69-0A82-350A941873E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0" name="Slide Number Placeholder 4">
            <a:extLst>
              <a:ext uri="{FF2B5EF4-FFF2-40B4-BE49-F238E27FC236}">
                <a16:creationId xmlns:a16="http://schemas.microsoft.com/office/drawing/2014/main" id="{9EB11F95-E007-201F-AE63-95EBCD00BE33}"/>
              </a:ext>
            </a:extLst>
          </p:cNvPr>
          <p:cNvSpPr>
            <a:spLocks noGrp="1"/>
          </p:cNvSpPr>
          <p:nvPr>
            <p:ph type="sldNum" sz="quarter" idx="4"/>
          </p:nvPr>
        </p:nvSpPr>
        <p:spPr>
          <a:xfrm>
            <a:off x="11697272" y="6539518"/>
            <a:ext cx="404240" cy="123111"/>
          </a:xfrm>
        </p:spPr>
        <p:txBody>
          <a:bodyPr/>
          <a:lstStyle/>
          <a:p>
            <a:pPr lvl="0"/>
            <a:r>
              <a:rPr lang="en-US" noProof="0"/>
              <a:t>28</a:t>
            </a:r>
          </a:p>
        </p:txBody>
      </p:sp>
    </p:spTree>
    <p:extLst>
      <p:ext uri="{BB962C8B-B14F-4D97-AF65-F5344CB8AC3E}">
        <p14:creationId xmlns:p14="http://schemas.microsoft.com/office/powerpoint/2010/main" val="381883347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95D0-9E8F-B5A0-A652-ABF56C6400DD}"/>
              </a:ext>
            </a:extLst>
          </p:cNvPr>
          <p:cNvSpPr>
            <a:spLocks noGrp="1"/>
          </p:cNvSpPr>
          <p:nvPr>
            <p:ph type="title"/>
          </p:nvPr>
        </p:nvSpPr>
        <p:spPr>
          <a:xfrm>
            <a:off x="575481" y="599436"/>
            <a:ext cx="11018520" cy="553998"/>
          </a:xfrm>
        </p:spPr>
        <p:txBody>
          <a:bodyPr/>
          <a:lstStyle/>
          <a:p>
            <a:r>
              <a:rPr lang="en-US" b="1"/>
              <a:t>Inclusiveness &amp; Accessibility</a:t>
            </a:r>
            <a:r>
              <a:rPr lang="en-US"/>
              <a:t>​</a:t>
            </a:r>
          </a:p>
        </p:txBody>
      </p:sp>
      <p:sp>
        <p:nvSpPr>
          <p:cNvPr id="4" name="Footer Placeholder 3">
            <a:extLst>
              <a:ext uri="{FF2B5EF4-FFF2-40B4-BE49-F238E27FC236}">
                <a16:creationId xmlns:a16="http://schemas.microsoft.com/office/drawing/2014/main" id="{5BD42C26-57CF-9FB7-EFB1-C9762651FF50}"/>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8273532-FEFD-5895-4BAF-3D7ACB8A278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Shape 3">
            <a:extLst>
              <a:ext uri="{FF2B5EF4-FFF2-40B4-BE49-F238E27FC236}">
                <a16:creationId xmlns:a16="http://schemas.microsoft.com/office/drawing/2014/main" id="{A300DD4B-E53B-AA35-3E58-AD12B8025BBA}"/>
              </a:ext>
              <a:ext uri="{C183D7F6-B498-43B3-948B-1728B52AA6E4}">
                <adec:decorative xmlns:adec="http://schemas.microsoft.com/office/drawing/2017/decorative" val="1"/>
              </a:ext>
            </a:extLst>
          </p:cNvPr>
          <p:cNvSpPr/>
          <p:nvPr/>
        </p:nvSpPr>
        <p:spPr>
          <a:xfrm>
            <a:off x="548640" y="1828800"/>
            <a:ext cx="5532120" cy="3017520"/>
          </a:xfrm>
          <a:prstGeom prst="rect">
            <a:avLst/>
          </a:prstGeom>
          <a:solidFill>
            <a:srgbClr val="F2F2F2"/>
          </a:solidFill>
          <a:ln w="6350">
            <a:solidFill>
              <a:srgbClr val="E1E6ED"/>
            </a:solidFill>
            <a:prstDash val="solid"/>
          </a:ln>
        </p:spPr>
        <p:txBody>
          <a:bodyPr/>
          <a:lstStyle/>
          <a:p>
            <a:endParaRPr lang="en-US"/>
          </a:p>
        </p:txBody>
      </p:sp>
      <p:sp>
        <p:nvSpPr>
          <p:cNvPr id="9" name="Shape 4">
            <a:extLst>
              <a:ext uri="{FF2B5EF4-FFF2-40B4-BE49-F238E27FC236}">
                <a16:creationId xmlns:a16="http://schemas.microsoft.com/office/drawing/2014/main" id="{8D5C5507-9305-9C5F-934E-AAA4CB0488A9}"/>
              </a:ext>
              <a:ext uri="{C183D7F6-B498-43B3-948B-1728B52AA6E4}">
                <adec:decorative xmlns:adec="http://schemas.microsoft.com/office/drawing/2017/decorative" val="1"/>
              </a:ext>
            </a:extLst>
          </p:cNvPr>
          <p:cNvSpPr/>
          <p:nvPr/>
        </p:nvSpPr>
        <p:spPr>
          <a:xfrm>
            <a:off x="548640" y="1828800"/>
            <a:ext cx="5532120" cy="91440"/>
          </a:xfrm>
          <a:prstGeom prst="rect">
            <a:avLst/>
          </a:prstGeom>
          <a:solidFill>
            <a:srgbClr val="0078D4"/>
          </a:solidFill>
          <a:ln w="12700">
            <a:solidFill>
              <a:srgbClr val="0078D4"/>
            </a:solidFill>
            <a:prstDash val="solid"/>
          </a:ln>
        </p:spPr>
        <p:txBody>
          <a:bodyPr/>
          <a:lstStyle/>
          <a:p>
            <a:endParaRPr lang="en-US"/>
          </a:p>
        </p:txBody>
      </p:sp>
      <p:sp>
        <p:nvSpPr>
          <p:cNvPr id="11" name="Text 5">
            <a:extLst>
              <a:ext uri="{FF2B5EF4-FFF2-40B4-BE49-F238E27FC236}">
                <a16:creationId xmlns:a16="http://schemas.microsoft.com/office/drawing/2014/main" id="{42186187-6B2A-17BE-BF33-5374BE3E578D}"/>
              </a:ext>
            </a:extLst>
          </p:cNvPr>
          <p:cNvSpPr/>
          <p:nvPr/>
        </p:nvSpPr>
        <p:spPr>
          <a:xfrm>
            <a:off x="868680" y="2057400"/>
            <a:ext cx="4892040" cy="548640"/>
          </a:xfrm>
          <a:prstGeom prst="rect">
            <a:avLst/>
          </a:prstGeom>
          <a:noFill/>
          <a:ln/>
        </p:spPr>
        <p:txBody>
          <a:bodyPr wrap="square" lIns="0" tIns="0" rIns="0" bIns="0" rtlCol="0" anchor="ctr"/>
          <a:lstStyle/>
          <a:p>
            <a:pPr marL="0" indent="0">
              <a:buNone/>
            </a:pPr>
            <a:r>
              <a:rPr lang="en-US" sz="2200" b="1">
                <a:solidFill>
                  <a:srgbClr val="243A5E"/>
                </a:solidFill>
                <a:latin typeface="Segoe UI Semibold" pitchFamily="34" charset="0"/>
                <a:ea typeface="Segoe UI Semibold" pitchFamily="34" charset="-122"/>
                <a:cs typeface="Segoe UI Semibold" pitchFamily="34" charset="-120"/>
              </a:rPr>
              <a:t>Inclusive Design</a:t>
            </a:r>
            <a:endParaRPr lang="en-US" sz="2200"/>
          </a:p>
        </p:txBody>
      </p:sp>
      <p:sp>
        <p:nvSpPr>
          <p:cNvPr id="13" name="Text 6">
            <a:extLst>
              <a:ext uri="{FF2B5EF4-FFF2-40B4-BE49-F238E27FC236}">
                <a16:creationId xmlns:a16="http://schemas.microsoft.com/office/drawing/2014/main" id="{E681B839-5E4D-0FF9-743C-34E56614F608}"/>
              </a:ext>
            </a:extLst>
          </p:cNvPr>
          <p:cNvSpPr/>
          <p:nvPr/>
        </p:nvSpPr>
        <p:spPr>
          <a:xfrm>
            <a:off x="868680" y="2651760"/>
            <a:ext cx="4892040" cy="100000"/>
          </a:xfrm>
          <a:prstGeom prst="rect">
            <a:avLst/>
          </a:prstGeom>
          <a:noFill/>
          <a:ln/>
        </p:spPr>
        <p:txBody>
          <a:bodyPr wrap="square" lIns="0" tIns="0" rIns="0" bIns="0" rtlCol="0" anchor="ctr"/>
          <a:lstStyle/>
          <a:p>
            <a:pPr marL="0" indent="0">
              <a:buNone/>
            </a:pPr>
            <a:r>
              <a:rPr lang="en-US" sz="100" i="1">
                <a:solidFill>
                  <a:srgbClr val="505050"/>
                </a:solidFill>
                <a:latin typeface="Segoe UI" pitchFamily="34" charset="0"/>
                <a:ea typeface="Segoe UI" pitchFamily="34" charset="-122"/>
                <a:cs typeface="Segoe UI" pitchFamily="34" charset="-120"/>
              </a:rPr>
              <a:t> </a:t>
            </a:r>
            <a:endParaRPr lang="en-US" sz="1400"/>
          </a:p>
        </p:txBody>
      </p:sp>
      <p:sp>
        <p:nvSpPr>
          <p:cNvPr id="15" name="Text 7">
            <a:extLst>
              <a:ext uri="{FF2B5EF4-FFF2-40B4-BE49-F238E27FC236}">
                <a16:creationId xmlns:a16="http://schemas.microsoft.com/office/drawing/2014/main" id="{194A30FE-CB8E-D6F3-71BF-DA084CDC9C88}"/>
              </a:ext>
            </a:extLst>
          </p:cNvPr>
          <p:cNvSpPr/>
          <p:nvPr/>
        </p:nvSpPr>
        <p:spPr>
          <a:xfrm>
            <a:off x="868680" y="2750000"/>
            <a:ext cx="4892040" cy="1920000"/>
          </a:xfrm>
          <a:prstGeom prst="rect">
            <a:avLst/>
          </a:prstGeom>
          <a:noFill/>
          <a:ln/>
        </p:spPr>
        <p:txBody>
          <a:bodyPr wrap="square" lIns="0" tIns="0" rIns="0" bIns="0" rtlCol="0" anchor="ctr"/>
          <a:lstStyle/>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Engage diverse user groups including people with disabilities during design and testing</a:t>
            </a:r>
            <a:endParaRPr lang="en-US" sz="1400"/>
          </a:p>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Use representative datasets reflecting all populations the system will serve</a:t>
            </a:r>
            <a:endParaRPr lang="en-US" sz="1400"/>
          </a:p>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Run participatory design sessions with affected communities before deployment</a:t>
            </a:r>
            <a:endParaRPr lang="en-US" sz="1400"/>
          </a:p>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Implement multilingual support and cultural sensitivity in all outputs</a:t>
            </a:r>
            <a:endParaRPr lang="en-US" sz="1400"/>
          </a:p>
        </p:txBody>
      </p:sp>
      <p:sp>
        <p:nvSpPr>
          <p:cNvPr id="17" name="Shape 8">
            <a:extLst>
              <a:ext uri="{FF2B5EF4-FFF2-40B4-BE49-F238E27FC236}">
                <a16:creationId xmlns:a16="http://schemas.microsoft.com/office/drawing/2014/main" id="{3941A68D-B2BE-7EFA-7D56-431538CAE509}"/>
              </a:ext>
              <a:ext uri="{C183D7F6-B498-43B3-948B-1728B52AA6E4}">
                <adec:decorative xmlns:adec="http://schemas.microsoft.com/office/drawing/2017/decorative" val="1"/>
              </a:ext>
            </a:extLst>
          </p:cNvPr>
          <p:cNvSpPr/>
          <p:nvPr/>
        </p:nvSpPr>
        <p:spPr>
          <a:xfrm>
            <a:off x="6263640" y="1828800"/>
            <a:ext cx="5532120" cy="3017520"/>
          </a:xfrm>
          <a:prstGeom prst="rect">
            <a:avLst/>
          </a:prstGeom>
          <a:solidFill>
            <a:srgbClr val="F2F2F2"/>
          </a:solidFill>
          <a:ln w="6350">
            <a:solidFill>
              <a:srgbClr val="E1E6ED"/>
            </a:solidFill>
            <a:prstDash val="solid"/>
          </a:ln>
        </p:spPr>
        <p:txBody>
          <a:bodyPr/>
          <a:lstStyle/>
          <a:p>
            <a:endParaRPr lang="en-US"/>
          </a:p>
        </p:txBody>
      </p:sp>
      <p:sp>
        <p:nvSpPr>
          <p:cNvPr id="19" name="Shape 9">
            <a:extLst>
              <a:ext uri="{FF2B5EF4-FFF2-40B4-BE49-F238E27FC236}">
                <a16:creationId xmlns:a16="http://schemas.microsoft.com/office/drawing/2014/main" id="{13EBA9D1-7EBC-BF08-2E27-CAF14858A7D6}"/>
              </a:ext>
              <a:ext uri="{C183D7F6-B498-43B3-948B-1728B52AA6E4}">
                <adec:decorative xmlns:adec="http://schemas.microsoft.com/office/drawing/2017/decorative" val="1"/>
              </a:ext>
            </a:extLst>
          </p:cNvPr>
          <p:cNvSpPr/>
          <p:nvPr/>
        </p:nvSpPr>
        <p:spPr>
          <a:xfrm>
            <a:off x="6263640" y="1828800"/>
            <a:ext cx="5532120" cy="91440"/>
          </a:xfrm>
          <a:prstGeom prst="rect">
            <a:avLst/>
          </a:prstGeom>
          <a:solidFill>
            <a:schemeClr val="accent1"/>
          </a:solidFill>
          <a:ln w="12700">
            <a:solidFill>
              <a:schemeClr val="accent1"/>
            </a:solidFill>
            <a:prstDash val="solid"/>
          </a:ln>
        </p:spPr>
        <p:txBody>
          <a:bodyPr/>
          <a:lstStyle/>
          <a:p>
            <a:endParaRPr lang="en-US"/>
          </a:p>
        </p:txBody>
      </p:sp>
      <p:sp>
        <p:nvSpPr>
          <p:cNvPr id="21" name="Text 10">
            <a:extLst>
              <a:ext uri="{FF2B5EF4-FFF2-40B4-BE49-F238E27FC236}">
                <a16:creationId xmlns:a16="http://schemas.microsoft.com/office/drawing/2014/main" id="{41CC4503-3667-0E1C-42A7-A57CC8C3E75E}"/>
              </a:ext>
            </a:extLst>
          </p:cNvPr>
          <p:cNvSpPr/>
          <p:nvPr/>
        </p:nvSpPr>
        <p:spPr>
          <a:xfrm>
            <a:off x="6583680" y="2057400"/>
            <a:ext cx="4892040" cy="548640"/>
          </a:xfrm>
          <a:prstGeom prst="rect">
            <a:avLst/>
          </a:prstGeom>
          <a:noFill/>
          <a:ln/>
        </p:spPr>
        <p:txBody>
          <a:bodyPr wrap="square" lIns="0" tIns="0" rIns="0" bIns="0" rtlCol="0" anchor="ctr"/>
          <a:lstStyle/>
          <a:p>
            <a:pPr marL="0" indent="0">
              <a:buNone/>
            </a:pPr>
            <a:r>
              <a:rPr lang="en-US" sz="2200" b="1">
                <a:solidFill>
                  <a:srgbClr val="243A5E"/>
                </a:solidFill>
                <a:latin typeface="Segoe UI Semibold" pitchFamily="34" charset="0"/>
                <a:ea typeface="Segoe UI Semibold" pitchFamily="34" charset="-122"/>
                <a:cs typeface="Segoe UI Semibold" pitchFamily="34" charset="-120"/>
              </a:rPr>
              <a:t>Accessibility Standards</a:t>
            </a:r>
            <a:endParaRPr lang="en-US" sz="2200"/>
          </a:p>
        </p:txBody>
      </p:sp>
      <p:sp>
        <p:nvSpPr>
          <p:cNvPr id="23" name="Text 11">
            <a:extLst>
              <a:ext uri="{FF2B5EF4-FFF2-40B4-BE49-F238E27FC236}">
                <a16:creationId xmlns:a16="http://schemas.microsoft.com/office/drawing/2014/main" id="{21C01948-FD01-9D76-5DAB-6DF2081D30B3}"/>
              </a:ext>
            </a:extLst>
          </p:cNvPr>
          <p:cNvSpPr/>
          <p:nvPr/>
        </p:nvSpPr>
        <p:spPr>
          <a:xfrm>
            <a:off x="6583680" y="2651760"/>
            <a:ext cx="4892040" cy="100000"/>
          </a:xfrm>
          <a:prstGeom prst="rect">
            <a:avLst/>
          </a:prstGeom>
          <a:noFill/>
          <a:ln/>
        </p:spPr>
        <p:txBody>
          <a:bodyPr wrap="square" lIns="0" tIns="0" rIns="0" bIns="0" rtlCol="0" anchor="ctr"/>
          <a:lstStyle/>
          <a:p>
            <a:pPr marL="0" indent="0">
              <a:buNone/>
            </a:pPr>
            <a:r>
              <a:rPr lang="en-US" sz="100" i="1">
                <a:solidFill>
                  <a:srgbClr val="505050"/>
                </a:solidFill>
                <a:latin typeface="Segoe UI" pitchFamily="34" charset="0"/>
                <a:ea typeface="Segoe UI" pitchFamily="34" charset="-122"/>
                <a:cs typeface="Segoe UI" pitchFamily="34" charset="-120"/>
              </a:rPr>
              <a:t> </a:t>
            </a:r>
            <a:endParaRPr lang="en-US" sz="1400"/>
          </a:p>
        </p:txBody>
      </p:sp>
      <p:sp>
        <p:nvSpPr>
          <p:cNvPr id="25" name="Text 12">
            <a:extLst>
              <a:ext uri="{FF2B5EF4-FFF2-40B4-BE49-F238E27FC236}">
                <a16:creationId xmlns:a16="http://schemas.microsoft.com/office/drawing/2014/main" id="{8C01702E-AB63-F991-27F6-6A0E8E989B9F}"/>
              </a:ext>
            </a:extLst>
          </p:cNvPr>
          <p:cNvSpPr/>
          <p:nvPr/>
        </p:nvSpPr>
        <p:spPr>
          <a:xfrm>
            <a:off x="6583680" y="2750000"/>
            <a:ext cx="4892040" cy="1920000"/>
          </a:xfrm>
          <a:prstGeom prst="rect">
            <a:avLst/>
          </a:prstGeom>
          <a:noFill/>
          <a:ln/>
        </p:spPr>
        <p:txBody>
          <a:bodyPr wrap="square" lIns="0" tIns="0" rIns="0" bIns="0" rtlCol="0" anchor="ctr"/>
          <a:lstStyle/>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Follow WCAG 2.1 AA for screen reader support, keyboard navigation, and color contrast</a:t>
            </a:r>
            <a:endParaRPr lang="en-US" sz="1400"/>
          </a:p>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Offer voice, text, and gesture inputs so users choose what works for them</a:t>
            </a:r>
            <a:endParaRPr lang="en-US" sz="1400"/>
          </a:p>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Test output readability across literacy levels using plain language principles</a:t>
            </a:r>
            <a:endParaRPr lang="en-US" sz="1400"/>
          </a:p>
          <a:p>
            <a:pPr marL="342900" indent="-342900">
              <a:spcAft>
                <a:spcPts val="600"/>
              </a:spcAft>
              <a:buSzPct val="100000"/>
              <a:buChar char="■"/>
            </a:pPr>
            <a:r>
              <a:rPr lang="en-US" sz="1400">
                <a:solidFill>
                  <a:srgbClr val="2F2F2F"/>
                </a:solidFill>
                <a:latin typeface="Segoe UI" pitchFamily="34" charset="0"/>
                <a:ea typeface="Segoe UI" pitchFamily="34" charset="-122"/>
                <a:cs typeface="Segoe UI" pitchFamily="34" charset="-120"/>
              </a:rPr>
              <a:t>Ensure feedback mechanisms are accessible so all users can report issues</a:t>
            </a:r>
            <a:endParaRPr lang="en-US" sz="1400"/>
          </a:p>
        </p:txBody>
      </p:sp>
    </p:spTree>
    <p:extLst>
      <p:ext uri="{BB962C8B-B14F-4D97-AF65-F5344CB8AC3E}">
        <p14:creationId xmlns:p14="http://schemas.microsoft.com/office/powerpoint/2010/main" val="405880409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FC22-0AE5-3142-131E-3B33F7EE4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91C2E-7876-39B5-149B-4F6B10584643}"/>
              </a:ext>
            </a:extLst>
          </p:cNvPr>
          <p:cNvSpPr>
            <a:spLocks noGrp="1"/>
          </p:cNvSpPr>
          <p:nvPr>
            <p:ph type="title"/>
          </p:nvPr>
        </p:nvSpPr>
        <p:spPr>
          <a:xfrm>
            <a:off x="575481" y="599436"/>
            <a:ext cx="4980481" cy="1107996"/>
          </a:xfrm>
        </p:spPr>
        <p:txBody>
          <a:bodyPr/>
          <a:lstStyle/>
          <a:p>
            <a:r>
              <a:rPr lang="en-US" b="1"/>
              <a:t>Module Summary &amp; Key Takeaways</a:t>
            </a:r>
            <a:br>
              <a:rPr lang="en-US" b="1"/>
            </a:br>
            <a:endParaRPr lang="en-US"/>
          </a:p>
        </p:txBody>
      </p:sp>
      <p:sp>
        <p:nvSpPr>
          <p:cNvPr id="4" name="Footer Placeholder 3">
            <a:extLst>
              <a:ext uri="{FF2B5EF4-FFF2-40B4-BE49-F238E27FC236}">
                <a16:creationId xmlns:a16="http://schemas.microsoft.com/office/drawing/2014/main" id="{715DBC16-AEBD-6FED-B2C7-2C8047D8AC6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E0492C30-4950-17E3-D07A-F20599EDC46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30</a:t>
            </a:r>
          </a:p>
        </p:txBody>
      </p:sp>
      <p:grpSp>
        <p:nvGrpSpPr>
          <p:cNvPr id="7" name="Group 6">
            <a:extLst>
              <a:ext uri="{FF2B5EF4-FFF2-40B4-BE49-F238E27FC236}">
                <a16:creationId xmlns:a16="http://schemas.microsoft.com/office/drawing/2014/main" id="{09ACB6DA-D17E-6CAF-8D1E-3B68256F92A9}"/>
              </a:ext>
              <a:ext uri="{C183D7F6-B498-43B3-948B-1728B52AA6E4}">
                <adec:decorative xmlns:adec="http://schemas.microsoft.com/office/drawing/2017/decorative" val="1"/>
              </a:ext>
            </a:extLst>
          </p:cNvPr>
          <p:cNvGrpSpPr/>
          <p:nvPr/>
        </p:nvGrpSpPr>
        <p:grpSpPr>
          <a:xfrm>
            <a:off x="5681800" y="567569"/>
            <a:ext cx="5951154" cy="690780"/>
            <a:chOff x="8615492" y="1888835"/>
            <a:chExt cx="3081779" cy="1160563"/>
          </a:xfrm>
        </p:grpSpPr>
        <p:sp>
          <p:nvSpPr>
            <p:cNvPr id="8" name="Rectangle: Rounded Corners 7">
              <a:extLst>
                <a:ext uri="{FF2B5EF4-FFF2-40B4-BE49-F238E27FC236}">
                  <a16:creationId xmlns:a16="http://schemas.microsoft.com/office/drawing/2014/main" id="{A10AB5C5-AD43-B7C1-F8C6-1FC467ACB385}"/>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6E639B85-B345-F8A9-30F2-9B8BE6E22085}"/>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Responsible AI Is a Practice, Not a Checklist</a:t>
              </a:r>
            </a:p>
            <a:p>
              <a:pPr algn="l">
                <a:buNone/>
              </a:pPr>
              <a:r>
                <a:rPr lang="en-US" sz="1100" i="0">
                  <a:solidFill>
                    <a:schemeClr val="tx2"/>
                  </a:solidFill>
                  <a:effectLst/>
                </a:rPr>
                <a:t>Embed responsible AI thinking into every phase from ideation through retirement.</a:t>
              </a:r>
            </a:p>
          </p:txBody>
        </p:sp>
      </p:grpSp>
      <p:grpSp>
        <p:nvGrpSpPr>
          <p:cNvPr id="10" name="Group 9">
            <a:extLst>
              <a:ext uri="{FF2B5EF4-FFF2-40B4-BE49-F238E27FC236}">
                <a16:creationId xmlns:a16="http://schemas.microsoft.com/office/drawing/2014/main" id="{537F00AD-BFC4-42BF-6682-FDA10772406D}"/>
              </a:ext>
              <a:ext uri="{C183D7F6-B498-43B3-948B-1728B52AA6E4}">
                <adec:decorative xmlns:adec="http://schemas.microsoft.com/office/drawing/2017/decorative" val="1"/>
              </a:ext>
            </a:extLst>
          </p:cNvPr>
          <p:cNvGrpSpPr/>
          <p:nvPr/>
        </p:nvGrpSpPr>
        <p:grpSpPr>
          <a:xfrm>
            <a:off x="5681800" y="1756880"/>
            <a:ext cx="5951154" cy="690780"/>
            <a:chOff x="8615492" y="1888835"/>
            <a:chExt cx="3081779" cy="1160563"/>
          </a:xfrm>
        </p:grpSpPr>
        <p:sp>
          <p:nvSpPr>
            <p:cNvPr id="11" name="Rectangle: Rounded Corners 10">
              <a:extLst>
                <a:ext uri="{FF2B5EF4-FFF2-40B4-BE49-F238E27FC236}">
                  <a16:creationId xmlns:a16="http://schemas.microsoft.com/office/drawing/2014/main" id="{FD7566E9-0F47-FBA1-505B-16CD1EAABA5A}"/>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636732A8-569F-ABF0-B1D0-EA8C27CB855D}"/>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Six Principles Guide Every Decision</a:t>
              </a:r>
            </a:p>
            <a:p>
              <a:pPr algn="l">
                <a:buNone/>
              </a:pPr>
              <a:r>
                <a:rPr lang="en-US" sz="1100" i="0">
                  <a:solidFill>
                    <a:schemeClr val="tx2"/>
                  </a:solidFill>
                  <a:effectLst/>
                </a:rPr>
                <a:t>Fairness, reliability, privacy, inclusiveness, transparency, and accountability work together.</a:t>
              </a:r>
            </a:p>
          </p:txBody>
        </p:sp>
      </p:grpSp>
      <p:grpSp>
        <p:nvGrpSpPr>
          <p:cNvPr id="13" name="Group 12">
            <a:extLst>
              <a:ext uri="{FF2B5EF4-FFF2-40B4-BE49-F238E27FC236}">
                <a16:creationId xmlns:a16="http://schemas.microsoft.com/office/drawing/2014/main" id="{5E1B34F9-CD2C-E56B-91F6-C6E3FBEDAEF7}"/>
              </a:ext>
              <a:ext uri="{C183D7F6-B498-43B3-948B-1728B52AA6E4}">
                <adec:decorative xmlns:adec="http://schemas.microsoft.com/office/drawing/2017/decorative" val="1"/>
              </a:ext>
            </a:extLst>
          </p:cNvPr>
          <p:cNvGrpSpPr/>
          <p:nvPr/>
        </p:nvGrpSpPr>
        <p:grpSpPr>
          <a:xfrm>
            <a:off x="5681800" y="2943310"/>
            <a:ext cx="5951154" cy="690780"/>
            <a:chOff x="8615492" y="1888835"/>
            <a:chExt cx="3081779" cy="1160563"/>
          </a:xfrm>
        </p:grpSpPr>
        <p:sp>
          <p:nvSpPr>
            <p:cNvPr id="14" name="Rectangle: Rounded Corners 13">
              <a:extLst>
                <a:ext uri="{FF2B5EF4-FFF2-40B4-BE49-F238E27FC236}">
                  <a16:creationId xmlns:a16="http://schemas.microsoft.com/office/drawing/2014/main" id="{417F215C-3374-96D6-00F4-1344F27A7604}"/>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82FC7E04-4295-27FC-4A8A-865CFE26954B}"/>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Evaluation Must Be Continuous</a:t>
              </a:r>
            </a:p>
            <a:p>
              <a:pPr algn="l">
                <a:buNone/>
              </a:pPr>
              <a:r>
                <a:rPr lang="en-US" sz="1100" i="0">
                  <a:solidFill>
                    <a:schemeClr val="tx2"/>
                  </a:solidFill>
                  <a:effectLst/>
                </a:rPr>
                <a:t>Go beyond traditional testing with continuous monitoring for drift, bias, and safety.</a:t>
              </a:r>
            </a:p>
          </p:txBody>
        </p:sp>
      </p:grpSp>
      <p:grpSp>
        <p:nvGrpSpPr>
          <p:cNvPr id="16" name="Group 15">
            <a:extLst>
              <a:ext uri="{FF2B5EF4-FFF2-40B4-BE49-F238E27FC236}">
                <a16:creationId xmlns:a16="http://schemas.microsoft.com/office/drawing/2014/main" id="{13679CA9-2C05-307C-FAA6-D39CC80DEB4A}"/>
              </a:ext>
              <a:ext uri="{C183D7F6-B498-43B3-948B-1728B52AA6E4}">
                <adec:decorative xmlns:adec="http://schemas.microsoft.com/office/drawing/2017/decorative" val="1"/>
              </a:ext>
            </a:extLst>
          </p:cNvPr>
          <p:cNvGrpSpPr/>
          <p:nvPr/>
        </p:nvGrpSpPr>
        <p:grpSpPr>
          <a:xfrm>
            <a:off x="5681800" y="4139590"/>
            <a:ext cx="5951154" cy="690780"/>
            <a:chOff x="8615492" y="1888835"/>
            <a:chExt cx="3081779" cy="1160563"/>
          </a:xfrm>
        </p:grpSpPr>
        <p:sp>
          <p:nvSpPr>
            <p:cNvPr id="17" name="Rectangle: Rounded Corners 16">
              <a:extLst>
                <a:ext uri="{FF2B5EF4-FFF2-40B4-BE49-F238E27FC236}">
                  <a16:creationId xmlns:a16="http://schemas.microsoft.com/office/drawing/2014/main" id="{899ACBD5-4A73-C4A1-AEE8-08B01AC0B748}"/>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D46681C8-04EA-A30A-DE21-10EE595CEEE5}"/>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Governance Requires Commitment</a:t>
              </a:r>
            </a:p>
            <a:p>
              <a:pPr algn="l">
                <a:buNone/>
              </a:pPr>
              <a:r>
                <a:rPr lang="en-US" sz="1100" i="0">
                  <a:solidFill>
                    <a:schemeClr val="tx2"/>
                  </a:solidFill>
                  <a:effectLst/>
                </a:rPr>
                <a:t>Clear accountability, oversight boards, and escalation paths are essential.</a:t>
              </a:r>
            </a:p>
          </p:txBody>
        </p:sp>
      </p:grpSp>
      <p:grpSp>
        <p:nvGrpSpPr>
          <p:cNvPr id="19" name="Group 18">
            <a:extLst>
              <a:ext uri="{FF2B5EF4-FFF2-40B4-BE49-F238E27FC236}">
                <a16:creationId xmlns:a16="http://schemas.microsoft.com/office/drawing/2014/main" id="{8159604B-8776-3FE1-71E9-79C7C0F7089B}"/>
              </a:ext>
              <a:ext uri="{C183D7F6-B498-43B3-948B-1728B52AA6E4}">
                <adec:decorative xmlns:adec="http://schemas.microsoft.com/office/drawing/2017/decorative" val="1"/>
              </a:ext>
            </a:extLst>
          </p:cNvPr>
          <p:cNvGrpSpPr/>
          <p:nvPr/>
        </p:nvGrpSpPr>
        <p:grpSpPr>
          <a:xfrm>
            <a:off x="5681800" y="5350207"/>
            <a:ext cx="5951154" cy="690780"/>
            <a:chOff x="8615492" y="1888835"/>
            <a:chExt cx="3081779" cy="1160563"/>
          </a:xfrm>
        </p:grpSpPr>
        <p:sp>
          <p:nvSpPr>
            <p:cNvPr id="20" name="Rectangle: Rounded Corners 19">
              <a:extLst>
                <a:ext uri="{FF2B5EF4-FFF2-40B4-BE49-F238E27FC236}">
                  <a16:creationId xmlns:a16="http://schemas.microsoft.com/office/drawing/2014/main" id="{483062C2-F09D-5499-9403-AA5132D74EBD}"/>
                </a:ext>
              </a:extLst>
            </p:cNvPr>
            <p:cNvSpPr/>
            <p:nvPr/>
          </p:nvSpPr>
          <p:spPr bwMode="auto">
            <a:xfrm>
              <a:off x="8615492" y="1888835"/>
              <a:ext cx="3081779" cy="1160563"/>
            </a:xfrm>
            <a:prstGeom prst="round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D66B9947-8441-AA2C-57DA-816CDA123EAA}"/>
                </a:ext>
              </a:extLst>
            </p:cNvPr>
            <p:cNvSpPr txBox="1"/>
            <p:nvPr/>
          </p:nvSpPr>
          <p:spPr>
            <a:xfrm>
              <a:off x="8684568" y="1961339"/>
              <a:ext cx="2947539" cy="1085885"/>
            </a:xfrm>
            <a:prstGeom prst="rect">
              <a:avLst/>
            </a:prstGeom>
            <a:noFill/>
          </p:spPr>
          <p:txBody>
            <a:bodyPr wrap="square">
              <a:spAutoFit/>
            </a:bodyPr>
            <a:lstStyle/>
            <a:p>
              <a:pPr algn="l">
                <a:buNone/>
              </a:pPr>
              <a:r>
                <a:rPr lang="en-US" sz="1200" b="1" i="0">
                  <a:solidFill>
                    <a:schemeClr val="tx2"/>
                  </a:solidFill>
                  <a:effectLst/>
                </a:rPr>
                <a:t>Transparency Builds Trust</a:t>
              </a:r>
            </a:p>
            <a:p>
              <a:pPr algn="l">
                <a:buNone/>
              </a:pPr>
              <a:r>
                <a:rPr lang="en-US" sz="1100" i="0">
                  <a:solidFill>
                    <a:schemeClr val="tx2"/>
                  </a:solidFill>
                  <a:effectLst/>
                </a:rPr>
                <a:t>Document capabilities, limitations, and decisions to enable meaningful oversight.</a:t>
              </a:r>
            </a:p>
          </p:txBody>
        </p:sp>
      </p:grpSp>
      <p:cxnSp>
        <p:nvCxnSpPr>
          <p:cNvPr id="22" name="Straight Arrow Connector 21">
            <a:extLst>
              <a:ext uri="{FF2B5EF4-FFF2-40B4-BE49-F238E27FC236}">
                <a16:creationId xmlns:a16="http://schemas.microsoft.com/office/drawing/2014/main" id="{6B1EE2CB-B952-1E70-886F-76E0E95FE727}"/>
              </a:ext>
              <a:ext uri="{C183D7F6-B498-43B3-948B-1728B52AA6E4}">
                <adec:decorative xmlns:adec="http://schemas.microsoft.com/office/drawing/2017/decorative" val="1"/>
              </a:ext>
            </a:extLst>
          </p:cNvPr>
          <p:cNvCxnSpPr/>
          <p:nvPr/>
        </p:nvCxnSpPr>
        <p:spPr>
          <a:xfrm>
            <a:off x="8657377" y="1340083"/>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1B2FAC6-DCC3-7856-6105-A01041749BC4}"/>
              </a:ext>
              <a:ext uri="{C183D7F6-B498-43B3-948B-1728B52AA6E4}">
                <adec:decorative xmlns:adec="http://schemas.microsoft.com/office/drawing/2017/decorative" val="1"/>
              </a:ext>
            </a:extLst>
          </p:cNvPr>
          <p:cNvCxnSpPr/>
          <p:nvPr/>
        </p:nvCxnSpPr>
        <p:spPr>
          <a:xfrm>
            <a:off x="8657377" y="2528523"/>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F75249-07D6-4809-C025-89A5E2D6F668}"/>
              </a:ext>
              <a:ext uri="{C183D7F6-B498-43B3-948B-1728B52AA6E4}">
                <adec:decorative xmlns:adec="http://schemas.microsoft.com/office/drawing/2017/decorative" val="1"/>
              </a:ext>
            </a:extLst>
          </p:cNvPr>
          <p:cNvCxnSpPr/>
          <p:nvPr/>
        </p:nvCxnSpPr>
        <p:spPr>
          <a:xfrm>
            <a:off x="8708828" y="3725352"/>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441D0D4-C70A-C85F-B609-6E7CC91B26E9}"/>
              </a:ext>
              <a:ext uri="{C183D7F6-B498-43B3-948B-1728B52AA6E4}">
                <adec:decorative xmlns:adec="http://schemas.microsoft.com/office/drawing/2017/decorative" val="1"/>
              </a:ext>
            </a:extLst>
          </p:cNvPr>
          <p:cNvCxnSpPr/>
          <p:nvPr/>
        </p:nvCxnSpPr>
        <p:spPr>
          <a:xfrm>
            <a:off x="8721695" y="4892821"/>
            <a:ext cx="0" cy="322976"/>
          </a:xfrm>
          <a:prstGeom prst="straightConnector1">
            <a:avLst/>
          </a:prstGeom>
          <a:ln>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83099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p:cNvSpPr>
            <a:spLocks noGrp="1"/>
          </p:cNvSpPr>
          <p:nvPr>
            <p:ph type="title" idx="4294967295"/>
          </p:nvPr>
        </p:nvSpPr>
        <p:spPr>
          <a:xfrm>
            <a:off x="548640" y="548640"/>
            <a:ext cx="10972800" cy="73152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243A5E"/>
                </a:solidFill>
                <a:effectLst/>
                <a:uLnTx/>
                <a:uFillTx/>
                <a:latin typeface="Segoe UI Semibold" pitchFamily="34" charset="0"/>
                <a:ea typeface="Segoe UI Semibold" pitchFamily="34" charset="-122"/>
                <a:cs typeface="Segoe UI Semibold" pitchFamily="34" charset="-120"/>
              </a:rPr>
              <a:t>Knowledge Check &amp; Discussion</a:t>
            </a:r>
          </a:p>
        </p:txBody>
      </p:sp>
      <p:sp>
        <p:nvSpPr>
          <p:cNvPr id="20" name="Icon1"/>
          <p:cNvSpPr/>
          <p:nvPr/>
        </p:nvSpPr>
        <p:spPr>
          <a:xfrm>
            <a:off x="5486400" y="1371600"/>
            <a:ext cx="731520" cy="731520"/>
          </a:xfrm>
          <a:prstGeom prst="ellipse">
            <a:avLst/>
          </a:prstGeom>
          <a:solidFill>
            <a:srgbClr val="0078D4"/>
          </a:solidFill>
          <a:ln w="0">
            <a:noFill/>
          </a:ln>
        </p:spPr>
        <p:txBody>
          <a:bodyPr wrap="square" lIns="0" tIns="0" rIns="0" bIns="0" rtlCol="0" anchor="ctr"/>
          <a:lstStyle/>
          <a:p>
            <a:pPr algn="ctr">
              <a:buNone/>
            </a:pPr>
            <a:r>
              <a:rPr lang="en-US" sz="2400" b="1">
                <a:solidFill>
                  <a:srgbClr val="FFFFFF"/>
                </a:solidFill>
                <a:latin typeface="Segoe UI" pitchFamily="34" charset="0"/>
              </a:rPr>
              <a:t>💭</a:t>
            </a:r>
          </a:p>
        </p:txBody>
      </p:sp>
      <p:sp>
        <p:nvSpPr>
          <p:cNvPr id="21" name="Heading1"/>
          <p:cNvSpPr/>
          <p:nvPr/>
        </p:nvSpPr>
        <p:spPr>
          <a:xfrm>
            <a:off x="2743200" y="2194560"/>
            <a:ext cx="6400800" cy="365760"/>
          </a:xfrm>
          <a:prstGeom prst="rect">
            <a:avLst/>
          </a:prstGeom>
          <a:noFill/>
          <a:ln/>
        </p:spPr>
        <p:txBody>
          <a:bodyPr wrap="square" lIns="0" tIns="0" rIns="0" bIns="0" rtlCol="0" anchor="t"/>
          <a:lstStyle/>
          <a:p>
            <a:pPr algn="ctr">
              <a:buNone/>
            </a:pPr>
            <a:r>
              <a:rPr lang="en-US" sz="1800" b="1">
                <a:solidFill>
                  <a:srgbClr val="243A5E"/>
                </a:solidFill>
                <a:latin typeface="Segoe UI Semibold" pitchFamily="34" charset="0"/>
                <a:ea typeface="Segoe UI Semibold" pitchFamily="34" charset="-122"/>
                <a:cs typeface="Segoe UI Semibold" pitchFamily="34" charset="-120"/>
              </a:rPr>
              <a:t>Reflection &amp; Application</a:t>
            </a:r>
          </a:p>
        </p:txBody>
      </p:sp>
      <p:sp>
        <p:nvSpPr>
          <p:cNvPr id="22" name="Body1"/>
          <p:cNvSpPr/>
          <p:nvPr/>
        </p:nvSpPr>
        <p:spPr>
          <a:xfrm>
            <a:off x="2743200" y="2560320"/>
            <a:ext cx="6400800" cy="365760"/>
          </a:xfrm>
          <a:prstGeom prst="rect">
            <a:avLst/>
          </a:prstGeom>
          <a:noFill/>
          <a:ln/>
        </p:spPr>
        <p:txBody>
          <a:bodyPr wrap="square" lIns="91440" tIns="45720" rIns="91440" bIns="45720" rtlCol="0" anchor="t"/>
          <a:lstStyle/>
          <a:p>
            <a:pPr algn="ctr">
              <a:lnSpc>
                <a:spcPct val="115000"/>
              </a:lnSpc>
              <a:buNone/>
            </a:pPr>
            <a:r>
              <a:rPr lang="en-US" sz="1100">
                <a:solidFill>
                  <a:srgbClr val="2F2F2F"/>
                </a:solidFill>
                <a:latin typeface="Segoe UI" pitchFamily="34" charset="0"/>
                <a:ea typeface="Segoe UI" pitchFamily="34" charset="-122"/>
                <a:cs typeface="Segoe UI" pitchFamily="34" charset="-120"/>
              </a:rPr>
              <a:t>Test your understanding and apply module concepts</a:t>
            </a:r>
          </a:p>
        </p:txBody>
      </p:sp>
      <p:sp>
        <p:nvSpPr>
          <p:cNvPr id="30" name="Icon2"/>
          <p:cNvSpPr/>
          <p:nvPr/>
        </p:nvSpPr>
        <p:spPr>
          <a:xfrm>
            <a:off x="548640" y="3017520"/>
            <a:ext cx="548640" cy="548640"/>
          </a:xfrm>
          <a:prstGeom prst="ellipse">
            <a:avLst/>
          </a:prstGeom>
          <a:solidFill>
            <a:srgbClr val="0078D4"/>
          </a:solidFill>
          <a:ln w="0">
            <a:noFill/>
          </a:ln>
        </p:spPr>
        <p:txBody>
          <a:bodyPr wrap="square" lIns="0" tIns="0" rIns="0" bIns="0" rtlCol="0" anchor="ctr"/>
          <a:lstStyle/>
          <a:p>
            <a:pPr algn="ctr">
              <a:buNone/>
            </a:pPr>
            <a:r>
              <a:rPr lang="en-US" sz="1800" b="1">
                <a:solidFill>
                  <a:srgbClr val="FFFFFF"/>
                </a:solidFill>
                <a:latin typeface="Segoe UI" pitchFamily="34" charset="0"/>
              </a:rPr>
              <a:t>?</a:t>
            </a:r>
          </a:p>
        </p:txBody>
      </p:sp>
      <p:sp>
        <p:nvSpPr>
          <p:cNvPr id="31" name="Heading2"/>
          <p:cNvSpPr/>
          <p:nvPr/>
        </p:nvSpPr>
        <p:spPr>
          <a:xfrm>
            <a:off x="1280160" y="3108960"/>
            <a:ext cx="6126480" cy="365760"/>
          </a:xfrm>
          <a:prstGeom prst="rect">
            <a:avLst/>
          </a:prstGeom>
          <a:noFill/>
          <a:ln/>
        </p:spPr>
        <p:txBody>
          <a:bodyPr wrap="square" lIns="0" tIns="0" rIns="0" bIns="0" rtlCol="0" anchor="ctr"/>
          <a:lstStyle/>
          <a:p>
            <a:pPr algn="l">
              <a:buNone/>
            </a:pPr>
            <a:r>
              <a:rPr lang="en-US" sz="1600" b="1">
                <a:solidFill>
                  <a:srgbClr val="243A5E"/>
                </a:solidFill>
                <a:latin typeface="Segoe UI Semibold" pitchFamily="34" charset="0"/>
                <a:ea typeface="Segoe UI Semibold" pitchFamily="34" charset="-122"/>
                <a:cs typeface="Segoe UI Semibold" pitchFamily="34" charset="-120"/>
              </a:rPr>
              <a:t>Discussion Questions</a:t>
            </a:r>
          </a:p>
        </p:txBody>
      </p:sp>
      <p:sp>
        <p:nvSpPr>
          <p:cNvPr id="32" name="Body2"/>
          <p:cNvSpPr/>
          <p:nvPr/>
        </p:nvSpPr>
        <p:spPr>
          <a:xfrm>
            <a:off x="548640" y="3566160"/>
            <a:ext cx="6858000" cy="2926080"/>
          </a:xfrm>
          <a:prstGeom prst="rect">
            <a:avLst/>
          </a:prstGeom>
          <a:noFill/>
          <a:ln/>
        </p:spPr>
        <p:txBody>
          <a:bodyPr wrap="square" lIns="91440" tIns="45720" rIns="91440" bIns="45720" rtlCol="0" anchor="t"/>
          <a:lstStyle/>
          <a:p>
            <a:pPr algn="l">
              <a:lnSpc>
                <a:spcPct val="115000"/>
              </a:lnSpc>
              <a:spcAft>
                <a:spcPts val="400"/>
              </a:spcAft>
              <a:buNone/>
            </a:pPr>
            <a:r>
              <a:rPr lang="en-US" sz="1000" b="1" dirty="0">
                <a:solidFill>
                  <a:srgbClr val="243A5E"/>
                </a:solidFill>
                <a:latin typeface="Segoe UI Semibold" pitchFamily="34" charset="0"/>
                <a:ea typeface="Segoe UI" pitchFamily="34" charset="-122"/>
              </a:rPr>
              <a:t>Question 1:</a:t>
            </a:r>
          </a:p>
          <a:p>
            <a:pPr algn="l">
              <a:lnSpc>
                <a:spcPct val="115000"/>
              </a:lnSpc>
              <a:spcAft>
                <a:spcPts val="600"/>
              </a:spcAft>
              <a:buNone/>
            </a:pPr>
            <a:r>
              <a:rPr lang="en-US" sz="1000" dirty="0">
                <a:solidFill>
                  <a:srgbClr val="2F2F2F"/>
                </a:solidFill>
                <a:latin typeface="Segoe UI" pitchFamily="34" charset="0"/>
                <a:ea typeface="Segoe UI" pitchFamily="34" charset="-122"/>
              </a:rPr>
              <a:t>Which responsible AI principles matter most when deploying a customer service chatbot, and what assessments would you run?</a:t>
            </a:r>
          </a:p>
          <a:p>
            <a:pPr algn="l">
              <a:lnSpc>
                <a:spcPct val="115000"/>
              </a:lnSpc>
              <a:spcAft>
                <a:spcPts val="400"/>
              </a:spcAft>
              <a:buNone/>
            </a:pPr>
            <a:r>
              <a:rPr lang="en-US" sz="1000" b="1" dirty="0">
                <a:solidFill>
                  <a:srgbClr val="243A5E"/>
                </a:solidFill>
                <a:latin typeface="Segoe UI Semibold" pitchFamily="34" charset="0"/>
                <a:ea typeface="Segoe UI" pitchFamily="34" charset="-122"/>
              </a:rPr>
              <a:t>Question 2:</a:t>
            </a:r>
          </a:p>
          <a:p>
            <a:pPr algn="l">
              <a:lnSpc>
                <a:spcPct val="115000"/>
              </a:lnSpc>
              <a:spcAft>
                <a:spcPts val="600"/>
              </a:spcAft>
              <a:buNone/>
            </a:pPr>
            <a:r>
              <a:rPr lang="en-US" sz="1000" dirty="0">
                <a:solidFill>
                  <a:srgbClr val="2F2F2F"/>
                </a:solidFill>
                <a:latin typeface="Segoe UI" pitchFamily="34" charset="0"/>
                <a:ea typeface="Segoe UI" pitchFamily="34" charset="-122"/>
              </a:rPr>
              <a:t>A model shows declining accuracy for one demographic. What governance steps should your organization follow?</a:t>
            </a:r>
          </a:p>
          <a:p>
            <a:pPr algn="l">
              <a:lnSpc>
                <a:spcPct val="115000"/>
              </a:lnSpc>
              <a:spcAft>
                <a:spcPts val="400"/>
              </a:spcAft>
              <a:buNone/>
            </a:pPr>
            <a:r>
              <a:rPr lang="en-US" sz="1000" b="1" dirty="0">
                <a:solidFill>
                  <a:srgbClr val="243A5E"/>
                </a:solidFill>
                <a:latin typeface="Segoe UI Semibold" pitchFamily="34" charset="0"/>
                <a:ea typeface="Segoe UI" pitchFamily="34" charset="-122"/>
              </a:rPr>
              <a:t>Question 3:</a:t>
            </a:r>
          </a:p>
          <a:p>
            <a:pPr algn="l">
              <a:lnSpc>
                <a:spcPct val="115000"/>
              </a:lnSpc>
              <a:buNone/>
            </a:pPr>
            <a:r>
              <a:rPr lang="en-US" sz="1000" dirty="0">
                <a:solidFill>
                  <a:srgbClr val="2F2F2F"/>
                </a:solidFill>
                <a:latin typeface="Segoe UI" pitchFamily="34" charset="0"/>
                <a:ea typeface="Segoe UI" pitchFamily="34" charset="-122"/>
              </a:rPr>
              <a:t>How would you explain to an executive why AI systems need evaluation beyond traditional software QA?</a:t>
            </a:r>
          </a:p>
        </p:txBody>
      </p:sp>
      <p:sp>
        <p:nvSpPr>
          <p:cNvPr id="40" name="Icon3"/>
          <p:cNvSpPr/>
          <p:nvPr/>
        </p:nvSpPr>
        <p:spPr>
          <a:xfrm>
            <a:off x="7680960" y="3017520"/>
            <a:ext cx="548640" cy="548640"/>
          </a:xfrm>
          <a:prstGeom prst="ellipse">
            <a:avLst/>
          </a:prstGeom>
          <a:solidFill>
            <a:srgbClr val="243A5E"/>
          </a:solidFill>
          <a:ln w="0">
            <a:noFill/>
          </a:ln>
        </p:spPr>
        <p:txBody>
          <a:bodyPr wrap="square" lIns="0" tIns="0" rIns="0" bIns="0" rtlCol="0" anchor="ctr"/>
          <a:lstStyle/>
          <a:p>
            <a:pPr algn="ctr">
              <a:buNone/>
            </a:pPr>
            <a:r>
              <a:rPr lang="en-US" sz="1800" b="1">
                <a:solidFill>
                  <a:srgbClr val="FFFFFF"/>
                </a:solidFill>
                <a:latin typeface="Segoe UI" pitchFamily="34" charset="0"/>
              </a:rPr>
              <a:t>✍</a:t>
            </a:r>
          </a:p>
        </p:txBody>
      </p:sp>
      <p:sp>
        <p:nvSpPr>
          <p:cNvPr id="41" name="Heading3"/>
          <p:cNvSpPr/>
          <p:nvPr/>
        </p:nvSpPr>
        <p:spPr>
          <a:xfrm>
            <a:off x="8412480" y="3108960"/>
            <a:ext cx="3108960" cy="365760"/>
          </a:xfrm>
          <a:prstGeom prst="rect">
            <a:avLst/>
          </a:prstGeom>
          <a:noFill/>
          <a:ln/>
        </p:spPr>
        <p:txBody>
          <a:bodyPr wrap="square" lIns="0" tIns="0" rIns="0" bIns="0" rtlCol="0" anchor="ctr"/>
          <a:lstStyle/>
          <a:p>
            <a:pPr algn="l">
              <a:buNone/>
            </a:pPr>
            <a:r>
              <a:rPr lang="en-US" sz="1600" b="1">
                <a:solidFill>
                  <a:srgbClr val="243A5E"/>
                </a:solidFill>
                <a:latin typeface="Segoe UI Semibold" pitchFamily="34" charset="0"/>
                <a:ea typeface="Segoe UI Semibold" pitchFamily="34" charset="-122"/>
                <a:cs typeface="Segoe UI Semibold" pitchFamily="34" charset="-120"/>
              </a:rPr>
              <a:t>Hands-On Activity</a:t>
            </a:r>
          </a:p>
        </p:txBody>
      </p:sp>
      <p:sp>
        <p:nvSpPr>
          <p:cNvPr id="42" name="Body3"/>
          <p:cNvSpPr/>
          <p:nvPr/>
        </p:nvSpPr>
        <p:spPr>
          <a:xfrm>
            <a:off x="7680960" y="3566160"/>
            <a:ext cx="3840000" cy="2926080"/>
          </a:xfrm>
          <a:prstGeom prst="rect">
            <a:avLst/>
          </a:prstGeom>
          <a:noFill/>
          <a:ln/>
        </p:spPr>
        <p:txBody>
          <a:bodyPr wrap="square" lIns="91440" tIns="45720" rIns="91440" bIns="45720" rtlCol="0" anchor="t"/>
          <a:lstStyle/>
          <a:p>
            <a:pPr algn="l">
              <a:lnSpc>
                <a:spcPct val="115000"/>
              </a:lnSpc>
              <a:spcAft>
                <a:spcPts val="600"/>
              </a:spcAft>
              <a:buNone/>
            </a:pPr>
            <a:r>
              <a:rPr lang="en-US" sz="1000" dirty="0">
                <a:solidFill>
                  <a:srgbClr val="2F2F2F"/>
                </a:solidFill>
                <a:latin typeface="Segoe UI" pitchFamily="34" charset="0"/>
                <a:ea typeface="Segoe UI" pitchFamily="34" charset="-122"/>
                <a:cs typeface="Segoe UI" pitchFamily="34" charset="-120"/>
              </a:rPr>
              <a:t>Pick an AI use case in your organization. Using the Risk and Impact Assessment framework, identify potential harms, classify the risk level, and propose three mitigation strategies with owners and timelines.</a:t>
            </a:r>
          </a:p>
        </p:txBody>
      </p:sp>
      <p:sp>
        <p:nvSpPr>
          <p:cNvPr id="11" name="Shape 8">
            <a:extLst>
              <a:ext uri="{C183D7F6-B498-43B3-948B-1728B52AA6E4}">
                <adec:decorative xmlns:adec="http://schemas.microsoft.com/office/drawing/2017/decorative" val="1"/>
              </a:ext>
            </a:extLst>
          </p:cNvPr>
          <p:cNvSpPr/>
          <p:nvPr/>
        </p:nvSpPr>
        <p:spPr>
          <a:xfrm>
            <a:off x="0" y="6583680"/>
            <a:ext cx="12191695" cy="18288"/>
          </a:xfrm>
          <a:prstGeom prst="rect">
            <a:avLst/>
          </a:prstGeom>
          <a:solidFill>
            <a:srgbClr val="0078D4"/>
          </a:solidFill>
          <a:ln w="12700">
            <a:solidFill>
              <a:srgbClr val="0078D4"/>
            </a:solidFill>
            <a:prstDash val="solid"/>
          </a:ln>
        </p:spPr>
        <p:txBody>
          <a:bodyPr/>
          <a:lstStyle/>
          <a:p>
            <a:endParaRPr lang="en-US"/>
          </a:p>
        </p:txBody>
      </p:sp>
      <p:sp>
        <p:nvSpPr>
          <p:cNvPr id="12" name="Text 9"/>
          <p:cNvSpPr/>
          <p:nvPr/>
        </p:nvSpPr>
        <p:spPr>
          <a:xfrm>
            <a:off x="457200" y="6601968"/>
            <a:ext cx="7315200" cy="228600"/>
          </a:xfrm>
          <a:prstGeom prst="rect">
            <a:avLst/>
          </a:prstGeom>
          <a:noFill/>
          <a:ln/>
        </p:spPr>
        <p:txBody>
          <a:bodyPr wrap="square" lIns="0" tIns="0" rIns="0" bIns="0" rtlCol="0" anchor="ctr"/>
          <a:lstStyle/>
          <a:p>
            <a:pPr algn="l">
              <a:buNone/>
            </a:pPr>
            <a:r>
              <a:rPr lang="en-US" sz="900">
                <a:solidFill>
                  <a:srgbClr val="505050"/>
                </a:solidFill>
                <a:latin typeface="Segoe UI" pitchFamily="34" charset="0"/>
                <a:ea typeface="Segoe UI" pitchFamily="34" charset="-122"/>
                <a:cs typeface="Segoe UI" pitchFamily="34" charset="-120"/>
              </a:rPr>
              <a:t>Microsoft Confidential</a:t>
            </a:r>
          </a:p>
        </p:txBody>
      </p:sp>
      <p:sp>
        <p:nvSpPr>
          <p:cNvPr id="13" name="Text 10"/>
          <p:cNvSpPr/>
          <p:nvPr/>
        </p:nvSpPr>
        <p:spPr>
          <a:xfrm>
            <a:off x="11277295" y="6601968"/>
            <a:ext cx="457200" cy="228600"/>
          </a:xfrm>
          <a:prstGeom prst="rect">
            <a:avLst/>
          </a:prstGeom>
          <a:noFill/>
          <a:ln/>
        </p:spPr>
        <p:txBody>
          <a:bodyPr wrap="square" lIns="0" tIns="0" rIns="0" bIns="0" rtlCol="0" anchor="ctr"/>
          <a:lstStyle/>
          <a:p>
            <a:pPr algn="r">
              <a:buNone/>
            </a:pPr>
            <a:r>
              <a:rPr lang="en-US" sz="900">
                <a:solidFill>
                  <a:srgbClr val="505050"/>
                </a:solidFill>
                <a:latin typeface="Segoe UI" pitchFamily="34" charset="0"/>
                <a:ea typeface="Segoe UI" pitchFamily="34" charset="-122"/>
                <a:cs typeface="Segoe UI" pitchFamily="34" charset="-120"/>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32</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dadf7f33-1b3b-444f-82e3-91528bb138ab"/>
  <p:tag name="MIO_GUID" val="77499e9a-31aa-40e0-aa71-ba32caef6098"/>
  <p:tag name="MIO_LASTDOWNLOADED" val="30.03.2020 15:44:51"/>
  <p:tag name="MIO_LASTEDITORNAME" val="Devid Treuling"/>
  <p:tag name="MIO_OBJECTNAME" val="Title"/>
  <p:tag name="MIO_UPDATE" val="True"/>
  <p:tag name="MIO_VERSION" val="30.03.2020 15:44:05"/>
</p:tagLst>
</file>

<file path=ppt/tags/tag3.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16198fbd-a8ef-4b10-90b5-600ff933c912"/>
  <p:tag name="MIO_GUID" val="55a10cb0-526b-427f-b329-564b9d813585"/>
  <p:tag name="MIO_LASTDOWNLOADED" val="30.03.2020 15:44:51"/>
  <p:tag name="MIO_LASTEDITORNAME" val="Devid Treuling"/>
  <p:tag name="MIO_OBJECTNAME" val="Disclaimer"/>
  <p:tag name="MIO_UPDATE" val="True"/>
  <p:tag name="MIO_VERSION" val="30.03.2020 15:44:05"/>
</p:tagLst>
</file>

<file path=ppt/tags/tag4.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66b2b442-327e-43dd-bd4d-df915862f5d3"/>
  <p:tag name="MIO_GUID" val="3f15d768-aaeb-472a-a613-08046adda187"/>
  <p:tag name="MIO_LASTDOWNLOADED" val="30.03.2020 15:44:51"/>
  <p:tag name="MIO_LASTEDITORNAME" val="Devid Treuling"/>
  <p:tag name="MIO_OBJECTNAME" val="Learning Units covered in this Module"/>
  <p:tag name="MIO_UPDATE" val="True"/>
  <p:tag name="MIO_VERSION" val="30.03.2020 15:44:05"/>
</p:tagLst>
</file>

<file path=ppt/tags/tag5.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54ade1c1-5b04-4aab-863d-fd2e000d0565"/>
  <p:tag name="MIO_GUID" val="9d9e1da7-2723-4f69-b69f-21b1693715c5"/>
  <p:tag name="MIO_LASTDOWNLOADED" val="30.03.2020 15:44:51"/>
  <p:tag name="MIO_LASTEDITORNAME" val="Devid Treuling"/>
  <p:tag name="MIO_OBJECTNAME" val="Learning 1"/>
  <p:tag name="MIO_UPDATE" val="True"/>
  <p:tag name="MIO_VERSION" val="30.03.2020 15:44:05"/>
</p:tagLst>
</file>

<file path=ppt/tags/tag6.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54ade1c1-5b04-4aab-863d-fd2e000d0565"/>
  <p:tag name="MIO_GUID" val="9d9e1da7-2723-4f69-b69f-21b1693715c5"/>
  <p:tag name="MIO_LASTDOWNLOADED" val="30.03.2020 15:44:51"/>
  <p:tag name="MIO_LASTEDITORNAME" val="Devid Treuling"/>
  <p:tag name="MIO_OBJECTNAME" val="Learning 1"/>
  <p:tag name="MIO_UPDATE" val="True"/>
  <p:tag name="MIO_VERSION" val="30.03.2020 15:44:05"/>
</p:tagLst>
</file>

<file path=ppt/tags/tag7.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54ade1c1-5b04-4aab-863d-fd2e000d0565"/>
  <p:tag name="MIO_GUID" val="9d9e1da7-2723-4f69-b69f-21b1693715c5"/>
  <p:tag name="MIO_LASTDOWNLOADED" val="30.03.2020 15:44:51"/>
  <p:tag name="MIO_LASTEDITORNAME" val="Devid Treuling"/>
  <p:tag name="MIO_OBJECTNAME" val="Learning 1"/>
  <p:tag name="MIO_UPDATE" val="True"/>
  <p:tag name="MIO_VERSION" val="30.03.2020 15:44:05"/>
</p:tagLst>
</file>

<file path=ppt/tags/tag8.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54ade1c1-5b04-4aab-863d-fd2e000d0565"/>
  <p:tag name="MIO_GUID" val="9d9e1da7-2723-4f69-b69f-21b1693715c5"/>
  <p:tag name="MIO_LASTDOWNLOADED" val="30.03.2020 15:44:51"/>
  <p:tag name="MIO_LASTEDITORNAME" val="Devid Treuling"/>
  <p:tag name="MIO_OBJECTNAME" val="Learning 1"/>
  <p:tag name="MIO_UPDATE" val="True"/>
  <p:tag name="MIO_VERSION" val="30.03.2020 15:44:05"/>
</p:tagLst>
</file>

<file path=ppt/tags/tag9.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54ade1c1-5b04-4aab-863d-fd2e000d0565"/>
  <p:tag name="MIO_GUID" val="9d9e1da7-2723-4f69-b69f-21b1693715c5"/>
  <p:tag name="MIO_LASTDOWNLOADED" val="30.03.2020 15:44:51"/>
  <p:tag name="MIO_LASTEDITORNAME" val="Devid Treuling"/>
  <p:tag name="MIO_OBJECTNAME" val="Learning 1"/>
  <p:tag name="MIO_UPDATE" val="True"/>
  <p:tag name="MIO_VERSION" val="30.03.2020 15:44:05"/>
</p:tagLst>
</file>

<file path=ppt/tags/tag10.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b0bc2a4e-b359-41fd-8d02-f26205a8e61a"/>
  <p:tag name="MIO_GUID" val="7e7f40d8-8d37-45ee-9724-a8bf02ad8fcf"/>
  <p:tag name="MIO_LASTDOWNLOADED" val="30.03.2020 15:44:52"/>
  <p:tag name="MIO_LASTEDITORNAME" val="Devid Treuling"/>
  <p:tag name="MIO_OBJECTNAME" val="Questions?"/>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item1.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1.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13A5538B-5199-4900-941A-B01E377F2065}">
  <ds:schemaRefs>
    <ds:schemaRef ds:uri="Strauss.PersonalizationDefinition"/>
  </ds:schemaRefs>
</ds:datastoreItem>
</file>

<file path=customXml/itemProps2.xml><?xml version="1.0" encoding="utf-8"?>
<ds:datastoreItem xmlns:ds="http://schemas.openxmlformats.org/officeDocument/2006/customXml" ds:itemID="{4CE0E99F-7DAF-4019-B141-3F2B570D283F}">
  <ds:schemaRefs>
    <ds:schemaRef ds:uri="Strauss.PersonalizationDefinition"/>
  </ds:schemaRefs>
</ds:datastoreItem>
</file>

<file path=customXml/itemProps3.xml><?xml version="1.0" encoding="utf-8"?>
<ds:datastoreItem xmlns:ds="http://schemas.openxmlformats.org/officeDocument/2006/customXml" ds:itemID="{628127A0-F2C3-45C3-BB9F-5B29A6B848BE}">
  <ds:schemaRefs>
    <ds:schemaRef ds:uri="Strauss.PersonalizationDefinition"/>
  </ds:schemaRefs>
</ds:datastoreItem>
</file>

<file path=customXml/itemProps4.xml><?xml version="1.0" encoding="utf-8"?>
<ds:datastoreItem xmlns:ds="http://schemas.openxmlformats.org/officeDocument/2006/customXml" ds:itemID="{103AB8E4-C30A-4895-9606-8D77F2E70F19}">
  <ds:schemaRefs>
    <ds:schemaRef ds:uri="Strauss.PersonalizationDefinition"/>
  </ds:schemaRefs>
</ds:datastoreItem>
</file>

<file path=customXml/itemProps5.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6.xml><?xml version="1.0" encoding="utf-8"?>
<ds:datastoreItem xmlns:ds="http://schemas.openxmlformats.org/officeDocument/2006/customXml" ds:itemID="{B228D3F7-8445-4CE7-92DC-AC7FE2D5A2AF}">
  <ds:schemaRefs>
    <ds:schemaRef ds:uri="Strauss.PersonalizationDefinition"/>
  </ds:schemaRefs>
</ds:datastoreItem>
</file>

<file path=customXml/itemProps7.xml><?xml version="1.0" encoding="utf-8"?>
<ds:datastoreItem xmlns:ds="http://schemas.openxmlformats.org/officeDocument/2006/customXml" ds:itemID="{541D4602-AC17-4CBD-B95E-D5B3D757BC54}">
  <ds:schemaRefs>
    <ds:schemaRef ds:uri="Strauss.PersonalizationDefinition"/>
  </ds:schemaRefs>
</ds:datastoreItem>
</file>

<file path=customXml/itemProps8.xml><?xml version="1.0" encoding="utf-8"?>
<ds:datastoreItem xmlns:ds="http://schemas.openxmlformats.org/officeDocument/2006/customXml" ds:itemID="{08068EAD-DA6C-4DC8-843E-9CB0982D15F3}">
  <ds:schemaRefs>
    <ds:schemaRef ds:uri="Strauss.PersonalizationDefinition"/>
  </ds:schemaRefs>
</ds:datastoreItem>
</file>

<file path=customXml/itemProps9.xml><?xml version="1.0" encoding="utf-8"?>
<ds:datastoreItem xmlns:ds="http://schemas.openxmlformats.org/officeDocument/2006/customXml" ds:itemID="{5C919DC8-E31E-42F0-9621-B916C2E029BA}">
  <ds:schemaRefs>
    <ds:schemaRef ds:uri="Strauss.PersonalizationDefinition"/>
  </ds:schemaRefs>
</ds:datastoreItem>
</file>

<file path=customXml/itemProps10.xml><?xml version="1.0" encoding="utf-8"?>
<ds:datastoreItem xmlns:ds="http://schemas.openxmlformats.org/officeDocument/2006/customXml" ds:itemID="{7BE5F28F-50CA-40F1-A02E-E794FE33362D}">
  <ds:schemaRefs>
    <ds:schemaRef ds:uri="Strauss.PersonalizationDefinition"/>
  </ds:schemaRefs>
</ds:datastoreItem>
</file>

<file path=customXml/itemProps11.xml><?xml version="1.0" encoding="utf-8"?>
<ds:datastoreItem xmlns:ds="http://schemas.openxmlformats.org/officeDocument/2006/customXml" ds:itemID="{2BCFCE7B-4A43-491B-887D-365E2A1C50B2}">
  <ds:schemaRefs>
    <ds:schemaRef ds:uri="Strauss.PersonalizationDefinition"/>
  </ds:schemaRefs>
</ds:datastoreItem>
</file>

<file path=customXml/itemProps12.xml><?xml version="1.0" encoding="utf-8"?>
<ds:datastoreItem xmlns:ds="http://schemas.openxmlformats.org/officeDocument/2006/customXml" ds:itemID="{F56EB5D8-3CD5-48EE-9536-13CF2B9AC25D}">
  <ds:schemaRefs>
    <ds:schemaRef ds:uri="Strauss.PersonalizationDefinition"/>
  </ds:schemaRefs>
</ds:datastoreItem>
</file>

<file path=customXml/itemProps13.xml><?xml version="1.0" encoding="utf-8"?>
<ds:datastoreItem xmlns:ds="http://schemas.openxmlformats.org/officeDocument/2006/customXml" ds:itemID="{32920470-F086-4197-B6FE-12027DE25DCC}">
  <ds:schemaRefs>
    <ds:schemaRef ds:uri="Strauss.PersonalizationDefinition"/>
  </ds:schemaRefs>
</ds:datastoreItem>
</file>

<file path=customXml/itemProps14.xml><?xml version="1.0" encoding="utf-8"?>
<ds:datastoreItem xmlns:ds="http://schemas.openxmlformats.org/officeDocument/2006/customXml" ds:itemID="{4C485A9E-99A8-4277-BE90-E837A967DB2E}">
  <ds:schemaRefs>
    <ds:schemaRef ds:uri="Strauss.PersonalizationDefinition"/>
  </ds:schemaRefs>
</ds:datastoreItem>
</file>

<file path=customXml/itemProps15.xml><?xml version="1.0" encoding="utf-8"?>
<ds:datastoreItem xmlns:ds="http://schemas.openxmlformats.org/officeDocument/2006/customXml" ds:itemID="{D7FDC28F-4CBD-40ED-9D33-0A1360D5DEC4}">
  <ds:schemaRefs>
    <ds:schemaRef ds:uri="Strauss.PersonalizationDefinition"/>
  </ds:schemaRefs>
</ds:datastoreItem>
</file>

<file path=customXml/itemProps16.xml><?xml version="1.0" encoding="utf-8"?>
<ds:datastoreItem xmlns:ds="http://schemas.openxmlformats.org/officeDocument/2006/customXml" ds:itemID="{ECCE7DC3-F525-4E76-8812-56FCA2D21E50}">
  <ds:schemaRefs>
    <ds:schemaRef ds:uri="Strauss.PersonalizationDefinition"/>
  </ds:schemaRefs>
</ds:datastoreItem>
</file>

<file path=customXml/itemProps17.xml><?xml version="1.0" encoding="utf-8"?>
<ds:datastoreItem xmlns:ds="http://schemas.openxmlformats.org/officeDocument/2006/customXml" ds:itemID="{E7EBEF02-C69B-46E0-B38A-E51611CE5254}">
  <ds:schemaRefs>
    <ds:schemaRef ds:uri="Strauss.PersonalizationDefinition"/>
  </ds:schemaRefs>
</ds:datastoreItem>
</file>

<file path=customXml/itemProps18.xml><?xml version="1.0" encoding="utf-8"?>
<ds:datastoreItem xmlns:ds="http://schemas.openxmlformats.org/officeDocument/2006/customXml" ds:itemID="{FBC13881-F2DC-4AA3-88C8-97C40CA1EBC7}">
  <ds:schemaRefs>
    <ds:schemaRef ds:uri="Strauss.PersonalizationDefinition"/>
  </ds:schemaRefs>
</ds:datastoreItem>
</file>

<file path=customXml/itemProps19.xml><?xml version="1.0" encoding="utf-8"?>
<ds:datastoreItem xmlns:ds="http://schemas.openxmlformats.org/officeDocument/2006/customXml" ds:itemID="{6F485757-9F3C-4A1E-9E86-E1C1551910BA}">
  <ds:schemaRefs>
    <ds:schemaRef ds:uri="Strauss.PersonalizationDefinition"/>
  </ds:schemaRefs>
</ds:datastoreItem>
</file>

<file path=customXml/itemProps20.xml><?xml version="1.0" encoding="utf-8"?>
<ds:datastoreItem xmlns:ds="http://schemas.openxmlformats.org/officeDocument/2006/customXml" ds:itemID="{BC268A45-186B-46A3-937F-0E016CEA70C1}">
  <ds:schemaRefs>
    <ds:schemaRef ds:uri="Strauss.PersonalizationDefinition"/>
  </ds:schemaRefs>
</ds:datastoreItem>
</file>

<file path=customXml/itemProps21.xml><?xml version="1.0" encoding="utf-8"?>
<ds:datastoreItem xmlns:ds="http://schemas.openxmlformats.org/officeDocument/2006/customXml" ds:itemID="{6552B3D2-5F72-49FB-8B35-AFE12BF36804}">
  <ds:schemaRefs>
    <ds:schemaRef ds:uri="Strauss.PersonalizationDefinition"/>
  </ds:schemaRefs>
</ds:datastoreItem>
</file>

<file path=customXml/itemProps22.xml><?xml version="1.0" encoding="utf-8"?>
<ds:datastoreItem xmlns:ds="http://schemas.openxmlformats.org/officeDocument/2006/customXml" ds:itemID="{82C716E8-B770-4139-99B0-F35B9C64B90F}">
  <ds:schemaRefs>
    <ds:schemaRef ds:uri="Strauss.PersonalizationDefinition"/>
  </ds:schemaRefs>
</ds:datastoreItem>
</file>

<file path=customXml/itemProps23.xml><?xml version="1.0" encoding="utf-8"?>
<ds:datastoreItem xmlns:ds="http://schemas.openxmlformats.org/officeDocument/2006/customXml" ds:itemID="{68BE9F8F-073F-46B7-B2D0-86DC8E2E9DCE}">
  <ds:schemaRefs>
    <ds:schemaRef ds:uri="Strauss.PersonalizationDefinition"/>
  </ds:schemaRefs>
</ds:datastoreItem>
</file>

<file path=customXml/itemProps24.xml><?xml version="1.0" encoding="utf-8"?>
<ds:datastoreItem xmlns:ds="http://schemas.openxmlformats.org/officeDocument/2006/customXml" ds:itemID="{A09B3D8F-A36C-4B6D-871D-C53F61DFD219}">
  <ds:schemaRefs>
    <ds:schemaRef ds:uri="Strauss.PersonalizationDefinition"/>
  </ds:schemaRefs>
</ds:datastoreItem>
</file>

<file path=customXml/itemProps25.xml><?xml version="1.0" encoding="utf-8"?>
<ds:datastoreItem xmlns:ds="http://schemas.openxmlformats.org/officeDocument/2006/customXml" ds:itemID="{31F44454-17DC-4C65-A755-E22327128F0D}">
  <ds:schemaRefs>
    <ds:schemaRef ds:uri="Strauss.PersonalizationDefinition"/>
  </ds:schemaRefs>
</ds:datastoreItem>
</file>

<file path=customXml/itemProps26.xml><?xml version="1.0" encoding="utf-8"?>
<ds:datastoreItem xmlns:ds="http://schemas.openxmlformats.org/officeDocument/2006/customXml" ds:itemID="{DE0DC7DC-A960-4E6E-BF1B-D3D906B081A2}">
  <ds:schemaRefs>
    <ds:schemaRef ds:uri="Strauss.PersonalizationDefinition"/>
  </ds:schemaRefs>
</ds:datastoreItem>
</file>

<file path=customXml/itemProps27.xml><?xml version="1.0" encoding="utf-8"?>
<ds:datastoreItem xmlns:ds="http://schemas.openxmlformats.org/officeDocument/2006/customXml" ds:itemID="{4EA01338-72BB-48B6-B6A4-05B31FE21105}">
  <ds:schemaRefs>
    <ds:schemaRef ds:uri="Strauss.PersonalizationDefinition"/>
  </ds:schemaRefs>
</ds:datastoreItem>
</file>

<file path=customXml/itemProps28.xml><?xml version="1.0" encoding="utf-8"?>
<ds:datastoreItem xmlns:ds="http://schemas.openxmlformats.org/officeDocument/2006/customXml" ds:itemID="{4A3F169F-E27D-4A25-888C-4C5D83BAC082}">
  <ds:schemaRefs>
    <ds:schemaRef ds:uri="Strauss.PersonalizationDefinition"/>
  </ds:schemaRefs>
</ds:datastoreItem>
</file>

<file path=customXml/itemProps29.xml><?xml version="1.0" encoding="utf-8"?>
<ds:datastoreItem xmlns:ds="http://schemas.openxmlformats.org/officeDocument/2006/customXml" ds:itemID="{DF333A1B-0A9C-4DA8-ADAB-4378B69FDC48}">
  <ds:schemaRefs>
    <ds:schemaRef ds:uri="Strauss.PersonalizationDefinition"/>
  </ds:schemaRefs>
</ds:datastoreItem>
</file>

<file path=customXml/itemProps30.xml><?xml version="1.0" encoding="utf-8"?>
<ds:datastoreItem xmlns:ds="http://schemas.openxmlformats.org/officeDocument/2006/customXml" ds:itemID="{C1060A51-5976-4775-97EE-ABE1B1E4972A}">
  <ds:schemaRefs>
    <ds:schemaRef ds:uri="Strauss.PersonalizationDefinition"/>
  </ds:schemaRefs>
</ds:datastoreItem>
</file>

<file path=customXml/itemProps31.xml><?xml version="1.0" encoding="utf-8"?>
<ds:datastoreItem xmlns:ds="http://schemas.openxmlformats.org/officeDocument/2006/customXml" ds:itemID="{734F6CED-B619-41E0-BEDE-58B64D5F5EB2}">
  <ds:schemaRefs>
    <ds:schemaRef ds:uri="Strauss.PersonalizationDefinition"/>
  </ds:schemaRefs>
</ds:datastoreItem>
</file>

<file path=customXml/itemProps32.xml><?xml version="1.0" encoding="utf-8"?>
<ds:datastoreItem xmlns:ds="http://schemas.openxmlformats.org/officeDocument/2006/customXml" ds:itemID="{D55AC15F-0A03-4D96-AA43-65FC3DCE2717}">
  <ds:schemaRefs>
    <ds:schemaRef ds:uri="Strauss.PersonalizationDefinition"/>
  </ds:schemaRefs>
</ds:datastoreItem>
</file>

<file path=customXml/itemProps33.xml><?xml version="1.0" encoding="utf-8"?>
<ds:datastoreItem xmlns:ds="http://schemas.openxmlformats.org/officeDocument/2006/customXml" ds:itemID="{406127A5-B8F7-4F8A-95A9-8E20F72EA129}">
  <ds:schemaRefs>
    <ds:schemaRef ds:uri="Strauss.PersonalizationDefinition"/>
  </ds:schemaRefs>
</ds:datastoreItem>
</file>

<file path=customXml/itemProps34.xml><?xml version="1.0" encoding="utf-8"?>
<ds:datastoreItem xmlns:ds="http://schemas.openxmlformats.org/officeDocument/2006/customXml" ds:itemID="{11767EAE-0FC6-472D-9D35-EB3533243F22}">
  <ds:schemaRefs>
    <ds:schemaRef ds:uri="Strauss.PersonalizationDefinition"/>
  </ds:schemaRefs>
</ds:datastoreItem>
</file>

<file path=customXml/itemProps35.xml><?xml version="1.0" encoding="utf-8"?>
<ds:datastoreItem xmlns:ds="http://schemas.openxmlformats.org/officeDocument/2006/customXml" ds:itemID="{712108F3-86F2-4B95-AF2D-FE4E45965FCC}">
  <ds:schemaRefs>
    <ds:schemaRef ds:uri="Strauss.PersonalizationDefinition"/>
  </ds:schemaRefs>
</ds:datastoreItem>
</file>

<file path=customXml/itemProps36.xml><?xml version="1.0" encoding="utf-8"?>
<ds:datastoreItem xmlns:ds="http://schemas.openxmlformats.org/officeDocument/2006/customXml" ds:itemID="{90B894A5-AE5E-42EA-BD89-B5BEEEDFEEC7}">
  <ds:schemaRefs>
    <ds:schemaRef ds:uri="Strauss.PersonalizationDefinition"/>
  </ds:schemaRefs>
</ds:datastoreItem>
</file>

<file path=customXml/itemProps37.xml><?xml version="1.0" encoding="utf-8"?>
<ds:datastoreItem xmlns:ds="http://schemas.openxmlformats.org/officeDocument/2006/customXml" ds:itemID="{EDFBA6C8-3A38-44F0-B645-B6B0034983DA}">
  <ds:schemaRefs>
    <ds:schemaRef ds:uri="Strauss.PersonalizationDefinition"/>
  </ds:schemaRefs>
</ds:datastoreItem>
</file>

<file path=customXml/itemProps38.xml><?xml version="1.0" encoding="utf-8"?>
<ds:datastoreItem xmlns:ds="http://schemas.openxmlformats.org/officeDocument/2006/customXml" ds:itemID="{B09E3EAE-66CA-4A91-A5FE-A34A70B099ED}">
  <ds:schemaRefs>
    <ds:schemaRef ds:uri="Strauss.PersonalizationDefinition"/>
  </ds:schemaRefs>
</ds:datastoreItem>
</file>

<file path=customXml/itemProps39.xml><?xml version="1.0" encoding="utf-8"?>
<ds:datastoreItem xmlns:ds="http://schemas.openxmlformats.org/officeDocument/2006/customXml" ds:itemID="{4F15C6BB-512B-4863-AA70-4FB2155550C4}">
  <ds:schemaRefs>
    <ds:schemaRef ds:uri="Strauss.PersonalizationDefinition"/>
  </ds:schemaRefs>
</ds:datastoreItem>
</file>

<file path=customXml/itemProps40.xml><?xml version="1.0" encoding="utf-8"?>
<ds:datastoreItem xmlns:ds="http://schemas.openxmlformats.org/officeDocument/2006/customXml" ds:itemID="{FC25CD5D-A9DA-407F-9106-47BDA14BCED9}">
  <ds:schemaRefs>
    <ds:schemaRef ds:uri="Strauss.PersonalizationDefinition"/>
  </ds:schemaRefs>
</ds:datastoreItem>
</file>

<file path=customXml/itemProps41.xml><?xml version="1.0" encoding="utf-8"?>
<ds:datastoreItem xmlns:ds="http://schemas.openxmlformats.org/officeDocument/2006/customXml" ds:itemID="{6D15E7A1-E10D-4A95-B032-E21FCDB882BA}"/>
</file>

<file path=customXml/itemProps42.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3.xml><?xml version="1.0" encoding="utf-8"?>
<ds:datastoreItem xmlns:ds="http://schemas.openxmlformats.org/officeDocument/2006/customXml" ds:itemID="{D76C1D54-C31A-41C7-8796-37E3A885C9B9}">
  <ds:schemaRefs>
    <ds:schemaRef ds:uri="Strauss.PersonalizationDefinition"/>
  </ds:schemaRefs>
</ds:datastoreItem>
</file>

<file path=customXml/itemProps44.xml><?xml version="1.0" encoding="utf-8"?>
<ds:datastoreItem xmlns:ds="http://schemas.openxmlformats.org/officeDocument/2006/customXml" ds:itemID="{EF4AA5EB-A638-4D3A-B852-E71E18ED4953}">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156</TotalTime>
  <Words>9192</Words>
  <Application>Microsoft Office PowerPoint</Application>
  <PresentationFormat>Widescreen</PresentationFormat>
  <Paragraphs>802</Paragraphs>
  <Slides>32</Slides>
  <Notes>32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Arial</vt:lpstr>
      <vt:lpstr>Calibri</vt:lpstr>
      <vt:lpstr>Segoe UI</vt:lpstr>
      <vt:lpstr>Segoe UI Semibold</vt:lpstr>
      <vt:lpstr>Wingdings</vt:lpstr>
      <vt:lpstr>White Template</vt:lpstr>
      <vt:lpstr>Office Theme</vt:lpstr>
      <vt:lpstr>Module 3 – Core Governance Pillars</vt:lpstr>
      <vt:lpstr>Conditions and terms of use</vt:lpstr>
      <vt:lpstr>Learning Units covered  in this Module   </vt:lpstr>
      <vt:lpstr>What Is Responsible AI?​</vt:lpstr>
      <vt:lpstr>What is Responsible AI?</vt:lpstr>
      <vt:lpstr>Why Responsible AI Matters</vt:lpstr>
      <vt:lpstr>Core Principles of Responsible AI​</vt:lpstr>
      <vt:lpstr>Six Responsible AI Principles </vt:lpstr>
      <vt:lpstr>Risk Assessment Methodology​</vt:lpstr>
      <vt:lpstr>Why AI Risk Assessment Is Needed</vt:lpstr>
      <vt:lpstr>Microsoft Responsible AI Standard</vt:lpstr>
      <vt:lpstr>Risk and Impact Assessments</vt:lpstr>
      <vt:lpstr>Model and Agent Evaluations</vt:lpstr>
      <vt:lpstr>Why Traditional Evaluation Falls Short</vt:lpstr>
      <vt:lpstr>Core Evaluation Dimensions</vt:lpstr>
      <vt:lpstr>Accuracy, Robustness, and Fairness Testing </vt:lpstr>
      <vt:lpstr>Stress-Testing Before Production Deployment</vt:lpstr>
      <vt:lpstr>Agent Evaluations: Why Agentic AI Differs</vt:lpstr>
      <vt:lpstr>Continuous Evaluation and Monitoring</vt:lpstr>
      <vt:lpstr>Safety, Reliability, and Cost Considerations</vt:lpstr>
      <vt:lpstr>Iterative Improvement Over Time </vt:lpstr>
      <vt:lpstr>Transparency &amp; Explainability​</vt:lpstr>
      <vt:lpstr>Transparency vs. Explainability​</vt:lpstr>
      <vt:lpstr>Explainability Techniques</vt:lpstr>
      <vt:lpstr>PowerPoint Presentation</vt:lpstr>
      <vt:lpstr>PowerPoint Presentation</vt:lpstr>
      <vt:lpstr>Regulatory &amp; Compliance Landscape</vt:lpstr>
      <vt:lpstr>Privacy &amp; Security in AI Systems</vt:lpstr>
      <vt:lpstr>Inclusiveness &amp; Accessibility​</vt:lpstr>
      <vt:lpstr>Module Summary &amp; Key Takeaways </vt:lpstr>
      <vt:lpstr>Knowledge Check &amp; Discussion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3</cp:revision>
  <dcterms:created xsi:type="dcterms:W3CDTF">2019-02-08T20:09:46Z</dcterms:created>
  <dcterms:modified xsi:type="dcterms:W3CDTF">2026-06-19T01:38:00Z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