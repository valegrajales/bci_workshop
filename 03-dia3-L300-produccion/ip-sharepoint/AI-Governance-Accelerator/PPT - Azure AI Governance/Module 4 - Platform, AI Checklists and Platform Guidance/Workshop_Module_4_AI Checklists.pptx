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4.xml" ContentType="application/vnd.openxmlformats-officedocument.presentationml.tags+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0"/>
  </p:sldMasterIdLst>
  <p:notesMasterIdLst>
    <p:notesMasterId r:id="rId80"/>
  </p:notesMasterIdLst>
  <p:sldIdLst>
    <p:sldId id="256" r:id="rId41"/>
    <p:sldId id="257" r:id="rId42"/>
    <p:sldId id="2147469966" r:id="rId43"/>
    <p:sldId id="2147469938" r:id="rId44"/>
    <p:sldId id="2147469922" r:id="rId45"/>
    <p:sldId id="2147469923" r:id="rId46"/>
    <p:sldId id="2147469924" r:id="rId47"/>
    <p:sldId id="2147469926" r:id="rId48"/>
    <p:sldId id="2147469927" r:id="rId49"/>
    <p:sldId id="2147469928" r:id="rId50"/>
    <p:sldId id="2147469929" r:id="rId51"/>
    <p:sldId id="2147469930" r:id="rId52"/>
    <p:sldId id="2147469931" r:id="rId53"/>
    <p:sldId id="2147469932" r:id="rId54"/>
    <p:sldId id="2147469933" r:id="rId55"/>
    <p:sldId id="2147469936" r:id="rId56"/>
    <p:sldId id="2147469937" r:id="rId57"/>
    <p:sldId id="2147469934" r:id="rId58"/>
    <p:sldId id="2147469967" r:id="rId59"/>
    <p:sldId id="2147469947" r:id="rId60"/>
    <p:sldId id="2147469948" r:id="rId61"/>
    <p:sldId id="2147469949" r:id="rId62"/>
    <p:sldId id="2147469950" r:id="rId63"/>
    <p:sldId id="2147469951" r:id="rId64"/>
    <p:sldId id="2147469952" r:id="rId65"/>
    <p:sldId id="2147469953" r:id="rId66"/>
    <p:sldId id="2147469954" r:id="rId67"/>
    <p:sldId id="2147469955" r:id="rId68"/>
    <p:sldId id="2147469956" r:id="rId69"/>
    <p:sldId id="2147469957" r:id="rId70"/>
    <p:sldId id="2147469958" r:id="rId71"/>
    <p:sldId id="2147469959" r:id="rId72"/>
    <p:sldId id="2147469965" r:id="rId73"/>
    <p:sldId id="2147469961" r:id="rId74"/>
    <p:sldId id="2147469960" r:id="rId75"/>
    <p:sldId id="2147469964" r:id="rId76"/>
    <p:sldId id="2147469962" r:id="rId77"/>
    <p:sldId id="2147469963" r:id="rId78"/>
    <p:sldId id="2147469968" r:id="rId79"/>
  </p:sldIdLst>
  <p:sldSz cx="12192000" cy="6858000"/>
  <p:notesSz cx="6858000" cy="9144000"/>
  <p:custDataLst>
    <p:tags r:id="rId8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F8FAB3-E847-4189-A391-8E62842B9C62}">
          <p14:sldIdLst>
            <p14:sldId id="256"/>
            <p14:sldId id="257"/>
          </p14:sldIdLst>
        </p14:section>
        <p14:section name="Option 1" id="{8B9D5CB7-4BE7-45FF-983A-CEE7EB32AF70}">
          <p14:sldIdLst>
            <p14:sldId id="2147469966"/>
            <p14:sldId id="2147469938"/>
            <p14:sldId id="2147469922"/>
            <p14:sldId id="2147469923"/>
            <p14:sldId id="2147469924"/>
            <p14:sldId id="2147469926"/>
            <p14:sldId id="2147469927"/>
            <p14:sldId id="2147469928"/>
            <p14:sldId id="2147469929"/>
            <p14:sldId id="2147469930"/>
            <p14:sldId id="2147469931"/>
            <p14:sldId id="2147469932"/>
            <p14:sldId id="2147469933"/>
            <p14:sldId id="2147469936"/>
            <p14:sldId id="2147469937"/>
            <p14:sldId id="2147469934"/>
          </p14:sldIdLst>
        </p14:section>
        <p14:section name="Option 2" id="{DD85F34E-A3A5-4FA5-8CED-6F00EBD6AA86}">
          <p14:sldIdLst>
            <p14:sldId id="2147469967"/>
            <p14:sldId id="2147469947"/>
            <p14:sldId id="2147469948"/>
            <p14:sldId id="2147469949"/>
            <p14:sldId id="2147469950"/>
            <p14:sldId id="2147469951"/>
            <p14:sldId id="2147469952"/>
            <p14:sldId id="2147469953"/>
            <p14:sldId id="2147469954"/>
            <p14:sldId id="2147469955"/>
            <p14:sldId id="2147469956"/>
            <p14:sldId id="2147469957"/>
            <p14:sldId id="2147469958"/>
            <p14:sldId id="2147469959"/>
            <p14:sldId id="2147469965"/>
            <p14:sldId id="2147469961"/>
            <p14:sldId id="2147469960"/>
            <p14:sldId id="2147469964"/>
            <p14:sldId id="2147469962"/>
            <p14:sldId id="2147469963"/>
            <p14:sldId id="214746996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CD46E4-9F7D-4344-B032-F9391A88AD48}" v="1" dt="2026-05-14T06:33:40.199"/>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64"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 Target="slides/slide2.xml"/><Relationship Id="rId47" Type="http://schemas.openxmlformats.org/officeDocument/2006/relationships/slide" Target="slides/slide7.xml"/><Relationship Id="rId63" Type="http://schemas.openxmlformats.org/officeDocument/2006/relationships/slide" Target="slides/slide23.xml"/><Relationship Id="rId68" Type="http://schemas.openxmlformats.org/officeDocument/2006/relationships/slide" Target="slides/slide28.xml"/><Relationship Id="rId84" Type="http://schemas.openxmlformats.org/officeDocument/2006/relationships/viewProps" Target="viewProps.xml"/><Relationship Id="rId89" Type="http://schemas.microsoft.com/office/2018/10/relationships/authors" Target="author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13.xml"/><Relationship Id="rId58" Type="http://schemas.openxmlformats.org/officeDocument/2006/relationships/slide" Target="slides/slide18.xml"/><Relationship Id="rId74" Type="http://schemas.openxmlformats.org/officeDocument/2006/relationships/slide" Target="slides/slide34.xml"/><Relationship Id="rId79" Type="http://schemas.openxmlformats.org/officeDocument/2006/relationships/slide" Target="slides/slide39.xml"/><Relationship Id="rId5" Type="http://schemas.openxmlformats.org/officeDocument/2006/relationships/customXml" Target="../customXml/item5.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slide" Target="slides/slide3.xml"/><Relationship Id="rId48" Type="http://schemas.openxmlformats.org/officeDocument/2006/relationships/slide" Target="slides/slide8.xml"/><Relationship Id="rId56" Type="http://schemas.openxmlformats.org/officeDocument/2006/relationships/slide" Target="slides/slide16.xml"/><Relationship Id="rId64" Type="http://schemas.openxmlformats.org/officeDocument/2006/relationships/slide" Target="slides/slide24.xml"/><Relationship Id="rId69" Type="http://schemas.openxmlformats.org/officeDocument/2006/relationships/slide" Target="slides/slide29.xml"/><Relationship Id="rId77" Type="http://schemas.openxmlformats.org/officeDocument/2006/relationships/slide" Target="slides/slide37.xml"/><Relationship Id="rId8" Type="http://schemas.openxmlformats.org/officeDocument/2006/relationships/customXml" Target="../customXml/item8.xml"/><Relationship Id="rId51" Type="http://schemas.openxmlformats.org/officeDocument/2006/relationships/slide" Target="slides/slide11.xml"/><Relationship Id="rId72" Type="http://schemas.openxmlformats.org/officeDocument/2006/relationships/slide" Target="slides/slide32.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 Target="slides/slide6.xml"/><Relationship Id="rId59" Type="http://schemas.openxmlformats.org/officeDocument/2006/relationships/slide" Target="slides/slide19.xml"/><Relationship Id="rId67" Type="http://schemas.openxmlformats.org/officeDocument/2006/relationships/slide" Target="slides/slide27.xml"/><Relationship Id="rId20" Type="http://schemas.openxmlformats.org/officeDocument/2006/relationships/customXml" Target="../customXml/item20.xml"/><Relationship Id="rId41" Type="http://schemas.openxmlformats.org/officeDocument/2006/relationships/slide" Target="slides/slide1.xml"/><Relationship Id="rId54" Type="http://schemas.openxmlformats.org/officeDocument/2006/relationships/slide" Target="slides/slide14.xml"/><Relationship Id="rId62" Type="http://schemas.openxmlformats.org/officeDocument/2006/relationships/slide" Target="slides/slide22.xml"/><Relationship Id="rId70" Type="http://schemas.openxmlformats.org/officeDocument/2006/relationships/slide" Target="slides/slide30.xml"/><Relationship Id="rId75" Type="http://schemas.openxmlformats.org/officeDocument/2006/relationships/slide" Target="slides/slide35.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9.xml"/><Relationship Id="rId57" Type="http://schemas.openxmlformats.org/officeDocument/2006/relationships/slide" Target="slides/slide1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4.xml"/><Relationship Id="rId52" Type="http://schemas.openxmlformats.org/officeDocument/2006/relationships/slide" Target="slides/slide12.xml"/><Relationship Id="rId60" Type="http://schemas.openxmlformats.org/officeDocument/2006/relationships/slide" Target="slides/slide20.xml"/><Relationship Id="rId65" Type="http://schemas.openxmlformats.org/officeDocument/2006/relationships/slide" Target="slides/slide25.xml"/><Relationship Id="rId73" Type="http://schemas.openxmlformats.org/officeDocument/2006/relationships/slide" Target="slides/slide33.xml"/><Relationship Id="rId78" Type="http://schemas.openxmlformats.org/officeDocument/2006/relationships/slide" Target="slides/slide38.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10.xml"/><Relationship Id="rId55" Type="http://schemas.openxmlformats.org/officeDocument/2006/relationships/slide" Target="slides/slide15.xml"/><Relationship Id="rId76" Type="http://schemas.openxmlformats.org/officeDocument/2006/relationships/slide" Target="slides/slide36.xml"/><Relationship Id="rId7" Type="http://schemas.openxmlformats.org/officeDocument/2006/relationships/customXml" Target="../customXml/item7.xml"/><Relationship Id="rId71" Type="http://schemas.openxmlformats.org/officeDocument/2006/relationships/slide" Target="slides/slide31.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slideMaster" Target="slideMasters/slideMaster1.xml"/><Relationship Id="rId45" Type="http://schemas.openxmlformats.org/officeDocument/2006/relationships/slide" Target="slides/slide5.xml"/><Relationship Id="rId66" Type="http://schemas.openxmlformats.org/officeDocument/2006/relationships/slide" Target="slides/slide26.xml"/><Relationship Id="rId87" Type="http://schemas.microsoft.com/office/2016/11/relationships/changesInfo" Target="changesInfos/changesInfo1.xml"/><Relationship Id="rId61" Type="http://schemas.openxmlformats.org/officeDocument/2006/relationships/slide" Target="slides/slide21.xml"/><Relationship Id="rId82" Type="http://schemas.openxmlformats.org/officeDocument/2006/relationships/commentAuthors" Target="commentAuthors.xml"/><Relationship Id="rId19" Type="http://schemas.openxmlformats.org/officeDocument/2006/relationships/customXml" Target="../customXml/item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nit Shah" userId="f154af9b-99b5-45c9-8630-42669ee4761f" providerId="ADAL" clId="{ADBA5680-36D7-4F21-9AEE-620A39DA1BFB}"/>
    <pc:docChg chg="undo redo custSel addSld delSld modSld sldOrd delMainMaster addSection modSection">
      <pc:chgData name="Punit Shah" userId="f154af9b-99b5-45c9-8630-42669ee4761f" providerId="ADAL" clId="{ADBA5680-36D7-4F21-9AEE-620A39DA1BFB}" dt="2026-04-30T13:31:12.488" v="2856" actId="1076"/>
      <pc:docMkLst>
        <pc:docMk/>
      </pc:docMkLst>
      <pc:sldChg chg="delSp modSp mod ord">
        <pc:chgData name="Punit Shah" userId="f154af9b-99b5-45c9-8630-42669ee4761f" providerId="ADAL" clId="{ADBA5680-36D7-4F21-9AEE-620A39DA1BFB}" dt="2026-04-30T13:20:07.422" v="2707"/>
        <pc:sldMkLst>
          <pc:docMk/>
          <pc:sldMk cId="2181956486" sldId="256"/>
        </pc:sldMkLst>
        <pc:spChg chg="mod">
          <ac:chgData name="Punit Shah" userId="f154af9b-99b5-45c9-8630-42669ee4761f" providerId="ADAL" clId="{ADBA5680-36D7-4F21-9AEE-620A39DA1BFB}" dt="2026-04-23T11:53:15.374" v="12" actId="20577"/>
          <ac:spMkLst>
            <pc:docMk/>
            <pc:sldMk cId="2181956486" sldId="256"/>
            <ac:spMk id="4" creationId="{00000000-0000-0000-0000-000000000000}"/>
          </ac:spMkLst>
        </pc:spChg>
        <pc:spChg chg="mod">
          <ac:chgData name="Punit Shah" userId="f154af9b-99b5-45c9-8630-42669ee4761f" providerId="ADAL" clId="{ADBA5680-36D7-4F21-9AEE-620A39DA1BFB}" dt="2026-04-23T11:53:06.689" v="0" actId="20577"/>
          <ac:spMkLst>
            <pc:docMk/>
            <pc:sldMk cId="2181956486" sldId="256"/>
            <ac:spMk id="6" creationId="{12808BD5-6BEE-4164-9264-E55A823F2E3D}"/>
          </ac:spMkLst>
        </pc:spChg>
      </pc:sldChg>
      <pc:sldChg chg="delSp mod ord">
        <pc:chgData name="Punit Shah" userId="f154af9b-99b5-45c9-8630-42669ee4761f" providerId="ADAL" clId="{ADBA5680-36D7-4F21-9AEE-620A39DA1BFB}" dt="2026-04-30T13:20:07.422" v="2707"/>
        <pc:sldMkLst>
          <pc:docMk/>
          <pc:sldMk cId="2242852715" sldId="257"/>
        </pc:sldMkLst>
      </pc:sldChg>
      <pc:sldChg chg="delSp modSp add del mod setBg">
        <pc:chgData name="Punit Shah" userId="f154af9b-99b5-45c9-8630-42669ee4761f" providerId="ADAL" clId="{ADBA5680-36D7-4F21-9AEE-620A39DA1BFB}" dt="2026-04-30T12:03:22.381" v="1403" actId="47"/>
        <pc:sldMkLst>
          <pc:docMk/>
          <pc:sldMk cId="0" sldId="258"/>
        </pc:sldMkLst>
      </pc:sldChg>
      <pc:sldChg chg="del mod modShow">
        <pc:chgData name="Punit Shah" userId="f154af9b-99b5-45c9-8630-42669ee4761f" providerId="ADAL" clId="{ADBA5680-36D7-4F21-9AEE-620A39DA1BFB}" dt="2026-04-30T13:14:41.275" v="2577" actId="47"/>
        <pc:sldMkLst>
          <pc:docMk/>
          <pc:sldMk cId="1635881331" sldId="259"/>
        </pc:sldMkLst>
      </pc:sldChg>
      <pc:sldChg chg="addSp modSp add del mod setBg modClrScheme chgLayout">
        <pc:chgData name="Punit Shah" userId="f154af9b-99b5-45c9-8630-42669ee4761f" providerId="ADAL" clId="{ADBA5680-36D7-4F21-9AEE-620A39DA1BFB}" dt="2026-04-30T12:12:26.378" v="1579" actId="47"/>
        <pc:sldMkLst>
          <pc:docMk/>
          <pc:sldMk cId="0" sldId="260"/>
        </pc:sldMkLst>
      </pc:sldChg>
      <pc:sldChg chg="modSp add del mod setBg">
        <pc:chgData name="Punit Shah" userId="f154af9b-99b5-45c9-8630-42669ee4761f" providerId="ADAL" clId="{ADBA5680-36D7-4F21-9AEE-620A39DA1BFB}" dt="2026-04-30T12:14:46.504" v="1631" actId="47"/>
        <pc:sldMkLst>
          <pc:docMk/>
          <pc:sldMk cId="0" sldId="261"/>
        </pc:sldMkLst>
      </pc:sldChg>
      <pc:sldChg chg="del mod modShow">
        <pc:chgData name="Punit Shah" userId="f154af9b-99b5-45c9-8630-42669ee4761f" providerId="ADAL" clId="{ADBA5680-36D7-4F21-9AEE-620A39DA1BFB}" dt="2026-04-30T13:14:41.275" v="2577" actId="47"/>
        <pc:sldMkLst>
          <pc:docMk/>
          <pc:sldMk cId="2379444036" sldId="262"/>
        </pc:sldMkLst>
      </pc:sldChg>
      <pc:sldChg chg="del mod modShow">
        <pc:chgData name="Punit Shah" userId="f154af9b-99b5-45c9-8630-42669ee4761f" providerId="ADAL" clId="{ADBA5680-36D7-4F21-9AEE-620A39DA1BFB}" dt="2026-04-30T13:14:41.275" v="2577" actId="47"/>
        <pc:sldMkLst>
          <pc:docMk/>
          <pc:sldMk cId="1385431110" sldId="263"/>
        </pc:sldMkLst>
      </pc:sldChg>
      <pc:sldChg chg="del mod modShow">
        <pc:chgData name="Punit Shah" userId="f154af9b-99b5-45c9-8630-42669ee4761f" providerId="ADAL" clId="{ADBA5680-36D7-4F21-9AEE-620A39DA1BFB}" dt="2026-04-30T13:14:41.275" v="2577" actId="47"/>
        <pc:sldMkLst>
          <pc:docMk/>
          <pc:sldMk cId="3996308554" sldId="264"/>
        </pc:sldMkLst>
      </pc:sldChg>
      <pc:sldChg chg="del mod modShow">
        <pc:chgData name="Punit Shah" userId="f154af9b-99b5-45c9-8630-42669ee4761f" providerId="ADAL" clId="{ADBA5680-36D7-4F21-9AEE-620A39DA1BFB}" dt="2026-04-30T13:14:41.275" v="2577" actId="47"/>
        <pc:sldMkLst>
          <pc:docMk/>
          <pc:sldMk cId="4145703054" sldId="265"/>
        </pc:sldMkLst>
      </pc:sldChg>
      <pc:sldChg chg="del mod modShow">
        <pc:chgData name="Punit Shah" userId="f154af9b-99b5-45c9-8630-42669ee4761f" providerId="ADAL" clId="{ADBA5680-36D7-4F21-9AEE-620A39DA1BFB}" dt="2026-04-30T13:14:41.275" v="2577" actId="47"/>
        <pc:sldMkLst>
          <pc:docMk/>
          <pc:sldMk cId="3977638465" sldId="266"/>
        </pc:sldMkLst>
      </pc:sldChg>
      <pc:sldChg chg="addSp delSp modSp add del mod setBg chgLayout">
        <pc:chgData name="Punit Shah" userId="f154af9b-99b5-45c9-8630-42669ee4761f" providerId="ADAL" clId="{ADBA5680-36D7-4F21-9AEE-620A39DA1BFB}" dt="2026-04-30T13:02:49.696" v="2245" actId="47"/>
        <pc:sldMkLst>
          <pc:docMk/>
          <pc:sldMk cId="0" sldId="267"/>
        </pc:sldMkLst>
      </pc:sldChg>
      <pc:sldChg chg="modSp add del mod setBg">
        <pc:chgData name="Punit Shah" userId="f154af9b-99b5-45c9-8630-42669ee4761f" providerId="ADAL" clId="{ADBA5680-36D7-4F21-9AEE-620A39DA1BFB}" dt="2026-04-30T13:03:56.559" v="2315" actId="47"/>
        <pc:sldMkLst>
          <pc:docMk/>
          <pc:sldMk cId="0" sldId="268"/>
        </pc:sldMkLst>
      </pc:sldChg>
      <pc:sldChg chg="modSp add del mod setBg">
        <pc:chgData name="Punit Shah" userId="f154af9b-99b5-45c9-8630-42669ee4761f" providerId="ADAL" clId="{ADBA5680-36D7-4F21-9AEE-620A39DA1BFB}" dt="2026-04-30T13:05:39.306" v="2416" actId="47"/>
        <pc:sldMkLst>
          <pc:docMk/>
          <pc:sldMk cId="0" sldId="269"/>
        </pc:sldMkLst>
      </pc:sldChg>
      <pc:sldChg chg="modSp add del mod setBg">
        <pc:chgData name="Punit Shah" userId="f154af9b-99b5-45c9-8630-42669ee4761f" providerId="ADAL" clId="{ADBA5680-36D7-4F21-9AEE-620A39DA1BFB}" dt="2026-04-30T13:09:56.843" v="2435" actId="47"/>
        <pc:sldMkLst>
          <pc:docMk/>
          <pc:sldMk cId="0" sldId="270"/>
        </pc:sldMkLst>
      </pc:sldChg>
      <pc:sldChg chg="modSp add del mod setBg">
        <pc:chgData name="Punit Shah" userId="f154af9b-99b5-45c9-8630-42669ee4761f" providerId="ADAL" clId="{ADBA5680-36D7-4F21-9AEE-620A39DA1BFB}" dt="2026-04-30T13:06:02.586" v="2417" actId="47"/>
        <pc:sldMkLst>
          <pc:docMk/>
          <pc:sldMk cId="0" sldId="271"/>
        </pc:sldMkLst>
      </pc:sldChg>
      <pc:sldChg chg="del mod modShow">
        <pc:chgData name="Punit Shah" userId="f154af9b-99b5-45c9-8630-42669ee4761f" providerId="ADAL" clId="{ADBA5680-36D7-4F21-9AEE-620A39DA1BFB}" dt="2026-04-30T13:14:41.275" v="2577" actId="47"/>
        <pc:sldMkLst>
          <pc:docMk/>
          <pc:sldMk cId="1660683684" sldId="272"/>
        </pc:sldMkLst>
      </pc:sldChg>
      <pc:sldChg chg="modSp add del mod setBg">
        <pc:chgData name="Punit Shah" userId="f154af9b-99b5-45c9-8630-42669ee4761f" providerId="ADAL" clId="{ADBA5680-36D7-4F21-9AEE-620A39DA1BFB}" dt="2026-04-30T13:11:22.592" v="2493" actId="47"/>
        <pc:sldMkLst>
          <pc:docMk/>
          <pc:sldMk cId="0" sldId="273"/>
        </pc:sldMkLst>
      </pc:sldChg>
      <pc:sldChg chg="del mod modShow">
        <pc:chgData name="Punit Shah" userId="f154af9b-99b5-45c9-8630-42669ee4761f" providerId="ADAL" clId="{ADBA5680-36D7-4F21-9AEE-620A39DA1BFB}" dt="2026-04-30T13:14:41.275" v="2577" actId="47"/>
        <pc:sldMkLst>
          <pc:docMk/>
          <pc:sldMk cId="2901160637" sldId="274"/>
        </pc:sldMkLst>
      </pc:sldChg>
      <pc:sldChg chg="del mod modShow">
        <pc:chgData name="Punit Shah" userId="f154af9b-99b5-45c9-8630-42669ee4761f" providerId="ADAL" clId="{ADBA5680-36D7-4F21-9AEE-620A39DA1BFB}" dt="2026-04-30T13:14:41.275" v="2577" actId="47"/>
        <pc:sldMkLst>
          <pc:docMk/>
          <pc:sldMk cId="2658098196" sldId="277"/>
        </pc:sldMkLst>
      </pc:sldChg>
      <pc:sldChg chg="modSp del mod setBg modShow">
        <pc:chgData name="Punit Shah" userId="f154af9b-99b5-45c9-8630-42669ee4761f" providerId="ADAL" clId="{ADBA5680-36D7-4F21-9AEE-620A39DA1BFB}" dt="2026-04-30T13:14:41.275" v="2577" actId="47"/>
        <pc:sldMkLst>
          <pc:docMk/>
          <pc:sldMk cId="1116137402" sldId="278"/>
        </pc:sldMkLst>
      </pc:sldChg>
      <pc:sldChg chg="del mod modShow">
        <pc:chgData name="Punit Shah" userId="f154af9b-99b5-45c9-8630-42669ee4761f" providerId="ADAL" clId="{ADBA5680-36D7-4F21-9AEE-620A39DA1BFB}" dt="2026-04-30T13:14:41.275" v="2577" actId="47"/>
        <pc:sldMkLst>
          <pc:docMk/>
          <pc:sldMk cId="2079012354" sldId="279"/>
        </pc:sldMkLst>
      </pc:sldChg>
      <pc:sldChg chg="del mod modShow">
        <pc:chgData name="Punit Shah" userId="f154af9b-99b5-45c9-8630-42669ee4761f" providerId="ADAL" clId="{ADBA5680-36D7-4F21-9AEE-620A39DA1BFB}" dt="2026-04-30T13:14:41.275" v="2577" actId="47"/>
        <pc:sldMkLst>
          <pc:docMk/>
          <pc:sldMk cId="984083080" sldId="280"/>
        </pc:sldMkLst>
      </pc:sldChg>
      <pc:sldChg chg="del mod modShow">
        <pc:chgData name="Punit Shah" userId="f154af9b-99b5-45c9-8630-42669ee4761f" providerId="ADAL" clId="{ADBA5680-36D7-4F21-9AEE-620A39DA1BFB}" dt="2026-04-30T13:14:41.275" v="2577" actId="47"/>
        <pc:sldMkLst>
          <pc:docMk/>
          <pc:sldMk cId="596524640" sldId="2065"/>
        </pc:sldMkLst>
      </pc:sldChg>
      <pc:sldChg chg="del mod modShow">
        <pc:chgData name="Punit Shah" userId="f154af9b-99b5-45c9-8630-42669ee4761f" providerId="ADAL" clId="{ADBA5680-36D7-4F21-9AEE-620A39DA1BFB}" dt="2026-04-30T13:14:41.275" v="2577" actId="47"/>
        <pc:sldMkLst>
          <pc:docMk/>
          <pc:sldMk cId="1398734143" sldId="2066"/>
        </pc:sldMkLst>
      </pc:sldChg>
      <pc:sldChg chg="del mod modShow">
        <pc:chgData name="Punit Shah" userId="f154af9b-99b5-45c9-8630-42669ee4761f" providerId="ADAL" clId="{ADBA5680-36D7-4F21-9AEE-620A39DA1BFB}" dt="2026-04-30T13:14:41.275" v="2577" actId="47"/>
        <pc:sldMkLst>
          <pc:docMk/>
          <pc:sldMk cId="2382552501" sldId="4478"/>
        </pc:sldMkLst>
      </pc:sldChg>
      <pc:sldChg chg="del mod modShow">
        <pc:chgData name="Punit Shah" userId="f154af9b-99b5-45c9-8630-42669ee4761f" providerId="ADAL" clId="{ADBA5680-36D7-4F21-9AEE-620A39DA1BFB}" dt="2026-04-30T13:14:41.275" v="2577" actId="47"/>
        <pc:sldMkLst>
          <pc:docMk/>
          <pc:sldMk cId="1168219790" sldId="4479"/>
        </pc:sldMkLst>
      </pc:sldChg>
      <pc:sldChg chg="del mod modShow">
        <pc:chgData name="Punit Shah" userId="f154af9b-99b5-45c9-8630-42669ee4761f" providerId="ADAL" clId="{ADBA5680-36D7-4F21-9AEE-620A39DA1BFB}" dt="2026-04-30T13:14:41.275" v="2577" actId="47"/>
        <pc:sldMkLst>
          <pc:docMk/>
          <pc:sldMk cId="2297312889" sldId="4480"/>
        </pc:sldMkLst>
      </pc:sldChg>
      <pc:sldChg chg="del mod modShow">
        <pc:chgData name="Punit Shah" userId="f154af9b-99b5-45c9-8630-42669ee4761f" providerId="ADAL" clId="{ADBA5680-36D7-4F21-9AEE-620A39DA1BFB}" dt="2026-04-30T13:14:41.275" v="2577" actId="47"/>
        <pc:sldMkLst>
          <pc:docMk/>
          <pc:sldMk cId="695900476" sldId="4481"/>
        </pc:sldMkLst>
      </pc:sldChg>
      <pc:sldChg chg="del mod modShow">
        <pc:chgData name="Punit Shah" userId="f154af9b-99b5-45c9-8630-42669ee4761f" providerId="ADAL" clId="{ADBA5680-36D7-4F21-9AEE-620A39DA1BFB}" dt="2026-04-30T13:14:41.275" v="2577" actId="47"/>
        <pc:sldMkLst>
          <pc:docMk/>
          <pc:sldMk cId="1028115571" sldId="4482"/>
        </pc:sldMkLst>
      </pc:sldChg>
      <pc:sldChg chg="del mod modShow">
        <pc:chgData name="Punit Shah" userId="f154af9b-99b5-45c9-8630-42669ee4761f" providerId="ADAL" clId="{ADBA5680-36D7-4F21-9AEE-620A39DA1BFB}" dt="2026-04-30T13:14:41.275" v="2577" actId="47"/>
        <pc:sldMkLst>
          <pc:docMk/>
          <pc:sldMk cId="644073378" sldId="4483"/>
        </pc:sldMkLst>
      </pc:sldChg>
      <pc:sldChg chg="del mod modShow">
        <pc:chgData name="Punit Shah" userId="f154af9b-99b5-45c9-8630-42669ee4761f" providerId="ADAL" clId="{ADBA5680-36D7-4F21-9AEE-620A39DA1BFB}" dt="2026-04-30T13:14:41.275" v="2577" actId="47"/>
        <pc:sldMkLst>
          <pc:docMk/>
          <pc:sldMk cId="239421901" sldId="4484"/>
        </pc:sldMkLst>
      </pc:sldChg>
      <pc:sldChg chg="del mod modShow">
        <pc:chgData name="Punit Shah" userId="f154af9b-99b5-45c9-8630-42669ee4761f" providerId="ADAL" clId="{ADBA5680-36D7-4F21-9AEE-620A39DA1BFB}" dt="2026-04-30T13:14:41.275" v="2577" actId="47"/>
        <pc:sldMkLst>
          <pc:docMk/>
          <pc:sldMk cId="1500392918" sldId="4485"/>
        </pc:sldMkLst>
      </pc:sldChg>
      <pc:sldChg chg="del mod modShow">
        <pc:chgData name="Punit Shah" userId="f154af9b-99b5-45c9-8630-42669ee4761f" providerId="ADAL" clId="{ADBA5680-36D7-4F21-9AEE-620A39DA1BFB}" dt="2026-04-30T13:14:41.275" v="2577" actId="47"/>
        <pc:sldMkLst>
          <pc:docMk/>
          <pc:sldMk cId="3907173977" sldId="4486"/>
        </pc:sldMkLst>
      </pc:sldChg>
      <pc:sldChg chg="del mod modShow">
        <pc:chgData name="Punit Shah" userId="f154af9b-99b5-45c9-8630-42669ee4761f" providerId="ADAL" clId="{ADBA5680-36D7-4F21-9AEE-620A39DA1BFB}" dt="2026-04-30T13:14:41.275" v="2577" actId="47"/>
        <pc:sldMkLst>
          <pc:docMk/>
          <pc:sldMk cId="44891446" sldId="4490"/>
        </pc:sldMkLst>
      </pc:sldChg>
      <pc:sldChg chg="del mod modShow">
        <pc:chgData name="Punit Shah" userId="f154af9b-99b5-45c9-8630-42669ee4761f" providerId="ADAL" clId="{ADBA5680-36D7-4F21-9AEE-620A39DA1BFB}" dt="2026-04-30T13:14:41.275" v="2577" actId="47"/>
        <pc:sldMkLst>
          <pc:docMk/>
          <pc:sldMk cId="61196204" sldId="2147469784"/>
        </pc:sldMkLst>
      </pc:sldChg>
      <pc:sldChg chg="del mod modShow">
        <pc:chgData name="Punit Shah" userId="f154af9b-99b5-45c9-8630-42669ee4761f" providerId="ADAL" clId="{ADBA5680-36D7-4F21-9AEE-620A39DA1BFB}" dt="2026-04-30T13:14:41.275" v="2577" actId="47"/>
        <pc:sldMkLst>
          <pc:docMk/>
          <pc:sldMk cId="615209057" sldId="2147469785"/>
        </pc:sldMkLst>
      </pc:sldChg>
      <pc:sldChg chg="del mod modShow">
        <pc:chgData name="Punit Shah" userId="f154af9b-99b5-45c9-8630-42669ee4761f" providerId="ADAL" clId="{ADBA5680-36D7-4F21-9AEE-620A39DA1BFB}" dt="2026-04-30T13:14:41.275" v="2577" actId="47"/>
        <pc:sldMkLst>
          <pc:docMk/>
          <pc:sldMk cId="3320859369" sldId="2147469786"/>
        </pc:sldMkLst>
      </pc:sldChg>
      <pc:sldChg chg="del mod modShow">
        <pc:chgData name="Punit Shah" userId="f154af9b-99b5-45c9-8630-42669ee4761f" providerId="ADAL" clId="{ADBA5680-36D7-4F21-9AEE-620A39DA1BFB}" dt="2026-04-30T13:14:41.275" v="2577" actId="47"/>
        <pc:sldMkLst>
          <pc:docMk/>
          <pc:sldMk cId="793519299" sldId="2147469787"/>
        </pc:sldMkLst>
      </pc:sldChg>
      <pc:sldChg chg="del mod modShow">
        <pc:chgData name="Punit Shah" userId="f154af9b-99b5-45c9-8630-42669ee4761f" providerId="ADAL" clId="{ADBA5680-36D7-4F21-9AEE-620A39DA1BFB}" dt="2026-04-30T13:14:41.275" v="2577" actId="47"/>
        <pc:sldMkLst>
          <pc:docMk/>
          <pc:sldMk cId="1750121600" sldId="2147469788"/>
        </pc:sldMkLst>
      </pc:sldChg>
      <pc:sldChg chg="del mod modShow">
        <pc:chgData name="Punit Shah" userId="f154af9b-99b5-45c9-8630-42669ee4761f" providerId="ADAL" clId="{ADBA5680-36D7-4F21-9AEE-620A39DA1BFB}" dt="2026-04-30T13:14:41.275" v="2577" actId="47"/>
        <pc:sldMkLst>
          <pc:docMk/>
          <pc:sldMk cId="3457369424" sldId="2147469790"/>
        </pc:sldMkLst>
      </pc:sldChg>
      <pc:sldChg chg="del mod modShow">
        <pc:chgData name="Punit Shah" userId="f154af9b-99b5-45c9-8630-42669ee4761f" providerId="ADAL" clId="{ADBA5680-36D7-4F21-9AEE-620A39DA1BFB}" dt="2026-04-30T13:14:41.275" v="2577" actId="47"/>
        <pc:sldMkLst>
          <pc:docMk/>
          <pc:sldMk cId="4064413298" sldId="2147469792"/>
        </pc:sldMkLst>
      </pc:sldChg>
      <pc:sldChg chg="del mod modShow">
        <pc:chgData name="Punit Shah" userId="f154af9b-99b5-45c9-8630-42669ee4761f" providerId="ADAL" clId="{ADBA5680-36D7-4F21-9AEE-620A39DA1BFB}" dt="2026-04-30T13:14:41.275" v="2577" actId="47"/>
        <pc:sldMkLst>
          <pc:docMk/>
          <pc:sldMk cId="682416994" sldId="2147469794"/>
        </pc:sldMkLst>
      </pc:sldChg>
      <pc:sldChg chg="del mod modShow">
        <pc:chgData name="Punit Shah" userId="f154af9b-99b5-45c9-8630-42669ee4761f" providerId="ADAL" clId="{ADBA5680-36D7-4F21-9AEE-620A39DA1BFB}" dt="2026-04-30T13:14:41.275" v="2577" actId="47"/>
        <pc:sldMkLst>
          <pc:docMk/>
          <pc:sldMk cId="3788446741" sldId="2147469798"/>
        </pc:sldMkLst>
      </pc:sldChg>
      <pc:sldChg chg="del mod modShow">
        <pc:chgData name="Punit Shah" userId="f154af9b-99b5-45c9-8630-42669ee4761f" providerId="ADAL" clId="{ADBA5680-36D7-4F21-9AEE-620A39DA1BFB}" dt="2026-04-30T13:14:41.275" v="2577" actId="47"/>
        <pc:sldMkLst>
          <pc:docMk/>
          <pc:sldMk cId="859227491" sldId="2147469835"/>
        </pc:sldMkLst>
      </pc:sldChg>
      <pc:sldChg chg="del mod modShow">
        <pc:chgData name="Punit Shah" userId="f154af9b-99b5-45c9-8630-42669ee4761f" providerId="ADAL" clId="{ADBA5680-36D7-4F21-9AEE-620A39DA1BFB}" dt="2026-04-30T13:14:41.275" v="2577" actId="47"/>
        <pc:sldMkLst>
          <pc:docMk/>
          <pc:sldMk cId="3304016034" sldId="2147469836"/>
        </pc:sldMkLst>
      </pc:sldChg>
      <pc:sldChg chg="del mod modShow">
        <pc:chgData name="Punit Shah" userId="f154af9b-99b5-45c9-8630-42669ee4761f" providerId="ADAL" clId="{ADBA5680-36D7-4F21-9AEE-620A39DA1BFB}" dt="2026-04-30T13:14:41.275" v="2577" actId="47"/>
        <pc:sldMkLst>
          <pc:docMk/>
          <pc:sldMk cId="3833674747" sldId="2147469853"/>
        </pc:sldMkLst>
      </pc:sldChg>
      <pc:sldChg chg="del mod modShow">
        <pc:chgData name="Punit Shah" userId="f154af9b-99b5-45c9-8630-42669ee4761f" providerId="ADAL" clId="{ADBA5680-36D7-4F21-9AEE-620A39DA1BFB}" dt="2026-04-30T13:14:41.275" v="2577" actId="47"/>
        <pc:sldMkLst>
          <pc:docMk/>
          <pc:sldMk cId="3096303819" sldId="2147469859"/>
        </pc:sldMkLst>
      </pc:sldChg>
      <pc:sldChg chg="del mod modShow">
        <pc:chgData name="Punit Shah" userId="f154af9b-99b5-45c9-8630-42669ee4761f" providerId="ADAL" clId="{ADBA5680-36D7-4F21-9AEE-620A39DA1BFB}" dt="2026-04-30T13:14:41.275" v="2577" actId="47"/>
        <pc:sldMkLst>
          <pc:docMk/>
          <pc:sldMk cId="3358395208" sldId="2147469864"/>
        </pc:sldMkLst>
      </pc:sldChg>
      <pc:sldChg chg="del mod modShow">
        <pc:chgData name="Punit Shah" userId="f154af9b-99b5-45c9-8630-42669ee4761f" providerId="ADAL" clId="{ADBA5680-36D7-4F21-9AEE-620A39DA1BFB}" dt="2026-04-30T13:14:41.275" v="2577" actId="47"/>
        <pc:sldMkLst>
          <pc:docMk/>
          <pc:sldMk cId="591597269" sldId="2147469868"/>
        </pc:sldMkLst>
      </pc:sldChg>
      <pc:sldChg chg="del mod modShow">
        <pc:chgData name="Punit Shah" userId="f154af9b-99b5-45c9-8630-42669ee4761f" providerId="ADAL" clId="{ADBA5680-36D7-4F21-9AEE-620A39DA1BFB}" dt="2026-04-30T13:14:41.275" v="2577" actId="47"/>
        <pc:sldMkLst>
          <pc:docMk/>
          <pc:sldMk cId="2635820762" sldId="2147469873"/>
        </pc:sldMkLst>
      </pc:sldChg>
      <pc:sldChg chg="del mod modShow">
        <pc:chgData name="Punit Shah" userId="f154af9b-99b5-45c9-8630-42669ee4761f" providerId="ADAL" clId="{ADBA5680-36D7-4F21-9AEE-620A39DA1BFB}" dt="2026-04-30T13:14:41.275" v="2577" actId="47"/>
        <pc:sldMkLst>
          <pc:docMk/>
          <pc:sldMk cId="2235235484" sldId="2147469875"/>
        </pc:sldMkLst>
      </pc:sldChg>
      <pc:sldChg chg="del mod modShow">
        <pc:chgData name="Punit Shah" userId="f154af9b-99b5-45c9-8630-42669ee4761f" providerId="ADAL" clId="{ADBA5680-36D7-4F21-9AEE-620A39DA1BFB}" dt="2026-04-30T13:14:41.275" v="2577" actId="47"/>
        <pc:sldMkLst>
          <pc:docMk/>
          <pc:sldMk cId="522795473" sldId="2147469885"/>
        </pc:sldMkLst>
      </pc:sldChg>
      <pc:sldChg chg="del mod modShow">
        <pc:chgData name="Punit Shah" userId="f154af9b-99b5-45c9-8630-42669ee4761f" providerId="ADAL" clId="{ADBA5680-36D7-4F21-9AEE-620A39DA1BFB}" dt="2026-04-30T13:14:41.275" v="2577" actId="47"/>
        <pc:sldMkLst>
          <pc:docMk/>
          <pc:sldMk cId="1952507436" sldId="2147469886"/>
        </pc:sldMkLst>
      </pc:sldChg>
      <pc:sldChg chg="del mod modShow">
        <pc:chgData name="Punit Shah" userId="f154af9b-99b5-45c9-8630-42669ee4761f" providerId="ADAL" clId="{ADBA5680-36D7-4F21-9AEE-620A39DA1BFB}" dt="2026-04-30T13:14:41.275" v="2577" actId="47"/>
        <pc:sldMkLst>
          <pc:docMk/>
          <pc:sldMk cId="3592306970" sldId="2147469887"/>
        </pc:sldMkLst>
      </pc:sldChg>
      <pc:sldChg chg="del mod modShow">
        <pc:chgData name="Punit Shah" userId="f154af9b-99b5-45c9-8630-42669ee4761f" providerId="ADAL" clId="{ADBA5680-36D7-4F21-9AEE-620A39DA1BFB}" dt="2026-04-30T13:14:41.275" v="2577" actId="47"/>
        <pc:sldMkLst>
          <pc:docMk/>
          <pc:sldMk cId="3291269963" sldId="2147469889"/>
        </pc:sldMkLst>
      </pc:sldChg>
      <pc:sldChg chg="del mod modShow">
        <pc:chgData name="Punit Shah" userId="f154af9b-99b5-45c9-8630-42669ee4761f" providerId="ADAL" clId="{ADBA5680-36D7-4F21-9AEE-620A39DA1BFB}" dt="2026-04-30T13:14:41.275" v="2577" actId="47"/>
        <pc:sldMkLst>
          <pc:docMk/>
          <pc:sldMk cId="272191530" sldId="2147469900"/>
        </pc:sldMkLst>
      </pc:sldChg>
      <pc:sldChg chg="addSp delSp del mod modShow">
        <pc:chgData name="Punit Shah" userId="f154af9b-99b5-45c9-8630-42669ee4761f" providerId="ADAL" clId="{ADBA5680-36D7-4F21-9AEE-620A39DA1BFB}" dt="2026-04-30T13:14:41.275" v="2577" actId="47"/>
        <pc:sldMkLst>
          <pc:docMk/>
          <pc:sldMk cId="641711193" sldId="2147469902"/>
        </pc:sldMkLst>
      </pc:sldChg>
      <pc:sldChg chg="del mod modShow">
        <pc:chgData name="Punit Shah" userId="f154af9b-99b5-45c9-8630-42669ee4761f" providerId="ADAL" clId="{ADBA5680-36D7-4F21-9AEE-620A39DA1BFB}" dt="2026-04-30T13:14:41.275" v="2577" actId="47"/>
        <pc:sldMkLst>
          <pc:docMk/>
          <pc:sldMk cId="1440339225" sldId="2147469908"/>
        </pc:sldMkLst>
      </pc:sldChg>
      <pc:sldChg chg="addSp modSp add mod modClrScheme chgLayout">
        <pc:chgData name="Punit Shah" userId="f154af9b-99b5-45c9-8630-42669ee4761f" providerId="ADAL" clId="{ADBA5680-36D7-4F21-9AEE-620A39DA1BFB}" dt="2026-04-30T13:24:16.456" v="2729"/>
        <pc:sldMkLst>
          <pc:docMk/>
          <pc:sldMk cId="378131677" sldId="2147469922"/>
        </pc:sldMkLst>
        <pc:spChg chg="add mod ord">
          <ac:chgData name="Punit Shah" userId="f154af9b-99b5-45c9-8630-42669ee4761f" providerId="ADAL" clId="{ADBA5680-36D7-4F21-9AEE-620A39DA1BFB}" dt="2026-04-30T13:24:16.456" v="2729"/>
          <ac:spMkLst>
            <pc:docMk/>
            <pc:sldMk cId="378131677" sldId="2147469922"/>
            <ac:spMk id="2" creationId="{E09B5595-CD11-4BB7-E8D8-0D33E7E7619C}"/>
          </ac:spMkLst>
        </pc:spChg>
        <pc:spChg chg="mod ord">
          <ac:chgData name="Punit Shah" userId="f154af9b-99b5-45c9-8630-42669ee4761f" providerId="ADAL" clId="{ADBA5680-36D7-4F21-9AEE-620A39DA1BFB}" dt="2026-04-30T13:23:28.298" v="2717" actId="700"/>
          <ac:spMkLst>
            <pc:docMk/>
            <pc:sldMk cId="378131677" sldId="2147469922"/>
            <ac:spMk id="3" creationId="{F7D715DB-C799-E5D7-8827-AC31C116DC14}"/>
          </ac:spMkLst>
        </pc:spChg>
        <pc:spChg chg="mod ord">
          <ac:chgData name="Punit Shah" userId="f154af9b-99b5-45c9-8630-42669ee4761f" providerId="ADAL" clId="{ADBA5680-36D7-4F21-9AEE-620A39DA1BFB}" dt="2026-04-30T13:23:28.298" v="2717" actId="700"/>
          <ac:spMkLst>
            <pc:docMk/>
            <pc:sldMk cId="378131677" sldId="2147469922"/>
            <ac:spMk id="4" creationId="{CDDE4C7D-D64B-D5B5-1CEE-60A0C147E783}"/>
          </ac:spMkLst>
        </pc:spChg>
        <pc:spChg chg="mod ord">
          <ac:chgData name="Punit Shah" userId="f154af9b-99b5-45c9-8630-42669ee4761f" providerId="ADAL" clId="{ADBA5680-36D7-4F21-9AEE-620A39DA1BFB}" dt="2026-04-30T13:24:10.694" v="2727" actId="1076"/>
          <ac:spMkLst>
            <pc:docMk/>
            <pc:sldMk cId="378131677" sldId="2147469922"/>
            <ac:spMk id="5" creationId="{C23A7FC1-16F5-04B3-EFF9-0C4132F5C175}"/>
          </ac:spMkLst>
        </pc:spChg>
        <pc:spChg chg="mod">
          <ac:chgData name="Punit Shah" userId="f154af9b-99b5-45c9-8630-42669ee4761f" providerId="ADAL" clId="{ADBA5680-36D7-4F21-9AEE-620A39DA1BFB}" dt="2026-04-23T12:10:05.092" v="168" actId="2711"/>
          <ac:spMkLst>
            <pc:docMk/>
            <pc:sldMk cId="378131677" sldId="2147469922"/>
            <ac:spMk id="6" creationId="{18031EFB-01D8-4694-6A99-8EA8A637D6F7}"/>
          </ac:spMkLst>
        </pc:spChg>
        <pc:spChg chg="mod">
          <ac:chgData name="Punit Shah" userId="f154af9b-99b5-45c9-8630-42669ee4761f" providerId="ADAL" clId="{ADBA5680-36D7-4F21-9AEE-620A39DA1BFB}" dt="2026-04-30T12:20:32.876" v="1822" actId="207"/>
          <ac:spMkLst>
            <pc:docMk/>
            <pc:sldMk cId="378131677" sldId="2147469922"/>
            <ac:spMk id="8" creationId="{26EEC168-A709-EC84-433E-B2A0C4A22D43}"/>
          </ac:spMkLst>
        </pc:spChg>
        <pc:spChg chg="mod">
          <ac:chgData name="Punit Shah" userId="f154af9b-99b5-45c9-8630-42669ee4761f" providerId="ADAL" clId="{ADBA5680-36D7-4F21-9AEE-620A39DA1BFB}" dt="2026-04-30T12:22:34.493" v="1840" actId="255"/>
          <ac:spMkLst>
            <pc:docMk/>
            <pc:sldMk cId="378131677" sldId="2147469922"/>
            <ac:spMk id="9" creationId="{CDB6C411-8CA4-A46D-B844-BDF2B85FA93B}"/>
          </ac:spMkLst>
        </pc:spChg>
      </pc:sldChg>
      <pc:sldChg chg="addSp delSp modSp add mod modClrScheme chgLayout">
        <pc:chgData name="Punit Shah" userId="f154af9b-99b5-45c9-8630-42669ee4761f" providerId="ADAL" clId="{ADBA5680-36D7-4F21-9AEE-620A39DA1BFB}" dt="2026-04-30T13:24:42.551" v="2732"/>
        <pc:sldMkLst>
          <pc:docMk/>
          <pc:sldMk cId="4212630281" sldId="2147469923"/>
        </pc:sldMkLst>
        <pc:spChg chg="add del mod ord">
          <ac:chgData name="Punit Shah" userId="f154af9b-99b5-45c9-8630-42669ee4761f" providerId="ADAL" clId="{ADBA5680-36D7-4F21-9AEE-620A39DA1BFB}" dt="2026-04-30T13:22:56.347" v="2715" actId="700"/>
          <ac:spMkLst>
            <pc:docMk/>
            <pc:sldMk cId="4212630281" sldId="2147469923"/>
            <ac:spMk id="2" creationId="{8B8690BB-5626-BA05-96D7-1738C86F6DE1}"/>
          </ac:spMkLst>
        </pc:spChg>
        <pc:spChg chg="mod ord">
          <ac:chgData name="Punit Shah" userId="f154af9b-99b5-45c9-8630-42669ee4761f" providerId="ADAL" clId="{ADBA5680-36D7-4F21-9AEE-620A39DA1BFB}" dt="2026-04-30T13:24:40.415" v="2731" actId="700"/>
          <ac:spMkLst>
            <pc:docMk/>
            <pc:sldMk cId="4212630281" sldId="2147469923"/>
            <ac:spMk id="3" creationId="{ECBAAC66-5C0A-2C24-CB89-C086910ECB6E}"/>
          </ac:spMkLst>
        </pc:spChg>
        <pc:spChg chg="mod ord">
          <ac:chgData name="Punit Shah" userId="f154af9b-99b5-45c9-8630-42669ee4761f" providerId="ADAL" clId="{ADBA5680-36D7-4F21-9AEE-620A39DA1BFB}" dt="2026-04-30T13:24:40.415" v="2731" actId="700"/>
          <ac:spMkLst>
            <pc:docMk/>
            <pc:sldMk cId="4212630281" sldId="2147469923"/>
            <ac:spMk id="4" creationId="{FC112600-D09A-0F3A-8FED-535D17D1D7B5}"/>
          </ac:spMkLst>
        </pc:spChg>
        <pc:spChg chg="mod ord">
          <ac:chgData name="Punit Shah" userId="f154af9b-99b5-45c9-8630-42669ee4761f" providerId="ADAL" clId="{ADBA5680-36D7-4F21-9AEE-620A39DA1BFB}" dt="2026-04-30T13:24:40.415" v="2731" actId="700"/>
          <ac:spMkLst>
            <pc:docMk/>
            <pc:sldMk cId="4212630281" sldId="2147469923"/>
            <ac:spMk id="5" creationId="{AC584558-9F9F-65EE-C5BA-FDB4BE396A3D}"/>
          </ac:spMkLst>
        </pc:spChg>
        <pc:spChg chg="mod">
          <ac:chgData name="Punit Shah" userId="f154af9b-99b5-45c9-8630-42669ee4761f" providerId="ADAL" clId="{ADBA5680-36D7-4F21-9AEE-620A39DA1BFB}" dt="2026-04-23T12:10:44.823" v="171" actId="2711"/>
          <ac:spMkLst>
            <pc:docMk/>
            <pc:sldMk cId="4212630281" sldId="2147469923"/>
            <ac:spMk id="6" creationId="{F8BCAC3D-C069-74AA-81ED-6F72A7B36E1F}"/>
          </ac:spMkLst>
        </pc:spChg>
        <pc:spChg chg="add mod ord">
          <ac:chgData name="Punit Shah" userId="f154af9b-99b5-45c9-8630-42669ee4761f" providerId="ADAL" clId="{ADBA5680-36D7-4F21-9AEE-620A39DA1BFB}" dt="2026-04-30T13:24:42.551" v="2732"/>
          <ac:spMkLst>
            <pc:docMk/>
            <pc:sldMk cId="4212630281" sldId="2147469923"/>
            <ac:spMk id="7" creationId="{2BA39151-AAF2-E925-B08E-8E8734DB44B4}"/>
          </ac:spMkLst>
        </pc:spChg>
        <pc:spChg chg="mod">
          <ac:chgData name="Punit Shah" userId="f154af9b-99b5-45c9-8630-42669ee4761f" providerId="ADAL" clId="{ADBA5680-36D7-4F21-9AEE-620A39DA1BFB}" dt="2026-04-30T12:21:48.493" v="1836" actId="255"/>
          <ac:spMkLst>
            <pc:docMk/>
            <pc:sldMk cId="4212630281" sldId="2147469923"/>
            <ac:spMk id="8" creationId="{6CA0E9A5-C30C-1BBE-8AD8-9724E7FEE11E}"/>
          </ac:spMkLst>
        </pc:spChg>
        <pc:spChg chg="mod">
          <ac:chgData name="Punit Shah" userId="f154af9b-99b5-45c9-8630-42669ee4761f" providerId="ADAL" clId="{ADBA5680-36D7-4F21-9AEE-620A39DA1BFB}" dt="2026-04-30T12:22:27.451" v="1839" actId="255"/>
          <ac:spMkLst>
            <pc:docMk/>
            <pc:sldMk cId="4212630281" sldId="2147469923"/>
            <ac:spMk id="9" creationId="{CF682DD4-C156-6E73-7A0D-68DA3CF330E3}"/>
          </ac:spMkLst>
        </pc:spChg>
      </pc:sldChg>
      <pc:sldChg chg="addSp modSp add mod modClrScheme chgLayout">
        <pc:chgData name="Punit Shah" userId="f154af9b-99b5-45c9-8630-42669ee4761f" providerId="ADAL" clId="{ADBA5680-36D7-4F21-9AEE-620A39DA1BFB}" dt="2026-04-30T13:24:59.711" v="2735"/>
        <pc:sldMkLst>
          <pc:docMk/>
          <pc:sldMk cId="3053101977" sldId="2147469924"/>
        </pc:sldMkLst>
        <pc:spChg chg="add mod ord">
          <ac:chgData name="Punit Shah" userId="f154af9b-99b5-45c9-8630-42669ee4761f" providerId="ADAL" clId="{ADBA5680-36D7-4F21-9AEE-620A39DA1BFB}" dt="2026-04-30T13:24:59.711" v="2735"/>
          <ac:spMkLst>
            <pc:docMk/>
            <pc:sldMk cId="3053101977" sldId="2147469924"/>
            <ac:spMk id="2" creationId="{C52A665C-C40E-A53C-CB4B-44E76DE0C305}"/>
          </ac:spMkLst>
        </pc:spChg>
        <pc:spChg chg="mod ord">
          <ac:chgData name="Punit Shah" userId="f154af9b-99b5-45c9-8630-42669ee4761f" providerId="ADAL" clId="{ADBA5680-36D7-4F21-9AEE-620A39DA1BFB}" dt="2026-04-30T13:24:57.941" v="2734" actId="700"/>
          <ac:spMkLst>
            <pc:docMk/>
            <pc:sldMk cId="3053101977" sldId="2147469924"/>
            <ac:spMk id="3" creationId="{93E94939-39B6-CF64-DC5C-E996DA8E6CB9}"/>
          </ac:spMkLst>
        </pc:spChg>
        <pc:spChg chg="mod ord">
          <ac:chgData name="Punit Shah" userId="f154af9b-99b5-45c9-8630-42669ee4761f" providerId="ADAL" clId="{ADBA5680-36D7-4F21-9AEE-620A39DA1BFB}" dt="2026-04-30T13:24:57.941" v="2734" actId="700"/>
          <ac:spMkLst>
            <pc:docMk/>
            <pc:sldMk cId="3053101977" sldId="2147469924"/>
            <ac:spMk id="4" creationId="{B341BDD9-2F68-854E-CA87-9201863A4859}"/>
          </ac:spMkLst>
        </pc:spChg>
        <pc:spChg chg="mod ord">
          <ac:chgData name="Punit Shah" userId="f154af9b-99b5-45c9-8630-42669ee4761f" providerId="ADAL" clId="{ADBA5680-36D7-4F21-9AEE-620A39DA1BFB}" dt="2026-04-30T13:24:57.941" v="2734" actId="700"/>
          <ac:spMkLst>
            <pc:docMk/>
            <pc:sldMk cId="3053101977" sldId="2147469924"/>
            <ac:spMk id="5" creationId="{5373B8AE-7345-90E9-FA8C-7C6357664C30}"/>
          </ac:spMkLst>
        </pc:spChg>
        <pc:spChg chg="mod">
          <ac:chgData name="Punit Shah" userId="f154af9b-99b5-45c9-8630-42669ee4761f" providerId="ADAL" clId="{ADBA5680-36D7-4F21-9AEE-620A39DA1BFB}" dt="2026-04-23T12:13:37.769" v="262" actId="2710"/>
          <ac:spMkLst>
            <pc:docMk/>
            <pc:sldMk cId="3053101977" sldId="2147469924"/>
            <ac:spMk id="6" creationId="{62C245C1-18C6-2809-FFC1-9CB90424AEA5}"/>
          </ac:spMkLst>
        </pc:spChg>
        <pc:spChg chg="mod">
          <ac:chgData name="Punit Shah" userId="f154af9b-99b5-45c9-8630-42669ee4761f" providerId="ADAL" clId="{ADBA5680-36D7-4F21-9AEE-620A39DA1BFB}" dt="2026-04-30T12:22:15.576" v="1837" actId="255"/>
          <ac:spMkLst>
            <pc:docMk/>
            <pc:sldMk cId="3053101977" sldId="2147469924"/>
            <ac:spMk id="8" creationId="{46E6C66D-C687-86FB-F600-1C7ABE567B4B}"/>
          </ac:spMkLst>
        </pc:spChg>
        <pc:spChg chg="mod">
          <ac:chgData name="Punit Shah" userId="f154af9b-99b5-45c9-8630-42669ee4761f" providerId="ADAL" clId="{ADBA5680-36D7-4F21-9AEE-620A39DA1BFB}" dt="2026-04-30T12:21:23.385" v="1835" actId="255"/>
          <ac:spMkLst>
            <pc:docMk/>
            <pc:sldMk cId="3053101977" sldId="2147469924"/>
            <ac:spMk id="9" creationId="{A7A2F1A0-8642-BB51-86E2-5ABAC9228009}"/>
          </ac:spMkLst>
        </pc:spChg>
      </pc:sldChg>
      <pc:sldChg chg="modSp add del mod">
        <pc:chgData name="Punit Shah" userId="f154af9b-99b5-45c9-8630-42669ee4761f" providerId="ADAL" clId="{ADBA5680-36D7-4F21-9AEE-620A39DA1BFB}" dt="2026-04-30T13:16:51.529" v="2685" actId="47"/>
        <pc:sldMkLst>
          <pc:docMk/>
          <pc:sldMk cId="93332968" sldId="2147469925"/>
        </pc:sldMkLst>
        <pc:spChg chg="mod">
          <ac:chgData name="Punit Shah" userId="f154af9b-99b5-45c9-8630-42669ee4761f" providerId="ADAL" clId="{ADBA5680-36D7-4F21-9AEE-620A39DA1BFB}" dt="2026-04-30T12:06:27.009" v="1493" actId="207"/>
          <ac:spMkLst>
            <pc:docMk/>
            <pc:sldMk cId="93332968" sldId="2147469925"/>
            <ac:spMk id="5" creationId="{BF99669F-4EC1-D926-BCD9-CFE3344DCB41}"/>
          </ac:spMkLst>
        </pc:spChg>
        <pc:spChg chg="mod">
          <ac:chgData name="Punit Shah" userId="f154af9b-99b5-45c9-8630-42669ee4761f" providerId="ADAL" clId="{ADBA5680-36D7-4F21-9AEE-620A39DA1BFB}" dt="2026-04-30T12:22:58.621" v="1847" actId="207"/>
          <ac:spMkLst>
            <pc:docMk/>
            <pc:sldMk cId="93332968" sldId="2147469925"/>
            <ac:spMk id="8" creationId="{FE4E660E-1546-BD69-2A42-9A38C2F3030E}"/>
          </ac:spMkLst>
        </pc:spChg>
        <pc:spChg chg="mod">
          <ac:chgData name="Punit Shah" userId="f154af9b-99b5-45c9-8630-42669ee4761f" providerId="ADAL" clId="{ADBA5680-36D7-4F21-9AEE-620A39DA1BFB}" dt="2026-04-30T12:22:55.307" v="1845" actId="207"/>
          <ac:spMkLst>
            <pc:docMk/>
            <pc:sldMk cId="93332968" sldId="2147469925"/>
            <ac:spMk id="9" creationId="{0E9E82D2-6421-2D1E-42DE-A8785760E105}"/>
          </ac:spMkLst>
        </pc:spChg>
      </pc:sldChg>
      <pc:sldChg chg="addSp delSp modSp add mod modClrScheme chgLayout">
        <pc:chgData name="Punit Shah" userId="f154af9b-99b5-45c9-8630-42669ee4761f" providerId="ADAL" clId="{ADBA5680-36D7-4F21-9AEE-620A39DA1BFB}" dt="2026-04-30T13:25:24.477" v="2738"/>
        <pc:sldMkLst>
          <pc:docMk/>
          <pc:sldMk cId="3879203715" sldId="2147469926"/>
        </pc:sldMkLst>
        <pc:spChg chg="mod ord">
          <ac:chgData name="Punit Shah" userId="f154af9b-99b5-45c9-8630-42669ee4761f" providerId="ADAL" clId="{ADBA5680-36D7-4F21-9AEE-620A39DA1BFB}" dt="2026-04-30T13:25:22.776" v="2737" actId="700"/>
          <ac:spMkLst>
            <pc:docMk/>
            <pc:sldMk cId="3879203715" sldId="2147469926"/>
            <ac:spMk id="3" creationId="{D0D394A2-03B1-2C57-6CD5-FABD2DC15E46}"/>
          </ac:spMkLst>
        </pc:spChg>
        <pc:spChg chg="mod ord">
          <ac:chgData name="Punit Shah" userId="f154af9b-99b5-45c9-8630-42669ee4761f" providerId="ADAL" clId="{ADBA5680-36D7-4F21-9AEE-620A39DA1BFB}" dt="2026-04-30T13:25:22.776" v="2737" actId="700"/>
          <ac:spMkLst>
            <pc:docMk/>
            <pc:sldMk cId="3879203715" sldId="2147469926"/>
            <ac:spMk id="4" creationId="{CBFB64F8-688D-AF30-0984-51257B13ECE3}"/>
          </ac:spMkLst>
        </pc:spChg>
        <pc:spChg chg="mod ord">
          <ac:chgData name="Punit Shah" userId="f154af9b-99b5-45c9-8630-42669ee4761f" providerId="ADAL" clId="{ADBA5680-36D7-4F21-9AEE-620A39DA1BFB}" dt="2026-04-30T13:25:22.776" v="2737" actId="700"/>
          <ac:spMkLst>
            <pc:docMk/>
            <pc:sldMk cId="3879203715" sldId="2147469926"/>
            <ac:spMk id="5" creationId="{0167B1BF-CCDB-1254-4E7A-6758F54B0C06}"/>
          </ac:spMkLst>
        </pc:spChg>
        <pc:spChg chg="mod">
          <ac:chgData name="Punit Shah" userId="f154af9b-99b5-45c9-8630-42669ee4761f" providerId="ADAL" clId="{ADBA5680-36D7-4F21-9AEE-620A39DA1BFB}" dt="2026-04-23T12:16:52.470" v="296" actId="2710"/>
          <ac:spMkLst>
            <pc:docMk/>
            <pc:sldMk cId="3879203715" sldId="2147469926"/>
            <ac:spMk id="6" creationId="{C9F3B8E4-4F9D-852C-5947-BD1C70AED477}"/>
          </ac:spMkLst>
        </pc:spChg>
        <pc:spChg chg="mod">
          <ac:chgData name="Punit Shah" userId="f154af9b-99b5-45c9-8630-42669ee4761f" providerId="ADAL" clId="{ADBA5680-36D7-4F21-9AEE-620A39DA1BFB}" dt="2026-04-30T12:23:21.080" v="1852" actId="207"/>
          <ac:spMkLst>
            <pc:docMk/>
            <pc:sldMk cId="3879203715" sldId="2147469926"/>
            <ac:spMk id="8" creationId="{19D22256-4CA7-DA98-DCED-5B2641F20EAA}"/>
          </ac:spMkLst>
        </pc:spChg>
        <pc:spChg chg="mod">
          <ac:chgData name="Punit Shah" userId="f154af9b-99b5-45c9-8630-42669ee4761f" providerId="ADAL" clId="{ADBA5680-36D7-4F21-9AEE-620A39DA1BFB}" dt="2026-04-30T12:23:17.949" v="1850" actId="207"/>
          <ac:spMkLst>
            <pc:docMk/>
            <pc:sldMk cId="3879203715" sldId="2147469926"/>
            <ac:spMk id="9" creationId="{35933F06-B241-6BA2-E746-C0B190865AB6}"/>
          </ac:spMkLst>
        </pc:spChg>
        <pc:spChg chg="add mod ord">
          <ac:chgData name="Punit Shah" userId="f154af9b-99b5-45c9-8630-42669ee4761f" providerId="ADAL" clId="{ADBA5680-36D7-4F21-9AEE-620A39DA1BFB}" dt="2026-04-30T13:25:24.477" v="2738"/>
          <ac:spMkLst>
            <pc:docMk/>
            <pc:sldMk cId="3879203715" sldId="2147469926"/>
            <ac:spMk id="10" creationId="{7DA127AB-0576-F855-AD09-321107430B38}"/>
          </ac:spMkLst>
        </pc:spChg>
      </pc:sldChg>
      <pc:sldChg chg="addSp modSp add mod modClrScheme chgLayout">
        <pc:chgData name="Punit Shah" userId="f154af9b-99b5-45c9-8630-42669ee4761f" providerId="ADAL" clId="{ADBA5680-36D7-4F21-9AEE-620A39DA1BFB}" dt="2026-04-30T13:25:37.715" v="2741"/>
        <pc:sldMkLst>
          <pc:docMk/>
          <pc:sldMk cId="723394972" sldId="2147469927"/>
        </pc:sldMkLst>
        <pc:spChg chg="add mod ord">
          <ac:chgData name="Punit Shah" userId="f154af9b-99b5-45c9-8630-42669ee4761f" providerId="ADAL" clId="{ADBA5680-36D7-4F21-9AEE-620A39DA1BFB}" dt="2026-04-30T13:25:37.715" v="2741"/>
          <ac:spMkLst>
            <pc:docMk/>
            <pc:sldMk cId="723394972" sldId="2147469927"/>
            <ac:spMk id="2" creationId="{9B181A28-141C-2E4E-8AC5-13FC54311E0A}"/>
          </ac:spMkLst>
        </pc:spChg>
        <pc:spChg chg="mod ord">
          <ac:chgData name="Punit Shah" userId="f154af9b-99b5-45c9-8630-42669ee4761f" providerId="ADAL" clId="{ADBA5680-36D7-4F21-9AEE-620A39DA1BFB}" dt="2026-04-30T13:25:36.010" v="2740" actId="700"/>
          <ac:spMkLst>
            <pc:docMk/>
            <pc:sldMk cId="723394972" sldId="2147469927"/>
            <ac:spMk id="3" creationId="{2137CB41-CACF-3F82-0732-3D5B6B4DFA34}"/>
          </ac:spMkLst>
        </pc:spChg>
        <pc:spChg chg="mod ord">
          <ac:chgData name="Punit Shah" userId="f154af9b-99b5-45c9-8630-42669ee4761f" providerId="ADAL" clId="{ADBA5680-36D7-4F21-9AEE-620A39DA1BFB}" dt="2026-04-30T13:25:36.010" v="2740" actId="700"/>
          <ac:spMkLst>
            <pc:docMk/>
            <pc:sldMk cId="723394972" sldId="2147469927"/>
            <ac:spMk id="4" creationId="{CF5280FA-EE29-2AB5-1B2A-2A71262E8A9F}"/>
          </ac:spMkLst>
        </pc:spChg>
        <pc:spChg chg="mod ord">
          <ac:chgData name="Punit Shah" userId="f154af9b-99b5-45c9-8630-42669ee4761f" providerId="ADAL" clId="{ADBA5680-36D7-4F21-9AEE-620A39DA1BFB}" dt="2026-04-30T13:25:36.010" v="2740" actId="700"/>
          <ac:spMkLst>
            <pc:docMk/>
            <pc:sldMk cId="723394972" sldId="2147469927"/>
            <ac:spMk id="5" creationId="{3D96EEEC-B137-B5E4-0050-560E498665ED}"/>
          </ac:spMkLst>
        </pc:spChg>
        <pc:spChg chg="mod">
          <ac:chgData name="Punit Shah" userId="f154af9b-99b5-45c9-8630-42669ee4761f" providerId="ADAL" clId="{ADBA5680-36D7-4F21-9AEE-620A39DA1BFB}" dt="2026-04-23T12:18:29.178" v="344" actId="2711"/>
          <ac:spMkLst>
            <pc:docMk/>
            <pc:sldMk cId="723394972" sldId="2147469927"/>
            <ac:spMk id="6" creationId="{3B78F1C4-CF7F-C577-1499-223CA43B5F2F}"/>
          </ac:spMkLst>
        </pc:spChg>
        <pc:spChg chg="mod">
          <ac:chgData name="Punit Shah" userId="f154af9b-99b5-45c9-8630-42669ee4761f" providerId="ADAL" clId="{ADBA5680-36D7-4F21-9AEE-620A39DA1BFB}" dt="2026-04-30T12:23:38.334" v="1857" actId="207"/>
          <ac:spMkLst>
            <pc:docMk/>
            <pc:sldMk cId="723394972" sldId="2147469927"/>
            <ac:spMk id="8" creationId="{E44B7C11-1245-E1B8-F097-171306C6E137}"/>
          </ac:spMkLst>
        </pc:spChg>
        <pc:spChg chg="mod">
          <ac:chgData name="Punit Shah" userId="f154af9b-99b5-45c9-8630-42669ee4761f" providerId="ADAL" clId="{ADBA5680-36D7-4F21-9AEE-620A39DA1BFB}" dt="2026-04-30T12:23:34.540" v="1855" actId="207"/>
          <ac:spMkLst>
            <pc:docMk/>
            <pc:sldMk cId="723394972" sldId="2147469927"/>
            <ac:spMk id="9" creationId="{9168C5D1-66BB-7808-A007-D8A3AD5BE5DF}"/>
          </ac:spMkLst>
        </pc:spChg>
      </pc:sldChg>
      <pc:sldChg chg="addSp modSp add mod modClrScheme chgLayout">
        <pc:chgData name="Punit Shah" userId="f154af9b-99b5-45c9-8630-42669ee4761f" providerId="ADAL" clId="{ADBA5680-36D7-4F21-9AEE-620A39DA1BFB}" dt="2026-04-30T13:25:51.732" v="2744"/>
        <pc:sldMkLst>
          <pc:docMk/>
          <pc:sldMk cId="3683685560" sldId="2147469928"/>
        </pc:sldMkLst>
        <pc:spChg chg="add mod ord">
          <ac:chgData name="Punit Shah" userId="f154af9b-99b5-45c9-8630-42669ee4761f" providerId="ADAL" clId="{ADBA5680-36D7-4F21-9AEE-620A39DA1BFB}" dt="2026-04-30T13:25:51.732" v="2744"/>
          <ac:spMkLst>
            <pc:docMk/>
            <pc:sldMk cId="3683685560" sldId="2147469928"/>
            <ac:spMk id="2" creationId="{C44B26F5-B9EC-D3E7-20AB-99E4157146B2}"/>
          </ac:spMkLst>
        </pc:spChg>
        <pc:spChg chg="mod ord">
          <ac:chgData name="Punit Shah" userId="f154af9b-99b5-45c9-8630-42669ee4761f" providerId="ADAL" clId="{ADBA5680-36D7-4F21-9AEE-620A39DA1BFB}" dt="2026-04-30T13:25:49.918" v="2743" actId="700"/>
          <ac:spMkLst>
            <pc:docMk/>
            <pc:sldMk cId="3683685560" sldId="2147469928"/>
            <ac:spMk id="3" creationId="{24B7E301-E7BF-790E-E3FA-73B5A068ABF4}"/>
          </ac:spMkLst>
        </pc:spChg>
        <pc:spChg chg="mod ord">
          <ac:chgData name="Punit Shah" userId="f154af9b-99b5-45c9-8630-42669ee4761f" providerId="ADAL" clId="{ADBA5680-36D7-4F21-9AEE-620A39DA1BFB}" dt="2026-04-30T13:25:49.918" v="2743" actId="700"/>
          <ac:spMkLst>
            <pc:docMk/>
            <pc:sldMk cId="3683685560" sldId="2147469928"/>
            <ac:spMk id="4" creationId="{D567540C-5B0B-AC1F-B395-491F15B69A53}"/>
          </ac:spMkLst>
        </pc:spChg>
        <pc:spChg chg="mod ord">
          <ac:chgData name="Punit Shah" userId="f154af9b-99b5-45c9-8630-42669ee4761f" providerId="ADAL" clId="{ADBA5680-36D7-4F21-9AEE-620A39DA1BFB}" dt="2026-04-30T13:25:49.918" v="2743" actId="700"/>
          <ac:spMkLst>
            <pc:docMk/>
            <pc:sldMk cId="3683685560" sldId="2147469928"/>
            <ac:spMk id="5" creationId="{77656087-D26E-FB60-A769-FB7ED4AACC8C}"/>
          </ac:spMkLst>
        </pc:spChg>
        <pc:spChg chg="mod">
          <ac:chgData name="Punit Shah" userId="f154af9b-99b5-45c9-8630-42669ee4761f" providerId="ADAL" clId="{ADBA5680-36D7-4F21-9AEE-620A39DA1BFB}" dt="2026-04-23T12:19:38.751" v="379" actId="2710"/>
          <ac:spMkLst>
            <pc:docMk/>
            <pc:sldMk cId="3683685560" sldId="2147469928"/>
            <ac:spMk id="6" creationId="{742447DF-42CD-602A-0FCF-2707DE385895}"/>
          </ac:spMkLst>
        </pc:spChg>
        <pc:spChg chg="mod">
          <ac:chgData name="Punit Shah" userId="f154af9b-99b5-45c9-8630-42669ee4761f" providerId="ADAL" clId="{ADBA5680-36D7-4F21-9AEE-620A39DA1BFB}" dt="2026-04-30T12:24:00.104" v="1864" actId="208"/>
          <ac:spMkLst>
            <pc:docMk/>
            <pc:sldMk cId="3683685560" sldId="2147469928"/>
            <ac:spMk id="8" creationId="{8526D6A2-F1EE-61E3-7BCD-1D93CF690078}"/>
          </ac:spMkLst>
        </pc:spChg>
        <pc:spChg chg="mod">
          <ac:chgData name="Punit Shah" userId="f154af9b-99b5-45c9-8630-42669ee4761f" providerId="ADAL" clId="{ADBA5680-36D7-4F21-9AEE-620A39DA1BFB}" dt="2026-04-30T12:23:55.358" v="1862" actId="207"/>
          <ac:spMkLst>
            <pc:docMk/>
            <pc:sldMk cId="3683685560" sldId="2147469928"/>
            <ac:spMk id="9" creationId="{E43205B0-1C1A-C20A-8218-F42353C8CFFA}"/>
          </ac:spMkLst>
        </pc:spChg>
      </pc:sldChg>
      <pc:sldChg chg="addSp modSp add mod modClrScheme chgLayout">
        <pc:chgData name="Punit Shah" userId="f154af9b-99b5-45c9-8630-42669ee4761f" providerId="ADAL" clId="{ADBA5680-36D7-4F21-9AEE-620A39DA1BFB}" dt="2026-04-30T13:26:09.185" v="2747"/>
        <pc:sldMkLst>
          <pc:docMk/>
          <pc:sldMk cId="2264096630" sldId="2147469929"/>
        </pc:sldMkLst>
        <pc:spChg chg="add mod ord">
          <ac:chgData name="Punit Shah" userId="f154af9b-99b5-45c9-8630-42669ee4761f" providerId="ADAL" clId="{ADBA5680-36D7-4F21-9AEE-620A39DA1BFB}" dt="2026-04-30T13:26:09.185" v="2747"/>
          <ac:spMkLst>
            <pc:docMk/>
            <pc:sldMk cId="2264096630" sldId="2147469929"/>
            <ac:spMk id="2" creationId="{119797F3-ED0E-CFFD-02A5-D2A84970C971}"/>
          </ac:spMkLst>
        </pc:spChg>
        <pc:spChg chg="mod ord">
          <ac:chgData name="Punit Shah" userId="f154af9b-99b5-45c9-8630-42669ee4761f" providerId="ADAL" clId="{ADBA5680-36D7-4F21-9AEE-620A39DA1BFB}" dt="2026-04-30T13:26:07.661" v="2746" actId="700"/>
          <ac:spMkLst>
            <pc:docMk/>
            <pc:sldMk cId="2264096630" sldId="2147469929"/>
            <ac:spMk id="3" creationId="{793E7186-C565-610D-EE87-A5924E981703}"/>
          </ac:spMkLst>
        </pc:spChg>
        <pc:spChg chg="mod ord">
          <ac:chgData name="Punit Shah" userId="f154af9b-99b5-45c9-8630-42669ee4761f" providerId="ADAL" clId="{ADBA5680-36D7-4F21-9AEE-620A39DA1BFB}" dt="2026-04-30T13:26:07.661" v="2746" actId="700"/>
          <ac:spMkLst>
            <pc:docMk/>
            <pc:sldMk cId="2264096630" sldId="2147469929"/>
            <ac:spMk id="4" creationId="{C1EF456D-5228-A05D-5502-9D785C4AC913}"/>
          </ac:spMkLst>
        </pc:spChg>
        <pc:spChg chg="mod ord">
          <ac:chgData name="Punit Shah" userId="f154af9b-99b5-45c9-8630-42669ee4761f" providerId="ADAL" clId="{ADBA5680-36D7-4F21-9AEE-620A39DA1BFB}" dt="2026-04-30T13:26:07.661" v="2746" actId="700"/>
          <ac:spMkLst>
            <pc:docMk/>
            <pc:sldMk cId="2264096630" sldId="2147469929"/>
            <ac:spMk id="5" creationId="{7FE2AD4D-B32C-C8C6-904A-EA354BC026FE}"/>
          </ac:spMkLst>
        </pc:spChg>
        <pc:spChg chg="mod">
          <ac:chgData name="Punit Shah" userId="f154af9b-99b5-45c9-8630-42669ee4761f" providerId="ADAL" clId="{ADBA5680-36D7-4F21-9AEE-620A39DA1BFB}" dt="2026-04-23T12:20:46.784" v="414" actId="2711"/>
          <ac:spMkLst>
            <pc:docMk/>
            <pc:sldMk cId="2264096630" sldId="2147469929"/>
            <ac:spMk id="6" creationId="{D019C64A-26D9-CD81-3E42-AA7E0E114A17}"/>
          </ac:spMkLst>
        </pc:spChg>
        <pc:spChg chg="mod">
          <ac:chgData name="Punit Shah" userId="f154af9b-99b5-45c9-8630-42669ee4761f" providerId="ADAL" clId="{ADBA5680-36D7-4F21-9AEE-620A39DA1BFB}" dt="2026-04-30T12:26:28.755" v="1872" actId="207"/>
          <ac:spMkLst>
            <pc:docMk/>
            <pc:sldMk cId="2264096630" sldId="2147469929"/>
            <ac:spMk id="8" creationId="{94814E0C-9C52-1A61-57D5-567742E9F501}"/>
          </ac:spMkLst>
        </pc:spChg>
        <pc:spChg chg="mod">
          <ac:chgData name="Punit Shah" userId="f154af9b-99b5-45c9-8630-42669ee4761f" providerId="ADAL" clId="{ADBA5680-36D7-4F21-9AEE-620A39DA1BFB}" dt="2026-04-30T12:26:32.168" v="1873" actId="207"/>
          <ac:spMkLst>
            <pc:docMk/>
            <pc:sldMk cId="2264096630" sldId="2147469929"/>
            <ac:spMk id="9" creationId="{0D44578B-5C58-1CA3-7F2A-021DF4D9B8B2}"/>
          </ac:spMkLst>
        </pc:spChg>
      </pc:sldChg>
      <pc:sldChg chg="addSp modSp add mod modClrScheme chgLayout">
        <pc:chgData name="Punit Shah" userId="f154af9b-99b5-45c9-8630-42669ee4761f" providerId="ADAL" clId="{ADBA5680-36D7-4F21-9AEE-620A39DA1BFB}" dt="2026-04-30T13:26:20.888" v="2750"/>
        <pc:sldMkLst>
          <pc:docMk/>
          <pc:sldMk cId="2016046174" sldId="2147469930"/>
        </pc:sldMkLst>
        <pc:spChg chg="add mod ord">
          <ac:chgData name="Punit Shah" userId="f154af9b-99b5-45c9-8630-42669ee4761f" providerId="ADAL" clId="{ADBA5680-36D7-4F21-9AEE-620A39DA1BFB}" dt="2026-04-30T13:26:20.888" v="2750"/>
          <ac:spMkLst>
            <pc:docMk/>
            <pc:sldMk cId="2016046174" sldId="2147469930"/>
            <ac:spMk id="2" creationId="{1E23236A-00AA-DD9D-ED30-F99E5CD414B5}"/>
          </ac:spMkLst>
        </pc:spChg>
        <pc:spChg chg="mod ord">
          <ac:chgData name="Punit Shah" userId="f154af9b-99b5-45c9-8630-42669ee4761f" providerId="ADAL" clId="{ADBA5680-36D7-4F21-9AEE-620A39DA1BFB}" dt="2026-04-30T13:26:19.695" v="2749" actId="700"/>
          <ac:spMkLst>
            <pc:docMk/>
            <pc:sldMk cId="2016046174" sldId="2147469930"/>
            <ac:spMk id="3" creationId="{13B0CBC3-E085-747A-9824-67E55E8B2897}"/>
          </ac:spMkLst>
        </pc:spChg>
        <pc:spChg chg="mod ord">
          <ac:chgData name="Punit Shah" userId="f154af9b-99b5-45c9-8630-42669ee4761f" providerId="ADAL" clId="{ADBA5680-36D7-4F21-9AEE-620A39DA1BFB}" dt="2026-04-30T13:26:19.695" v="2749" actId="700"/>
          <ac:spMkLst>
            <pc:docMk/>
            <pc:sldMk cId="2016046174" sldId="2147469930"/>
            <ac:spMk id="4" creationId="{78170EE9-5A39-1613-D2C4-BCA91C588266}"/>
          </ac:spMkLst>
        </pc:spChg>
        <pc:spChg chg="mod ord">
          <ac:chgData name="Punit Shah" userId="f154af9b-99b5-45c9-8630-42669ee4761f" providerId="ADAL" clId="{ADBA5680-36D7-4F21-9AEE-620A39DA1BFB}" dt="2026-04-30T13:26:19.695" v="2749" actId="700"/>
          <ac:spMkLst>
            <pc:docMk/>
            <pc:sldMk cId="2016046174" sldId="2147469930"/>
            <ac:spMk id="5" creationId="{B906B89B-7EBD-5617-787A-9DB9309D02BC}"/>
          </ac:spMkLst>
        </pc:spChg>
        <pc:spChg chg="mod">
          <ac:chgData name="Punit Shah" userId="f154af9b-99b5-45c9-8630-42669ee4761f" providerId="ADAL" clId="{ADBA5680-36D7-4F21-9AEE-620A39DA1BFB}" dt="2026-04-23T12:22:33.340" v="445"/>
          <ac:spMkLst>
            <pc:docMk/>
            <pc:sldMk cId="2016046174" sldId="2147469930"/>
            <ac:spMk id="6" creationId="{E1129C07-B8D6-756D-014E-44902ADC97BF}"/>
          </ac:spMkLst>
        </pc:spChg>
        <pc:spChg chg="mod">
          <ac:chgData name="Punit Shah" userId="f154af9b-99b5-45c9-8630-42669ee4761f" providerId="ADAL" clId="{ADBA5680-36D7-4F21-9AEE-620A39DA1BFB}" dt="2026-04-30T12:26:54.544" v="1878" actId="207"/>
          <ac:spMkLst>
            <pc:docMk/>
            <pc:sldMk cId="2016046174" sldId="2147469930"/>
            <ac:spMk id="8" creationId="{2BA49D67-934D-0DE3-37C6-E7416C8137D1}"/>
          </ac:spMkLst>
        </pc:spChg>
        <pc:spChg chg="mod">
          <ac:chgData name="Punit Shah" userId="f154af9b-99b5-45c9-8630-42669ee4761f" providerId="ADAL" clId="{ADBA5680-36D7-4F21-9AEE-620A39DA1BFB}" dt="2026-04-30T12:26:50.724" v="1876" actId="207"/>
          <ac:spMkLst>
            <pc:docMk/>
            <pc:sldMk cId="2016046174" sldId="2147469930"/>
            <ac:spMk id="9" creationId="{BB79B5EB-66EA-BD4B-BEAA-D096AA57B952}"/>
          </ac:spMkLst>
        </pc:spChg>
      </pc:sldChg>
      <pc:sldChg chg="addSp modSp add mod modClrScheme chgLayout">
        <pc:chgData name="Punit Shah" userId="f154af9b-99b5-45c9-8630-42669ee4761f" providerId="ADAL" clId="{ADBA5680-36D7-4F21-9AEE-620A39DA1BFB}" dt="2026-04-30T13:26:32.843" v="2753"/>
        <pc:sldMkLst>
          <pc:docMk/>
          <pc:sldMk cId="3827869424" sldId="2147469931"/>
        </pc:sldMkLst>
        <pc:spChg chg="add mod ord">
          <ac:chgData name="Punit Shah" userId="f154af9b-99b5-45c9-8630-42669ee4761f" providerId="ADAL" clId="{ADBA5680-36D7-4F21-9AEE-620A39DA1BFB}" dt="2026-04-30T13:26:32.843" v="2753"/>
          <ac:spMkLst>
            <pc:docMk/>
            <pc:sldMk cId="3827869424" sldId="2147469931"/>
            <ac:spMk id="2" creationId="{00B62E5A-0873-DE1A-75FC-86C414BDD84C}"/>
          </ac:spMkLst>
        </pc:spChg>
        <pc:spChg chg="mod ord">
          <ac:chgData name="Punit Shah" userId="f154af9b-99b5-45c9-8630-42669ee4761f" providerId="ADAL" clId="{ADBA5680-36D7-4F21-9AEE-620A39DA1BFB}" dt="2026-04-30T13:26:31.636" v="2752" actId="700"/>
          <ac:spMkLst>
            <pc:docMk/>
            <pc:sldMk cId="3827869424" sldId="2147469931"/>
            <ac:spMk id="3" creationId="{BAB2AF0D-0F95-C0CF-8EDF-81ABE23A791B}"/>
          </ac:spMkLst>
        </pc:spChg>
        <pc:spChg chg="mod ord">
          <ac:chgData name="Punit Shah" userId="f154af9b-99b5-45c9-8630-42669ee4761f" providerId="ADAL" clId="{ADBA5680-36D7-4F21-9AEE-620A39DA1BFB}" dt="2026-04-30T13:26:31.636" v="2752" actId="700"/>
          <ac:spMkLst>
            <pc:docMk/>
            <pc:sldMk cId="3827869424" sldId="2147469931"/>
            <ac:spMk id="4" creationId="{0ED72E8C-DD48-B38D-331F-2249A26DA822}"/>
          </ac:spMkLst>
        </pc:spChg>
        <pc:spChg chg="mod ord">
          <ac:chgData name="Punit Shah" userId="f154af9b-99b5-45c9-8630-42669ee4761f" providerId="ADAL" clId="{ADBA5680-36D7-4F21-9AEE-620A39DA1BFB}" dt="2026-04-30T13:26:31.636" v="2752" actId="700"/>
          <ac:spMkLst>
            <pc:docMk/>
            <pc:sldMk cId="3827869424" sldId="2147469931"/>
            <ac:spMk id="5" creationId="{F4A3B1DD-3DC7-6A4C-9080-2E83E9569FE1}"/>
          </ac:spMkLst>
        </pc:spChg>
        <pc:spChg chg="mod">
          <ac:chgData name="Punit Shah" userId="f154af9b-99b5-45c9-8630-42669ee4761f" providerId="ADAL" clId="{ADBA5680-36D7-4F21-9AEE-620A39DA1BFB}" dt="2026-04-23T12:23:53.041" v="519"/>
          <ac:spMkLst>
            <pc:docMk/>
            <pc:sldMk cId="3827869424" sldId="2147469931"/>
            <ac:spMk id="6" creationId="{BD0FEFE5-BB0D-9470-A9FD-0778CE52606D}"/>
          </ac:spMkLst>
        </pc:spChg>
        <pc:spChg chg="mod">
          <ac:chgData name="Punit Shah" userId="f154af9b-99b5-45c9-8630-42669ee4761f" providerId="ADAL" clId="{ADBA5680-36D7-4F21-9AEE-620A39DA1BFB}" dt="2026-04-30T12:27:13.762" v="1885" actId="208"/>
          <ac:spMkLst>
            <pc:docMk/>
            <pc:sldMk cId="3827869424" sldId="2147469931"/>
            <ac:spMk id="8" creationId="{31A6ED56-8334-88F8-E408-E312965E68E8}"/>
          </ac:spMkLst>
        </pc:spChg>
        <pc:spChg chg="mod">
          <ac:chgData name="Punit Shah" userId="f154af9b-99b5-45c9-8630-42669ee4761f" providerId="ADAL" clId="{ADBA5680-36D7-4F21-9AEE-620A39DA1BFB}" dt="2026-04-30T12:27:10.119" v="1883" actId="207"/>
          <ac:spMkLst>
            <pc:docMk/>
            <pc:sldMk cId="3827869424" sldId="2147469931"/>
            <ac:spMk id="9" creationId="{BE03828B-7F86-BAA9-BCC8-63EC0EAAC20B}"/>
          </ac:spMkLst>
        </pc:spChg>
      </pc:sldChg>
      <pc:sldChg chg="addSp modSp add mod modClrScheme chgLayout">
        <pc:chgData name="Punit Shah" userId="f154af9b-99b5-45c9-8630-42669ee4761f" providerId="ADAL" clId="{ADBA5680-36D7-4F21-9AEE-620A39DA1BFB}" dt="2026-04-30T13:27:07.711" v="2759" actId="1076"/>
        <pc:sldMkLst>
          <pc:docMk/>
          <pc:sldMk cId="2575135633" sldId="2147469932"/>
        </pc:sldMkLst>
        <pc:spChg chg="add mod ord">
          <ac:chgData name="Punit Shah" userId="f154af9b-99b5-45c9-8630-42669ee4761f" providerId="ADAL" clId="{ADBA5680-36D7-4F21-9AEE-620A39DA1BFB}" dt="2026-04-30T13:26:43.574" v="2756"/>
          <ac:spMkLst>
            <pc:docMk/>
            <pc:sldMk cId="2575135633" sldId="2147469932"/>
            <ac:spMk id="2" creationId="{F85ED1BC-25B4-43E4-7C6E-5BE6900EC675}"/>
          </ac:spMkLst>
        </pc:spChg>
        <pc:spChg chg="mod ord">
          <ac:chgData name="Punit Shah" userId="f154af9b-99b5-45c9-8630-42669ee4761f" providerId="ADAL" clId="{ADBA5680-36D7-4F21-9AEE-620A39DA1BFB}" dt="2026-04-30T13:26:42.520" v="2755" actId="700"/>
          <ac:spMkLst>
            <pc:docMk/>
            <pc:sldMk cId="2575135633" sldId="2147469932"/>
            <ac:spMk id="3" creationId="{60230EAE-97D5-4F8B-111E-C803E94BE706}"/>
          </ac:spMkLst>
        </pc:spChg>
        <pc:spChg chg="mod ord">
          <ac:chgData name="Punit Shah" userId="f154af9b-99b5-45c9-8630-42669ee4761f" providerId="ADAL" clId="{ADBA5680-36D7-4F21-9AEE-620A39DA1BFB}" dt="2026-04-30T13:26:42.520" v="2755" actId="700"/>
          <ac:spMkLst>
            <pc:docMk/>
            <pc:sldMk cId="2575135633" sldId="2147469932"/>
            <ac:spMk id="4" creationId="{9A397F79-F918-DABA-ECC0-E07D88356243}"/>
          </ac:spMkLst>
        </pc:spChg>
        <pc:spChg chg="mod ord">
          <ac:chgData name="Punit Shah" userId="f154af9b-99b5-45c9-8630-42669ee4761f" providerId="ADAL" clId="{ADBA5680-36D7-4F21-9AEE-620A39DA1BFB}" dt="2026-04-30T13:26:42.520" v="2755" actId="700"/>
          <ac:spMkLst>
            <pc:docMk/>
            <pc:sldMk cId="2575135633" sldId="2147469932"/>
            <ac:spMk id="5" creationId="{2688ADEA-6F5C-6D24-17EE-32DF3EEE0925}"/>
          </ac:spMkLst>
        </pc:spChg>
        <pc:spChg chg="mod">
          <ac:chgData name="Punit Shah" userId="f154af9b-99b5-45c9-8630-42669ee4761f" providerId="ADAL" clId="{ADBA5680-36D7-4F21-9AEE-620A39DA1BFB}" dt="2026-04-30T13:27:07.711" v="2759" actId="1076"/>
          <ac:spMkLst>
            <pc:docMk/>
            <pc:sldMk cId="2575135633" sldId="2147469932"/>
            <ac:spMk id="6" creationId="{F20B7443-3A18-71C5-8E6E-8F63D495A81C}"/>
          </ac:spMkLst>
        </pc:spChg>
        <pc:spChg chg="mod">
          <ac:chgData name="Punit Shah" userId="f154af9b-99b5-45c9-8630-42669ee4761f" providerId="ADAL" clId="{ADBA5680-36D7-4F21-9AEE-620A39DA1BFB}" dt="2026-04-30T12:27:26.547" v="1890" actId="207"/>
          <ac:spMkLst>
            <pc:docMk/>
            <pc:sldMk cId="2575135633" sldId="2147469932"/>
            <ac:spMk id="8" creationId="{D0E98206-C6F2-B241-0622-60B7391E4D44}"/>
          </ac:spMkLst>
        </pc:spChg>
        <pc:spChg chg="mod">
          <ac:chgData name="Punit Shah" userId="f154af9b-99b5-45c9-8630-42669ee4761f" providerId="ADAL" clId="{ADBA5680-36D7-4F21-9AEE-620A39DA1BFB}" dt="2026-04-30T12:27:23.614" v="1888" actId="255"/>
          <ac:spMkLst>
            <pc:docMk/>
            <pc:sldMk cId="2575135633" sldId="2147469932"/>
            <ac:spMk id="9" creationId="{1B8903CA-AB77-4B97-1CA6-CD0257A824D8}"/>
          </ac:spMkLst>
        </pc:spChg>
      </pc:sldChg>
      <pc:sldChg chg="addSp modSp add mod modClrScheme chgLayout">
        <pc:chgData name="Punit Shah" userId="f154af9b-99b5-45c9-8630-42669ee4761f" providerId="ADAL" clId="{ADBA5680-36D7-4F21-9AEE-620A39DA1BFB}" dt="2026-04-30T13:27:20.183" v="2762"/>
        <pc:sldMkLst>
          <pc:docMk/>
          <pc:sldMk cId="2249653736" sldId="2147469933"/>
        </pc:sldMkLst>
        <pc:spChg chg="add mod ord">
          <ac:chgData name="Punit Shah" userId="f154af9b-99b5-45c9-8630-42669ee4761f" providerId="ADAL" clId="{ADBA5680-36D7-4F21-9AEE-620A39DA1BFB}" dt="2026-04-30T13:27:20.183" v="2762"/>
          <ac:spMkLst>
            <pc:docMk/>
            <pc:sldMk cId="2249653736" sldId="2147469933"/>
            <ac:spMk id="2" creationId="{BA38A1E1-FAC1-A942-6831-F096F0625B80}"/>
          </ac:spMkLst>
        </pc:spChg>
        <pc:spChg chg="mod ord">
          <ac:chgData name="Punit Shah" userId="f154af9b-99b5-45c9-8630-42669ee4761f" providerId="ADAL" clId="{ADBA5680-36D7-4F21-9AEE-620A39DA1BFB}" dt="2026-04-30T13:27:17.793" v="2761" actId="700"/>
          <ac:spMkLst>
            <pc:docMk/>
            <pc:sldMk cId="2249653736" sldId="2147469933"/>
            <ac:spMk id="3" creationId="{CC88AEDC-32F4-7678-75B0-F9B609350456}"/>
          </ac:spMkLst>
        </pc:spChg>
        <pc:spChg chg="mod ord">
          <ac:chgData name="Punit Shah" userId="f154af9b-99b5-45c9-8630-42669ee4761f" providerId="ADAL" clId="{ADBA5680-36D7-4F21-9AEE-620A39DA1BFB}" dt="2026-04-30T13:27:17.793" v="2761" actId="700"/>
          <ac:spMkLst>
            <pc:docMk/>
            <pc:sldMk cId="2249653736" sldId="2147469933"/>
            <ac:spMk id="4" creationId="{C7BAC668-166E-ABEB-B58C-410EB0FB0DAF}"/>
          </ac:spMkLst>
        </pc:spChg>
        <pc:spChg chg="mod ord">
          <ac:chgData name="Punit Shah" userId="f154af9b-99b5-45c9-8630-42669ee4761f" providerId="ADAL" clId="{ADBA5680-36D7-4F21-9AEE-620A39DA1BFB}" dt="2026-04-30T13:27:17.793" v="2761" actId="700"/>
          <ac:spMkLst>
            <pc:docMk/>
            <pc:sldMk cId="2249653736" sldId="2147469933"/>
            <ac:spMk id="5" creationId="{2710DABF-98AE-748B-C4F0-3A3AAFEF1C25}"/>
          </ac:spMkLst>
        </pc:spChg>
        <pc:spChg chg="mod">
          <ac:chgData name="Punit Shah" userId="f154af9b-99b5-45c9-8630-42669ee4761f" providerId="ADAL" clId="{ADBA5680-36D7-4F21-9AEE-620A39DA1BFB}" dt="2026-04-23T12:27:17.541" v="694"/>
          <ac:spMkLst>
            <pc:docMk/>
            <pc:sldMk cId="2249653736" sldId="2147469933"/>
            <ac:spMk id="6" creationId="{FCB1EDD0-9A3F-0E9B-493C-50E1D505500B}"/>
          </ac:spMkLst>
        </pc:spChg>
        <pc:spChg chg="mod">
          <ac:chgData name="Punit Shah" userId="f154af9b-99b5-45c9-8630-42669ee4761f" providerId="ADAL" clId="{ADBA5680-36D7-4F21-9AEE-620A39DA1BFB}" dt="2026-04-30T12:27:40.906" v="1895" actId="207"/>
          <ac:spMkLst>
            <pc:docMk/>
            <pc:sldMk cId="2249653736" sldId="2147469933"/>
            <ac:spMk id="8" creationId="{90BFB09F-200A-2882-4392-B7F0811C8E3E}"/>
          </ac:spMkLst>
        </pc:spChg>
        <pc:spChg chg="mod">
          <ac:chgData name="Punit Shah" userId="f154af9b-99b5-45c9-8630-42669ee4761f" providerId="ADAL" clId="{ADBA5680-36D7-4F21-9AEE-620A39DA1BFB}" dt="2026-04-30T12:27:38.277" v="1893" actId="207"/>
          <ac:spMkLst>
            <pc:docMk/>
            <pc:sldMk cId="2249653736" sldId="2147469933"/>
            <ac:spMk id="9" creationId="{8DD8DE22-0352-D20C-DBDB-0B46A442422E}"/>
          </ac:spMkLst>
        </pc:spChg>
      </pc:sldChg>
      <pc:sldChg chg="addSp delSp modSp add mod ord modClrScheme chgLayout">
        <pc:chgData name="Punit Shah" userId="f154af9b-99b5-45c9-8630-42669ee4761f" providerId="ADAL" clId="{ADBA5680-36D7-4F21-9AEE-620A39DA1BFB}" dt="2026-04-30T13:28:01.959" v="2790" actId="1035"/>
        <pc:sldMkLst>
          <pc:docMk/>
          <pc:sldMk cId="2370561227" sldId="2147469934"/>
        </pc:sldMkLst>
        <pc:spChg chg="mod ord">
          <ac:chgData name="Punit Shah" userId="f154af9b-99b5-45c9-8630-42669ee4761f" providerId="ADAL" clId="{ADBA5680-36D7-4F21-9AEE-620A39DA1BFB}" dt="2026-04-30T13:27:55.345" v="2777" actId="700"/>
          <ac:spMkLst>
            <pc:docMk/>
            <pc:sldMk cId="2370561227" sldId="2147469934"/>
            <ac:spMk id="3" creationId="{861FF7EF-10A3-C623-C10D-BB969C75ECCE}"/>
          </ac:spMkLst>
        </pc:spChg>
        <pc:spChg chg="mod ord">
          <ac:chgData name="Punit Shah" userId="f154af9b-99b5-45c9-8630-42669ee4761f" providerId="ADAL" clId="{ADBA5680-36D7-4F21-9AEE-620A39DA1BFB}" dt="2026-04-30T13:27:55.345" v="2777" actId="700"/>
          <ac:spMkLst>
            <pc:docMk/>
            <pc:sldMk cId="2370561227" sldId="2147469934"/>
            <ac:spMk id="4" creationId="{914C2DBB-9277-D77C-6BC9-91D271FD5833}"/>
          </ac:spMkLst>
        </pc:spChg>
        <pc:spChg chg="mod ord">
          <ac:chgData name="Punit Shah" userId="f154af9b-99b5-45c9-8630-42669ee4761f" providerId="ADAL" clId="{ADBA5680-36D7-4F21-9AEE-620A39DA1BFB}" dt="2026-04-30T13:27:55.345" v="2777" actId="700"/>
          <ac:spMkLst>
            <pc:docMk/>
            <pc:sldMk cId="2370561227" sldId="2147469934"/>
            <ac:spMk id="5" creationId="{0CEF1F61-272E-75C4-A0ED-1131A660DB70}"/>
          </ac:spMkLst>
        </pc:spChg>
        <pc:spChg chg="mod">
          <ac:chgData name="Punit Shah" userId="f154af9b-99b5-45c9-8630-42669ee4761f" providerId="ADAL" clId="{ADBA5680-36D7-4F21-9AEE-620A39DA1BFB}" dt="2026-04-23T13:14:43.657" v="1074" actId="962"/>
          <ac:spMkLst>
            <pc:docMk/>
            <pc:sldMk cId="2370561227" sldId="2147469934"/>
            <ac:spMk id="36" creationId="{D6E56BF5-B75F-012A-5600-8992E6066269}"/>
          </ac:spMkLst>
        </pc:spChg>
        <pc:spChg chg="mod">
          <ac:chgData name="Punit Shah" userId="f154af9b-99b5-45c9-8630-42669ee4761f" providerId="ADAL" clId="{ADBA5680-36D7-4F21-9AEE-620A39DA1BFB}" dt="2026-04-23T13:14:43.665" v="1075" actId="962"/>
          <ac:spMkLst>
            <pc:docMk/>
            <pc:sldMk cId="2370561227" sldId="2147469934"/>
            <ac:spMk id="37" creationId="{658E7882-59D9-5813-33B2-D3FE73E44FA8}"/>
          </ac:spMkLst>
        </pc:spChg>
        <pc:spChg chg="add mod">
          <ac:chgData name="Punit Shah" userId="f154af9b-99b5-45c9-8630-42669ee4761f" providerId="ADAL" clId="{ADBA5680-36D7-4F21-9AEE-620A39DA1BFB}" dt="2026-04-30T13:28:01.959" v="2790" actId="1035"/>
          <ac:spMkLst>
            <pc:docMk/>
            <pc:sldMk cId="2370561227" sldId="2147469934"/>
            <ac:spMk id="38" creationId="{7BFD7958-9959-A405-8E71-49F2A709223E}"/>
          </ac:spMkLst>
        </pc:spChg>
        <pc:spChg chg="mod">
          <ac:chgData name="Punit Shah" userId="f154af9b-99b5-45c9-8630-42669ee4761f" providerId="ADAL" clId="{ADBA5680-36D7-4F21-9AEE-620A39DA1BFB}" dt="2026-04-23T13:14:43.671" v="1076" actId="962"/>
          <ac:spMkLst>
            <pc:docMk/>
            <pc:sldMk cId="2370561227" sldId="2147469934"/>
            <ac:spMk id="41" creationId="{328BDB79-F980-E2A3-2AA5-64DF8C8D4E92}"/>
          </ac:spMkLst>
        </pc:spChg>
        <pc:spChg chg="mod">
          <ac:chgData name="Punit Shah" userId="f154af9b-99b5-45c9-8630-42669ee4761f" providerId="ADAL" clId="{ADBA5680-36D7-4F21-9AEE-620A39DA1BFB}" dt="2026-04-23T13:14:43.676" v="1077" actId="962"/>
          <ac:spMkLst>
            <pc:docMk/>
            <pc:sldMk cId="2370561227" sldId="2147469934"/>
            <ac:spMk id="42" creationId="{5DD519FA-37F2-A9A8-AD5E-0686ABD73039}"/>
          </ac:spMkLst>
        </pc:spChg>
        <pc:spChg chg="mod">
          <ac:chgData name="Punit Shah" userId="f154af9b-99b5-45c9-8630-42669ee4761f" providerId="ADAL" clId="{ADBA5680-36D7-4F21-9AEE-620A39DA1BFB}" dt="2026-04-23T13:14:43.684" v="1078" actId="962"/>
          <ac:spMkLst>
            <pc:docMk/>
            <pc:sldMk cId="2370561227" sldId="2147469934"/>
            <ac:spMk id="46" creationId="{451ADECB-CD92-BFB3-335D-2558079B9FA5}"/>
          </ac:spMkLst>
        </pc:spChg>
        <pc:spChg chg="mod">
          <ac:chgData name="Punit Shah" userId="f154af9b-99b5-45c9-8630-42669ee4761f" providerId="ADAL" clId="{ADBA5680-36D7-4F21-9AEE-620A39DA1BFB}" dt="2026-04-23T13:14:43.690" v="1079" actId="962"/>
          <ac:spMkLst>
            <pc:docMk/>
            <pc:sldMk cId="2370561227" sldId="2147469934"/>
            <ac:spMk id="47" creationId="{A2AE6823-D2ED-6036-FC7F-132132D8120A}"/>
          </ac:spMkLst>
        </pc:spChg>
        <pc:spChg chg="add mod">
          <ac:chgData name="Punit Shah" userId="f154af9b-99b5-45c9-8630-42669ee4761f" providerId="ADAL" clId="{ADBA5680-36D7-4F21-9AEE-620A39DA1BFB}" dt="2026-04-30T13:28:01.959" v="2790" actId="1035"/>
          <ac:spMkLst>
            <pc:docMk/>
            <pc:sldMk cId="2370561227" sldId="2147469934"/>
            <ac:spMk id="49" creationId="{B19C27CC-6328-BC39-95BF-6EAA553C8894}"/>
          </ac:spMkLst>
        </pc:spChg>
        <pc:spChg chg="add mod">
          <ac:chgData name="Punit Shah" userId="f154af9b-99b5-45c9-8630-42669ee4761f" providerId="ADAL" clId="{ADBA5680-36D7-4F21-9AEE-620A39DA1BFB}" dt="2026-04-30T13:28:01.959" v="2790" actId="1035"/>
          <ac:spMkLst>
            <pc:docMk/>
            <pc:sldMk cId="2370561227" sldId="2147469934"/>
            <ac:spMk id="51" creationId="{6FEE3CB9-E4C2-7D28-0DAC-BEF01DBE4FF9}"/>
          </ac:spMkLst>
        </pc:spChg>
        <pc:spChg chg="mod">
          <ac:chgData name="Punit Shah" userId="f154af9b-99b5-45c9-8630-42669ee4761f" providerId="ADAL" clId="{ADBA5680-36D7-4F21-9AEE-620A39DA1BFB}" dt="2026-04-23T13:14:43.702" v="1081" actId="962"/>
          <ac:spMkLst>
            <pc:docMk/>
            <pc:sldMk cId="2370561227" sldId="2147469934"/>
            <ac:spMk id="52" creationId="{AB8E36A5-BDB9-30B9-C933-98C7942413D2}"/>
          </ac:spMkLst>
        </pc:spChg>
        <pc:spChg chg="mod">
          <ac:chgData name="Punit Shah" userId="f154af9b-99b5-45c9-8630-42669ee4761f" providerId="ADAL" clId="{ADBA5680-36D7-4F21-9AEE-620A39DA1BFB}" dt="2026-04-23T13:14:43.707" v="1082" actId="962"/>
          <ac:spMkLst>
            <pc:docMk/>
            <pc:sldMk cId="2370561227" sldId="2147469934"/>
            <ac:spMk id="56" creationId="{09967217-F28B-D9C3-5CB6-9EEFAAB8AF02}"/>
          </ac:spMkLst>
        </pc:spChg>
        <pc:spChg chg="mod">
          <ac:chgData name="Punit Shah" userId="f154af9b-99b5-45c9-8630-42669ee4761f" providerId="ADAL" clId="{ADBA5680-36D7-4F21-9AEE-620A39DA1BFB}" dt="2026-04-23T13:14:43.712" v="1083" actId="962"/>
          <ac:spMkLst>
            <pc:docMk/>
            <pc:sldMk cId="2370561227" sldId="2147469934"/>
            <ac:spMk id="57" creationId="{F1270540-4DC3-A188-0ADA-66890658E4CC}"/>
          </ac:spMkLst>
        </pc:spChg>
        <pc:spChg chg="add mod">
          <ac:chgData name="Punit Shah" userId="f154af9b-99b5-45c9-8630-42669ee4761f" providerId="ADAL" clId="{ADBA5680-36D7-4F21-9AEE-620A39DA1BFB}" dt="2026-04-30T13:28:01.959" v="2790" actId="1035"/>
          <ac:spMkLst>
            <pc:docMk/>
            <pc:sldMk cId="2370561227" sldId="2147469934"/>
            <ac:spMk id="61" creationId="{B6F49E09-E178-FC64-6908-FD8A1DD6B712}"/>
          </ac:spMkLst>
        </pc:spChg>
        <pc:spChg chg="mod">
          <ac:chgData name="Punit Shah" userId="f154af9b-99b5-45c9-8630-42669ee4761f" providerId="ADAL" clId="{ADBA5680-36D7-4F21-9AEE-620A39DA1BFB}" dt="2026-04-23T13:14:43.723" v="1085" actId="962"/>
          <ac:spMkLst>
            <pc:docMk/>
            <pc:sldMk cId="2370561227" sldId="2147469934"/>
            <ac:spMk id="62" creationId="{A57090C5-D20E-9986-3A8C-391A18426A1B}"/>
          </ac:spMkLst>
        </pc:spChg>
        <pc:spChg chg="add mod">
          <ac:chgData name="Punit Shah" userId="f154af9b-99b5-45c9-8630-42669ee4761f" providerId="ADAL" clId="{ADBA5680-36D7-4F21-9AEE-620A39DA1BFB}" dt="2026-04-30T13:28:01.959" v="2790" actId="1035"/>
          <ac:spMkLst>
            <pc:docMk/>
            <pc:sldMk cId="2370561227" sldId="2147469934"/>
            <ac:spMk id="64" creationId="{73505232-1264-98AB-E374-BCADE625EEE8}"/>
          </ac:spMkLst>
        </pc:spChg>
        <pc:spChg chg="mod">
          <ac:chgData name="Punit Shah" userId="f154af9b-99b5-45c9-8630-42669ee4761f" providerId="ADAL" clId="{ADBA5680-36D7-4F21-9AEE-620A39DA1BFB}" dt="2026-04-23T12:42:19.037" v="905" actId="20577"/>
          <ac:spMkLst>
            <pc:docMk/>
            <pc:sldMk cId="2370561227" sldId="2147469934"/>
            <ac:spMk id="65" creationId="{49A94F40-E0AE-F7DA-32DD-840969FE5308}"/>
          </ac:spMkLst>
        </pc:spChg>
        <pc:spChg chg="mod">
          <ac:chgData name="Punit Shah" userId="f154af9b-99b5-45c9-8630-42669ee4761f" providerId="ADAL" clId="{ADBA5680-36D7-4F21-9AEE-620A39DA1BFB}" dt="2026-04-23T13:14:43.729" v="1086" actId="962"/>
          <ac:spMkLst>
            <pc:docMk/>
            <pc:sldMk cId="2370561227" sldId="2147469934"/>
            <ac:spMk id="66" creationId="{8ECFA3AD-0DF3-901A-D792-5DA1D030C246}"/>
          </ac:spMkLst>
        </pc:spChg>
        <pc:spChg chg="mod">
          <ac:chgData name="Punit Shah" userId="f154af9b-99b5-45c9-8630-42669ee4761f" providerId="ADAL" clId="{ADBA5680-36D7-4F21-9AEE-620A39DA1BFB}" dt="2026-04-23T13:14:43.734" v="1087" actId="962"/>
          <ac:spMkLst>
            <pc:docMk/>
            <pc:sldMk cId="2370561227" sldId="2147469934"/>
            <ac:spMk id="67" creationId="{9484D3BA-956B-4A2C-EE2F-655B86B68483}"/>
          </ac:spMkLst>
        </pc:spChg>
        <pc:spChg chg="add mod">
          <ac:chgData name="Punit Shah" userId="f154af9b-99b5-45c9-8630-42669ee4761f" providerId="ADAL" clId="{ADBA5680-36D7-4F21-9AEE-620A39DA1BFB}" dt="2026-04-30T13:28:01.959" v="2790" actId="1035"/>
          <ac:spMkLst>
            <pc:docMk/>
            <pc:sldMk cId="2370561227" sldId="2147469934"/>
            <ac:spMk id="69" creationId="{D8F151EE-6F67-F3DB-082C-5902AEB86858}"/>
          </ac:spMkLst>
        </pc:spChg>
        <pc:spChg chg="add mod">
          <ac:chgData name="Punit Shah" userId="f154af9b-99b5-45c9-8630-42669ee4761f" providerId="ADAL" clId="{ADBA5680-36D7-4F21-9AEE-620A39DA1BFB}" dt="2026-04-30T13:28:01.959" v="2790" actId="1035"/>
          <ac:spMkLst>
            <pc:docMk/>
            <pc:sldMk cId="2370561227" sldId="2147469934"/>
            <ac:spMk id="70" creationId="{EF4623AB-A299-9576-6F75-FAC1742B3207}"/>
          </ac:spMkLst>
        </pc:spChg>
        <pc:spChg chg="mod">
          <ac:chgData name="Punit Shah" userId="f154af9b-99b5-45c9-8630-42669ee4761f" providerId="ADAL" clId="{ADBA5680-36D7-4F21-9AEE-620A39DA1BFB}" dt="2026-04-23T13:14:43.739" v="1088" actId="962"/>
          <ac:spMkLst>
            <pc:docMk/>
            <pc:sldMk cId="2370561227" sldId="2147469934"/>
            <ac:spMk id="71" creationId="{186390CD-B836-857A-2CE2-6CBC8496F8FC}"/>
          </ac:spMkLst>
        </pc:spChg>
        <pc:spChg chg="mod">
          <ac:chgData name="Punit Shah" userId="f154af9b-99b5-45c9-8630-42669ee4761f" providerId="ADAL" clId="{ADBA5680-36D7-4F21-9AEE-620A39DA1BFB}" dt="2026-04-23T13:14:43.744" v="1089" actId="962"/>
          <ac:spMkLst>
            <pc:docMk/>
            <pc:sldMk cId="2370561227" sldId="2147469934"/>
            <ac:spMk id="72" creationId="{5B87943C-56FB-A3DD-0034-6DD77BBB5DBD}"/>
          </ac:spMkLst>
        </pc:spChg>
        <pc:spChg chg="add mod">
          <ac:chgData name="Punit Shah" userId="f154af9b-99b5-45c9-8630-42669ee4761f" providerId="ADAL" clId="{ADBA5680-36D7-4F21-9AEE-620A39DA1BFB}" dt="2026-04-30T13:28:01.959" v="2790" actId="1035"/>
          <ac:spMkLst>
            <pc:docMk/>
            <pc:sldMk cId="2370561227" sldId="2147469934"/>
            <ac:spMk id="74" creationId="{97488BB4-F022-0031-D3D8-153B74811B31}"/>
          </ac:spMkLst>
        </pc:spChg>
        <pc:spChg chg="add mod">
          <ac:chgData name="Punit Shah" userId="f154af9b-99b5-45c9-8630-42669ee4761f" providerId="ADAL" clId="{ADBA5680-36D7-4F21-9AEE-620A39DA1BFB}" dt="2026-04-30T13:28:01.959" v="2790" actId="1035"/>
          <ac:spMkLst>
            <pc:docMk/>
            <pc:sldMk cId="2370561227" sldId="2147469934"/>
            <ac:spMk id="75" creationId="{C7EC0A09-1B48-33FD-0184-664B715849AF}"/>
          </ac:spMkLst>
        </pc:spChg>
        <pc:spChg chg="add mod">
          <ac:chgData name="Punit Shah" userId="f154af9b-99b5-45c9-8630-42669ee4761f" providerId="ADAL" clId="{ADBA5680-36D7-4F21-9AEE-620A39DA1BFB}" dt="2026-04-30T13:28:01.959" v="2790" actId="1035"/>
          <ac:spMkLst>
            <pc:docMk/>
            <pc:sldMk cId="2370561227" sldId="2147469934"/>
            <ac:spMk id="76" creationId="{396F5877-78E9-0665-AF36-77D98625F92A}"/>
          </ac:spMkLst>
        </pc:spChg>
        <pc:spChg chg="mod">
          <ac:chgData name="Punit Shah" userId="f154af9b-99b5-45c9-8630-42669ee4761f" providerId="ADAL" clId="{ADBA5680-36D7-4F21-9AEE-620A39DA1BFB}" dt="2026-04-23T13:14:43.752" v="1091" actId="962"/>
          <ac:spMkLst>
            <pc:docMk/>
            <pc:sldMk cId="2370561227" sldId="2147469934"/>
            <ac:spMk id="77" creationId="{A3BD95A9-3B2E-8432-2FB6-B86378E7BE4E}"/>
          </ac:spMkLst>
        </pc:spChg>
        <pc:spChg chg="add mod ord">
          <ac:chgData name="Punit Shah" userId="f154af9b-99b5-45c9-8630-42669ee4761f" providerId="ADAL" clId="{ADBA5680-36D7-4F21-9AEE-620A39DA1BFB}" dt="2026-04-30T13:27:55.345" v="2777" actId="700"/>
          <ac:spMkLst>
            <pc:docMk/>
            <pc:sldMk cId="2370561227" sldId="2147469934"/>
            <ac:spMk id="81" creationId="{7E8234B5-ED0E-B093-7855-16982F335558}"/>
          </ac:spMkLst>
        </pc:spChg>
      </pc:sldChg>
      <pc:sldChg chg="addSp delSp modSp add mod modClrScheme chgLayout">
        <pc:chgData name="Punit Shah" userId="f154af9b-99b5-45c9-8630-42669ee4761f" providerId="ADAL" clId="{ADBA5680-36D7-4F21-9AEE-620A39DA1BFB}" dt="2026-04-30T13:27:31.298" v="2765"/>
        <pc:sldMkLst>
          <pc:docMk/>
          <pc:sldMk cId="772839228" sldId="2147469936"/>
        </pc:sldMkLst>
        <pc:spChg chg="mod ord">
          <ac:chgData name="Punit Shah" userId="f154af9b-99b5-45c9-8630-42669ee4761f" providerId="ADAL" clId="{ADBA5680-36D7-4F21-9AEE-620A39DA1BFB}" dt="2026-04-30T13:27:30.179" v="2764" actId="700"/>
          <ac:spMkLst>
            <pc:docMk/>
            <pc:sldMk cId="772839228" sldId="2147469936"/>
            <ac:spMk id="3" creationId="{0DE8DF66-1137-5DEB-5194-9F30C5CF6463}"/>
          </ac:spMkLst>
        </pc:spChg>
        <pc:spChg chg="mod ord">
          <ac:chgData name="Punit Shah" userId="f154af9b-99b5-45c9-8630-42669ee4761f" providerId="ADAL" clId="{ADBA5680-36D7-4F21-9AEE-620A39DA1BFB}" dt="2026-04-30T13:27:30.179" v="2764" actId="700"/>
          <ac:spMkLst>
            <pc:docMk/>
            <pc:sldMk cId="772839228" sldId="2147469936"/>
            <ac:spMk id="4" creationId="{8F3B7013-2FDE-EB12-F22F-3B991FA26F5B}"/>
          </ac:spMkLst>
        </pc:spChg>
        <pc:spChg chg="mod ord">
          <ac:chgData name="Punit Shah" userId="f154af9b-99b5-45c9-8630-42669ee4761f" providerId="ADAL" clId="{ADBA5680-36D7-4F21-9AEE-620A39DA1BFB}" dt="2026-04-30T13:27:30.179" v="2764" actId="700"/>
          <ac:spMkLst>
            <pc:docMk/>
            <pc:sldMk cId="772839228" sldId="2147469936"/>
            <ac:spMk id="5" creationId="{7779405E-DAE7-CD5E-F59A-7FD2A125F795}"/>
          </ac:spMkLst>
        </pc:spChg>
        <pc:spChg chg="add del mod">
          <ac:chgData name="Punit Shah" userId="f154af9b-99b5-45c9-8630-42669ee4761f" providerId="ADAL" clId="{ADBA5680-36D7-4F21-9AEE-620A39DA1BFB}" dt="2026-04-30T12:27:56.729" v="1900" actId="207"/>
          <ac:spMkLst>
            <pc:docMk/>
            <pc:sldMk cId="772839228" sldId="2147469936"/>
            <ac:spMk id="8" creationId="{CC7B973F-984E-2541-5E91-73C1A0B15374}"/>
          </ac:spMkLst>
        </pc:spChg>
        <pc:spChg chg="add del mod">
          <ac:chgData name="Punit Shah" userId="f154af9b-99b5-45c9-8630-42669ee4761f" providerId="ADAL" clId="{ADBA5680-36D7-4F21-9AEE-620A39DA1BFB}" dt="2026-04-30T12:27:53.472" v="1898" actId="207"/>
          <ac:spMkLst>
            <pc:docMk/>
            <pc:sldMk cId="772839228" sldId="2147469936"/>
            <ac:spMk id="9" creationId="{5FD03A1A-70AE-3A6F-7723-A913135CC12B}"/>
          </ac:spMkLst>
        </pc:spChg>
        <pc:spChg chg="add mod ord">
          <ac:chgData name="Punit Shah" userId="f154af9b-99b5-45c9-8630-42669ee4761f" providerId="ADAL" clId="{ADBA5680-36D7-4F21-9AEE-620A39DA1BFB}" dt="2026-04-30T13:27:31.298" v="2765"/>
          <ac:spMkLst>
            <pc:docMk/>
            <pc:sldMk cId="772839228" sldId="2147469936"/>
            <ac:spMk id="53" creationId="{9978F368-BA40-C58B-F7B4-9788264EA3B9}"/>
          </ac:spMkLst>
        </pc:spChg>
      </pc:sldChg>
      <pc:sldChg chg="addSp delSp modSp add del mod modClrScheme chgLayout">
        <pc:chgData name="Punit Shah" userId="f154af9b-99b5-45c9-8630-42669ee4761f" providerId="ADAL" clId="{ADBA5680-36D7-4F21-9AEE-620A39DA1BFB}" dt="2026-04-30T13:27:48.399" v="2776" actId="1036"/>
        <pc:sldMkLst>
          <pc:docMk/>
          <pc:sldMk cId="2930568864" sldId="2147469937"/>
        </pc:sldMkLst>
        <pc:spChg chg="mod">
          <ac:chgData name="Punit Shah" userId="f154af9b-99b5-45c9-8630-42669ee4761f" providerId="ADAL" clId="{ADBA5680-36D7-4F21-9AEE-620A39DA1BFB}" dt="2026-04-23T13:14:43.549" v="1060" actId="962"/>
          <ac:spMkLst>
            <pc:docMk/>
            <pc:sldMk cId="2930568864" sldId="2147469937"/>
            <ac:spMk id="2" creationId="{6C27D516-6BDC-0772-41BD-24E231358697}"/>
          </ac:spMkLst>
        </pc:spChg>
        <pc:spChg chg="mod ord">
          <ac:chgData name="Punit Shah" userId="f154af9b-99b5-45c9-8630-42669ee4761f" providerId="ADAL" clId="{ADBA5680-36D7-4F21-9AEE-620A39DA1BFB}" dt="2026-04-30T13:27:37.769" v="2766" actId="700"/>
          <ac:spMkLst>
            <pc:docMk/>
            <pc:sldMk cId="2930568864" sldId="2147469937"/>
            <ac:spMk id="3" creationId="{CAFE5622-E901-931C-1525-7789D0668F8D}"/>
          </ac:spMkLst>
        </pc:spChg>
        <pc:spChg chg="mod ord">
          <ac:chgData name="Punit Shah" userId="f154af9b-99b5-45c9-8630-42669ee4761f" providerId="ADAL" clId="{ADBA5680-36D7-4F21-9AEE-620A39DA1BFB}" dt="2026-04-30T13:27:37.769" v="2766" actId="700"/>
          <ac:spMkLst>
            <pc:docMk/>
            <pc:sldMk cId="2930568864" sldId="2147469937"/>
            <ac:spMk id="4" creationId="{EE220A98-0FD9-7E1B-D8B6-5C0BEFBCD16F}"/>
          </ac:spMkLst>
        </pc:spChg>
        <pc:spChg chg="mod ord">
          <ac:chgData name="Punit Shah" userId="f154af9b-99b5-45c9-8630-42669ee4761f" providerId="ADAL" clId="{ADBA5680-36D7-4F21-9AEE-620A39DA1BFB}" dt="2026-04-30T13:27:37.769" v="2766" actId="700"/>
          <ac:spMkLst>
            <pc:docMk/>
            <pc:sldMk cId="2930568864" sldId="2147469937"/>
            <ac:spMk id="5" creationId="{4B7F0B87-D449-C253-3612-CCFCA6501079}"/>
          </ac:spMkLst>
        </pc:spChg>
        <pc:spChg chg="mod">
          <ac:chgData name="Punit Shah" userId="f154af9b-99b5-45c9-8630-42669ee4761f" providerId="ADAL" clId="{ADBA5680-36D7-4F21-9AEE-620A39DA1BFB}" dt="2026-04-23T13:14:43.543" v="1059" actId="962"/>
          <ac:spMkLst>
            <pc:docMk/>
            <pc:sldMk cId="2930568864" sldId="2147469937"/>
            <ac:spMk id="6" creationId="{AFA90967-720B-3839-DBC7-57EA67B6EEFC}"/>
          </ac:spMkLst>
        </pc:spChg>
        <pc:spChg chg="mod">
          <ac:chgData name="Punit Shah" userId="f154af9b-99b5-45c9-8630-42669ee4761f" providerId="ADAL" clId="{ADBA5680-36D7-4F21-9AEE-620A39DA1BFB}" dt="2026-04-23T13:14:43.554" v="1061" actId="962"/>
          <ac:spMkLst>
            <pc:docMk/>
            <pc:sldMk cId="2930568864" sldId="2147469937"/>
            <ac:spMk id="7" creationId="{FF7739ED-D30D-FD45-96B3-2362D11B20A7}"/>
          </ac:spMkLst>
        </pc:spChg>
        <pc:spChg chg="add del mod ord">
          <ac:chgData name="Punit Shah" userId="f154af9b-99b5-45c9-8630-42669ee4761f" providerId="ADAL" clId="{ADBA5680-36D7-4F21-9AEE-620A39DA1BFB}" dt="2026-04-30T13:27:43.738" v="2767" actId="478"/>
          <ac:spMkLst>
            <pc:docMk/>
            <pc:sldMk cId="2930568864" sldId="2147469937"/>
            <ac:spMk id="8" creationId="{27D1D58C-6195-8CB5-CBE1-6C3EEECEEB58}"/>
          </ac:spMkLst>
        </pc:spChg>
        <pc:spChg chg="mod">
          <ac:chgData name="Punit Shah" userId="f154af9b-99b5-45c9-8630-42669ee4761f" providerId="ADAL" clId="{ADBA5680-36D7-4F21-9AEE-620A39DA1BFB}" dt="2026-04-30T13:27:48.399" v="2776" actId="1036"/>
          <ac:spMkLst>
            <pc:docMk/>
            <pc:sldMk cId="2930568864" sldId="2147469937"/>
            <ac:spMk id="10" creationId="{82638021-5266-24E8-5B55-09EDA98181C1}"/>
          </ac:spMkLst>
        </pc:spChg>
        <pc:spChg chg="mod">
          <ac:chgData name="Punit Shah" userId="f154af9b-99b5-45c9-8630-42669ee4761f" providerId="ADAL" clId="{ADBA5680-36D7-4F21-9AEE-620A39DA1BFB}" dt="2026-04-30T13:27:48.399" v="2776" actId="1036"/>
          <ac:spMkLst>
            <pc:docMk/>
            <pc:sldMk cId="2930568864" sldId="2147469937"/>
            <ac:spMk id="12" creationId="{9F3046EC-FB92-CA81-AF33-5E67378F7DB1}"/>
          </ac:spMkLst>
        </pc:spChg>
        <pc:spChg chg="mod">
          <ac:chgData name="Punit Shah" userId="f154af9b-99b5-45c9-8630-42669ee4761f" providerId="ADAL" clId="{ADBA5680-36D7-4F21-9AEE-620A39DA1BFB}" dt="2026-04-23T13:14:43.567" v="1063" actId="962"/>
          <ac:spMkLst>
            <pc:docMk/>
            <pc:sldMk cId="2930568864" sldId="2147469937"/>
            <ac:spMk id="13" creationId="{40E8538E-8D75-562B-D7B5-F650E57CDD93}"/>
          </ac:spMkLst>
        </pc:spChg>
        <pc:spChg chg="mod">
          <ac:chgData name="Punit Shah" userId="f154af9b-99b5-45c9-8630-42669ee4761f" providerId="ADAL" clId="{ADBA5680-36D7-4F21-9AEE-620A39DA1BFB}" dt="2026-04-30T13:27:48.399" v="2776" actId="1036"/>
          <ac:spMkLst>
            <pc:docMk/>
            <pc:sldMk cId="2930568864" sldId="2147469937"/>
            <ac:spMk id="16" creationId="{3C464C02-E298-DD74-62CD-BE34300B7998}"/>
          </ac:spMkLst>
        </pc:spChg>
        <pc:spChg chg="mod">
          <ac:chgData name="Punit Shah" userId="f154af9b-99b5-45c9-8630-42669ee4761f" providerId="ADAL" clId="{ADBA5680-36D7-4F21-9AEE-620A39DA1BFB}" dt="2026-04-23T13:14:43.580" v="1065" actId="962"/>
          <ac:spMkLst>
            <pc:docMk/>
            <pc:sldMk cId="2930568864" sldId="2147469937"/>
            <ac:spMk id="17" creationId="{1563AB08-6775-D012-B9FC-75D0687BA6A8}"/>
          </ac:spMkLst>
        </pc:spChg>
        <pc:spChg chg="mod">
          <ac:chgData name="Punit Shah" userId="f154af9b-99b5-45c9-8630-42669ee4761f" providerId="ADAL" clId="{ADBA5680-36D7-4F21-9AEE-620A39DA1BFB}" dt="2026-04-30T13:27:48.399" v="2776" actId="1036"/>
          <ac:spMkLst>
            <pc:docMk/>
            <pc:sldMk cId="2930568864" sldId="2147469937"/>
            <ac:spMk id="18" creationId="{D308E468-A470-9F00-7FE6-70175F2CB5CD}"/>
          </ac:spMkLst>
        </pc:spChg>
        <pc:spChg chg="mod">
          <ac:chgData name="Punit Shah" userId="f154af9b-99b5-45c9-8630-42669ee4761f" providerId="ADAL" clId="{ADBA5680-36D7-4F21-9AEE-620A39DA1BFB}" dt="2026-04-30T13:27:48.399" v="2776" actId="1036"/>
          <ac:spMkLst>
            <pc:docMk/>
            <pc:sldMk cId="2930568864" sldId="2147469937"/>
            <ac:spMk id="19" creationId="{EEC14AB9-478A-A5C9-B58F-AA89F978D2F9}"/>
          </ac:spMkLst>
        </pc:spChg>
        <pc:spChg chg="mod">
          <ac:chgData name="Punit Shah" userId="f154af9b-99b5-45c9-8630-42669ee4761f" providerId="ADAL" clId="{ADBA5680-36D7-4F21-9AEE-620A39DA1BFB}" dt="2026-04-30T13:27:48.399" v="2776" actId="1036"/>
          <ac:spMkLst>
            <pc:docMk/>
            <pc:sldMk cId="2930568864" sldId="2147469937"/>
            <ac:spMk id="20" creationId="{BA692E32-FFAC-B003-2987-AAA6FF1F3784}"/>
          </ac:spMkLst>
        </pc:spChg>
        <pc:spChg chg="mod">
          <ac:chgData name="Punit Shah" userId="f154af9b-99b5-45c9-8630-42669ee4761f" providerId="ADAL" clId="{ADBA5680-36D7-4F21-9AEE-620A39DA1BFB}" dt="2026-04-23T13:14:43.591" v="1067" actId="962"/>
          <ac:spMkLst>
            <pc:docMk/>
            <pc:sldMk cId="2930568864" sldId="2147469937"/>
            <ac:spMk id="21" creationId="{997057CD-7C9D-DD53-5FEA-CCA7A9A994ED}"/>
          </ac:spMkLst>
        </pc:spChg>
        <pc:spChg chg="mod">
          <ac:chgData name="Punit Shah" userId="f154af9b-99b5-45c9-8630-42669ee4761f" providerId="ADAL" clId="{ADBA5680-36D7-4F21-9AEE-620A39DA1BFB}" dt="2026-04-30T13:27:48.399" v="2776" actId="1036"/>
          <ac:spMkLst>
            <pc:docMk/>
            <pc:sldMk cId="2930568864" sldId="2147469937"/>
            <ac:spMk id="23" creationId="{D719515C-6147-6F64-771D-B75A254F0AB5}"/>
          </ac:spMkLst>
        </pc:spChg>
        <pc:spChg chg="mod">
          <ac:chgData name="Punit Shah" userId="f154af9b-99b5-45c9-8630-42669ee4761f" providerId="ADAL" clId="{ADBA5680-36D7-4F21-9AEE-620A39DA1BFB}" dt="2026-04-23T13:14:43.600" v="1068" actId="962"/>
          <ac:spMkLst>
            <pc:docMk/>
            <pc:sldMk cId="2930568864" sldId="2147469937"/>
            <ac:spMk id="24" creationId="{F1BF1DB7-7659-1A5E-1E6A-7CE310E15C42}"/>
          </ac:spMkLst>
        </pc:spChg>
        <pc:spChg chg="mod">
          <ac:chgData name="Punit Shah" userId="f154af9b-99b5-45c9-8630-42669ee4761f" providerId="ADAL" clId="{ADBA5680-36D7-4F21-9AEE-620A39DA1BFB}" dt="2026-04-23T13:14:43.606" v="1069" actId="962"/>
          <ac:spMkLst>
            <pc:docMk/>
            <pc:sldMk cId="2930568864" sldId="2147469937"/>
            <ac:spMk id="25" creationId="{E7F4CAE1-38F3-67CE-BFF6-64FB5A1FDA37}"/>
          </ac:spMkLst>
        </pc:spChg>
        <pc:spChg chg="mod">
          <ac:chgData name="Punit Shah" userId="f154af9b-99b5-45c9-8630-42669ee4761f" providerId="ADAL" clId="{ADBA5680-36D7-4F21-9AEE-620A39DA1BFB}" dt="2026-04-30T13:27:48.399" v="2776" actId="1036"/>
          <ac:spMkLst>
            <pc:docMk/>
            <pc:sldMk cId="2930568864" sldId="2147469937"/>
            <ac:spMk id="26" creationId="{E3F47706-EB56-C053-F73C-A84B7CCB4E4B}"/>
          </ac:spMkLst>
        </pc:spChg>
        <pc:spChg chg="mod">
          <ac:chgData name="Punit Shah" userId="f154af9b-99b5-45c9-8630-42669ee4761f" providerId="ADAL" clId="{ADBA5680-36D7-4F21-9AEE-620A39DA1BFB}" dt="2026-04-30T13:27:48.399" v="2776" actId="1036"/>
          <ac:spMkLst>
            <pc:docMk/>
            <pc:sldMk cId="2930568864" sldId="2147469937"/>
            <ac:spMk id="28" creationId="{8C4B2EC7-0BA0-CFF9-97CA-CE44CC913A5F}"/>
          </ac:spMkLst>
        </pc:spChg>
        <pc:spChg chg="mod">
          <ac:chgData name="Punit Shah" userId="f154af9b-99b5-45c9-8630-42669ee4761f" providerId="ADAL" clId="{ADBA5680-36D7-4F21-9AEE-620A39DA1BFB}" dt="2026-04-23T13:14:43.620" v="1071" actId="962"/>
          <ac:spMkLst>
            <pc:docMk/>
            <pc:sldMk cId="2930568864" sldId="2147469937"/>
            <ac:spMk id="29" creationId="{A4767C8A-74FD-BC9E-AE23-DA0911630D2E}"/>
          </ac:spMkLst>
        </pc:spChg>
        <pc:spChg chg="mod">
          <ac:chgData name="Punit Shah" userId="f154af9b-99b5-45c9-8630-42669ee4761f" providerId="ADAL" clId="{ADBA5680-36D7-4F21-9AEE-620A39DA1BFB}" dt="2026-04-30T13:27:48.399" v="2776" actId="1036"/>
          <ac:spMkLst>
            <pc:docMk/>
            <pc:sldMk cId="2930568864" sldId="2147469937"/>
            <ac:spMk id="30" creationId="{AECB773D-BBFF-748A-2940-D094A275C6FD}"/>
          </ac:spMkLst>
        </pc:spChg>
        <pc:spChg chg="mod">
          <ac:chgData name="Punit Shah" userId="f154af9b-99b5-45c9-8630-42669ee4761f" providerId="ADAL" clId="{ADBA5680-36D7-4F21-9AEE-620A39DA1BFB}" dt="2026-04-23T13:14:43.627" v="1072" actId="962"/>
          <ac:spMkLst>
            <pc:docMk/>
            <pc:sldMk cId="2930568864" sldId="2147469937"/>
            <ac:spMk id="32" creationId="{C12BFB35-7A1A-B208-EB23-C162A367C071}"/>
          </ac:spMkLst>
        </pc:spChg>
        <pc:spChg chg="mod">
          <ac:chgData name="Punit Shah" userId="f154af9b-99b5-45c9-8630-42669ee4761f" providerId="ADAL" clId="{ADBA5680-36D7-4F21-9AEE-620A39DA1BFB}" dt="2026-04-23T13:14:43.633" v="1073" actId="962"/>
          <ac:spMkLst>
            <pc:docMk/>
            <pc:sldMk cId="2930568864" sldId="2147469937"/>
            <ac:spMk id="33" creationId="{66FD1019-0742-2DBE-E2EF-AA589921FF97}"/>
          </ac:spMkLst>
        </pc:spChg>
      </pc:sldChg>
      <pc:sldChg chg="addSp delSp modSp new mod modClrScheme chgLayout">
        <pc:chgData name="Punit Shah" userId="f154af9b-99b5-45c9-8630-42669ee4761f" providerId="ADAL" clId="{ADBA5680-36D7-4F21-9AEE-620A39DA1BFB}" dt="2026-04-30T13:21:27.801" v="2710" actId="700"/>
        <pc:sldMkLst>
          <pc:docMk/>
          <pc:sldMk cId="700029703" sldId="2147469938"/>
        </pc:sldMkLst>
        <pc:spChg chg="mod ord">
          <ac:chgData name="Punit Shah" userId="f154af9b-99b5-45c9-8630-42669ee4761f" providerId="ADAL" clId="{ADBA5680-36D7-4F21-9AEE-620A39DA1BFB}" dt="2026-04-30T13:21:27.801" v="2710" actId="700"/>
          <ac:spMkLst>
            <pc:docMk/>
            <pc:sldMk cId="700029703" sldId="2147469938"/>
            <ac:spMk id="3" creationId="{93332633-DB40-17A5-3E38-7947C8D731FA}"/>
          </ac:spMkLst>
        </pc:spChg>
        <pc:spChg chg="mod ord">
          <ac:chgData name="Punit Shah" userId="f154af9b-99b5-45c9-8630-42669ee4761f" providerId="ADAL" clId="{ADBA5680-36D7-4F21-9AEE-620A39DA1BFB}" dt="2026-04-30T13:21:27.801" v="2710" actId="700"/>
          <ac:spMkLst>
            <pc:docMk/>
            <pc:sldMk cId="700029703" sldId="2147469938"/>
            <ac:spMk id="4" creationId="{D9B5D7B8-A98A-7728-F408-27037478D5B3}"/>
          </ac:spMkLst>
        </pc:spChg>
        <pc:spChg chg="add mod ord">
          <ac:chgData name="Punit Shah" userId="f154af9b-99b5-45c9-8630-42669ee4761f" providerId="ADAL" clId="{ADBA5680-36D7-4F21-9AEE-620A39DA1BFB}" dt="2026-04-30T13:21:27.801" v="2710" actId="700"/>
          <ac:spMkLst>
            <pc:docMk/>
            <pc:sldMk cId="700029703" sldId="2147469938"/>
            <ac:spMk id="5" creationId="{02EAB179-8DF3-5EAB-F384-BA86F2108B31}"/>
          </ac:spMkLst>
        </pc:spChg>
        <pc:spChg chg="mod">
          <ac:chgData name="Punit Shah" userId="f154af9b-99b5-45c9-8630-42669ee4761f" providerId="ADAL" clId="{ADBA5680-36D7-4F21-9AEE-620A39DA1BFB}" dt="2026-04-23T13:14:43.269" v="1034" actId="962"/>
          <ac:spMkLst>
            <pc:docMk/>
            <pc:sldMk cId="700029703" sldId="2147469938"/>
            <ac:spMk id="6" creationId="{0B669F4A-5F51-8DBE-D426-E89D9C8F9393}"/>
          </ac:spMkLst>
        </pc:spChg>
        <pc:spChg chg="mod">
          <ac:chgData name="Punit Shah" userId="f154af9b-99b5-45c9-8630-42669ee4761f" providerId="ADAL" clId="{ADBA5680-36D7-4F21-9AEE-620A39DA1BFB}" dt="2026-04-23T13:14:43.278" v="1035" actId="962"/>
          <ac:spMkLst>
            <pc:docMk/>
            <pc:sldMk cId="700029703" sldId="2147469938"/>
            <ac:spMk id="7" creationId="{FE147250-9E2B-4EDB-A3CB-FEE696DB9B35}"/>
          </ac:spMkLst>
        </pc:spChg>
        <pc:spChg chg="add mod">
          <ac:chgData name="Punit Shah" userId="f154af9b-99b5-45c9-8630-42669ee4761f" providerId="ADAL" clId="{ADBA5680-36D7-4F21-9AEE-620A39DA1BFB}" dt="2026-04-23T12:55:12.541" v="1021" actId="255"/>
          <ac:spMkLst>
            <pc:docMk/>
            <pc:sldMk cId="700029703" sldId="2147469938"/>
            <ac:spMk id="10" creationId="{1CAFA799-E582-D35C-FAA2-B0F0489B41BE}"/>
          </ac:spMkLst>
        </pc:spChg>
        <pc:spChg chg="add mod">
          <ac:chgData name="Punit Shah" userId="f154af9b-99b5-45c9-8630-42669ee4761f" providerId="ADAL" clId="{ADBA5680-36D7-4F21-9AEE-620A39DA1BFB}" dt="2026-04-23T13:14:43.284" v="1036" actId="962"/>
          <ac:spMkLst>
            <pc:docMk/>
            <pc:sldMk cId="700029703" sldId="2147469938"/>
            <ac:spMk id="11" creationId="{B6A41778-1F32-172F-A04A-F662A62929E5}"/>
          </ac:spMkLst>
        </pc:spChg>
        <pc:spChg chg="add mod">
          <ac:chgData name="Punit Shah" userId="f154af9b-99b5-45c9-8630-42669ee4761f" providerId="ADAL" clId="{ADBA5680-36D7-4F21-9AEE-620A39DA1BFB}" dt="2026-04-23T13:14:43.292" v="1037" actId="962"/>
          <ac:spMkLst>
            <pc:docMk/>
            <pc:sldMk cId="700029703" sldId="2147469938"/>
            <ac:spMk id="12" creationId="{C474C4E4-7F76-5267-58FE-4965C5754172}"/>
          </ac:spMkLst>
        </pc:spChg>
        <pc:spChg chg="mod">
          <ac:chgData name="Punit Shah" userId="f154af9b-99b5-45c9-8630-42669ee4761f" providerId="ADAL" clId="{ADBA5680-36D7-4F21-9AEE-620A39DA1BFB}" dt="2026-04-23T13:14:43.297" v="1038" actId="962"/>
          <ac:spMkLst>
            <pc:docMk/>
            <pc:sldMk cId="700029703" sldId="2147469938"/>
            <ac:spMk id="16" creationId="{A5070DD7-862D-97D6-B11C-E2EDF2DE1A57}"/>
          </ac:spMkLst>
        </pc:spChg>
        <pc:spChg chg="add mod">
          <ac:chgData name="Punit Shah" userId="f154af9b-99b5-45c9-8630-42669ee4761f" providerId="ADAL" clId="{ADBA5680-36D7-4F21-9AEE-620A39DA1BFB}" dt="2026-04-23T13:14:43.304" v="1039" actId="962"/>
          <ac:spMkLst>
            <pc:docMk/>
            <pc:sldMk cId="700029703" sldId="2147469938"/>
            <ac:spMk id="17" creationId="{298F2EC7-0E1D-ED19-CF99-C0B0320CBFCC}"/>
          </ac:spMkLst>
        </pc:spChg>
        <pc:spChg chg="add mod">
          <ac:chgData name="Punit Shah" userId="f154af9b-99b5-45c9-8630-42669ee4761f" providerId="ADAL" clId="{ADBA5680-36D7-4F21-9AEE-620A39DA1BFB}" dt="2026-04-23T12:55:12.541" v="1021" actId="255"/>
          <ac:spMkLst>
            <pc:docMk/>
            <pc:sldMk cId="700029703" sldId="2147469938"/>
            <ac:spMk id="18" creationId="{B0AED03D-1DEA-D852-A841-508C0392D006}"/>
          </ac:spMkLst>
        </pc:spChg>
        <pc:spChg chg="add mod">
          <ac:chgData name="Punit Shah" userId="f154af9b-99b5-45c9-8630-42669ee4761f" providerId="ADAL" clId="{ADBA5680-36D7-4F21-9AEE-620A39DA1BFB}" dt="2026-04-23T12:55:12.541" v="1021" actId="255"/>
          <ac:spMkLst>
            <pc:docMk/>
            <pc:sldMk cId="700029703" sldId="2147469938"/>
            <ac:spMk id="20" creationId="{AA2F2B85-326C-7835-02B5-4FD00FADB15A}"/>
          </ac:spMkLst>
        </pc:spChg>
        <pc:spChg chg="mod">
          <ac:chgData name="Punit Shah" userId="f154af9b-99b5-45c9-8630-42669ee4761f" providerId="ADAL" clId="{ADBA5680-36D7-4F21-9AEE-620A39DA1BFB}" dt="2026-04-23T13:14:43.311" v="1040" actId="962"/>
          <ac:spMkLst>
            <pc:docMk/>
            <pc:sldMk cId="700029703" sldId="2147469938"/>
            <ac:spMk id="21" creationId="{46C2D9B9-2BC6-4C6D-FF21-40885743ACF3}"/>
          </ac:spMkLst>
        </pc:spChg>
        <pc:spChg chg="add mod">
          <ac:chgData name="Punit Shah" userId="f154af9b-99b5-45c9-8630-42669ee4761f" providerId="ADAL" clId="{ADBA5680-36D7-4F21-9AEE-620A39DA1BFB}" dt="2026-04-23T13:14:43.316" v="1041" actId="962"/>
          <ac:spMkLst>
            <pc:docMk/>
            <pc:sldMk cId="700029703" sldId="2147469938"/>
            <ac:spMk id="22" creationId="{64912D52-2F93-B3E3-1C55-7039616A72B2}"/>
          </ac:spMkLst>
        </pc:spChg>
        <pc:spChg chg="mod">
          <ac:chgData name="Punit Shah" userId="f154af9b-99b5-45c9-8630-42669ee4761f" providerId="ADAL" clId="{ADBA5680-36D7-4F21-9AEE-620A39DA1BFB}" dt="2026-04-23T12:54:25.714" v="1004" actId="6549"/>
          <ac:spMkLst>
            <pc:docMk/>
            <pc:sldMk cId="700029703" sldId="2147469938"/>
            <ac:spMk id="25" creationId="{BF25416E-6169-4805-8818-D83BF49A1CAE}"/>
          </ac:spMkLst>
        </pc:spChg>
        <pc:spChg chg="mod">
          <ac:chgData name="Punit Shah" userId="f154af9b-99b5-45c9-8630-42669ee4761f" providerId="ADAL" clId="{ADBA5680-36D7-4F21-9AEE-620A39DA1BFB}" dt="2026-04-23T13:14:43.325" v="1042" actId="962"/>
          <ac:spMkLst>
            <pc:docMk/>
            <pc:sldMk cId="700029703" sldId="2147469938"/>
            <ac:spMk id="26" creationId="{CFDEAD30-3C49-DBB5-556A-36A66BFD388A}"/>
          </ac:spMkLst>
        </pc:spChg>
        <pc:spChg chg="add mod">
          <ac:chgData name="Punit Shah" userId="f154af9b-99b5-45c9-8630-42669ee4761f" providerId="ADAL" clId="{ADBA5680-36D7-4F21-9AEE-620A39DA1BFB}" dt="2026-04-23T13:14:43.335" v="1043" actId="962"/>
          <ac:spMkLst>
            <pc:docMk/>
            <pc:sldMk cId="700029703" sldId="2147469938"/>
            <ac:spMk id="27" creationId="{9302055F-CDF3-DAED-59E4-39FA74A67C00}"/>
          </ac:spMkLst>
        </pc:spChg>
        <pc:spChg chg="add mod">
          <ac:chgData name="Punit Shah" userId="f154af9b-99b5-45c9-8630-42669ee4761f" providerId="ADAL" clId="{ADBA5680-36D7-4F21-9AEE-620A39DA1BFB}" dt="2026-04-23T12:55:12.541" v="1021" actId="255"/>
          <ac:spMkLst>
            <pc:docMk/>
            <pc:sldMk cId="700029703" sldId="2147469938"/>
            <ac:spMk id="29" creationId="{1994517B-CE80-EAE1-A770-D0DA2B56F919}"/>
          </ac:spMkLst>
        </pc:spChg>
        <pc:spChg chg="mod">
          <ac:chgData name="Punit Shah" userId="f154af9b-99b5-45c9-8630-42669ee4761f" providerId="ADAL" clId="{ADBA5680-36D7-4F21-9AEE-620A39DA1BFB}" dt="2026-04-23T12:54:22.518" v="1003" actId="20577"/>
          <ac:spMkLst>
            <pc:docMk/>
            <pc:sldMk cId="700029703" sldId="2147469938"/>
            <ac:spMk id="30" creationId="{78F9413F-C6C3-24CD-C0D9-B3B5B278DFC7}"/>
          </ac:spMkLst>
        </pc:spChg>
        <pc:spChg chg="mod">
          <ac:chgData name="Punit Shah" userId="f154af9b-99b5-45c9-8630-42669ee4761f" providerId="ADAL" clId="{ADBA5680-36D7-4F21-9AEE-620A39DA1BFB}" dt="2026-04-23T13:14:43.342" v="1044" actId="962"/>
          <ac:spMkLst>
            <pc:docMk/>
            <pc:sldMk cId="700029703" sldId="2147469938"/>
            <ac:spMk id="31" creationId="{6C685926-322E-5BCA-5643-D82362FFA914}"/>
          </ac:spMkLst>
        </pc:spChg>
        <pc:spChg chg="add mod">
          <ac:chgData name="Punit Shah" userId="f154af9b-99b5-45c9-8630-42669ee4761f" providerId="ADAL" clId="{ADBA5680-36D7-4F21-9AEE-620A39DA1BFB}" dt="2026-04-23T13:14:43.352" v="1045" actId="962"/>
          <ac:spMkLst>
            <pc:docMk/>
            <pc:sldMk cId="700029703" sldId="2147469938"/>
            <ac:spMk id="32" creationId="{78F75F5C-20F7-0546-93C0-99EED666BACB}"/>
          </ac:spMkLst>
        </pc:spChg>
        <pc:spChg chg="mod">
          <ac:chgData name="Punit Shah" userId="f154af9b-99b5-45c9-8630-42669ee4761f" providerId="ADAL" clId="{ADBA5680-36D7-4F21-9AEE-620A39DA1BFB}" dt="2026-04-23T12:54:32.404" v="1007" actId="20577"/>
          <ac:spMkLst>
            <pc:docMk/>
            <pc:sldMk cId="700029703" sldId="2147469938"/>
            <ac:spMk id="35" creationId="{E96586F2-8125-1056-1E3C-A3B1C9C34B74}"/>
          </ac:spMkLst>
        </pc:spChg>
        <pc:spChg chg="add del mod ord">
          <ac:chgData name="Punit Shah" userId="f154af9b-99b5-45c9-8630-42669ee4761f" providerId="ADAL" clId="{ADBA5680-36D7-4F21-9AEE-620A39DA1BFB}" dt="2026-04-30T13:20:58.602" v="2709" actId="478"/>
          <ac:spMkLst>
            <pc:docMk/>
            <pc:sldMk cId="700029703" sldId="2147469938"/>
            <ac:spMk id="36" creationId="{A36F6470-FCAE-07F3-EE7C-B07C11C00963}"/>
          </ac:spMkLst>
        </pc:spChg>
        <pc:spChg chg="add mod ord">
          <ac:chgData name="Punit Shah" userId="f154af9b-99b5-45c9-8630-42669ee4761f" providerId="ADAL" clId="{ADBA5680-36D7-4F21-9AEE-620A39DA1BFB}" dt="2026-04-30T13:21:27.801" v="2710" actId="700"/>
          <ac:spMkLst>
            <pc:docMk/>
            <pc:sldMk cId="700029703" sldId="2147469938"/>
            <ac:spMk id="37" creationId="{22C94F3D-F98D-056D-C42F-809EFF9E77D3}"/>
          </ac:spMkLst>
        </pc:spChg>
      </pc:sldChg>
      <pc:sldChg chg="modSp add del mod setBg">
        <pc:chgData name="Punit Shah" userId="f154af9b-99b5-45c9-8630-42669ee4761f" providerId="ADAL" clId="{ADBA5680-36D7-4F21-9AEE-620A39DA1BFB}" dt="2026-04-30T12:08:50.857" v="1504" actId="47"/>
        <pc:sldMkLst>
          <pc:docMk/>
          <pc:sldMk cId="0" sldId="2147469939"/>
        </pc:sldMkLst>
      </pc:sldChg>
      <pc:sldChg chg="modSp add del mod setBg">
        <pc:chgData name="Punit Shah" userId="f154af9b-99b5-45c9-8630-42669ee4761f" providerId="ADAL" clId="{ADBA5680-36D7-4F21-9AEE-620A39DA1BFB}" dt="2026-04-30T12:57:33.263" v="1966" actId="47"/>
        <pc:sldMkLst>
          <pc:docMk/>
          <pc:sldMk cId="0" sldId="2147469940"/>
        </pc:sldMkLst>
      </pc:sldChg>
      <pc:sldChg chg="modSp add del mod setBg">
        <pc:chgData name="Punit Shah" userId="f154af9b-99b5-45c9-8630-42669ee4761f" providerId="ADAL" clId="{ADBA5680-36D7-4F21-9AEE-620A39DA1BFB}" dt="2026-04-30T12:57:34.490" v="1967" actId="47"/>
        <pc:sldMkLst>
          <pc:docMk/>
          <pc:sldMk cId="0" sldId="2147469941"/>
        </pc:sldMkLst>
      </pc:sldChg>
      <pc:sldChg chg="modSp add del mod setBg">
        <pc:chgData name="Punit Shah" userId="f154af9b-99b5-45c9-8630-42669ee4761f" providerId="ADAL" clId="{ADBA5680-36D7-4F21-9AEE-620A39DA1BFB}" dt="2026-04-30T12:59:04.701" v="2043" actId="47"/>
        <pc:sldMkLst>
          <pc:docMk/>
          <pc:sldMk cId="0" sldId="2147469942"/>
        </pc:sldMkLst>
      </pc:sldChg>
      <pc:sldChg chg="modSp add del mod setBg">
        <pc:chgData name="Punit Shah" userId="f154af9b-99b5-45c9-8630-42669ee4761f" providerId="ADAL" clId="{ADBA5680-36D7-4F21-9AEE-620A39DA1BFB}" dt="2026-04-30T13:00:34.228" v="2103" actId="47"/>
        <pc:sldMkLst>
          <pc:docMk/>
          <pc:sldMk cId="0" sldId="2147469943"/>
        </pc:sldMkLst>
      </pc:sldChg>
      <pc:sldChg chg="modSp add del mod setBg">
        <pc:chgData name="Punit Shah" userId="f154af9b-99b5-45c9-8630-42669ee4761f" providerId="ADAL" clId="{ADBA5680-36D7-4F21-9AEE-620A39DA1BFB}" dt="2026-04-30T13:01:31.260" v="2155" actId="47"/>
        <pc:sldMkLst>
          <pc:docMk/>
          <pc:sldMk cId="0" sldId="2147469944"/>
        </pc:sldMkLst>
      </pc:sldChg>
      <pc:sldChg chg="modSp add del mod setBg">
        <pc:chgData name="Punit Shah" userId="f154af9b-99b5-45c9-8630-42669ee4761f" providerId="ADAL" clId="{ADBA5680-36D7-4F21-9AEE-620A39DA1BFB}" dt="2026-04-30T13:11:02.820" v="2491" actId="47"/>
        <pc:sldMkLst>
          <pc:docMk/>
          <pc:sldMk cId="0" sldId="2147469945"/>
        </pc:sldMkLst>
      </pc:sldChg>
      <pc:sldChg chg="modSp add del mod setBg">
        <pc:chgData name="Punit Shah" userId="f154af9b-99b5-45c9-8630-42669ee4761f" providerId="ADAL" clId="{ADBA5680-36D7-4F21-9AEE-620A39DA1BFB}" dt="2026-04-30T13:14:18.925" v="2576" actId="47"/>
        <pc:sldMkLst>
          <pc:docMk/>
          <pc:sldMk cId="0" sldId="2147469946"/>
        </pc:sldMkLst>
      </pc:sldChg>
      <pc:sldChg chg="addSp delSp modSp new mod modClrScheme chgLayout">
        <pc:chgData name="Punit Shah" userId="f154af9b-99b5-45c9-8630-42669ee4761f" providerId="ADAL" clId="{ADBA5680-36D7-4F21-9AEE-620A39DA1BFB}" dt="2026-04-30T13:28:25.038" v="2791" actId="700"/>
        <pc:sldMkLst>
          <pc:docMk/>
          <pc:sldMk cId="4052863144" sldId="2147469947"/>
        </pc:sldMkLst>
        <pc:spChg chg="add mod ord">
          <ac:chgData name="Punit Shah" userId="f154af9b-99b5-45c9-8630-42669ee4761f" providerId="ADAL" clId="{ADBA5680-36D7-4F21-9AEE-620A39DA1BFB}" dt="2026-04-30T13:28:25.038" v="2791" actId="700"/>
          <ac:spMkLst>
            <pc:docMk/>
            <pc:sldMk cId="4052863144" sldId="2147469947"/>
            <ac:spMk id="2" creationId="{B67299CA-0146-6351-669C-DAF999A1BE0F}"/>
          </ac:spMkLst>
        </pc:spChg>
        <pc:spChg chg="add del mod">
          <ac:chgData name="Punit Shah" userId="f154af9b-99b5-45c9-8630-42669ee4761f" providerId="ADAL" clId="{ADBA5680-36D7-4F21-9AEE-620A39DA1BFB}" dt="2026-04-30T12:00:12.483" v="1315" actId="478"/>
          <ac:spMkLst>
            <pc:docMk/>
            <pc:sldMk cId="4052863144" sldId="2147469947"/>
            <ac:spMk id="3" creationId="{7C173E06-D0C9-EC59-0727-E02439BEB274}"/>
          </ac:spMkLst>
        </pc:spChg>
        <pc:spChg chg="add mod">
          <ac:chgData name="Punit Shah" userId="f154af9b-99b5-45c9-8630-42669ee4761f" providerId="ADAL" clId="{ADBA5680-36D7-4F21-9AEE-620A39DA1BFB}" dt="2026-04-30T12:02:00.311" v="1351" actId="255"/>
          <ac:spMkLst>
            <pc:docMk/>
            <pc:sldMk cId="4052863144" sldId="2147469947"/>
            <ac:spMk id="4" creationId="{8F8C7CA9-65C4-CCD7-8395-C6A1B959A46E}"/>
          </ac:spMkLst>
        </pc:spChg>
        <pc:spChg chg="add mod">
          <ac:chgData name="Punit Shah" userId="f154af9b-99b5-45c9-8630-42669ee4761f" providerId="ADAL" clId="{ADBA5680-36D7-4F21-9AEE-620A39DA1BFB}" dt="2026-04-30T12:05:44.611" v="1450" actId="962"/>
          <ac:spMkLst>
            <pc:docMk/>
            <pc:sldMk cId="4052863144" sldId="2147469947"/>
            <ac:spMk id="5" creationId="{1D086831-793D-EA7F-2E02-31D888349FD9}"/>
          </ac:spMkLst>
        </pc:spChg>
        <pc:spChg chg="mod">
          <ac:chgData name="Punit Shah" userId="f154af9b-99b5-45c9-8630-42669ee4761f" providerId="ADAL" clId="{ADBA5680-36D7-4F21-9AEE-620A39DA1BFB}" dt="2026-04-30T12:05:44.620" v="1451" actId="962"/>
          <ac:spMkLst>
            <pc:docMk/>
            <pc:sldMk cId="4052863144" sldId="2147469947"/>
            <ac:spMk id="6" creationId="{E92A231D-6FEB-0DF9-9808-6C0919F87860}"/>
          </ac:spMkLst>
        </pc:spChg>
        <pc:spChg chg="add mod">
          <ac:chgData name="Punit Shah" userId="f154af9b-99b5-45c9-8630-42669ee4761f" providerId="ADAL" clId="{ADBA5680-36D7-4F21-9AEE-620A39DA1BFB}" dt="2026-04-30T12:02:00.311" v="1351" actId="255"/>
          <ac:spMkLst>
            <pc:docMk/>
            <pc:sldMk cId="4052863144" sldId="2147469947"/>
            <ac:spMk id="7" creationId="{FBC3A717-5617-343F-3680-C6F9E03FDE30}"/>
          </ac:spMkLst>
        </pc:spChg>
        <pc:spChg chg="add mod">
          <ac:chgData name="Punit Shah" userId="f154af9b-99b5-45c9-8630-42669ee4761f" providerId="ADAL" clId="{ADBA5680-36D7-4F21-9AEE-620A39DA1BFB}" dt="2026-04-30T12:02:00.311" v="1351" actId="255"/>
          <ac:spMkLst>
            <pc:docMk/>
            <pc:sldMk cId="4052863144" sldId="2147469947"/>
            <ac:spMk id="8" creationId="{2D2AB452-2073-3ABC-8BD1-88ED4FC8765D}"/>
          </ac:spMkLst>
        </pc:spChg>
        <pc:spChg chg="add mod">
          <ac:chgData name="Punit Shah" userId="f154af9b-99b5-45c9-8630-42669ee4761f" providerId="ADAL" clId="{ADBA5680-36D7-4F21-9AEE-620A39DA1BFB}" dt="2026-04-30T12:02:00.311" v="1351" actId="255"/>
          <ac:spMkLst>
            <pc:docMk/>
            <pc:sldMk cId="4052863144" sldId="2147469947"/>
            <ac:spMk id="9" creationId="{A8E6515D-BF64-87DB-48D0-BC9FB078F2C2}"/>
          </ac:spMkLst>
        </pc:spChg>
        <pc:spChg chg="add mod">
          <ac:chgData name="Punit Shah" userId="f154af9b-99b5-45c9-8630-42669ee4761f" providerId="ADAL" clId="{ADBA5680-36D7-4F21-9AEE-620A39DA1BFB}" dt="2026-04-30T12:05:44.627" v="1452" actId="962"/>
          <ac:spMkLst>
            <pc:docMk/>
            <pc:sldMk cId="4052863144" sldId="2147469947"/>
            <ac:spMk id="10" creationId="{313EF797-7A0E-2E19-4DC4-66C52B7A3609}"/>
          </ac:spMkLst>
        </pc:spChg>
        <pc:spChg chg="mod">
          <ac:chgData name="Punit Shah" userId="f154af9b-99b5-45c9-8630-42669ee4761f" providerId="ADAL" clId="{ADBA5680-36D7-4F21-9AEE-620A39DA1BFB}" dt="2026-04-30T12:05:44.634" v="1453" actId="962"/>
          <ac:spMkLst>
            <pc:docMk/>
            <pc:sldMk cId="4052863144" sldId="2147469947"/>
            <ac:spMk id="11" creationId="{FC7CFA63-201F-B396-CD3D-1CEC19AD9EBE}"/>
          </ac:spMkLst>
        </pc:spChg>
        <pc:spChg chg="add mod">
          <ac:chgData name="Punit Shah" userId="f154af9b-99b5-45c9-8630-42669ee4761f" providerId="ADAL" clId="{ADBA5680-36D7-4F21-9AEE-620A39DA1BFB}" dt="2026-04-30T12:02:00.311" v="1351" actId="255"/>
          <ac:spMkLst>
            <pc:docMk/>
            <pc:sldMk cId="4052863144" sldId="2147469947"/>
            <ac:spMk id="12" creationId="{3111645E-D16B-10D5-0C78-EE9F0D83E0B1}"/>
          </ac:spMkLst>
        </pc:spChg>
        <pc:spChg chg="add mod">
          <ac:chgData name="Punit Shah" userId="f154af9b-99b5-45c9-8630-42669ee4761f" providerId="ADAL" clId="{ADBA5680-36D7-4F21-9AEE-620A39DA1BFB}" dt="2026-04-30T12:02:00.311" v="1351" actId="255"/>
          <ac:spMkLst>
            <pc:docMk/>
            <pc:sldMk cId="4052863144" sldId="2147469947"/>
            <ac:spMk id="13" creationId="{05EF7975-71D2-13FE-B45B-5EE946E9D98E}"/>
          </ac:spMkLst>
        </pc:spChg>
        <pc:spChg chg="mod">
          <ac:chgData name="Punit Shah" userId="f154af9b-99b5-45c9-8630-42669ee4761f" providerId="ADAL" clId="{ADBA5680-36D7-4F21-9AEE-620A39DA1BFB}" dt="2026-04-30T12:05:44.640" v="1454" actId="962"/>
          <ac:spMkLst>
            <pc:docMk/>
            <pc:sldMk cId="4052863144" sldId="2147469947"/>
            <ac:spMk id="15" creationId="{BB93A39F-DBE1-697C-2B04-3687058FB5BF}"/>
          </ac:spMkLst>
        </pc:spChg>
        <pc:spChg chg="mod">
          <ac:chgData name="Punit Shah" userId="f154af9b-99b5-45c9-8630-42669ee4761f" providerId="ADAL" clId="{ADBA5680-36D7-4F21-9AEE-620A39DA1BFB}" dt="2026-04-30T12:05:44.646" v="1455" actId="962"/>
          <ac:spMkLst>
            <pc:docMk/>
            <pc:sldMk cId="4052863144" sldId="2147469947"/>
            <ac:spMk id="16" creationId="{67B4821F-DEB2-9E89-6D14-01882B1C5502}"/>
          </ac:spMkLst>
        </pc:spChg>
        <pc:spChg chg="add mod">
          <ac:chgData name="Punit Shah" userId="f154af9b-99b5-45c9-8630-42669ee4761f" providerId="ADAL" clId="{ADBA5680-36D7-4F21-9AEE-620A39DA1BFB}" dt="2026-04-30T12:00:44.513" v="1346"/>
          <ac:spMkLst>
            <pc:docMk/>
            <pc:sldMk cId="4052863144" sldId="2147469947"/>
            <ac:spMk id="19" creationId="{17D162F7-96F1-27F7-756E-E9E7343B7778}"/>
          </ac:spMkLst>
        </pc:spChg>
        <pc:spChg chg="add mod">
          <ac:chgData name="Punit Shah" userId="f154af9b-99b5-45c9-8630-42669ee4761f" providerId="ADAL" clId="{ADBA5680-36D7-4F21-9AEE-620A39DA1BFB}" dt="2026-04-30T12:05:44.653" v="1456" actId="962"/>
          <ac:spMkLst>
            <pc:docMk/>
            <pc:sldMk cId="4052863144" sldId="2147469947"/>
            <ac:spMk id="20" creationId="{FA41368E-77A3-8BDE-B8CF-8ACD181EB6A8}"/>
          </ac:spMkLst>
        </pc:spChg>
        <pc:spChg chg="add mod">
          <ac:chgData name="Punit Shah" userId="f154af9b-99b5-45c9-8630-42669ee4761f" providerId="ADAL" clId="{ADBA5680-36D7-4F21-9AEE-620A39DA1BFB}" dt="2026-04-30T12:05:44.660" v="1457" actId="962"/>
          <ac:spMkLst>
            <pc:docMk/>
            <pc:sldMk cId="4052863144" sldId="2147469947"/>
            <ac:spMk id="21" creationId="{F2FB025F-231F-C315-59F0-3C3FA58C66DF}"/>
          </ac:spMkLst>
        </pc:spChg>
        <pc:spChg chg="add mod ord">
          <ac:chgData name="Punit Shah" userId="f154af9b-99b5-45c9-8630-42669ee4761f" providerId="ADAL" clId="{ADBA5680-36D7-4F21-9AEE-620A39DA1BFB}" dt="2026-04-30T13:28:25.038" v="2791" actId="700"/>
          <ac:spMkLst>
            <pc:docMk/>
            <pc:sldMk cId="4052863144" sldId="2147469947"/>
            <ac:spMk id="25" creationId="{E9DAD1BC-DFAE-08EC-2E4A-461AC3746299}"/>
          </ac:spMkLst>
        </pc:spChg>
      </pc:sldChg>
      <pc:sldChg chg="addSp delSp modSp add mod modClrScheme chgLayout">
        <pc:chgData name="Punit Shah" userId="f154af9b-99b5-45c9-8630-42669ee4761f" providerId="ADAL" clId="{ADBA5680-36D7-4F21-9AEE-620A39DA1BFB}" dt="2026-04-30T13:28:29.786" v="2792" actId="700"/>
        <pc:sldMkLst>
          <pc:docMk/>
          <pc:sldMk cId="3280992900" sldId="2147469948"/>
        </pc:sldMkLst>
        <pc:spChg chg="mod ord">
          <ac:chgData name="Punit Shah" userId="f154af9b-99b5-45c9-8630-42669ee4761f" providerId="ADAL" clId="{ADBA5680-36D7-4F21-9AEE-620A39DA1BFB}" dt="2026-04-30T13:28:29.786" v="2792" actId="700"/>
          <ac:spMkLst>
            <pc:docMk/>
            <pc:sldMk cId="3280992900" sldId="2147469948"/>
            <ac:spMk id="2" creationId="{2C11F309-2758-EB15-92E9-DFDCAB322F64}"/>
          </ac:spMkLst>
        </pc:spChg>
        <pc:spChg chg="add mod">
          <ac:chgData name="Punit Shah" userId="f154af9b-99b5-45c9-8630-42669ee4761f" providerId="ADAL" clId="{ADBA5680-36D7-4F21-9AEE-620A39DA1BFB}" dt="2026-04-30T12:05:44.674" v="1458" actId="962"/>
          <ac:spMkLst>
            <pc:docMk/>
            <pc:sldMk cId="3280992900" sldId="2147469948"/>
            <ac:spMk id="3" creationId="{9CE1ABD6-C661-9C04-FBF0-0EA298B0314B}"/>
          </ac:spMkLst>
        </pc:spChg>
        <pc:spChg chg="del mod">
          <ac:chgData name="Punit Shah" userId="f154af9b-99b5-45c9-8630-42669ee4761f" providerId="ADAL" clId="{ADBA5680-36D7-4F21-9AEE-620A39DA1BFB}" dt="2026-04-30T12:02:45.620" v="1395" actId="478"/>
          <ac:spMkLst>
            <pc:docMk/>
            <pc:sldMk cId="3280992900" sldId="2147469948"/>
            <ac:spMk id="4" creationId="{CF7BD452-5E9F-FD6A-979F-955A5F07633A}"/>
          </ac:spMkLst>
        </pc:spChg>
        <pc:spChg chg="del">
          <ac:chgData name="Punit Shah" userId="f154af9b-99b5-45c9-8630-42669ee4761f" providerId="ADAL" clId="{ADBA5680-36D7-4F21-9AEE-620A39DA1BFB}" dt="2026-04-30T12:02:49.747" v="1399" actId="478"/>
          <ac:spMkLst>
            <pc:docMk/>
            <pc:sldMk cId="3280992900" sldId="2147469948"/>
            <ac:spMk id="5" creationId="{FBFA828B-EB21-9F39-B603-81705B6B8C60}"/>
          </ac:spMkLst>
        </pc:spChg>
        <pc:spChg chg="del">
          <ac:chgData name="Punit Shah" userId="f154af9b-99b5-45c9-8630-42669ee4761f" providerId="ADAL" clId="{ADBA5680-36D7-4F21-9AEE-620A39DA1BFB}" dt="2026-04-30T12:02:46.939" v="1396" actId="478"/>
          <ac:spMkLst>
            <pc:docMk/>
            <pc:sldMk cId="3280992900" sldId="2147469948"/>
            <ac:spMk id="6" creationId="{51A3C66F-74F3-AA9F-DE52-F11D6653B6AE}"/>
          </ac:spMkLst>
        </pc:spChg>
        <pc:spChg chg="del">
          <ac:chgData name="Punit Shah" userId="f154af9b-99b5-45c9-8630-42669ee4761f" providerId="ADAL" clId="{ADBA5680-36D7-4F21-9AEE-620A39DA1BFB}" dt="2026-04-30T12:02:42.870" v="1393" actId="478"/>
          <ac:spMkLst>
            <pc:docMk/>
            <pc:sldMk cId="3280992900" sldId="2147469948"/>
            <ac:spMk id="7" creationId="{2BF7DDCA-8292-7742-0DDF-EC20138BD827}"/>
          </ac:spMkLst>
        </pc:spChg>
        <pc:spChg chg="del">
          <ac:chgData name="Punit Shah" userId="f154af9b-99b5-45c9-8630-42669ee4761f" providerId="ADAL" clId="{ADBA5680-36D7-4F21-9AEE-620A39DA1BFB}" dt="2026-04-30T12:02:42.870" v="1393" actId="478"/>
          <ac:spMkLst>
            <pc:docMk/>
            <pc:sldMk cId="3280992900" sldId="2147469948"/>
            <ac:spMk id="8" creationId="{FFD5A512-4A0C-905E-6B26-080852B10F91}"/>
          </ac:spMkLst>
        </pc:spChg>
        <pc:spChg chg="del">
          <ac:chgData name="Punit Shah" userId="f154af9b-99b5-45c9-8630-42669ee4761f" providerId="ADAL" clId="{ADBA5680-36D7-4F21-9AEE-620A39DA1BFB}" dt="2026-04-30T12:02:42.870" v="1393" actId="478"/>
          <ac:spMkLst>
            <pc:docMk/>
            <pc:sldMk cId="3280992900" sldId="2147469948"/>
            <ac:spMk id="9" creationId="{A1F5B43D-C80D-3A76-F36C-D36566224C22}"/>
          </ac:spMkLst>
        </pc:spChg>
        <pc:spChg chg="del">
          <ac:chgData name="Punit Shah" userId="f154af9b-99b5-45c9-8630-42669ee4761f" providerId="ADAL" clId="{ADBA5680-36D7-4F21-9AEE-620A39DA1BFB}" dt="2026-04-30T12:02:42.870" v="1393" actId="478"/>
          <ac:spMkLst>
            <pc:docMk/>
            <pc:sldMk cId="3280992900" sldId="2147469948"/>
            <ac:spMk id="13" creationId="{1F87B7D9-BD01-B85E-D220-6F3168F1AF6F}"/>
          </ac:spMkLst>
        </pc:spChg>
        <pc:spChg chg="del">
          <ac:chgData name="Punit Shah" userId="f154af9b-99b5-45c9-8630-42669ee4761f" providerId="ADAL" clId="{ADBA5680-36D7-4F21-9AEE-620A39DA1BFB}" dt="2026-04-30T12:02:42.870" v="1393" actId="478"/>
          <ac:spMkLst>
            <pc:docMk/>
            <pc:sldMk cId="3280992900" sldId="2147469948"/>
            <ac:spMk id="15" creationId="{AB427D7C-7F87-9D37-A23F-03A1C33721CC}"/>
          </ac:spMkLst>
        </pc:spChg>
        <pc:spChg chg="del">
          <ac:chgData name="Punit Shah" userId="f154af9b-99b5-45c9-8630-42669ee4761f" providerId="ADAL" clId="{ADBA5680-36D7-4F21-9AEE-620A39DA1BFB}" dt="2026-04-30T12:02:42.870" v="1393" actId="478"/>
          <ac:spMkLst>
            <pc:docMk/>
            <pc:sldMk cId="3280992900" sldId="2147469948"/>
            <ac:spMk id="16" creationId="{25815099-1582-DF8E-5DB2-3FA0B0B77EC8}"/>
          </ac:spMkLst>
        </pc:spChg>
        <pc:spChg chg="del">
          <ac:chgData name="Punit Shah" userId="f154af9b-99b5-45c9-8630-42669ee4761f" providerId="ADAL" clId="{ADBA5680-36D7-4F21-9AEE-620A39DA1BFB}" dt="2026-04-30T12:02:42.870" v="1393" actId="478"/>
          <ac:spMkLst>
            <pc:docMk/>
            <pc:sldMk cId="3280992900" sldId="2147469948"/>
            <ac:spMk id="17" creationId="{1D950581-7D07-3C00-3FBB-6C8670D4404A}"/>
          </ac:spMkLst>
        </pc:spChg>
        <pc:spChg chg="del">
          <ac:chgData name="Punit Shah" userId="f154af9b-99b5-45c9-8630-42669ee4761f" providerId="ADAL" clId="{ADBA5680-36D7-4F21-9AEE-620A39DA1BFB}" dt="2026-04-30T12:02:42.870" v="1393" actId="478"/>
          <ac:spMkLst>
            <pc:docMk/>
            <pc:sldMk cId="3280992900" sldId="2147469948"/>
            <ac:spMk id="18" creationId="{6C35C030-DD18-77E3-51DD-847A4F63C98F}"/>
          </ac:spMkLst>
        </pc:spChg>
        <pc:spChg chg="del">
          <ac:chgData name="Punit Shah" userId="f154af9b-99b5-45c9-8630-42669ee4761f" providerId="ADAL" clId="{ADBA5680-36D7-4F21-9AEE-620A39DA1BFB}" dt="2026-04-30T12:02:48.818" v="1398" actId="478"/>
          <ac:spMkLst>
            <pc:docMk/>
            <pc:sldMk cId="3280992900" sldId="2147469948"/>
            <ac:spMk id="20" creationId="{2DACEE75-01D1-F59D-03F7-334CF55D6B0C}"/>
          </ac:spMkLst>
        </pc:spChg>
        <pc:spChg chg="del">
          <ac:chgData name="Punit Shah" userId="f154af9b-99b5-45c9-8630-42669ee4761f" providerId="ADAL" clId="{ADBA5680-36D7-4F21-9AEE-620A39DA1BFB}" dt="2026-04-30T12:02:48.018" v="1397" actId="478"/>
          <ac:spMkLst>
            <pc:docMk/>
            <pc:sldMk cId="3280992900" sldId="2147469948"/>
            <ac:spMk id="21" creationId="{40C7D990-ADF1-A1D2-B5BB-D4BC685C55E2}"/>
          </ac:spMkLst>
        </pc:spChg>
        <pc:spChg chg="del">
          <ac:chgData name="Punit Shah" userId="f154af9b-99b5-45c9-8630-42669ee4761f" providerId="ADAL" clId="{ADBA5680-36D7-4F21-9AEE-620A39DA1BFB}" dt="2026-04-30T12:02:42.870" v="1393" actId="478"/>
          <ac:spMkLst>
            <pc:docMk/>
            <pc:sldMk cId="3280992900" sldId="2147469948"/>
            <ac:spMk id="22" creationId="{51937B94-BEDB-BC23-4EE8-A265989FC843}"/>
          </ac:spMkLst>
        </pc:spChg>
        <pc:spChg chg="del">
          <ac:chgData name="Punit Shah" userId="f154af9b-99b5-45c9-8630-42669ee4761f" providerId="ADAL" clId="{ADBA5680-36D7-4F21-9AEE-620A39DA1BFB}" dt="2026-04-30T12:02:42.870" v="1393" actId="478"/>
          <ac:spMkLst>
            <pc:docMk/>
            <pc:sldMk cId="3280992900" sldId="2147469948"/>
            <ac:spMk id="24" creationId="{4B018618-ECC1-9DE9-ED95-EE3EDA54152D}"/>
          </ac:spMkLst>
        </pc:spChg>
        <pc:spChg chg="mod">
          <ac:chgData name="Punit Shah" userId="f154af9b-99b5-45c9-8630-42669ee4761f" providerId="ADAL" clId="{ADBA5680-36D7-4F21-9AEE-620A39DA1BFB}" dt="2026-04-30T12:05:44.680" v="1459" actId="962"/>
          <ac:spMkLst>
            <pc:docMk/>
            <pc:sldMk cId="3280992900" sldId="2147469948"/>
            <ac:spMk id="25" creationId="{CD9FF977-0BC8-55D0-645B-69666252DC68}"/>
          </ac:spMkLst>
        </pc:spChg>
        <pc:spChg chg="add mod">
          <ac:chgData name="Punit Shah" userId="f154af9b-99b5-45c9-8630-42669ee4761f" providerId="ADAL" clId="{ADBA5680-36D7-4F21-9AEE-620A39DA1BFB}" dt="2026-04-30T12:03:07.593" v="1402" actId="255"/>
          <ac:spMkLst>
            <pc:docMk/>
            <pc:sldMk cId="3280992900" sldId="2147469948"/>
            <ac:spMk id="27" creationId="{50894FDB-27E9-1BAE-BAF0-989AAFCA1FF4}"/>
          </ac:spMkLst>
        </pc:spChg>
        <pc:spChg chg="mod">
          <ac:chgData name="Punit Shah" userId="f154af9b-99b5-45c9-8630-42669ee4761f" providerId="ADAL" clId="{ADBA5680-36D7-4F21-9AEE-620A39DA1BFB}" dt="2026-04-30T12:05:44.687" v="1460" actId="962"/>
          <ac:spMkLst>
            <pc:docMk/>
            <pc:sldMk cId="3280992900" sldId="2147469948"/>
            <ac:spMk id="29" creationId="{9E0A03AB-3290-2B80-0A58-61ABFE75E426}"/>
          </ac:spMkLst>
        </pc:spChg>
        <pc:spChg chg="mod">
          <ac:chgData name="Punit Shah" userId="f154af9b-99b5-45c9-8630-42669ee4761f" providerId="ADAL" clId="{ADBA5680-36D7-4F21-9AEE-620A39DA1BFB}" dt="2026-04-30T12:05:44.694" v="1461" actId="962"/>
          <ac:spMkLst>
            <pc:docMk/>
            <pc:sldMk cId="3280992900" sldId="2147469948"/>
            <ac:spMk id="30" creationId="{59F5E4F2-3154-0358-B32A-C61D6C334175}"/>
          </ac:spMkLst>
        </pc:spChg>
        <pc:spChg chg="add mod">
          <ac:chgData name="Punit Shah" userId="f154af9b-99b5-45c9-8630-42669ee4761f" providerId="ADAL" clId="{ADBA5680-36D7-4F21-9AEE-620A39DA1BFB}" dt="2026-04-30T12:03:07.593" v="1402" actId="255"/>
          <ac:spMkLst>
            <pc:docMk/>
            <pc:sldMk cId="3280992900" sldId="2147469948"/>
            <ac:spMk id="32" creationId="{DC37E35E-40F9-0AD8-9C55-592B53921128}"/>
          </ac:spMkLst>
        </pc:spChg>
        <pc:spChg chg="mod">
          <ac:chgData name="Punit Shah" userId="f154af9b-99b5-45c9-8630-42669ee4761f" providerId="ADAL" clId="{ADBA5680-36D7-4F21-9AEE-620A39DA1BFB}" dt="2026-04-30T12:05:44.700" v="1462" actId="962"/>
          <ac:spMkLst>
            <pc:docMk/>
            <pc:sldMk cId="3280992900" sldId="2147469948"/>
            <ac:spMk id="34" creationId="{0E4829AC-EB38-A871-C439-B7CD46143998}"/>
          </ac:spMkLst>
        </pc:spChg>
        <pc:spChg chg="add mod">
          <ac:chgData name="Punit Shah" userId="f154af9b-99b5-45c9-8630-42669ee4761f" providerId="ADAL" clId="{ADBA5680-36D7-4F21-9AEE-620A39DA1BFB}" dt="2026-04-30T12:05:44.706" v="1463" actId="962"/>
          <ac:spMkLst>
            <pc:docMk/>
            <pc:sldMk cId="3280992900" sldId="2147469948"/>
            <ac:spMk id="35" creationId="{C67EABA0-1E72-26B8-F0BA-BE201D639742}"/>
          </ac:spMkLst>
        </pc:spChg>
        <pc:spChg chg="add mod">
          <ac:chgData name="Punit Shah" userId="f154af9b-99b5-45c9-8630-42669ee4761f" providerId="ADAL" clId="{ADBA5680-36D7-4F21-9AEE-620A39DA1BFB}" dt="2026-04-30T12:03:07.593" v="1402" actId="255"/>
          <ac:spMkLst>
            <pc:docMk/>
            <pc:sldMk cId="3280992900" sldId="2147469948"/>
            <ac:spMk id="37" creationId="{0B11493F-1446-ACFA-5CCC-21903B7BAFA0}"/>
          </ac:spMkLst>
        </pc:spChg>
        <pc:spChg chg="add mod">
          <ac:chgData name="Punit Shah" userId="f154af9b-99b5-45c9-8630-42669ee4761f" providerId="ADAL" clId="{ADBA5680-36D7-4F21-9AEE-620A39DA1BFB}" dt="2026-04-30T12:05:44.712" v="1464" actId="962"/>
          <ac:spMkLst>
            <pc:docMk/>
            <pc:sldMk cId="3280992900" sldId="2147469948"/>
            <ac:spMk id="39" creationId="{C57DC0C7-B982-3888-68B7-3B4F395F28AD}"/>
          </ac:spMkLst>
        </pc:spChg>
        <pc:spChg chg="add mod">
          <ac:chgData name="Punit Shah" userId="f154af9b-99b5-45c9-8630-42669ee4761f" providerId="ADAL" clId="{ADBA5680-36D7-4F21-9AEE-620A39DA1BFB}" dt="2026-04-30T12:05:44.719" v="1465" actId="962"/>
          <ac:spMkLst>
            <pc:docMk/>
            <pc:sldMk cId="3280992900" sldId="2147469948"/>
            <ac:spMk id="40" creationId="{337BE83C-E794-65D0-96BF-A382A32F5B78}"/>
          </ac:spMkLst>
        </pc:spChg>
        <pc:spChg chg="add mod">
          <ac:chgData name="Punit Shah" userId="f154af9b-99b5-45c9-8630-42669ee4761f" providerId="ADAL" clId="{ADBA5680-36D7-4F21-9AEE-620A39DA1BFB}" dt="2026-04-30T12:03:07.593" v="1402" actId="255"/>
          <ac:spMkLst>
            <pc:docMk/>
            <pc:sldMk cId="3280992900" sldId="2147469948"/>
            <ac:spMk id="41" creationId="{8A1E057C-88A2-E5EC-1812-6791F25F5428}"/>
          </ac:spMkLst>
        </pc:spChg>
        <pc:spChg chg="add mod">
          <ac:chgData name="Punit Shah" userId="f154af9b-99b5-45c9-8630-42669ee4761f" providerId="ADAL" clId="{ADBA5680-36D7-4F21-9AEE-620A39DA1BFB}" dt="2026-04-30T12:05:44.725" v="1466" actId="962"/>
          <ac:spMkLst>
            <pc:docMk/>
            <pc:sldMk cId="3280992900" sldId="2147469948"/>
            <ac:spMk id="44" creationId="{57BD5721-4940-5EC1-10BC-21C8BB21AC47}"/>
          </ac:spMkLst>
        </pc:spChg>
        <pc:spChg chg="mod">
          <ac:chgData name="Punit Shah" userId="f154af9b-99b5-45c9-8630-42669ee4761f" providerId="ADAL" clId="{ADBA5680-36D7-4F21-9AEE-620A39DA1BFB}" dt="2026-04-30T12:05:44.731" v="1467" actId="962"/>
          <ac:spMkLst>
            <pc:docMk/>
            <pc:sldMk cId="3280992900" sldId="2147469948"/>
            <ac:spMk id="45" creationId="{D93D2266-2FB8-47FE-51B9-725F29DB44CF}"/>
          </ac:spMkLst>
        </pc:spChg>
        <pc:spChg chg="add mod">
          <ac:chgData name="Punit Shah" userId="f154af9b-99b5-45c9-8630-42669ee4761f" providerId="ADAL" clId="{ADBA5680-36D7-4F21-9AEE-620A39DA1BFB}" dt="2026-04-30T12:03:07.593" v="1402" actId="255"/>
          <ac:spMkLst>
            <pc:docMk/>
            <pc:sldMk cId="3280992900" sldId="2147469948"/>
            <ac:spMk id="46" creationId="{29305A67-ABD9-96A3-8B46-3875953ACCD2}"/>
          </ac:spMkLst>
        </pc:spChg>
        <pc:spChg chg="mod">
          <ac:chgData name="Punit Shah" userId="f154af9b-99b5-45c9-8630-42669ee4761f" providerId="ADAL" clId="{ADBA5680-36D7-4F21-9AEE-620A39DA1BFB}" dt="2026-04-30T12:05:44.737" v="1468" actId="962"/>
          <ac:spMkLst>
            <pc:docMk/>
            <pc:sldMk cId="3280992900" sldId="2147469948"/>
            <ac:spMk id="49" creationId="{7CFBEDF8-F3C8-5593-EF3A-C641D7DE1A4F}"/>
          </ac:spMkLst>
        </pc:spChg>
        <pc:spChg chg="mod">
          <ac:chgData name="Punit Shah" userId="f154af9b-99b5-45c9-8630-42669ee4761f" providerId="ADAL" clId="{ADBA5680-36D7-4F21-9AEE-620A39DA1BFB}" dt="2026-04-30T12:05:44.743" v="1469" actId="962"/>
          <ac:spMkLst>
            <pc:docMk/>
            <pc:sldMk cId="3280992900" sldId="2147469948"/>
            <ac:spMk id="50" creationId="{3E808FB5-0C5A-CA5B-B3F7-CC1CE575B9D0}"/>
          </ac:spMkLst>
        </pc:spChg>
        <pc:spChg chg="add mod ord">
          <ac:chgData name="Punit Shah" userId="f154af9b-99b5-45c9-8630-42669ee4761f" providerId="ADAL" clId="{ADBA5680-36D7-4F21-9AEE-620A39DA1BFB}" dt="2026-04-30T13:28:29.786" v="2792" actId="700"/>
          <ac:spMkLst>
            <pc:docMk/>
            <pc:sldMk cId="3280992900" sldId="2147469948"/>
            <ac:spMk id="54" creationId="{2224F294-5091-A437-5504-A668664F8C8C}"/>
          </ac:spMkLst>
        </pc:spChg>
      </pc:sldChg>
      <pc:sldChg chg="addSp delSp modSp add mod modClrScheme chgLayout">
        <pc:chgData name="Punit Shah" userId="f154af9b-99b5-45c9-8630-42669ee4761f" providerId="ADAL" clId="{ADBA5680-36D7-4F21-9AEE-620A39DA1BFB}" dt="2026-04-30T13:28:35.268" v="2793" actId="700"/>
        <pc:sldMkLst>
          <pc:docMk/>
          <pc:sldMk cId="3287241583" sldId="2147469949"/>
        </pc:sldMkLst>
        <pc:spChg chg="mod ord">
          <ac:chgData name="Punit Shah" userId="f154af9b-99b5-45c9-8630-42669ee4761f" providerId="ADAL" clId="{ADBA5680-36D7-4F21-9AEE-620A39DA1BFB}" dt="2026-04-30T13:28:35.268" v="2793" actId="700"/>
          <ac:spMkLst>
            <pc:docMk/>
            <pc:sldMk cId="3287241583" sldId="2147469949"/>
            <ac:spMk id="2" creationId="{27DD36FD-F2DB-D222-D750-0453B9694AF2}"/>
          </ac:spMkLst>
        </pc:spChg>
        <pc:spChg chg="del">
          <ac:chgData name="Punit Shah" userId="f154af9b-99b5-45c9-8630-42669ee4761f" providerId="ADAL" clId="{ADBA5680-36D7-4F21-9AEE-620A39DA1BFB}" dt="2026-04-30T12:04:02.083" v="1438" actId="478"/>
          <ac:spMkLst>
            <pc:docMk/>
            <pc:sldMk cId="3287241583" sldId="2147469949"/>
            <ac:spMk id="3" creationId="{874E2663-5ECE-DA46-B39F-46374DCB4948}"/>
          </ac:spMkLst>
        </pc:spChg>
        <pc:spChg chg="mod">
          <ac:chgData name="Punit Shah" userId="f154af9b-99b5-45c9-8630-42669ee4761f" providerId="ADAL" clId="{ADBA5680-36D7-4F21-9AEE-620A39DA1BFB}" dt="2026-04-30T12:05:44.759" v="1470" actId="962"/>
          <ac:spMkLst>
            <pc:docMk/>
            <pc:sldMk cId="3287241583" sldId="2147469949"/>
            <ac:spMk id="4" creationId="{012A59A0-2C77-E4A9-B069-58684ECA36DF}"/>
          </ac:spMkLst>
        </pc:spChg>
        <pc:spChg chg="add mod">
          <ac:chgData name="Punit Shah" userId="f154af9b-99b5-45c9-8630-42669ee4761f" providerId="ADAL" clId="{ADBA5680-36D7-4F21-9AEE-620A39DA1BFB}" dt="2026-04-30T12:05:44.766" v="1471" actId="962"/>
          <ac:spMkLst>
            <pc:docMk/>
            <pc:sldMk cId="3287241583" sldId="2147469949"/>
            <ac:spMk id="5" creationId="{41517869-6A1F-5F92-06AC-5B6962E99B4D}"/>
          </ac:spMkLst>
        </pc:spChg>
        <pc:spChg chg="mod">
          <ac:chgData name="Punit Shah" userId="f154af9b-99b5-45c9-8630-42669ee4761f" providerId="ADAL" clId="{ADBA5680-36D7-4F21-9AEE-620A39DA1BFB}" dt="2026-04-30T13:17:42.214" v="2687" actId="207"/>
          <ac:spMkLst>
            <pc:docMk/>
            <pc:sldMk cId="3287241583" sldId="2147469949"/>
            <ac:spMk id="6" creationId="{727CD40C-BAA6-7963-36F4-DD6A3B3C1489}"/>
          </ac:spMkLst>
        </pc:spChg>
        <pc:spChg chg="add mod">
          <ac:chgData name="Punit Shah" userId="f154af9b-99b5-45c9-8630-42669ee4761f" providerId="ADAL" clId="{ADBA5680-36D7-4F21-9AEE-620A39DA1BFB}" dt="2026-04-30T12:05:44.772" v="1472" actId="962"/>
          <ac:spMkLst>
            <pc:docMk/>
            <pc:sldMk cId="3287241583" sldId="2147469949"/>
            <ac:spMk id="8" creationId="{F065423A-A78B-D4D9-583F-E463E016B8FB}"/>
          </ac:spMkLst>
        </pc:spChg>
        <pc:spChg chg="add mod">
          <ac:chgData name="Punit Shah" userId="f154af9b-99b5-45c9-8630-42669ee4761f" providerId="ADAL" clId="{ADBA5680-36D7-4F21-9AEE-620A39DA1BFB}" dt="2026-04-30T12:05:44.780" v="1473" actId="962"/>
          <ac:spMkLst>
            <pc:docMk/>
            <pc:sldMk cId="3287241583" sldId="2147469949"/>
            <ac:spMk id="9" creationId="{79A7A386-CD12-DE32-06B1-B1B9C22ABCE0}"/>
          </ac:spMkLst>
        </pc:spChg>
        <pc:spChg chg="add mod">
          <ac:chgData name="Punit Shah" userId="f154af9b-99b5-45c9-8630-42669ee4761f" providerId="ADAL" clId="{ADBA5680-36D7-4F21-9AEE-620A39DA1BFB}" dt="2026-04-30T13:17:43.879" v="2688" actId="207"/>
          <ac:spMkLst>
            <pc:docMk/>
            <pc:sldMk cId="3287241583" sldId="2147469949"/>
            <ac:spMk id="10" creationId="{F25C3DFC-0C90-36DC-37CA-524079895223}"/>
          </ac:spMkLst>
        </pc:spChg>
        <pc:spChg chg="mod">
          <ac:chgData name="Punit Shah" userId="f154af9b-99b5-45c9-8630-42669ee4761f" providerId="ADAL" clId="{ADBA5680-36D7-4F21-9AEE-620A39DA1BFB}" dt="2026-04-30T12:05:44.786" v="1474" actId="962"/>
          <ac:spMkLst>
            <pc:docMk/>
            <pc:sldMk cId="3287241583" sldId="2147469949"/>
            <ac:spMk id="12" creationId="{9D32B5D9-BEE0-0AFD-90D6-832EDC97284B}"/>
          </ac:spMkLst>
        </pc:spChg>
        <pc:spChg chg="mod">
          <ac:chgData name="Punit Shah" userId="f154af9b-99b5-45c9-8630-42669ee4761f" providerId="ADAL" clId="{ADBA5680-36D7-4F21-9AEE-620A39DA1BFB}" dt="2026-04-30T12:05:44.794" v="1475" actId="962"/>
          <ac:spMkLst>
            <pc:docMk/>
            <pc:sldMk cId="3287241583" sldId="2147469949"/>
            <ac:spMk id="13" creationId="{F7AB9D77-62B2-CE27-A5F4-D1B2CF8EB86F}"/>
          </ac:spMkLst>
        </pc:spChg>
        <pc:spChg chg="mod">
          <ac:chgData name="Punit Shah" userId="f154af9b-99b5-45c9-8630-42669ee4761f" providerId="ADAL" clId="{ADBA5680-36D7-4F21-9AEE-620A39DA1BFB}" dt="2026-04-30T13:17:46.697" v="2689" actId="207"/>
          <ac:spMkLst>
            <pc:docMk/>
            <pc:sldMk cId="3287241583" sldId="2147469949"/>
            <ac:spMk id="14" creationId="{75262F74-78F2-B669-8B2C-EB5983179432}"/>
          </ac:spMkLst>
        </pc:spChg>
        <pc:spChg chg="mod">
          <ac:chgData name="Punit Shah" userId="f154af9b-99b5-45c9-8630-42669ee4761f" providerId="ADAL" clId="{ADBA5680-36D7-4F21-9AEE-620A39DA1BFB}" dt="2026-04-30T12:05:44.800" v="1476" actId="962"/>
          <ac:spMkLst>
            <pc:docMk/>
            <pc:sldMk cId="3287241583" sldId="2147469949"/>
            <ac:spMk id="16" creationId="{41E881EC-7BDD-E2D2-58E1-8FF5A30B61B8}"/>
          </ac:spMkLst>
        </pc:spChg>
        <pc:spChg chg="mod">
          <ac:chgData name="Punit Shah" userId="f154af9b-99b5-45c9-8630-42669ee4761f" providerId="ADAL" clId="{ADBA5680-36D7-4F21-9AEE-620A39DA1BFB}" dt="2026-04-30T12:05:44.808" v="1477" actId="962"/>
          <ac:spMkLst>
            <pc:docMk/>
            <pc:sldMk cId="3287241583" sldId="2147469949"/>
            <ac:spMk id="17" creationId="{67A60C72-EE7C-0A47-6E07-7241E98C7530}"/>
          </ac:spMkLst>
        </pc:spChg>
        <pc:spChg chg="mod">
          <ac:chgData name="Punit Shah" userId="f154af9b-99b5-45c9-8630-42669ee4761f" providerId="ADAL" clId="{ADBA5680-36D7-4F21-9AEE-620A39DA1BFB}" dt="2026-04-30T13:17:48.707" v="2690" actId="207"/>
          <ac:spMkLst>
            <pc:docMk/>
            <pc:sldMk cId="3287241583" sldId="2147469949"/>
            <ac:spMk id="18" creationId="{B2736D99-B4F2-2062-C9F9-ED9CB3397DD7}"/>
          </ac:spMkLst>
        </pc:spChg>
        <pc:spChg chg="add mod">
          <ac:chgData name="Punit Shah" userId="f154af9b-99b5-45c9-8630-42669ee4761f" providerId="ADAL" clId="{ADBA5680-36D7-4F21-9AEE-620A39DA1BFB}" dt="2026-04-30T12:05:30.814" v="1449" actId="207"/>
          <ac:spMkLst>
            <pc:docMk/>
            <pc:sldMk cId="3287241583" sldId="2147469949"/>
            <ac:spMk id="19" creationId="{9FA51F1D-D087-036A-C12B-012E8E6017E8}"/>
          </ac:spMkLst>
        </pc:spChg>
        <pc:spChg chg="mod">
          <ac:chgData name="Punit Shah" userId="f154af9b-99b5-45c9-8630-42669ee4761f" providerId="ADAL" clId="{ADBA5680-36D7-4F21-9AEE-620A39DA1BFB}" dt="2026-04-30T12:05:44.813" v="1478" actId="962"/>
          <ac:spMkLst>
            <pc:docMk/>
            <pc:sldMk cId="3287241583" sldId="2147469949"/>
            <ac:spMk id="20" creationId="{1AA90E64-ED2A-3ED0-1A7B-A9B5F6179715}"/>
          </ac:spMkLst>
        </pc:spChg>
        <pc:spChg chg="mod">
          <ac:chgData name="Punit Shah" userId="f154af9b-99b5-45c9-8630-42669ee4761f" providerId="ADAL" clId="{ADBA5680-36D7-4F21-9AEE-620A39DA1BFB}" dt="2026-04-30T12:05:44.820" v="1479" actId="962"/>
          <ac:spMkLst>
            <pc:docMk/>
            <pc:sldMk cId="3287241583" sldId="2147469949"/>
            <ac:spMk id="21" creationId="{3E93A1B5-2599-7256-477A-9CD8C89708C3}"/>
          </ac:spMkLst>
        </pc:spChg>
        <pc:spChg chg="mod">
          <ac:chgData name="Punit Shah" userId="f154af9b-99b5-45c9-8630-42669ee4761f" providerId="ADAL" clId="{ADBA5680-36D7-4F21-9AEE-620A39DA1BFB}" dt="2026-04-30T13:17:50.785" v="2691" actId="207"/>
          <ac:spMkLst>
            <pc:docMk/>
            <pc:sldMk cId="3287241583" sldId="2147469949"/>
            <ac:spMk id="22" creationId="{E0C90341-2C23-EAE0-FEA5-845344312DF3}"/>
          </ac:spMkLst>
        </pc:spChg>
        <pc:spChg chg="add mod">
          <ac:chgData name="Punit Shah" userId="f154af9b-99b5-45c9-8630-42669ee4761f" providerId="ADAL" clId="{ADBA5680-36D7-4F21-9AEE-620A39DA1BFB}" dt="2026-04-30T12:05:44.826" v="1480" actId="962"/>
          <ac:spMkLst>
            <pc:docMk/>
            <pc:sldMk cId="3287241583" sldId="2147469949"/>
            <ac:spMk id="24" creationId="{80531AB5-EE1C-E7FA-F85D-CF9DF05EDC40}"/>
          </ac:spMkLst>
        </pc:spChg>
        <pc:spChg chg="del">
          <ac:chgData name="Punit Shah" userId="f154af9b-99b5-45c9-8630-42669ee4761f" providerId="ADAL" clId="{ADBA5680-36D7-4F21-9AEE-620A39DA1BFB}" dt="2026-04-30T12:04:05.745" v="1439" actId="478"/>
          <ac:spMkLst>
            <pc:docMk/>
            <pc:sldMk cId="3287241583" sldId="2147469949"/>
            <ac:spMk id="29" creationId="{EB00B7C5-7079-B808-5DC7-99C59382BFFE}"/>
          </ac:spMkLst>
        </pc:spChg>
        <pc:spChg chg="del">
          <ac:chgData name="Punit Shah" userId="f154af9b-99b5-45c9-8630-42669ee4761f" providerId="ADAL" clId="{ADBA5680-36D7-4F21-9AEE-620A39DA1BFB}" dt="2026-04-30T12:04:05.745" v="1439" actId="478"/>
          <ac:spMkLst>
            <pc:docMk/>
            <pc:sldMk cId="3287241583" sldId="2147469949"/>
            <ac:spMk id="32" creationId="{E315170B-AFF5-6DB1-8A7A-033691AFABB9}"/>
          </ac:spMkLst>
        </pc:spChg>
        <pc:spChg chg="del">
          <ac:chgData name="Punit Shah" userId="f154af9b-99b5-45c9-8630-42669ee4761f" providerId="ADAL" clId="{ADBA5680-36D7-4F21-9AEE-620A39DA1BFB}" dt="2026-04-30T12:04:05.745" v="1439" actId="478"/>
          <ac:spMkLst>
            <pc:docMk/>
            <pc:sldMk cId="3287241583" sldId="2147469949"/>
            <ac:spMk id="34" creationId="{0362B5EE-8519-8D2D-3068-B4B90206E37C}"/>
          </ac:spMkLst>
        </pc:spChg>
        <pc:spChg chg="del">
          <ac:chgData name="Punit Shah" userId="f154af9b-99b5-45c9-8630-42669ee4761f" providerId="ADAL" clId="{ADBA5680-36D7-4F21-9AEE-620A39DA1BFB}" dt="2026-04-30T12:04:05.745" v="1439" actId="478"/>
          <ac:spMkLst>
            <pc:docMk/>
            <pc:sldMk cId="3287241583" sldId="2147469949"/>
            <ac:spMk id="35" creationId="{979B1DDE-283E-21D3-2A3C-B7748CEE7794}"/>
          </ac:spMkLst>
        </pc:spChg>
        <pc:spChg chg="del">
          <ac:chgData name="Punit Shah" userId="f154af9b-99b5-45c9-8630-42669ee4761f" providerId="ADAL" clId="{ADBA5680-36D7-4F21-9AEE-620A39DA1BFB}" dt="2026-04-30T12:04:05.745" v="1439" actId="478"/>
          <ac:spMkLst>
            <pc:docMk/>
            <pc:sldMk cId="3287241583" sldId="2147469949"/>
            <ac:spMk id="36" creationId="{A575DF32-3A7F-4A27-2152-5E3286F0F7A6}"/>
          </ac:spMkLst>
        </pc:spChg>
        <pc:spChg chg="del">
          <ac:chgData name="Punit Shah" userId="f154af9b-99b5-45c9-8630-42669ee4761f" providerId="ADAL" clId="{ADBA5680-36D7-4F21-9AEE-620A39DA1BFB}" dt="2026-04-30T12:04:05.745" v="1439" actId="478"/>
          <ac:spMkLst>
            <pc:docMk/>
            <pc:sldMk cId="3287241583" sldId="2147469949"/>
            <ac:spMk id="40" creationId="{7BA05093-6EFC-0EF4-5525-3E5D40C7C2A9}"/>
          </ac:spMkLst>
        </pc:spChg>
        <pc:spChg chg="del">
          <ac:chgData name="Punit Shah" userId="f154af9b-99b5-45c9-8630-42669ee4761f" providerId="ADAL" clId="{ADBA5680-36D7-4F21-9AEE-620A39DA1BFB}" dt="2026-04-30T12:04:05.745" v="1439" actId="478"/>
          <ac:spMkLst>
            <pc:docMk/>
            <pc:sldMk cId="3287241583" sldId="2147469949"/>
            <ac:spMk id="41" creationId="{6EF7A7F5-2A90-6363-0F32-D58A36BAAD78}"/>
          </ac:spMkLst>
        </pc:spChg>
        <pc:spChg chg="del">
          <ac:chgData name="Punit Shah" userId="f154af9b-99b5-45c9-8630-42669ee4761f" providerId="ADAL" clId="{ADBA5680-36D7-4F21-9AEE-620A39DA1BFB}" dt="2026-04-30T12:04:05.745" v="1439" actId="478"/>
          <ac:spMkLst>
            <pc:docMk/>
            <pc:sldMk cId="3287241583" sldId="2147469949"/>
            <ac:spMk id="45" creationId="{9783F356-45C1-E1D3-32A4-DFB2C664B94F}"/>
          </ac:spMkLst>
        </pc:spChg>
        <pc:spChg chg="del">
          <ac:chgData name="Punit Shah" userId="f154af9b-99b5-45c9-8630-42669ee4761f" providerId="ADAL" clId="{ADBA5680-36D7-4F21-9AEE-620A39DA1BFB}" dt="2026-04-30T12:04:05.745" v="1439" actId="478"/>
          <ac:spMkLst>
            <pc:docMk/>
            <pc:sldMk cId="3287241583" sldId="2147469949"/>
            <ac:spMk id="48" creationId="{7BAE9108-0A26-02E6-0B18-CDF938FCDF06}"/>
          </ac:spMkLst>
        </pc:spChg>
        <pc:spChg chg="del">
          <ac:chgData name="Punit Shah" userId="f154af9b-99b5-45c9-8630-42669ee4761f" providerId="ADAL" clId="{ADBA5680-36D7-4F21-9AEE-620A39DA1BFB}" dt="2026-04-30T12:04:05.745" v="1439" actId="478"/>
          <ac:spMkLst>
            <pc:docMk/>
            <pc:sldMk cId="3287241583" sldId="2147469949"/>
            <ac:spMk id="52" creationId="{2AEDA49C-6148-631C-0805-7BAE3987F6BB}"/>
          </ac:spMkLst>
        </pc:spChg>
        <pc:spChg chg="add mod">
          <ac:chgData name="Punit Shah" userId="f154af9b-99b5-45c9-8630-42669ee4761f" providerId="ADAL" clId="{ADBA5680-36D7-4F21-9AEE-620A39DA1BFB}" dt="2026-04-30T12:05:44.833" v="1481" actId="962"/>
          <ac:spMkLst>
            <pc:docMk/>
            <pc:sldMk cId="3287241583" sldId="2147469949"/>
            <ac:spMk id="54" creationId="{7F7D27AA-ADCF-A719-D24B-9FE480A49D47}"/>
          </ac:spMkLst>
        </pc:spChg>
        <pc:spChg chg="mod">
          <ac:chgData name="Punit Shah" userId="f154af9b-99b5-45c9-8630-42669ee4761f" providerId="ADAL" clId="{ADBA5680-36D7-4F21-9AEE-620A39DA1BFB}" dt="2026-04-30T13:17:39.852" v="2686" actId="207"/>
          <ac:spMkLst>
            <pc:docMk/>
            <pc:sldMk cId="3287241583" sldId="2147469949"/>
            <ac:spMk id="55" creationId="{45FEC435-72F6-2917-3CF3-28B930991502}"/>
          </ac:spMkLst>
        </pc:spChg>
        <pc:spChg chg="mod">
          <ac:chgData name="Punit Shah" userId="f154af9b-99b5-45c9-8630-42669ee4761f" providerId="ADAL" clId="{ADBA5680-36D7-4F21-9AEE-620A39DA1BFB}" dt="2026-04-30T12:05:44.840" v="1482" actId="962"/>
          <ac:spMkLst>
            <pc:docMk/>
            <pc:sldMk cId="3287241583" sldId="2147469949"/>
            <ac:spMk id="57" creationId="{EDDCF1E5-954C-EE58-C4C8-21F466BB081D}"/>
          </ac:spMkLst>
        </pc:spChg>
        <pc:spChg chg="add mod">
          <ac:chgData name="Punit Shah" userId="f154af9b-99b5-45c9-8630-42669ee4761f" providerId="ADAL" clId="{ADBA5680-36D7-4F21-9AEE-620A39DA1BFB}" dt="2026-04-30T12:05:44.846" v="1483" actId="962"/>
          <ac:spMkLst>
            <pc:docMk/>
            <pc:sldMk cId="3287241583" sldId="2147469949"/>
            <ac:spMk id="58" creationId="{5E437B90-6241-A85B-C99E-70F63AEB23BC}"/>
          </ac:spMkLst>
        </pc:spChg>
        <pc:spChg chg="mod">
          <ac:chgData name="Punit Shah" userId="f154af9b-99b5-45c9-8630-42669ee4761f" providerId="ADAL" clId="{ADBA5680-36D7-4F21-9AEE-620A39DA1BFB}" dt="2026-04-30T13:17:54.903" v="2693" actId="207"/>
          <ac:spMkLst>
            <pc:docMk/>
            <pc:sldMk cId="3287241583" sldId="2147469949"/>
            <ac:spMk id="59" creationId="{B3EFD6A3-B80B-D45C-0C0D-2E94D99E1F6A}"/>
          </ac:spMkLst>
        </pc:spChg>
        <pc:spChg chg="add mod">
          <ac:chgData name="Punit Shah" userId="f154af9b-99b5-45c9-8630-42669ee4761f" providerId="ADAL" clId="{ADBA5680-36D7-4F21-9AEE-620A39DA1BFB}" dt="2026-04-30T12:05:30.814" v="1449" actId="207"/>
          <ac:spMkLst>
            <pc:docMk/>
            <pc:sldMk cId="3287241583" sldId="2147469949"/>
            <ac:spMk id="60" creationId="{F8472211-2C0F-4D07-B3E8-51E74ECB3F99}"/>
          </ac:spMkLst>
        </pc:spChg>
        <pc:spChg chg="mod">
          <ac:chgData name="Punit Shah" userId="f154af9b-99b5-45c9-8630-42669ee4761f" providerId="ADAL" clId="{ADBA5680-36D7-4F21-9AEE-620A39DA1BFB}" dt="2026-04-30T12:05:44.854" v="1484" actId="962"/>
          <ac:spMkLst>
            <pc:docMk/>
            <pc:sldMk cId="3287241583" sldId="2147469949"/>
            <ac:spMk id="61" creationId="{8EFFF1A9-A55C-FC1A-394B-8A61EBD21207}"/>
          </ac:spMkLst>
        </pc:spChg>
        <pc:spChg chg="mod">
          <ac:chgData name="Punit Shah" userId="f154af9b-99b5-45c9-8630-42669ee4761f" providerId="ADAL" clId="{ADBA5680-36D7-4F21-9AEE-620A39DA1BFB}" dt="2026-04-30T12:05:44.862" v="1485" actId="962"/>
          <ac:spMkLst>
            <pc:docMk/>
            <pc:sldMk cId="3287241583" sldId="2147469949"/>
            <ac:spMk id="62" creationId="{1786026C-D8F1-C200-9987-A3B5B36E8125}"/>
          </ac:spMkLst>
        </pc:spChg>
        <pc:spChg chg="mod">
          <ac:chgData name="Punit Shah" userId="f154af9b-99b5-45c9-8630-42669ee4761f" providerId="ADAL" clId="{ADBA5680-36D7-4F21-9AEE-620A39DA1BFB}" dt="2026-04-30T13:17:53.186" v="2692" actId="207"/>
          <ac:spMkLst>
            <pc:docMk/>
            <pc:sldMk cId="3287241583" sldId="2147469949"/>
            <ac:spMk id="63" creationId="{0CD245D4-7D33-0DF4-F573-1A30E4E2CE62}"/>
          </ac:spMkLst>
        </pc:spChg>
        <pc:spChg chg="mod">
          <ac:chgData name="Punit Shah" userId="f154af9b-99b5-45c9-8630-42669ee4761f" providerId="ADAL" clId="{ADBA5680-36D7-4F21-9AEE-620A39DA1BFB}" dt="2026-04-30T12:05:44.870" v="1486" actId="962"/>
          <ac:spMkLst>
            <pc:docMk/>
            <pc:sldMk cId="3287241583" sldId="2147469949"/>
            <ac:spMk id="65" creationId="{6F9B1256-C79C-30DC-187B-833989E93D28}"/>
          </ac:spMkLst>
        </pc:spChg>
        <pc:spChg chg="add mod">
          <ac:chgData name="Punit Shah" userId="f154af9b-99b5-45c9-8630-42669ee4761f" providerId="ADAL" clId="{ADBA5680-36D7-4F21-9AEE-620A39DA1BFB}" dt="2026-04-30T12:05:44.876" v="1487" actId="962"/>
          <ac:spMkLst>
            <pc:docMk/>
            <pc:sldMk cId="3287241583" sldId="2147469949"/>
            <ac:spMk id="66" creationId="{3F81746F-9C1A-B425-7478-D17509739752}"/>
          </ac:spMkLst>
        </pc:spChg>
        <pc:spChg chg="mod">
          <ac:chgData name="Punit Shah" userId="f154af9b-99b5-45c9-8630-42669ee4761f" providerId="ADAL" clId="{ADBA5680-36D7-4F21-9AEE-620A39DA1BFB}" dt="2026-04-30T13:17:57.200" v="2694" actId="207"/>
          <ac:spMkLst>
            <pc:docMk/>
            <pc:sldMk cId="3287241583" sldId="2147469949"/>
            <ac:spMk id="67" creationId="{ADE8EB02-78EB-CAC2-60C9-5D22AC17D26D}"/>
          </ac:spMkLst>
        </pc:spChg>
        <pc:spChg chg="mod">
          <ac:chgData name="Punit Shah" userId="f154af9b-99b5-45c9-8630-42669ee4761f" providerId="ADAL" clId="{ADBA5680-36D7-4F21-9AEE-620A39DA1BFB}" dt="2026-04-30T12:05:44.881" v="1488" actId="962"/>
          <ac:spMkLst>
            <pc:docMk/>
            <pc:sldMk cId="3287241583" sldId="2147469949"/>
            <ac:spMk id="69" creationId="{4FFD6E1F-7EAD-BFC1-80D1-9416BE2AB119}"/>
          </ac:spMkLst>
        </pc:spChg>
        <pc:spChg chg="mod">
          <ac:chgData name="Punit Shah" userId="f154af9b-99b5-45c9-8630-42669ee4761f" providerId="ADAL" clId="{ADBA5680-36D7-4F21-9AEE-620A39DA1BFB}" dt="2026-04-30T12:05:44.890" v="1489" actId="962"/>
          <ac:spMkLst>
            <pc:docMk/>
            <pc:sldMk cId="3287241583" sldId="2147469949"/>
            <ac:spMk id="70" creationId="{D7755F9A-1D1B-6D49-8C53-6952DE0A6B5D}"/>
          </ac:spMkLst>
        </pc:spChg>
        <pc:spChg chg="mod">
          <ac:chgData name="Punit Shah" userId="f154af9b-99b5-45c9-8630-42669ee4761f" providerId="ADAL" clId="{ADBA5680-36D7-4F21-9AEE-620A39DA1BFB}" dt="2026-04-30T13:17:59.373" v="2695" actId="207"/>
          <ac:spMkLst>
            <pc:docMk/>
            <pc:sldMk cId="3287241583" sldId="2147469949"/>
            <ac:spMk id="71" creationId="{393D0D89-89C9-98B5-641D-48FE64075307}"/>
          </ac:spMkLst>
        </pc:spChg>
        <pc:spChg chg="add mod ord">
          <ac:chgData name="Punit Shah" userId="f154af9b-99b5-45c9-8630-42669ee4761f" providerId="ADAL" clId="{ADBA5680-36D7-4F21-9AEE-620A39DA1BFB}" dt="2026-04-30T13:28:35.268" v="2793" actId="700"/>
          <ac:spMkLst>
            <pc:docMk/>
            <pc:sldMk cId="3287241583" sldId="2147469949"/>
            <ac:spMk id="74" creationId="{BDE214F2-C30E-C5F7-692F-110276CE736F}"/>
          </ac:spMkLst>
        </pc:spChg>
      </pc:sldChg>
      <pc:sldChg chg="addSp delSp modSp new mod modClrScheme chgLayout">
        <pc:chgData name="Punit Shah" userId="f154af9b-99b5-45c9-8630-42669ee4761f" providerId="ADAL" clId="{ADBA5680-36D7-4F21-9AEE-620A39DA1BFB}" dt="2026-04-30T12:20:03.597" v="1816" actId="207"/>
        <pc:sldMkLst>
          <pc:docMk/>
          <pc:sldMk cId="3397877925" sldId="2147469950"/>
        </pc:sldMkLst>
        <pc:spChg chg="del mod ord">
          <ac:chgData name="Punit Shah" userId="f154af9b-99b5-45c9-8630-42669ee4761f" providerId="ADAL" clId="{ADBA5680-36D7-4F21-9AEE-620A39DA1BFB}" dt="2026-04-30T12:09:12.095" v="1506" actId="700"/>
          <ac:spMkLst>
            <pc:docMk/>
            <pc:sldMk cId="3397877925" sldId="2147469950"/>
            <ac:spMk id="2" creationId="{81A73CFC-1FC7-84C3-41AC-BDB6D42E899D}"/>
          </ac:spMkLst>
        </pc:spChg>
        <pc:spChg chg="mod ord">
          <ac:chgData name="Punit Shah" userId="f154af9b-99b5-45c9-8630-42669ee4761f" providerId="ADAL" clId="{ADBA5680-36D7-4F21-9AEE-620A39DA1BFB}" dt="2026-04-30T12:10:00.675" v="1561" actId="700"/>
          <ac:spMkLst>
            <pc:docMk/>
            <pc:sldMk cId="3397877925" sldId="2147469950"/>
            <ac:spMk id="3" creationId="{7BBE6BA4-2F40-EA10-9DAF-B55B07F2A028}"/>
          </ac:spMkLst>
        </pc:spChg>
        <pc:spChg chg="mod ord">
          <ac:chgData name="Punit Shah" userId="f154af9b-99b5-45c9-8630-42669ee4761f" providerId="ADAL" clId="{ADBA5680-36D7-4F21-9AEE-620A39DA1BFB}" dt="2026-04-30T12:10:00.675" v="1561" actId="700"/>
          <ac:spMkLst>
            <pc:docMk/>
            <pc:sldMk cId="3397877925" sldId="2147469950"/>
            <ac:spMk id="4" creationId="{08990BB4-83DA-FCA6-2B20-8E92796E85DB}"/>
          </ac:spMkLst>
        </pc:spChg>
        <pc:spChg chg="del mod ord">
          <ac:chgData name="Punit Shah" userId="f154af9b-99b5-45c9-8630-42669ee4761f" providerId="ADAL" clId="{ADBA5680-36D7-4F21-9AEE-620A39DA1BFB}" dt="2026-04-30T12:09:12.095" v="1506" actId="700"/>
          <ac:spMkLst>
            <pc:docMk/>
            <pc:sldMk cId="3397877925" sldId="2147469950"/>
            <ac:spMk id="5" creationId="{F6FE437B-4C2B-48B8-7662-145B8844769A}"/>
          </ac:spMkLst>
        </pc:spChg>
        <pc:spChg chg="add del mod ord">
          <ac:chgData name="Punit Shah" userId="f154af9b-99b5-45c9-8630-42669ee4761f" providerId="ADAL" clId="{ADBA5680-36D7-4F21-9AEE-620A39DA1BFB}" dt="2026-04-30T12:10:00.675" v="1561" actId="700"/>
          <ac:spMkLst>
            <pc:docMk/>
            <pc:sldMk cId="3397877925" sldId="2147469950"/>
            <ac:spMk id="6" creationId="{B282B36C-FB92-92F9-8CA5-1AE05E1EE664}"/>
          </ac:spMkLst>
        </pc:spChg>
        <pc:spChg chg="add del mod ord">
          <ac:chgData name="Punit Shah" userId="f154af9b-99b5-45c9-8630-42669ee4761f" providerId="ADAL" clId="{ADBA5680-36D7-4F21-9AEE-620A39DA1BFB}" dt="2026-04-30T12:10:00.675" v="1561" actId="700"/>
          <ac:spMkLst>
            <pc:docMk/>
            <pc:sldMk cId="3397877925" sldId="2147469950"/>
            <ac:spMk id="7" creationId="{B61005CC-1277-AE20-5466-4F451379DFBD}"/>
          </ac:spMkLst>
        </pc:spChg>
        <pc:spChg chg="add del mod ord">
          <ac:chgData name="Punit Shah" userId="f154af9b-99b5-45c9-8630-42669ee4761f" providerId="ADAL" clId="{ADBA5680-36D7-4F21-9AEE-620A39DA1BFB}" dt="2026-04-30T12:10:00.675" v="1561" actId="700"/>
          <ac:spMkLst>
            <pc:docMk/>
            <pc:sldMk cId="3397877925" sldId="2147469950"/>
            <ac:spMk id="8" creationId="{6E28C77E-1DE7-CCB2-769D-D7A9A8BB6908}"/>
          </ac:spMkLst>
        </pc:spChg>
        <pc:spChg chg="add del mod ord">
          <ac:chgData name="Punit Shah" userId="f154af9b-99b5-45c9-8630-42669ee4761f" providerId="ADAL" clId="{ADBA5680-36D7-4F21-9AEE-620A39DA1BFB}" dt="2026-04-30T12:10:00.675" v="1561" actId="700"/>
          <ac:spMkLst>
            <pc:docMk/>
            <pc:sldMk cId="3397877925" sldId="2147469950"/>
            <ac:spMk id="9" creationId="{E83013A3-12D3-EA8F-0281-F0498FB641AE}"/>
          </ac:spMkLst>
        </pc:spChg>
        <pc:spChg chg="add del mod ord">
          <ac:chgData name="Punit Shah" userId="f154af9b-99b5-45c9-8630-42669ee4761f" providerId="ADAL" clId="{ADBA5680-36D7-4F21-9AEE-620A39DA1BFB}" dt="2026-04-30T12:10:00.675" v="1561" actId="700"/>
          <ac:spMkLst>
            <pc:docMk/>
            <pc:sldMk cId="3397877925" sldId="2147469950"/>
            <ac:spMk id="10" creationId="{D741EBBF-0233-A35D-4803-025D859913BF}"/>
          </ac:spMkLst>
        </pc:spChg>
        <pc:spChg chg="add del mod ord">
          <ac:chgData name="Punit Shah" userId="f154af9b-99b5-45c9-8630-42669ee4761f" providerId="ADAL" clId="{ADBA5680-36D7-4F21-9AEE-620A39DA1BFB}" dt="2026-04-30T12:10:00.675" v="1561" actId="700"/>
          <ac:spMkLst>
            <pc:docMk/>
            <pc:sldMk cId="3397877925" sldId="2147469950"/>
            <ac:spMk id="11" creationId="{2E9D0F2F-2934-423F-8840-2AC2B2F894A3}"/>
          </ac:spMkLst>
        </pc:spChg>
        <pc:spChg chg="add del mod ord">
          <ac:chgData name="Punit Shah" userId="f154af9b-99b5-45c9-8630-42669ee4761f" providerId="ADAL" clId="{ADBA5680-36D7-4F21-9AEE-620A39DA1BFB}" dt="2026-04-30T12:10:10.565" v="1562" actId="478"/>
          <ac:spMkLst>
            <pc:docMk/>
            <pc:sldMk cId="3397877925" sldId="2147469950"/>
            <ac:spMk id="12" creationId="{94C1DB8B-219A-6857-D61A-19B915BDE6D4}"/>
          </ac:spMkLst>
        </pc:spChg>
        <pc:spChg chg="add mod">
          <ac:chgData name="Punit Shah" userId="f154af9b-99b5-45c9-8630-42669ee4761f" providerId="ADAL" clId="{ADBA5680-36D7-4F21-9AEE-620A39DA1BFB}" dt="2026-04-30T12:10:12.272" v="1563"/>
          <ac:spMkLst>
            <pc:docMk/>
            <pc:sldMk cId="3397877925" sldId="2147469950"/>
            <ac:spMk id="13" creationId="{E5397728-5B0B-69DC-DF45-B80F8CF97F03}"/>
          </ac:spMkLst>
        </pc:spChg>
        <pc:spChg chg="add mod">
          <ac:chgData name="Punit Shah" userId="f154af9b-99b5-45c9-8630-42669ee4761f" providerId="ADAL" clId="{ADBA5680-36D7-4F21-9AEE-620A39DA1BFB}" dt="2026-04-30T12:10:45.345" v="1566" actId="2711"/>
          <ac:spMkLst>
            <pc:docMk/>
            <pc:sldMk cId="3397877925" sldId="2147469950"/>
            <ac:spMk id="14" creationId="{A955C074-D7F1-8C9C-0B4E-FC8CB2A0D4C7}"/>
          </ac:spMkLst>
        </pc:spChg>
        <pc:spChg chg="add mod">
          <ac:chgData name="Punit Shah" userId="f154af9b-99b5-45c9-8630-42669ee4761f" providerId="ADAL" clId="{ADBA5680-36D7-4F21-9AEE-620A39DA1BFB}" dt="2026-04-30T12:13:56.628" v="1628" actId="255"/>
          <ac:spMkLst>
            <pc:docMk/>
            <pc:sldMk cId="3397877925" sldId="2147469950"/>
            <ac:spMk id="15" creationId="{349BFCD5-1133-CF1D-1542-67AE3D36690D}"/>
          </ac:spMkLst>
        </pc:spChg>
        <pc:spChg chg="add mod">
          <ac:chgData name="Punit Shah" userId="f154af9b-99b5-45c9-8630-42669ee4761f" providerId="ADAL" clId="{ADBA5680-36D7-4F21-9AEE-620A39DA1BFB}" dt="2026-04-30T12:10:45.345" v="1566" actId="2711"/>
          <ac:spMkLst>
            <pc:docMk/>
            <pc:sldMk cId="3397877925" sldId="2147469950"/>
            <ac:spMk id="16" creationId="{18EAA994-CF80-D145-81F0-9CA20D0631AD}"/>
          </ac:spMkLst>
        </pc:spChg>
        <pc:spChg chg="add mod">
          <ac:chgData name="Punit Shah" userId="f154af9b-99b5-45c9-8630-42669ee4761f" providerId="ADAL" clId="{ADBA5680-36D7-4F21-9AEE-620A39DA1BFB}" dt="2026-04-30T12:13:53.106" v="1627" actId="255"/>
          <ac:spMkLst>
            <pc:docMk/>
            <pc:sldMk cId="3397877925" sldId="2147469950"/>
            <ac:spMk id="17" creationId="{DFB167C6-7881-C717-744E-56A348CC00B1}"/>
          </ac:spMkLst>
        </pc:spChg>
        <pc:spChg chg="add mod">
          <ac:chgData name="Punit Shah" userId="f154af9b-99b5-45c9-8630-42669ee4761f" providerId="ADAL" clId="{ADBA5680-36D7-4F21-9AEE-620A39DA1BFB}" dt="2026-04-30T12:13:49.117" v="1626" actId="255"/>
          <ac:spMkLst>
            <pc:docMk/>
            <pc:sldMk cId="3397877925" sldId="2147469950"/>
            <ac:spMk id="18" creationId="{073194E1-863E-0977-1D31-F667BB3A643C}"/>
          </ac:spMkLst>
        </pc:spChg>
        <pc:spChg chg="add mod">
          <ac:chgData name="Punit Shah" userId="f154af9b-99b5-45c9-8630-42669ee4761f" providerId="ADAL" clId="{ADBA5680-36D7-4F21-9AEE-620A39DA1BFB}" dt="2026-04-30T12:12:18.159" v="1578" actId="207"/>
          <ac:spMkLst>
            <pc:docMk/>
            <pc:sldMk cId="3397877925" sldId="2147469950"/>
            <ac:spMk id="19" creationId="{BD4E5577-78E6-A4A4-903F-73AE02B1DF03}"/>
          </ac:spMkLst>
        </pc:spChg>
        <pc:spChg chg="add mod">
          <ac:chgData name="Punit Shah" userId="f154af9b-99b5-45c9-8630-42669ee4761f" providerId="ADAL" clId="{ADBA5680-36D7-4F21-9AEE-620A39DA1BFB}" dt="2026-04-30T12:11:23.116" v="1570" actId="2711"/>
          <ac:spMkLst>
            <pc:docMk/>
            <pc:sldMk cId="3397877925" sldId="2147469950"/>
            <ac:spMk id="20" creationId="{354DCD7F-3F73-13A7-8D28-05994F2414D0}"/>
          </ac:spMkLst>
        </pc:spChg>
        <pc:spChg chg="add mod">
          <ac:chgData name="Punit Shah" userId="f154af9b-99b5-45c9-8630-42669ee4761f" providerId="ADAL" clId="{ADBA5680-36D7-4F21-9AEE-620A39DA1BFB}" dt="2026-04-30T12:11:32.469" v="1572" actId="2710"/>
          <ac:spMkLst>
            <pc:docMk/>
            <pc:sldMk cId="3397877925" sldId="2147469950"/>
            <ac:spMk id="21" creationId="{238D48FA-DF58-9F99-FE40-ABC0FF801FA5}"/>
          </ac:spMkLst>
        </pc:spChg>
        <pc:spChg chg="add mod">
          <ac:chgData name="Punit Shah" userId="f154af9b-99b5-45c9-8630-42669ee4761f" providerId="ADAL" clId="{ADBA5680-36D7-4F21-9AEE-620A39DA1BFB}" dt="2026-04-30T12:20:00.835" v="1815" actId="207"/>
          <ac:spMkLst>
            <pc:docMk/>
            <pc:sldMk cId="3397877925" sldId="2147469950"/>
            <ac:spMk id="22" creationId="{10B667A3-9A67-9511-0D33-7F8D7F1A4DFC}"/>
          </ac:spMkLst>
        </pc:spChg>
        <pc:spChg chg="add mod">
          <ac:chgData name="Punit Shah" userId="f154af9b-99b5-45c9-8630-42669ee4761f" providerId="ADAL" clId="{ADBA5680-36D7-4F21-9AEE-620A39DA1BFB}" dt="2026-04-30T12:20:03.597" v="1816" actId="207"/>
          <ac:spMkLst>
            <pc:docMk/>
            <pc:sldMk cId="3397877925" sldId="2147469950"/>
            <ac:spMk id="23" creationId="{0D738901-DF31-D6D1-1112-820614C6B310}"/>
          </ac:spMkLst>
        </pc:spChg>
      </pc:sldChg>
      <pc:sldChg chg="modSp add mod">
        <pc:chgData name="Punit Shah" userId="f154af9b-99b5-45c9-8630-42669ee4761f" providerId="ADAL" clId="{ADBA5680-36D7-4F21-9AEE-620A39DA1BFB}" dt="2026-04-30T12:20:21.740" v="1820" actId="207"/>
        <pc:sldMkLst>
          <pc:docMk/>
          <pc:sldMk cId="1663453026" sldId="2147469951"/>
        </pc:sldMkLst>
        <pc:spChg chg="mod">
          <ac:chgData name="Punit Shah" userId="f154af9b-99b5-45c9-8630-42669ee4761f" providerId="ADAL" clId="{ADBA5680-36D7-4F21-9AEE-620A39DA1BFB}" dt="2026-04-30T12:12:40.170" v="1582" actId="20577"/>
          <ac:spMkLst>
            <pc:docMk/>
            <pc:sldMk cId="1663453026" sldId="2147469951"/>
            <ac:spMk id="14" creationId="{FD22FE7E-FDEA-CA31-91C4-3F3977B46FEA}"/>
          </ac:spMkLst>
        </pc:spChg>
        <pc:spChg chg="mod">
          <ac:chgData name="Punit Shah" userId="f154af9b-99b5-45c9-8630-42669ee4761f" providerId="ADAL" clId="{ADBA5680-36D7-4F21-9AEE-620A39DA1BFB}" dt="2026-04-30T12:13:26.648" v="1623" actId="255"/>
          <ac:spMkLst>
            <pc:docMk/>
            <pc:sldMk cId="1663453026" sldId="2147469951"/>
            <ac:spMk id="15" creationId="{8BE32922-2A89-B37A-0B71-E163994620EC}"/>
          </ac:spMkLst>
        </pc:spChg>
        <pc:spChg chg="mod">
          <ac:chgData name="Punit Shah" userId="f154af9b-99b5-45c9-8630-42669ee4761f" providerId="ADAL" clId="{ADBA5680-36D7-4F21-9AEE-620A39DA1BFB}" dt="2026-04-30T12:12:53.922" v="1607" actId="20577"/>
          <ac:spMkLst>
            <pc:docMk/>
            <pc:sldMk cId="1663453026" sldId="2147469951"/>
            <ac:spMk id="16" creationId="{92B0E170-D9DB-35CE-DD4F-A71AF828929B}"/>
          </ac:spMkLst>
        </pc:spChg>
        <pc:spChg chg="mod">
          <ac:chgData name="Punit Shah" userId="f154af9b-99b5-45c9-8630-42669ee4761f" providerId="ADAL" clId="{ADBA5680-36D7-4F21-9AEE-620A39DA1BFB}" dt="2026-04-30T12:13:39.728" v="1625" actId="255"/>
          <ac:spMkLst>
            <pc:docMk/>
            <pc:sldMk cId="1663453026" sldId="2147469951"/>
            <ac:spMk id="17" creationId="{2AB0D2BD-AA01-82AF-64AA-6F666C19A301}"/>
          </ac:spMkLst>
        </pc:spChg>
        <pc:spChg chg="mod">
          <ac:chgData name="Punit Shah" userId="f154af9b-99b5-45c9-8630-42669ee4761f" providerId="ADAL" clId="{ADBA5680-36D7-4F21-9AEE-620A39DA1BFB}" dt="2026-04-30T12:13:34.395" v="1624" actId="255"/>
          <ac:spMkLst>
            <pc:docMk/>
            <pc:sldMk cId="1663453026" sldId="2147469951"/>
            <ac:spMk id="18" creationId="{3305ABCD-B61A-C5CB-B49E-26E58F77C2F4}"/>
          </ac:spMkLst>
        </pc:spChg>
        <pc:spChg chg="mod">
          <ac:chgData name="Punit Shah" userId="f154af9b-99b5-45c9-8630-42669ee4761f" providerId="ADAL" clId="{ADBA5680-36D7-4F21-9AEE-620A39DA1BFB}" dt="2026-04-30T12:16:22.184" v="1748" actId="20577"/>
          <ac:spMkLst>
            <pc:docMk/>
            <pc:sldMk cId="1663453026" sldId="2147469951"/>
            <ac:spMk id="20" creationId="{9BA79E19-1E76-E591-7309-C60BE08FD1EF}"/>
          </ac:spMkLst>
        </pc:spChg>
        <pc:spChg chg="mod">
          <ac:chgData name="Punit Shah" userId="f154af9b-99b5-45c9-8630-42669ee4761f" providerId="ADAL" clId="{ADBA5680-36D7-4F21-9AEE-620A39DA1BFB}" dt="2026-04-30T12:16:41.037" v="1752" actId="2710"/>
          <ac:spMkLst>
            <pc:docMk/>
            <pc:sldMk cId="1663453026" sldId="2147469951"/>
            <ac:spMk id="21" creationId="{1418A2CC-7EE2-C9B7-AE4F-C6B8F3A58A62}"/>
          </ac:spMkLst>
        </pc:spChg>
        <pc:spChg chg="mod">
          <ac:chgData name="Punit Shah" userId="f154af9b-99b5-45c9-8630-42669ee4761f" providerId="ADAL" clId="{ADBA5680-36D7-4F21-9AEE-620A39DA1BFB}" dt="2026-04-30T12:20:18.343" v="1819" actId="207"/>
          <ac:spMkLst>
            <pc:docMk/>
            <pc:sldMk cId="1663453026" sldId="2147469951"/>
            <ac:spMk id="22" creationId="{F2D1371F-5E6C-29F8-30ED-FF8A83E2681F}"/>
          </ac:spMkLst>
        </pc:spChg>
        <pc:spChg chg="mod">
          <ac:chgData name="Punit Shah" userId="f154af9b-99b5-45c9-8630-42669ee4761f" providerId="ADAL" clId="{ADBA5680-36D7-4F21-9AEE-620A39DA1BFB}" dt="2026-04-30T12:20:21.740" v="1820" actId="207"/>
          <ac:spMkLst>
            <pc:docMk/>
            <pc:sldMk cId="1663453026" sldId="2147469951"/>
            <ac:spMk id="23" creationId="{6A0207CA-DC11-D15D-1637-81CE67947D61}"/>
          </ac:spMkLst>
        </pc:spChg>
      </pc:sldChg>
      <pc:sldChg chg="addSp delSp modSp add mod">
        <pc:chgData name="Punit Shah" userId="f154af9b-99b5-45c9-8630-42669ee4761f" providerId="ADAL" clId="{ADBA5680-36D7-4F21-9AEE-620A39DA1BFB}" dt="2026-04-30T12:19:35.825" v="1811" actId="478"/>
        <pc:sldMkLst>
          <pc:docMk/>
          <pc:sldMk cId="2181881663" sldId="2147469952"/>
        </pc:sldMkLst>
        <pc:spChg chg="add del mod">
          <ac:chgData name="Punit Shah" userId="f154af9b-99b5-45c9-8630-42669ee4761f" providerId="ADAL" clId="{ADBA5680-36D7-4F21-9AEE-620A39DA1BFB}" dt="2026-04-30T12:19:35.825" v="1811" actId="478"/>
          <ac:spMkLst>
            <pc:docMk/>
            <pc:sldMk cId="2181881663" sldId="2147469952"/>
            <ac:spMk id="2" creationId="{E73EDD58-F693-A108-004C-0D707F2F79C9}"/>
          </ac:spMkLst>
        </pc:spChg>
        <pc:spChg chg="mod">
          <ac:chgData name="Punit Shah" userId="f154af9b-99b5-45c9-8630-42669ee4761f" providerId="ADAL" clId="{ADBA5680-36D7-4F21-9AEE-620A39DA1BFB}" dt="2026-04-30T12:14:56.873" v="1636" actId="20577"/>
          <ac:spMkLst>
            <pc:docMk/>
            <pc:sldMk cId="2181881663" sldId="2147469952"/>
            <ac:spMk id="14" creationId="{5D4E8A0C-B852-021E-580E-C918D38364BD}"/>
          </ac:spMkLst>
        </pc:spChg>
        <pc:spChg chg="mod">
          <ac:chgData name="Punit Shah" userId="f154af9b-99b5-45c9-8630-42669ee4761f" providerId="ADAL" clId="{ADBA5680-36D7-4F21-9AEE-620A39DA1BFB}" dt="2026-04-30T12:15:00.674" v="1638" actId="20577"/>
          <ac:spMkLst>
            <pc:docMk/>
            <pc:sldMk cId="2181881663" sldId="2147469952"/>
            <ac:spMk id="15" creationId="{9D6B7BA7-62F7-8C27-D3CD-82812368D27D}"/>
          </ac:spMkLst>
        </pc:spChg>
        <pc:spChg chg="mod">
          <ac:chgData name="Punit Shah" userId="f154af9b-99b5-45c9-8630-42669ee4761f" providerId="ADAL" clId="{ADBA5680-36D7-4F21-9AEE-620A39DA1BFB}" dt="2026-04-30T12:15:30.843" v="1707" actId="20577"/>
          <ac:spMkLst>
            <pc:docMk/>
            <pc:sldMk cId="2181881663" sldId="2147469952"/>
            <ac:spMk id="16" creationId="{015D070B-A542-4581-9B5C-6FA91871CD8F}"/>
          </ac:spMkLst>
        </pc:spChg>
        <pc:spChg chg="mod">
          <ac:chgData name="Punit Shah" userId="f154af9b-99b5-45c9-8630-42669ee4761f" providerId="ADAL" clId="{ADBA5680-36D7-4F21-9AEE-620A39DA1BFB}" dt="2026-04-30T12:15:46.905" v="1723" actId="20577"/>
          <ac:spMkLst>
            <pc:docMk/>
            <pc:sldMk cId="2181881663" sldId="2147469952"/>
            <ac:spMk id="18" creationId="{C1F3CCF8-E794-C75F-73C5-227C7EDAEE39}"/>
          </ac:spMkLst>
        </pc:spChg>
        <pc:spChg chg="mod">
          <ac:chgData name="Punit Shah" userId="f154af9b-99b5-45c9-8630-42669ee4761f" providerId="ADAL" clId="{ADBA5680-36D7-4F21-9AEE-620A39DA1BFB}" dt="2026-04-30T12:17:30.616" v="1794" actId="20577"/>
          <ac:spMkLst>
            <pc:docMk/>
            <pc:sldMk cId="2181881663" sldId="2147469952"/>
            <ac:spMk id="20" creationId="{7CCD3325-C54F-9C0F-3EA1-AF0F0225853F}"/>
          </ac:spMkLst>
        </pc:spChg>
        <pc:spChg chg="mod">
          <ac:chgData name="Punit Shah" userId="f154af9b-99b5-45c9-8630-42669ee4761f" providerId="ADAL" clId="{ADBA5680-36D7-4F21-9AEE-620A39DA1BFB}" dt="2026-04-30T12:17:15.910" v="1755" actId="2710"/>
          <ac:spMkLst>
            <pc:docMk/>
            <pc:sldMk cId="2181881663" sldId="2147469952"/>
            <ac:spMk id="21" creationId="{4FE3CCF5-60FA-6788-F561-851F79C413AF}"/>
          </ac:spMkLst>
        </pc:spChg>
        <pc:spChg chg="mod">
          <ac:chgData name="Punit Shah" userId="f154af9b-99b5-45c9-8630-42669ee4761f" providerId="ADAL" clId="{ADBA5680-36D7-4F21-9AEE-620A39DA1BFB}" dt="2026-04-30T12:19:10.945" v="1809" actId="962"/>
          <ac:spMkLst>
            <pc:docMk/>
            <pc:sldMk cId="2181881663" sldId="2147469952"/>
            <ac:spMk id="22" creationId="{1629AB3B-24FF-213D-0722-EFFDB4F2F609}"/>
          </ac:spMkLst>
        </pc:spChg>
        <pc:spChg chg="mod">
          <ac:chgData name="Punit Shah" userId="f154af9b-99b5-45c9-8630-42669ee4761f" providerId="ADAL" clId="{ADBA5680-36D7-4F21-9AEE-620A39DA1BFB}" dt="2026-04-30T12:18:26.738" v="1805" actId="208"/>
          <ac:spMkLst>
            <pc:docMk/>
            <pc:sldMk cId="2181881663" sldId="2147469952"/>
            <ac:spMk id="23" creationId="{61399AC8-6EE3-C9B8-65C0-33D8242866B3}"/>
          </ac:spMkLst>
        </pc:spChg>
      </pc:sldChg>
      <pc:sldChg chg="modSp add mod">
        <pc:chgData name="Punit Shah" userId="f154af9b-99b5-45c9-8630-42669ee4761f" providerId="ADAL" clId="{ADBA5680-36D7-4F21-9AEE-620A39DA1BFB}" dt="2026-04-30T12:29:49.785" v="1965" actId="2710"/>
        <pc:sldMkLst>
          <pc:docMk/>
          <pc:sldMk cId="473488962" sldId="2147469953"/>
        </pc:sldMkLst>
        <pc:spChg chg="mod">
          <ac:chgData name="Punit Shah" userId="f154af9b-99b5-45c9-8630-42669ee4761f" providerId="ADAL" clId="{ADBA5680-36D7-4F21-9AEE-620A39DA1BFB}" dt="2026-04-30T12:28:24.529" v="1903" actId="20577"/>
          <ac:spMkLst>
            <pc:docMk/>
            <pc:sldMk cId="473488962" sldId="2147469953"/>
            <ac:spMk id="14" creationId="{DBDBC753-C9B5-25A1-9833-90ABB8097B96}"/>
          </ac:spMkLst>
        </pc:spChg>
        <pc:spChg chg="mod">
          <ac:chgData name="Punit Shah" userId="f154af9b-99b5-45c9-8630-42669ee4761f" providerId="ADAL" clId="{ADBA5680-36D7-4F21-9AEE-620A39DA1BFB}" dt="2026-04-30T12:28:28.771" v="1905" actId="20577"/>
          <ac:spMkLst>
            <pc:docMk/>
            <pc:sldMk cId="473488962" sldId="2147469953"/>
            <ac:spMk id="15" creationId="{A3408D3A-2232-D04C-8EE2-F1718260C083}"/>
          </ac:spMkLst>
        </pc:spChg>
        <pc:spChg chg="mod">
          <ac:chgData name="Punit Shah" userId="f154af9b-99b5-45c9-8630-42669ee4761f" providerId="ADAL" clId="{ADBA5680-36D7-4F21-9AEE-620A39DA1BFB}" dt="2026-04-30T12:28:56.273" v="1946" actId="20577"/>
          <ac:spMkLst>
            <pc:docMk/>
            <pc:sldMk cId="473488962" sldId="2147469953"/>
            <ac:spMk id="16" creationId="{5A3E0279-6A0B-3A5C-4CEA-32EEE7A42A7B}"/>
          </ac:spMkLst>
        </pc:spChg>
        <pc:spChg chg="mod">
          <ac:chgData name="Punit Shah" userId="f154af9b-99b5-45c9-8630-42669ee4761f" providerId="ADAL" clId="{ADBA5680-36D7-4F21-9AEE-620A39DA1BFB}" dt="2026-04-30T12:29:12.888" v="1959" actId="20577"/>
          <ac:spMkLst>
            <pc:docMk/>
            <pc:sldMk cId="473488962" sldId="2147469953"/>
            <ac:spMk id="18" creationId="{9345C40E-70C3-6333-86FE-5CF748AAA611}"/>
          </ac:spMkLst>
        </pc:spChg>
        <pc:spChg chg="mod">
          <ac:chgData name="Punit Shah" userId="f154af9b-99b5-45c9-8630-42669ee4761f" providerId="ADAL" clId="{ADBA5680-36D7-4F21-9AEE-620A39DA1BFB}" dt="2026-04-30T12:29:49.785" v="1965" actId="2710"/>
          <ac:spMkLst>
            <pc:docMk/>
            <pc:sldMk cId="473488962" sldId="2147469953"/>
            <ac:spMk id="21" creationId="{E82A58C8-565D-84BD-8F4C-62847A4A3DAF}"/>
          </ac:spMkLst>
        </pc:spChg>
        <pc:spChg chg="mod">
          <ac:chgData name="Punit Shah" userId="f154af9b-99b5-45c9-8630-42669ee4761f" providerId="ADAL" clId="{ADBA5680-36D7-4F21-9AEE-620A39DA1BFB}" dt="2026-04-30T12:29:31.303" v="1962" actId="2711"/>
          <ac:spMkLst>
            <pc:docMk/>
            <pc:sldMk cId="473488962" sldId="2147469953"/>
            <ac:spMk id="23" creationId="{607FEC24-B955-E764-13D0-8F479BDEB5D6}"/>
          </ac:spMkLst>
        </pc:spChg>
      </pc:sldChg>
      <pc:sldChg chg="modSp add mod">
        <pc:chgData name="Punit Shah" userId="f154af9b-99b5-45c9-8630-42669ee4761f" providerId="ADAL" clId="{ADBA5680-36D7-4F21-9AEE-620A39DA1BFB}" dt="2026-04-30T12:58:52.398" v="2042"/>
        <pc:sldMkLst>
          <pc:docMk/>
          <pc:sldMk cId="148588161" sldId="2147469954"/>
        </pc:sldMkLst>
        <pc:spChg chg="mod">
          <ac:chgData name="Punit Shah" userId="f154af9b-99b5-45c9-8630-42669ee4761f" providerId="ADAL" clId="{ADBA5680-36D7-4F21-9AEE-620A39DA1BFB}" dt="2026-04-30T12:57:43.298" v="1970" actId="20577"/>
          <ac:spMkLst>
            <pc:docMk/>
            <pc:sldMk cId="148588161" sldId="2147469954"/>
            <ac:spMk id="14" creationId="{A0950A6B-E7D9-A1D9-B948-FF3279082E91}"/>
          </ac:spMkLst>
        </pc:spChg>
        <pc:spChg chg="mod">
          <ac:chgData name="Punit Shah" userId="f154af9b-99b5-45c9-8630-42669ee4761f" providerId="ADAL" clId="{ADBA5680-36D7-4F21-9AEE-620A39DA1BFB}" dt="2026-04-30T12:57:47.250" v="1972" actId="20577"/>
          <ac:spMkLst>
            <pc:docMk/>
            <pc:sldMk cId="148588161" sldId="2147469954"/>
            <ac:spMk id="15" creationId="{BC4C1AD5-0C8D-C1E9-9394-161433EB22A1}"/>
          </ac:spMkLst>
        </pc:spChg>
        <pc:spChg chg="mod">
          <ac:chgData name="Punit Shah" userId="f154af9b-99b5-45c9-8630-42669ee4761f" providerId="ADAL" clId="{ADBA5680-36D7-4F21-9AEE-620A39DA1BFB}" dt="2026-04-30T12:57:57.311" v="2000" actId="20577"/>
          <ac:spMkLst>
            <pc:docMk/>
            <pc:sldMk cId="148588161" sldId="2147469954"/>
            <ac:spMk id="16" creationId="{EC889F59-0FA3-7013-836F-157636496804}"/>
          </ac:spMkLst>
        </pc:spChg>
        <pc:spChg chg="mod">
          <ac:chgData name="Punit Shah" userId="f154af9b-99b5-45c9-8630-42669ee4761f" providerId="ADAL" clId="{ADBA5680-36D7-4F21-9AEE-620A39DA1BFB}" dt="2026-04-30T12:58:12.049" v="2012" actId="20577"/>
          <ac:spMkLst>
            <pc:docMk/>
            <pc:sldMk cId="148588161" sldId="2147469954"/>
            <ac:spMk id="18" creationId="{D6B46B03-9139-F752-9428-76E1889E7FEE}"/>
          </ac:spMkLst>
        </pc:spChg>
        <pc:spChg chg="mod">
          <ac:chgData name="Punit Shah" userId="f154af9b-99b5-45c9-8630-42669ee4761f" providerId="ADAL" clId="{ADBA5680-36D7-4F21-9AEE-620A39DA1BFB}" dt="2026-04-30T12:58:28.311" v="2040" actId="20577"/>
          <ac:spMkLst>
            <pc:docMk/>
            <pc:sldMk cId="148588161" sldId="2147469954"/>
            <ac:spMk id="20" creationId="{3FC1EEC4-8CA2-C9AA-3AC5-3638D1F552B6}"/>
          </ac:spMkLst>
        </pc:spChg>
        <pc:spChg chg="mod">
          <ac:chgData name="Punit Shah" userId="f154af9b-99b5-45c9-8630-42669ee4761f" providerId="ADAL" clId="{ADBA5680-36D7-4F21-9AEE-620A39DA1BFB}" dt="2026-04-30T12:58:35.425" v="2041"/>
          <ac:spMkLst>
            <pc:docMk/>
            <pc:sldMk cId="148588161" sldId="2147469954"/>
            <ac:spMk id="21" creationId="{82374099-75DB-6602-67DD-2DCAC21DF03A}"/>
          </ac:spMkLst>
        </pc:spChg>
        <pc:spChg chg="mod">
          <ac:chgData name="Punit Shah" userId="f154af9b-99b5-45c9-8630-42669ee4761f" providerId="ADAL" clId="{ADBA5680-36D7-4F21-9AEE-620A39DA1BFB}" dt="2026-04-30T12:58:52.398" v="2042"/>
          <ac:spMkLst>
            <pc:docMk/>
            <pc:sldMk cId="148588161" sldId="2147469954"/>
            <ac:spMk id="23" creationId="{7F160A04-8545-182F-9447-0AB57F62268C}"/>
          </ac:spMkLst>
        </pc:spChg>
      </pc:sldChg>
      <pc:sldChg chg="modSp add mod">
        <pc:chgData name="Punit Shah" userId="f154af9b-99b5-45c9-8630-42669ee4761f" providerId="ADAL" clId="{ADBA5680-36D7-4F21-9AEE-620A39DA1BFB}" dt="2026-04-30T13:00:27.179" v="2102"/>
        <pc:sldMkLst>
          <pc:docMk/>
          <pc:sldMk cId="2804079025" sldId="2147469955"/>
        </pc:sldMkLst>
        <pc:spChg chg="mod">
          <ac:chgData name="Punit Shah" userId="f154af9b-99b5-45c9-8630-42669ee4761f" providerId="ADAL" clId="{ADBA5680-36D7-4F21-9AEE-620A39DA1BFB}" dt="2026-04-30T12:59:14.331" v="2046" actId="20577"/>
          <ac:spMkLst>
            <pc:docMk/>
            <pc:sldMk cId="2804079025" sldId="2147469955"/>
            <ac:spMk id="14" creationId="{090076C0-264B-FA02-007B-C3025AC72420}"/>
          </ac:spMkLst>
        </pc:spChg>
        <pc:spChg chg="mod">
          <ac:chgData name="Punit Shah" userId="f154af9b-99b5-45c9-8630-42669ee4761f" providerId="ADAL" clId="{ADBA5680-36D7-4F21-9AEE-620A39DA1BFB}" dt="2026-04-30T12:59:18.003" v="2048" actId="20577"/>
          <ac:spMkLst>
            <pc:docMk/>
            <pc:sldMk cId="2804079025" sldId="2147469955"/>
            <ac:spMk id="15" creationId="{D07681F0-1E98-220F-CF95-8A9346BADB1D}"/>
          </ac:spMkLst>
        </pc:spChg>
        <pc:spChg chg="mod">
          <ac:chgData name="Punit Shah" userId="f154af9b-99b5-45c9-8630-42669ee4761f" providerId="ADAL" clId="{ADBA5680-36D7-4F21-9AEE-620A39DA1BFB}" dt="2026-04-30T12:59:31.895" v="2072" actId="20577"/>
          <ac:spMkLst>
            <pc:docMk/>
            <pc:sldMk cId="2804079025" sldId="2147469955"/>
            <ac:spMk id="16" creationId="{2B8783DF-A3FC-874F-F325-896FDFF1ED71}"/>
          </ac:spMkLst>
        </pc:spChg>
        <pc:spChg chg="mod">
          <ac:chgData name="Punit Shah" userId="f154af9b-99b5-45c9-8630-42669ee4761f" providerId="ADAL" clId="{ADBA5680-36D7-4F21-9AEE-620A39DA1BFB}" dt="2026-04-30T12:59:39.488" v="2096" actId="20577"/>
          <ac:spMkLst>
            <pc:docMk/>
            <pc:sldMk cId="2804079025" sldId="2147469955"/>
            <ac:spMk id="20" creationId="{9CC40DE8-F1DC-BE62-A10C-C45900B5CA44}"/>
          </ac:spMkLst>
        </pc:spChg>
        <pc:spChg chg="mod">
          <ac:chgData name="Punit Shah" userId="f154af9b-99b5-45c9-8630-42669ee4761f" providerId="ADAL" clId="{ADBA5680-36D7-4F21-9AEE-620A39DA1BFB}" dt="2026-04-30T13:00:27.179" v="2102"/>
          <ac:spMkLst>
            <pc:docMk/>
            <pc:sldMk cId="2804079025" sldId="2147469955"/>
            <ac:spMk id="21" creationId="{C7431168-C58A-4A23-CA0E-4219EDC042E2}"/>
          </ac:spMkLst>
        </pc:spChg>
        <pc:spChg chg="mod">
          <ac:chgData name="Punit Shah" userId="f154af9b-99b5-45c9-8630-42669ee4761f" providerId="ADAL" clId="{ADBA5680-36D7-4F21-9AEE-620A39DA1BFB}" dt="2026-04-30T13:00:17.927" v="2101" actId="207"/>
          <ac:spMkLst>
            <pc:docMk/>
            <pc:sldMk cId="2804079025" sldId="2147469955"/>
            <ac:spMk id="23" creationId="{D5D7F850-4EA2-DFEA-2D69-8BF9390346AD}"/>
          </ac:spMkLst>
        </pc:spChg>
      </pc:sldChg>
      <pc:sldChg chg="modSp add mod">
        <pc:chgData name="Punit Shah" userId="f154af9b-99b5-45c9-8630-42669ee4761f" providerId="ADAL" clId="{ADBA5680-36D7-4F21-9AEE-620A39DA1BFB}" dt="2026-04-30T13:01:25.865" v="2154"/>
        <pc:sldMkLst>
          <pc:docMk/>
          <pc:sldMk cId="2207203759" sldId="2147469956"/>
        </pc:sldMkLst>
        <pc:spChg chg="mod">
          <ac:chgData name="Punit Shah" userId="f154af9b-99b5-45c9-8630-42669ee4761f" providerId="ADAL" clId="{ADBA5680-36D7-4F21-9AEE-620A39DA1BFB}" dt="2026-04-30T13:00:41.827" v="2106" actId="20577"/>
          <ac:spMkLst>
            <pc:docMk/>
            <pc:sldMk cId="2207203759" sldId="2147469956"/>
            <ac:spMk id="14" creationId="{CC662F35-02BB-8EDC-2B8C-FDB129055684}"/>
          </ac:spMkLst>
        </pc:spChg>
        <pc:spChg chg="mod">
          <ac:chgData name="Punit Shah" userId="f154af9b-99b5-45c9-8630-42669ee4761f" providerId="ADAL" clId="{ADBA5680-36D7-4F21-9AEE-620A39DA1BFB}" dt="2026-04-30T13:00:47.258" v="2108" actId="20577"/>
          <ac:spMkLst>
            <pc:docMk/>
            <pc:sldMk cId="2207203759" sldId="2147469956"/>
            <ac:spMk id="15" creationId="{DAEC3B2D-42B6-0FBF-4E38-590E63E39C25}"/>
          </ac:spMkLst>
        </pc:spChg>
        <pc:spChg chg="mod">
          <ac:chgData name="Punit Shah" userId="f154af9b-99b5-45c9-8630-42669ee4761f" providerId="ADAL" clId="{ADBA5680-36D7-4F21-9AEE-620A39DA1BFB}" dt="2026-04-30T13:00:57.007" v="2128" actId="20577"/>
          <ac:spMkLst>
            <pc:docMk/>
            <pc:sldMk cId="2207203759" sldId="2147469956"/>
            <ac:spMk id="16" creationId="{5B709CA5-FE72-914B-575B-56C3BC64A104}"/>
          </ac:spMkLst>
        </pc:spChg>
        <pc:spChg chg="mod">
          <ac:chgData name="Punit Shah" userId="f154af9b-99b5-45c9-8630-42669ee4761f" providerId="ADAL" clId="{ADBA5680-36D7-4F21-9AEE-620A39DA1BFB}" dt="2026-04-30T13:01:16.728" v="2153" actId="20577"/>
          <ac:spMkLst>
            <pc:docMk/>
            <pc:sldMk cId="2207203759" sldId="2147469956"/>
            <ac:spMk id="18" creationId="{C7ED1FA6-2690-422D-DF04-E25C0A990BCA}"/>
          </ac:spMkLst>
        </pc:spChg>
        <pc:spChg chg="mod">
          <ac:chgData name="Punit Shah" userId="f154af9b-99b5-45c9-8630-42669ee4761f" providerId="ADAL" clId="{ADBA5680-36D7-4F21-9AEE-620A39DA1BFB}" dt="2026-04-30T13:01:03.608" v="2148" actId="20577"/>
          <ac:spMkLst>
            <pc:docMk/>
            <pc:sldMk cId="2207203759" sldId="2147469956"/>
            <ac:spMk id="20" creationId="{775FC1B8-924B-44D6-E1CF-AD6E230D905A}"/>
          </ac:spMkLst>
        </pc:spChg>
        <pc:spChg chg="mod">
          <ac:chgData name="Punit Shah" userId="f154af9b-99b5-45c9-8630-42669ee4761f" providerId="ADAL" clId="{ADBA5680-36D7-4F21-9AEE-620A39DA1BFB}" dt="2026-04-30T13:01:11.392" v="2149"/>
          <ac:spMkLst>
            <pc:docMk/>
            <pc:sldMk cId="2207203759" sldId="2147469956"/>
            <ac:spMk id="21" creationId="{B9E1787A-73FC-AF4D-F92B-4786FB6BFC1C}"/>
          </ac:spMkLst>
        </pc:spChg>
        <pc:spChg chg="mod">
          <ac:chgData name="Punit Shah" userId="f154af9b-99b5-45c9-8630-42669ee4761f" providerId="ADAL" clId="{ADBA5680-36D7-4F21-9AEE-620A39DA1BFB}" dt="2026-04-30T13:01:25.865" v="2154"/>
          <ac:spMkLst>
            <pc:docMk/>
            <pc:sldMk cId="2207203759" sldId="2147469956"/>
            <ac:spMk id="23" creationId="{0A8E1921-BC16-0A84-0417-5A24BFD636B8}"/>
          </ac:spMkLst>
        </pc:spChg>
      </pc:sldChg>
      <pc:sldChg chg="modSp add mod">
        <pc:chgData name="Punit Shah" userId="f154af9b-99b5-45c9-8630-42669ee4761f" providerId="ADAL" clId="{ADBA5680-36D7-4F21-9AEE-620A39DA1BFB}" dt="2026-04-30T13:02:44.301" v="2244"/>
        <pc:sldMkLst>
          <pc:docMk/>
          <pc:sldMk cId="4082771821" sldId="2147469957"/>
        </pc:sldMkLst>
        <pc:spChg chg="mod">
          <ac:chgData name="Punit Shah" userId="f154af9b-99b5-45c9-8630-42669ee4761f" providerId="ADAL" clId="{ADBA5680-36D7-4F21-9AEE-620A39DA1BFB}" dt="2026-04-30T13:01:40.097" v="2160" actId="20577"/>
          <ac:spMkLst>
            <pc:docMk/>
            <pc:sldMk cId="4082771821" sldId="2147469957"/>
            <ac:spMk id="14" creationId="{0A2240EB-6C39-3E6F-16DC-033A04786270}"/>
          </ac:spMkLst>
        </pc:spChg>
        <pc:spChg chg="mod">
          <ac:chgData name="Punit Shah" userId="f154af9b-99b5-45c9-8630-42669ee4761f" providerId="ADAL" clId="{ADBA5680-36D7-4F21-9AEE-620A39DA1BFB}" dt="2026-04-30T13:02:02.754" v="2185" actId="20577"/>
          <ac:spMkLst>
            <pc:docMk/>
            <pc:sldMk cId="4082771821" sldId="2147469957"/>
            <ac:spMk id="15" creationId="{DC07CB37-85A7-1294-3CF2-9F7527A50C55}"/>
          </ac:spMkLst>
        </pc:spChg>
        <pc:spChg chg="mod">
          <ac:chgData name="Punit Shah" userId="f154af9b-99b5-45c9-8630-42669ee4761f" providerId="ADAL" clId="{ADBA5680-36D7-4F21-9AEE-620A39DA1BFB}" dt="2026-04-30T13:01:59.392" v="2183" actId="20577"/>
          <ac:spMkLst>
            <pc:docMk/>
            <pc:sldMk cId="4082771821" sldId="2147469957"/>
            <ac:spMk id="16" creationId="{8B9D9289-31B4-1F13-D9D4-0E48C0B448B3}"/>
          </ac:spMkLst>
        </pc:spChg>
        <pc:spChg chg="mod">
          <ac:chgData name="Punit Shah" userId="f154af9b-99b5-45c9-8630-42669ee4761f" providerId="ADAL" clId="{ADBA5680-36D7-4F21-9AEE-620A39DA1BFB}" dt="2026-04-30T13:02:08.233" v="2188" actId="20577"/>
          <ac:spMkLst>
            <pc:docMk/>
            <pc:sldMk cId="4082771821" sldId="2147469957"/>
            <ac:spMk id="18" creationId="{2DA5AB51-A373-EDA9-D5B3-3E9015D626A7}"/>
          </ac:spMkLst>
        </pc:spChg>
        <pc:spChg chg="mod">
          <ac:chgData name="Punit Shah" userId="f154af9b-99b5-45c9-8630-42669ee4761f" providerId="ADAL" clId="{ADBA5680-36D7-4F21-9AEE-620A39DA1BFB}" dt="2026-04-30T13:02:28.040" v="2242" actId="20577"/>
          <ac:spMkLst>
            <pc:docMk/>
            <pc:sldMk cId="4082771821" sldId="2147469957"/>
            <ac:spMk id="20" creationId="{18B4F664-A69A-1D22-F31B-38F92356FB7C}"/>
          </ac:spMkLst>
        </pc:spChg>
        <pc:spChg chg="mod">
          <ac:chgData name="Punit Shah" userId="f154af9b-99b5-45c9-8630-42669ee4761f" providerId="ADAL" clId="{ADBA5680-36D7-4F21-9AEE-620A39DA1BFB}" dt="2026-04-30T13:02:35.147" v="2243"/>
          <ac:spMkLst>
            <pc:docMk/>
            <pc:sldMk cId="4082771821" sldId="2147469957"/>
            <ac:spMk id="21" creationId="{1D0A6B05-1ECF-2991-1E50-66328031208B}"/>
          </ac:spMkLst>
        </pc:spChg>
        <pc:spChg chg="mod">
          <ac:chgData name="Punit Shah" userId="f154af9b-99b5-45c9-8630-42669ee4761f" providerId="ADAL" clId="{ADBA5680-36D7-4F21-9AEE-620A39DA1BFB}" dt="2026-04-30T13:02:44.301" v="2244"/>
          <ac:spMkLst>
            <pc:docMk/>
            <pc:sldMk cId="4082771821" sldId="2147469957"/>
            <ac:spMk id="23" creationId="{E05686A0-D1F6-D2CB-5D98-88914CA7B52F}"/>
          </ac:spMkLst>
        </pc:spChg>
      </pc:sldChg>
      <pc:sldChg chg="modSp add mod">
        <pc:chgData name="Punit Shah" userId="f154af9b-99b5-45c9-8630-42669ee4761f" providerId="ADAL" clId="{ADBA5680-36D7-4F21-9AEE-620A39DA1BFB}" dt="2026-04-30T13:03:53.284" v="2314" actId="20577"/>
        <pc:sldMkLst>
          <pc:docMk/>
          <pc:sldMk cId="2167613726" sldId="2147469958"/>
        </pc:sldMkLst>
        <pc:spChg chg="mod">
          <ac:chgData name="Punit Shah" userId="f154af9b-99b5-45c9-8630-42669ee4761f" providerId="ADAL" clId="{ADBA5680-36D7-4F21-9AEE-620A39DA1BFB}" dt="2026-04-30T13:02:56.814" v="2248" actId="20577"/>
          <ac:spMkLst>
            <pc:docMk/>
            <pc:sldMk cId="2167613726" sldId="2147469958"/>
            <ac:spMk id="14" creationId="{268DDD25-FEC5-81CB-7E99-D5B52632E04A}"/>
          </ac:spMkLst>
        </pc:spChg>
        <pc:spChg chg="mod">
          <ac:chgData name="Punit Shah" userId="f154af9b-99b5-45c9-8630-42669ee4761f" providerId="ADAL" clId="{ADBA5680-36D7-4F21-9AEE-620A39DA1BFB}" dt="2026-04-30T13:02:59.843" v="2250" actId="20577"/>
          <ac:spMkLst>
            <pc:docMk/>
            <pc:sldMk cId="2167613726" sldId="2147469958"/>
            <ac:spMk id="15" creationId="{5564610D-256C-DAE5-609F-CFCF0184AC92}"/>
          </ac:spMkLst>
        </pc:spChg>
        <pc:spChg chg="mod">
          <ac:chgData name="Punit Shah" userId="f154af9b-99b5-45c9-8630-42669ee4761f" providerId="ADAL" clId="{ADBA5680-36D7-4F21-9AEE-620A39DA1BFB}" dt="2026-04-30T13:03:09.219" v="2277" actId="20577"/>
          <ac:spMkLst>
            <pc:docMk/>
            <pc:sldMk cId="2167613726" sldId="2147469958"/>
            <ac:spMk id="16" creationId="{F4C43F20-8468-0A9A-DEFC-BFC196625196}"/>
          </ac:spMkLst>
        </pc:spChg>
        <pc:spChg chg="mod">
          <ac:chgData name="Punit Shah" userId="f154af9b-99b5-45c9-8630-42669ee4761f" providerId="ADAL" clId="{ADBA5680-36D7-4F21-9AEE-620A39DA1BFB}" dt="2026-04-30T13:03:38.661" v="2312" actId="20577"/>
          <ac:spMkLst>
            <pc:docMk/>
            <pc:sldMk cId="2167613726" sldId="2147469958"/>
            <ac:spMk id="18" creationId="{512604DF-CD87-A202-DC88-222F53430783}"/>
          </ac:spMkLst>
        </pc:spChg>
        <pc:spChg chg="mod">
          <ac:chgData name="Punit Shah" userId="f154af9b-99b5-45c9-8630-42669ee4761f" providerId="ADAL" clId="{ADBA5680-36D7-4F21-9AEE-620A39DA1BFB}" dt="2026-04-30T13:03:17.567" v="2304" actId="20577"/>
          <ac:spMkLst>
            <pc:docMk/>
            <pc:sldMk cId="2167613726" sldId="2147469958"/>
            <ac:spMk id="20" creationId="{F80C13DC-D5AD-4DB1-537A-F69932D929C8}"/>
          </ac:spMkLst>
        </pc:spChg>
        <pc:spChg chg="mod">
          <ac:chgData name="Punit Shah" userId="f154af9b-99b5-45c9-8630-42669ee4761f" providerId="ADAL" clId="{ADBA5680-36D7-4F21-9AEE-620A39DA1BFB}" dt="2026-04-30T13:03:28.313" v="2305"/>
          <ac:spMkLst>
            <pc:docMk/>
            <pc:sldMk cId="2167613726" sldId="2147469958"/>
            <ac:spMk id="21" creationId="{D82B6C2B-CF12-4BF9-A4CC-DDAFA402EE6A}"/>
          </ac:spMkLst>
        </pc:spChg>
        <pc:spChg chg="mod">
          <ac:chgData name="Punit Shah" userId="f154af9b-99b5-45c9-8630-42669ee4761f" providerId="ADAL" clId="{ADBA5680-36D7-4F21-9AEE-620A39DA1BFB}" dt="2026-04-30T13:03:53.284" v="2314" actId="20577"/>
          <ac:spMkLst>
            <pc:docMk/>
            <pc:sldMk cId="2167613726" sldId="2147469958"/>
            <ac:spMk id="23" creationId="{D5291AE4-3DB4-AD7E-5AD2-B1FA9354C5CB}"/>
          </ac:spMkLst>
        </pc:spChg>
      </pc:sldChg>
      <pc:sldChg chg="modSp add mod">
        <pc:chgData name="Punit Shah" userId="f154af9b-99b5-45c9-8630-42669ee4761f" providerId="ADAL" clId="{ADBA5680-36D7-4F21-9AEE-620A39DA1BFB}" dt="2026-04-30T13:05:33.122" v="2414"/>
        <pc:sldMkLst>
          <pc:docMk/>
          <pc:sldMk cId="725028656" sldId="2147469959"/>
        </pc:sldMkLst>
        <pc:spChg chg="mod">
          <ac:chgData name="Punit Shah" userId="f154af9b-99b5-45c9-8630-42669ee4761f" providerId="ADAL" clId="{ADBA5680-36D7-4F21-9AEE-620A39DA1BFB}" dt="2026-04-30T13:04:03.447" v="2319" actId="20577"/>
          <ac:spMkLst>
            <pc:docMk/>
            <pc:sldMk cId="725028656" sldId="2147469959"/>
            <ac:spMk id="14" creationId="{133DC0D7-8216-B496-2EAD-9CB824CCDE8A}"/>
          </ac:spMkLst>
        </pc:spChg>
        <pc:spChg chg="mod">
          <ac:chgData name="Punit Shah" userId="f154af9b-99b5-45c9-8630-42669ee4761f" providerId="ADAL" clId="{ADBA5680-36D7-4F21-9AEE-620A39DA1BFB}" dt="2026-04-30T13:04:06.546" v="2323" actId="20577"/>
          <ac:spMkLst>
            <pc:docMk/>
            <pc:sldMk cId="725028656" sldId="2147469959"/>
            <ac:spMk id="15" creationId="{533BA143-5141-7272-95CD-946CA06B076E}"/>
          </ac:spMkLst>
        </pc:spChg>
        <pc:spChg chg="mod">
          <ac:chgData name="Punit Shah" userId="f154af9b-99b5-45c9-8630-42669ee4761f" providerId="ADAL" clId="{ADBA5680-36D7-4F21-9AEE-620A39DA1BFB}" dt="2026-04-30T13:04:38.675" v="2387" actId="20577"/>
          <ac:spMkLst>
            <pc:docMk/>
            <pc:sldMk cId="725028656" sldId="2147469959"/>
            <ac:spMk id="16" creationId="{8802CD5D-EC71-386B-3F1D-2421C98A5D24}"/>
          </ac:spMkLst>
        </pc:spChg>
        <pc:spChg chg="mod">
          <ac:chgData name="Punit Shah" userId="f154af9b-99b5-45c9-8630-42669ee4761f" providerId="ADAL" clId="{ADBA5680-36D7-4F21-9AEE-620A39DA1BFB}" dt="2026-04-30T13:05:11.225" v="2412" actId="20577"/>
          <ac:spMkLst>
            <pc:docMk/>
            <pc:sldMk cId="725028656" sldId="2147469959"/>
            <ac:spMk id="18" creationId="{B96A9D0E-D22A-7092-3A7F-2640857E3D82}"/>
          </ac:spMkLst>
        </pc:spChg>
        <pc:spChg chg="mod">
          <ac:chgData name="Punit Shah" userId="f154af9b-99b5-45c9-8630-42669ee4761f" providerId="ADAL" clId="{ADBA5680-36D7-4F21-9AEE-620A39DA1BFB}" dt="2026-04-30T13:04:36.762" v="2386" actId="20577"/>
          <ac:spMkLst>
            <pc:docMk/>
            <pc:sldMk cId="725028656" sldId="2147469959"/>
            <ac:spMk id="20" creationId="{68E4E45A-DE9C-CE3B-0FC8-8393942FB8AF}"/>
          </ac:spMkLst>
        </pc:spChg>
        <pc:spChg chg="mod">
          <ac:chgData name="Punit Shah" userId="f154af9b-99b5-45c9-8630-42669ee4761f" providerId="ADAL" clId="{ADBA5680-36D7-4F21-9AEE-620A39DA1BFB}" dt="2026-04-30T13:05:33.122" v="2414"/>
          <ac:spMkLst>
            <pc:docMk/>
            <pc:sldMk cId="725028656" sldId="2147469959"/>
            <ac:spMk id="21" creationId="{53C6EC52-21AB-CAED-D5E7-3CFFADA3327F}"/>
          </ac:spMkLst>
        </pc:spChg>
        <pc:spChg chg="mod">
          <ac:chgData name="Punit Shah" userId="f154af9b-99b5-45c9-8630-42669ee4761f" providerId="ADAL" clId="{ADBA5680-36D7-4F21-9AEE-620A39DA1BFB}" dt="2026-04-30T13:05:22.460" v="2413"/>
          <ac:spMkLst>
            <pc:docMk/>
            <pc:sldMk cId="725028656" sldId="2147469959"/>
            <ac:spMk id="23" creationId="{7DB75606-5961-C0BA-B7F4-946D275239AB}"/>
          </ac:spMkLst>
        </pc:spChg>
      </pc:sldChg>
      <pc:sldChg chg="add">
        <pc:chgData name="Punit Shah" userId="f154af9b-99b5-45c9-8630-42669ee4761f" providerId="ADAL" clId="{ADBA5680-36D7-4F21-9AEE-620A39DA1BFB}" dt="2026-04-30T13:06:05.265" v="2418"/>
        <pc:sldMkLst>
          <pc:docMk/>
          <pc:sldMk cId="2353304840" sldId="2147469960"/>
        </pc:sldMkLst>
      </pc:sldChg>
      <pc:sldChg chg="add del">
        <pc:chgData name="Punit Shah" userId="f154af9b-99b5-45c9-8630-42669ee4761f" providerId="ADAL" clId="{ADBA5680-36D7-4F21-9AEE-620A39DA1BFB}" dt="2026-04-30T13:05:37.932" v="2415" actId="47"/>
        <pc:sldMkLst>
          <pc:docMk/>
          <pc:sldMk cId="4096560051" sldId="2147469960"/>
        </pc:sldMkLst>
      </pc:sldChg>
      <pc:sldChg chg="addSp delSp modSp new mod modClrScheme chgLayout">
        <pc:chgData name="Punit Shah" userId="f154af9b-99b5-45c9-8630-42669ee4761f" providerId="ADAL" clId="{ADBA5680-36D7-4F21-9AEE-620A39DA1BFB}" dt="2026-04-30T13:31:12.488" v="2856" actId="1076"/>
        <pc:sldMkLst>
          <pc:docMk/>
          <pc:sldMk cId="2531543817" sldId="2147469961"/>
        </pc:sldMkLst>
        <pc:spChg chg="mod ord">
          <ac:chgData name="Punit Shah" userId="f154af9b-99b5-45c9-8630-42669ee4761f" providerId="ADAL" clId="{ADBA5680-36D7-4F21-9AEE-620A39DA1BFB}" dt="2026-04-30T13:07:05.144" v="2420" actId="700"/>
          <ac:spMkLst>
            <pc:docMk/>
            <pc:sldMk cId="2531543817" sldId="2147469961"/>
            <ac:spMk id="2" creationId="{9A296BED-0E25-0501-0D20-7C0DC92A9896}"/>
          </ac:spMkLst>
        </pc:spChg>
        <pc:spChg chg="mod ord">
          <ac:chgData name="Punit Shah" userId="f154af9b-99b5-45c9-8630-42669ee4761f" providerId="ADAL" clId="{ADBA5680-36D7-4F21-9AEE-620A39DA1BFB}" dt="2026-04-30T13:07:05.144" v="2420" actId="700"/>
          <ac:spMkLst>
            <pc:docMk/>
            <pc:sldMk cId="2531543817" sldId="2147469961"/>
            <ac:spMk id="3" creationId="{9F4B3207-F0A3-F4D0-D5A9-7445F5179FDC}"/>
          </ac:spMkLst>
        </pc:spChg>
        <pc:spChg chg="del mod ord">
          <ac:chgData name="Punit Shah" userId="f154af9b-99b5-45c9-8630-42669ee4761f" providerId="ADAL" clId="{ADBA5680-36D7-4F21-9AEE-620A39DA1BFB}" dt="2026-04-30T13:07:05.144" v="2420" actId="700"/>
          <ac:spMkLst>
            <pc:docMk/>
            <pc:sldMk cId="2531543817" sldId="2147469961"/>
            <ac:spMk id="4" creationId="{C1C2F082-5BE0-4124-AD87-2F73E502D9C1}"/>
          </ac:spMkLst>
        </pc:spChg>
        <pc:spChg chg="add mod ord">
          <ac:chgData name="Punit Shah" userId="f154af9b-99b5-45c9-8630-42669ee4761f" providerId="ADAL" clId="{ADBA5680-36D7-4F21-9AEE-620A39DA1BFB}" dt="2026-04-30T13:08:05.865" v="2426" actId="2711"/>
          <ac:spMkLst>
            <pc:docMk/>
            <pc:sldMk cId="2531543817" sldId="2147469961"/>
            <ac:spMk id="5" creationId="{99250E0D-D0EE-0C9F-C7AA-1C325A9D9D34}"/>
          </ac:spMkLst>
        </pc:spChg>
        <pc:spChg chg="add del mod ord">
          <ac:chgData name="Punit Shah" userId="f154af9b-99b5-45c9-8630-42669ee4761f" providerId="ADAL" clId="{ADBA5680-36D7-4F21-9AEE-620A39DA1BFB}" dt="2026-04-30T13:07:07.468" v="2421" actId="478"/>
          <ac:spMkLst>
            <pc:docMk/>
            <pc:sldMk cId="2531543817" sldId="2147469961"/>
            <ac:spMk id="6" creationId="{60F53511-60E0-37CA-6B1E-43426A807667}"/>
          </ac:spMkLst>
        </pc:spChg>
        <pc:spChg chg="add del mod">
          <ac:chgData name="Punit Shah" userId="f154af9b-99b5-45c9-8630-42669ee4761f" providerId="ADAL" clId="{ADBA5680-36D7-4F21-9AEE-620A39DA1BFB}" dt="2026-04-30T13:08:46.712" v="2428" actId="478"/>
          <ac:spMkLst>
            <pc:docMk/>
            <pc:sldMk cId="2531543817" sldId="2147469961"/>
            <ac:spMk id="17" creationId="{723A2538-D2D5-DC28-2EC9-C49DB1F30926}"/>
          </ac:spMkLst>
        </pc:spChg>
        <pc:spChg chg="add del mod">
          <ac:chgData name="Punit Shah" userId="f154af9b-99b5-45c9-8630-42669ee4761f" providerId="ADAL" clId="{ADBA5680-36D7-4F21-9AEE-620A39DA1BFB}" dt="2026-04-30T13:08:46.712" v="2428" actId="478"/>
          <ac:spMkLst>
            <pc:docMk/>
            <pc:sldMk cId="2531543817" sldId="2147469961"/>
            <ac:spMk id="42" creationId="{F7E16D8D-9EFB-BA27-60AB-1278EFEB6725}"/>
          </ac:spMkLst>
        </pc:spChg>
        <pc:spChg chg="add del mod">
          <ac:chgData name="Punit Shah" userId="f154af9b-99b5-45c9-8630-42669ee4761f" providerId="ADAL" clId="{ADBA5680-36D7-4F21-9AEE-620A39DA1BFB}" dt="2026-04-30T13:08:46.712" v="2428" actId="478"/>
          <ac:spMkLst>
            <pc:docMk/>
            <pc:sldMk cId="2531543817" sldId="2147469961"/>
            <ac:spMk id="43" creationId="{D725EBAA-861E-E4CE-52F6-AA6DF7360BF4}"/>
          </ac:spMkLst>
        </pc:spChg>
        <pc:spChg chg="add del mod">
          <ac:chgData name="Punit Shah" userId="f154af9b-99b5-45c9-8630-42669ee4761f" providerId="ADAL" clId="{ADBA5680-36D7-4F21-9AEE-620A39DA1BFB}" dt="2026-04-30T13:08:46.712" v="2428" actId="478"/>
          <ac:spMkLst>
            <pc:docMk/>
            <pc:sldMk cId="2531543817" sldId="2147469961"/>
            <ac:spMk id="52" creationId="{4D7081D6-5EA2-999C-645D-A35FC762E0D0}"/>
          </ac:spMkLst>
        </pc:spChg>
        <pc:spChg chg="add del mod">
          <ac:chgData name="Punit Shah" userId="f154af9b-99b5-45c9-8630-42669ee4761f" providerId="ADAL" clId="{ADBA5680-36D7-4F21-9AEE-620A39DA1BFB}" dt="2026-04-30T13:08:46.712" v="2428" actId="478"/>
          <ac:spMkLst>
            <pc:docMk/>
            <pc:sldMk cId="2531543817" sldId="2147469961"/>
            <ac:spMk id="80" creationId="{EADF0137-8721-2718-D536-D6FD94F63853}"/>
          </ac:spMkLst>
        </pc:spChg>
        <pc:spChg chg="add del mod">
          <ac:chgData name="Punit Shah" userId="f154af9b-99b5-45c9-8630-42669ee4761f" providerId="ADAL" clId="{ADBA5680-36D7-4F21-9AEE-620A39DA1BFB}" dt="2026-04-30T13:08:46.712" v="2428" actId="478"/>
          <ac:spMkLst>
            <pc:docMk/>
            <pc:sldMk cId="2531543817" sldId="2147469961"/>
            <ac:spMk id="88" creationId="{6C02088C-9275-CFE0-B555-E24724966A2C}"/>
          </ac:spMkLst>
        </pc:spChg>
        <pc:spChg chg="add del mod">
          <ac:chgData name="Punit Shah" userId="f154af9b-99b5-45c9-8630-42669ee4761f" providerId="ADAL" clId="{ADBA5680-36D7-4F21-9AEE-620A39DA1BFB}" dt="2026-04-30T13:08:46.712" v="2428" actId="478"/>
          <ac:spMkLst>
            <pc:docMk/>
            <pc:sldMk cId="2531543817" sldId="2147469961"/>
            <ac:spMk id="94" creationId="{5111E366-14EA-2C79-DA63-EBFB0968E960}"/>
          </ac:spMkLst>
        </pc:spChg>
        <pc:spChg chg="add del mod">
          <ac:chgData name="Punit Shah" userId="f154af9b-99b5-45c9-8630-42669ee4761f" providerId="ADAL" clId="{ADBA5680-36D7-4F21-9AEE-620A39DA1BFB}" dt="2026-04-30T13:08:46.712" v="2428" actId="478"/>
          <ac:spMkLst>
            <pc:docMk/>
            <pc:sldMk cId="2531543817" sldId="2147469961"/>
            <ac:spMk id="107" creationId="{AA1D01B0-4FD6-CCCD-DA6C-A34F9C3F0D08}"/>
          </ac:spMkLst>
        </pc:spChg>
        <pc:spChg chg="add del mod">
          <ac:chgData name="Punit Shah" userId="f154af9b-99b5-45c9-8630-42669ee4761f" providerId="ADAL" clId="{ADBA5680-36D7-4F21-9AEE-620A39DA1BFB}" dt="2026-04-30T13:08:46.712" v="2428" actId="478"/>
          <ac:spMkLst>
            <pc:docMk/>
            <pc:sldMk cId="2531543817" sldId="2147469961"/>
            <ac:spMk id="130" creationId="{2F5E9DEB-DE7A-7829-23F6-ED816C6AE89D}"/>
          </ac:spMkLst>
        </pc:spChg>
        <pc:spChg chg="add del mod">
          <ac:chgData name="Punit Shah" userId="f154af9b-99b5-45c9-8630-42669ee4761f" providerId="ADAL" clId="{ADBA5680-36D7-4F21-9AEE-620A39DA1BFB}" dt="2026-04-30T13:08:46.712" v="2428" actId="478"/>
          <ac:spMkLst>
            <pc:docMk/>
            <pc:sldMk cId="2531543817" sldId="2147469961"/>
            <ac:spMk id="149" creationId="{87A73C4E-B9C5-D3C1-0D55-687517701EED}"/>
          </ac:spMkLst>
        </pc:spChg>
        <pc:spChg chg="add mod">
          <ac:chgData name="Punit Shah" userId="f154af9b-99b5-45c9-8630-42669ee4761f" providerId="ADAL" clId="{ADBA5680-36D7-4F21-9AEE-620A39DA1BFB}" dt="2026-04-30T13:09:20.191" v="2434" actId="255"/>
          <ac:spMkLst>
            <pc:docMk/>
            <pc:sldMk cId="2531543817" sldId="2147469961"/>
            <ac:spMk id="162" creationId="{B6E84BB4-2024-0FD9-D515-E7CCCC681E2E}"/>
          </ac:spMkLst>
        </pc:spChg>
        <pc:spChg chg="add mod">
          <ac:chgData name="Punit Shah" userId="f154af9b-99b5-45c9-8630-42669ee4761f" providerId="ADAL" clId="{ADBA5680-36D7-4F21-9AEE-620A39DA1BFB}" dt="2026-04-30T13:09:20.191" v="2434" actId="255"/>
          <ac:spMkLst>
            <pc:docMk/>
            <pc:sldMk cId="2531543817" sldId="2147469961"/>
            <ac:spMk id="166" creationId="{96247E60-71AC-85D7-38FF-DA7870AED7A7}"/>
          </ac:spMkLst>
        </pc:spChg>
        <pc:spChg chg="mod">
          <ac:chgData name="Punit Shah" userId="f154af9b-99b5-45c9-8630-42669ee4761f" providerId="ADAL" clId="{ADBA5680-36D7-4F21-9AEE-620A39DA1BFB}" dt="2026-04-30T13:16:12.150" v="2578" actId="962"/>
          <ac:spMkLst>
            <pc:docMk/>
            <pc:sldMk cId="2531543817" sldId="2147469961"/>
            <ac:spMk id="171" creationId="{EBB6A857-7AC2-E8BF-04D1-A85A1CC00FD1}"/>
          </ac:spMkLst>
        </pc:spChg>
        <pc:spChg chg="mod">
          <ac:chgData name="Punit Shah" userId="f154af9b-99b5-45c9-8630-42669ee4761f" providerId="ADAL" clId="{ADBA5680-36D7-4F21-9AEE-620A39DA1BFB}" dt="2026-04-30T13:16:12.155" v="2579" actId="962"/>
          <ac:spMkLst>
            <pc:docMk/>
            <pc:sldMk cId="2531543817" sldId="2147469961"/>
            <ac:spMk id="173" creationId="{76E6309F-AFD3-CED7-0D8B-156961C1E589}"/>
          </ac:spMkLst>
        </pc:spChg>
        <pc:spChg chg="mod">
          <ac:chgData name="Punit Shah" userId="f154af9b-99b5-45c9-8630-42669ee4761f" providerId="ADAL" clId="{ADBA5680-36D7-4F21-9AEE-620A39DA1BFB}" dt="2026-04-30T13:16:12.160" v="2580" actId="962"/>
          <ac:spMkLst>
            <pc:docMk/>
            <pc:sldMk cId="2531543817" sldId="2147469961"/>
            <ac:spMk id="175" creationId="{027E5DEF-56E8-B4BD-6065-C24302D94099}"/>
          </ac:spMkLst>
        </pc:spChg>
        <pc:spChg chg="mod">
          <ac:chgData name="Punit Shah" userId="f154af9b-99b5-45c9-8630-42669ee4761f" providerId="ADAL" clId="{ADBA5680-36D7-4F21-9AEE-620A39DA1BFB}" dt="2026-04-30T13:16:12.167" v="2581" actId="962"/>
          <ac:spMkLst>
            <pc:docMk/>
            <pc:sldMk cId="2531543817" sldId="2147469961"/>
            <ac:spMk id="177" creationId="{01E6B621-9302-A240-2730-D1443B0B97E1}"/>
          </ac:spMkLst>
        </pc:spChg>
        <pc:spChg chg="mod">
          <ac:chgData name="Punit Shah" userId="f154af9b-99b5-45c9-8630-42669ee4761f" providerId="ADAL" clId="{ADBA5680-36D7-4F21-9AEE-620A39DA1BFB}" dt="2026-04-30T13:16:12.171" v="2582" actId="962"/>
          <ac:spMkLst>
            <pc:docMk/>
            <pc:sldMk cId="2531543817" sldId="2147469961"/>
            <ac:spMk id="179" creationId="{112EAD67-3FE7-03AE-3A8E-E774A568CD49}"/>
          </ac:spMkLst>
        </pc:spChg>
        <pc:spChg chg="mod">
          <ac:chgData name="Punit Shah" userId="f154af9b-99b5-45c9-8630-42669ee4761f" providerId="ADAL" clId="{ADBA5680-36D7-4F21-9AEE-620A39DA1BFB}" dt="2026-04-30T13:16:12.175" v="2583" actId="962"/>
          <ac:spMkLst>
            <pc:docMk/>
            <pc:sldMk cId="2531543817" sldId="2147469961"/>
            <ac:spMk id="181" creationId="{ACBD1932-C68B-A456-E30F-A0476B9915C7}"/>
          </ac:spMkLst>
        </pc:spChg>
        <pc:spChg chg="mod">
          <ac:chgData name="Punit Shah" userId="f154af9b-99b5-45c9-8630-42669ee4761f" providerId="ADAL" clId="{ADBA5680-36D7-4F21-9AEE-620A39DA1BFB}" dt="2026-04-30T13:16:12.181" v="2584" actId="962"/>
          <ac:spMkLst>
            <pc:docMk/>
            <pc:sldMk cId="2531543817" sldId="2147469961"/>
            <ac:spMk id="183" creationId="{175254CD-B3FF-8E01-0DD8-F234632CC688}"/>
          </ac:spMkLst>
        </pc:spChg>
        <pc:spChg chg="mod">
          <ac:chgData name="Punit Shah" userId="f154af9b-99b5-45c9-8630-42669ee4761f" providerId="ADAL" clId="{ADBA5680-36D7-4F21-9AEE-620A39DA1BFB}" dt="2026-04-30T13:16:12.185" v="2585" actId="962"/>
          <ac:spMkLst>
            <pc:docMk/>
            <pc:sldMk cId="2531543817" sldId="2147469961"/>
            <ac:spMk id="185" creationId="{BB08193B-583A-84B4-16C3-0F2B38CFCE97}"/>
          </ac:spMkLst>
        </pc:spChg>
        <pc:spChg chg="mod">
          <ac:chgData name="Punit Shah" userId="f154af9b-99b5-45c9-8630-42669ee4761f" providerId="ADAL" clId="{ADBA5680-36D7-4F21-9AEE-620A39DA1BFB}" dt="2026-04-30T13:16:12.190" v="2586" actId="962"/>
          <ac:spMkLst>
            <pc:docMk/>
            <pc:sldMk cId="2531543817" sldId="2147469961"/>
            <ac:spMk id="187" creationId="{A42920B2-CA1C-D8AC-1255-6D42EC73408B}"/>
          </ac:spMkLst>
        </pc:spChg>
        <pc:spChg chg="mod">
          <ac:chgData name="Punit Shah" userId="f154af9b-99b5-45c9-8630-42669ee4761f" providerId="ADAL" clId="{ADBA5680-36D7-4F21-9AEE-620A39DA1BFB}" dt="2026-04-30T13:16:12.195" v="2587" actId="962"/>
          <ac:spMkLst>
            <pc:docMk/>
            <pc:sldMk cId="2531543817" sldId="2147469961"/>
            <ac:spMk id="189" creationId="{5A8F0425-E82A-2127-3974-D1A386407AAB}"/>
          </ac:spMkLst>
        </pc:spChg>
        <pc:spChg chg="mod">
          <ac:chgData name="Punit Shah" userId="f154af9b-99b5-45c9-8630-42669ee4761f" providerId="ADAL" clId="{ADBA5680-36D7-4F21-9AEE-620A39DA1BFB}" dt="2026-04-30T13:16:12.199" v="2588" actId="962"/>
          <ac:spMkLst>
            <pc:docMk/>
            <pc:sldMk cId="2531543817" sldId="2147469961"/>
            <ac:spMk id="192" creationId="{FE600ADC-F81A-3E47-F665-A56D0AA38F7E}"/>
          </ac:spMkLst>
        </pc:spChg>
        <pc:spChg chg="add mod">
          <ac:chgData name="Punit Shah" userId="f154af9b-99b5-45c9-8630-42669ee4761f" providerId="ADAL" clId="{ADBA5680-36D7-4F21-9AEE-620A39DA1BFB}" dt="2026-04-30T13:09:20.191" v="2434" actId="255"/>
          <ac:spMkLst>
            <pc:docMk/>
            <pc:sldMk cId="2531543817" sldId="2147469961"/>
            <ac:spMk id="193" creationId="{8F9392EE-0B0A-8C3E-2AA1-5AFCD8615DA6}"/>
          </ac:spMkLst>
        </pc:spChg>
        <pc:spChg chg="mod">
          <ac:chgData name="Punit Shah" userId="f154af9b-99b5-45c9-8630-42669ee4761f" providerId="ADAL" clId="{ADBA5680-36D7-4F21-9AEE-620A39DA1BFB}" dt="2026-04-30T13:16:12.205" v="2589" actId="962"/>
          <ac:spMkLst>
            <pc:docMk/>
            <pc:sldMk cId="2531543817" sldId="2147469961"/>
            <ac:spMk id="194" creationId="{05AC1239-6E03-C881-9D59-24CF0C7B2991}"/>
          </ac:spMkLst>
        </pc:spChg>
        <pc:spChg chg="add mod">
          <ac:chgData name="Punit Shah" userId="f154af9b-99b5-45c9-8630-42669ee4761f" providerId="ADAL" clId="{ADBA5680-36D7-4F21-9AEE-620A39DA1BFB}" dt="2026-04-30T13:16:12.210" v="2590" actId="962"/>
          <ac:spMkLst>
            <pc:docMk/>
            <pc:sldMk cId="2531543817" sldId="2147469961"/>
            <ac:spMk id="196" creationId="{DC0FB360-8B93-9BE7-68E8-F03565C0D005}"/>
          </ac:spMkLst>
        </pc:spChg>
        <pc:spChg chg="mod">
          <ac:chgData name="Punit Shah" userId="f154af9b-99b5-45c9-8630-42669ee4761f" providerId="ADAL" clId="{ADBA5680-36D7-4F21-9AEE-620A39DA1BFB}" dt="2026-04-30T13:16:12.214" v="2591" actId="962"/>
          <ac:spMkLst>
            <pc:docMk/>
            <pc:sldMk cId="2531543817" sldId="2147469961"/>
            <ac:spMk id="198" creationId="{BE7C78A9-61E3-9080-C6B4-3F0FD5CEC939}"/>
          </ac:spMkLst>
        </pc:spChg>
        <pc:spChg chg="add mod">
          <ac:chgData name="Punit Shah" userId="f154af9b-99b5-45c9-8630-42669ee4761f" providerId="ADAL" clId="{ADBA5680-36D7-4F21-9AEE-620A39DA1BFB}" dt="2026-04-30T13:16:12.218" v="2592" actId="962"/>
          <ac:spMkLst>
            <pc:docMk/>
            <pc:sldMk cId="2531543817" sldId="2147469961"/>
            <ac:spMk id="200" creationId="{03FDF75B-8F54-8540-FB73-4E63B670B9B8}"/>
          </ac:spMkLst>
        </pc:spChg>
        <pc:spChg chg="mod">
          <ac:chgData name="Punit Shah" userId="f154af9b-99b5-45c9-8630-42669ee4761f" providerId="ADAL" clId="{ADBA5680-36D7-4F21-9AEE-620A39DA1BFB}" dt="2026-04-30T13:16:12.223" v="2593" actId="962"/>
          <ac:spMkLst>
            <pc:docMk/>
            <pc:sldMk cId="2531543817" sldId="2147469961"/>
            <ac:spMk id="202" creationId="{2A5520DD-EC0E-A7DB-C804-B46327C31F21}"/>
          </ac:spMkLst>
        </pc:spChg>
        <pc:spChg chg="mod">
          <ac:chgData name="Punit Shah" userId="f154af9b-99b5-45c9-8630-42669ee4761f" providerId="ADAL" clId="{ADBA5680-36D7-4F21-9AEE-620A39DA1BFB}" dt="2026-04-30T13:16:12.229" v="2594" actId="962"/>
          <ac:spMkLst>
            <pc:docMk/>
            <pc:sldMk cId="2531543817" sldId="2147469961"/>
            <ac:spMk id="204" creationId="{61E060A0-5220-195B-4D3F-75FC42A8AB04}"/>
          </ac:spMkLst>
        </pc:spChg>
        <pc:spChg chg="mod">
          <ac:chgData name="Punit Shah" userId="f154af9b-99b5-45c9-8630-42669ee4761f" providerId="ADAL" clId="{ADBA5680-36D7-4F21-9AEE-620A39DA1BFB}" dt="2026-04-30T13:16:12.234" v="2595" actId="962"/>
          <ac:spMkLst>
            <pc:docMk/>
            <pc:sldMk cId="2531543817" sldId="2147469961"/>
            <ac:spMk id="206" creationId="{1A613B78-C84F-01DB-E6C9-8F502D290FA6}"/>
          </ac:spMkLst>
        </pc:spChg>
        <pc:spChg chg="mod">
          <ac:chgData name="Punit Shah" userId="f154af9b-99b5-45c9-8630-42669ee4761f" providerId="ADAL" clId="{ADBA5680-36D7-4F21-9AEE-620A39DA1BFB}" dt="2026-04-30T13:16:12.240" v="2596" actId="962"/>
          <ac:spMkLst>
            <pc:docMk/>
            <pc:sldMk cId="2531543817" sldId="2147469961"/>
            <ac:spMk id="208" creationId="{E72407C1-4BA8-CFDD-B43C-19AA2B4BD482}"/>
          </ac:spMkLst>
        </pc:spChg>
        <pc:spChg chg="mod">
          <ac:chgData name="Punit Shah" userId="f154af9b-99b5-45c9-8630-42669ee4761f" providerId="ADAL" clId="{ADBA5680-36D7-4F21-9AEE-620A39DA1BFB}" dt="2026-04-30T13:16:12.259" v="2597" actId="962"/>
          <ac:spMkLst>
            <pc:docMk/>
            <pc:sldMk cId="2531543817" sldId="2147469961"/>
            <ac:spMk id="210" creationId="{85D398AF-A934-51A3-A53A-1FA79E5C5E2B}"/>
          </ac:spMkLst>
        </pc:spChg>
        <pc:spChg chg="mod">
          <ac:chgData name="Punit Shah" userId="f154af9b-99b5-45c9-8630-42669ee4761f" providerId="ADAL" clId="{ADBA5680-36D7-4F21-9AEE-620A39DA1BFB}" dt="2026-04-30T13:16:12.264" v="2598" actId="962"/>
          <ac:spMkLst>
            <pc:docMk/>
            <pc:sldMk cId="2531543817" sldId="2147469961"/>
            <ac:spMk id="213" creationId="{27379506-209D-08BF-1214-7F2428BC6699}"/>
          </ac:spMkLst>
        </pc:spChg>
        <pc:spChg chg="mod">
          <ac:chgData name="Punit Shah" userId="f154af9b-99b5-45c9-8630-42669ee4761f" providerId="ADAL" clId="{ADBA5680-36D7-4F21-9AEE-620A39DA1BFB}" dt="2026-04-30T13:16:12.269" v="2599" actId="962"/>
          <ac:spMkLst>
            <pc:docMk/>
            <pc:sldMk cId="2531543817" sldId="2147469961"/>
            <ac:spMk id="215" creationId="{E30C5C6F-94C5-8E96-DF6B-CB219FD7EFA3}"/>
          </ac:spMkLst>
        </pc:spChg>
        <pc:spChg chg="add mod">
          <ac:chgData name="Punit Shah" userId="f154af9b-99b5-45c9-8630-42669ee4761f" providerId="ADAL" clId="{ADBA5680-36D7-4F21-9AEE-620A39DA1BFB}" dt="2026-04-30T13:16:12.274" v="2600" actId="962"/>
          <ac:spMkLst>
            <pc:docMk/>
            <pc:sldMk cId="2531543817" sldId="2147469961"/>
            <ac:spMk id="217" creationId="{D222F51A-2050-920F-32B1-F970DF38AA4F}"/>
          </ac:spMkLst>
        </pc:spChg>
        <pc:spChg chg="mod">
          <ac:chgData name="Punit Shah" userId="f154af9b-99b5-45c9-8630-42669ee4761f" providerId="ADAL" clId="{ADBA5680-36D7-4F21-9AEE-620A39DA1BFB}" dt="2026-04-30T13:16:12.278" v="2601" actId="962"/>
          <ac:spMkLst>
            <pc:docMk/>
            <pc:sldMk cId="2531543817" sldId="2147469961"/>
            <ac:spMk id="219" creationId="{407F3406-D910-2863-7291-2AB25F6A2D39}"/>
          </ac:spMkLst>
        </pc:spChg>
        <pc:spChg chg="add mod">
          <ac:chgData name="Punit Shah" userId="f154af9b-99b5-45c9-8630-42669ee4761f" providerId="ADAL" clId="{ADBA5680-36D7-4F21-9AEE-620A39DA1BFB}" dt="2026-04-30T13:16:12.284" v="2602" actId="962"/>
          <ac:spMkLst>
            <pc:docMk/>
            <pc:sldMk cId="2531543817" sldId="2147469961"/>
            <ac:spMk id="221" creationId="{FBAC8568-76AD-F5C2-6BA1-E9426B410CE6}"/>
          </ac:spMkLst>
        </pc:spChg>
        <pc:spChg chg="mod">
          <ac:chgData name="Punit Shah" userId="f154af9b-99b5-45c9-8630-42669ee4761f" providerId="ADAL" clId="{ADBA5680-36D7-4F21-9AEE-620A39DA1BFB}" dt="2026-04-30T13:16:12.289" v="2603" actId="962"/>
          <ac:spMkLst>
            <pc:docMk/>
            <pc:sldMk cId="2531543817" sldId="2147469961"/>
            <ac:spMk id="223" creationId="{3071B356-E3B8-A7EC-8296-9F0A672AF6E7}"/>
          </ac:spMkLst>
        </pc:spChg>
        <pc:spChg chg="mod">
          <ac:chgData name="Punit Shah" userId="f154af9b-99b5-45c9-8630-42669ee4761f" providerId="ADAL" clId="{ADBA5680-36D7-4F21-9AEE-620A39DA1BFB}" dt="2026-04-30T13:16:12.294" v="2604" actId="962"/>
          <ac:spMkLst>
            <pc:docMk/>
            <pc:sldMk cId="2531543817" sldId="2147469961"/>
            <ac:spMk id="225" creationId="{7B19628A-1F11-ED68-2663-997D844E07BF}"/>
          </ac:spMkLst>
        </pc:spChg>
        <pc:spChg chg="mod">
          <ac:chgData name="Punit Shah" userId="f154af9b-99b5-45c9-8630-42669ee4761f" providerId="ADAL" clId="{ADBA5680-36D7-4F21-9AEE-620A39DA1BFB}" dt="2026-04-30T13:16:12.299" v="2605" actId="962"/>
          <ac:spMkLst>
            <pc:docMk/>
            <pc:sldMk cId="2531543817" sldId="2147469961"/>
            <ac:spMk id="227" creationId="{A1AB0A7A-554F-C497-31B8-D60CAA3960BF}"/>
          </ac:spMkLst>
        </pc:spChg>
        <pc:spChg chg="mod">
          <ac:chgData name="Punit Shah" userId="f154af9b-99b5-45c9-8630-42669ee4761f" providerId="ADAL" clId="{ADBA5680-36D7-4F21-9AEE-620A39DA1BFB}" dt="2026-04-30T13:16:12.303" v="2606" actId="962"/>
          <ac:spMkLst>
            <pc:docMk/>
            <pc:sldMk cId="2531543817" sldId="2147469961"/>
            <ac:spMk id="229" creationId="{D7569254-213B-824C-553E-98A0D1162F07}"/>
          </ac:spMkLst>
        </pc:spChg>
        <pc:spChg chg="mod">
          <ac:chgData name="Punit Shah" userId="f154af9b-99b5-45c9-8630-42669ee4761f" providerId="ADAL" clId="{ADBA5680-36D7-4F21-9AEE-620A39DA1BFB}" dt="2026-04-30T13:16:12.309" v="2607" actId="962"/>
          <ac:spMkLst>
            <pc:docMk/>
            <pc:sldMk cId="2531543817" sldId="2147469961"/>
            <ac:spMk id="231" creationId="{01955DF8-A2AC-DBFD-39EB-247985BCFD4A}"/>
          </ac:spMkLst>
        </pc:spChg>
        <pc:spChg chg="mod">
          <ac:chgData name="Punit Shah" userId="f154af9b-99b5-45c9-8630-42669ee4761f" providerId="ADAL" clId="{ADBA5680-36D7-4F21-9AEE-620A39DA1BFB}" dt="2026-04-30T13:16:12.312" v="2608" actId="962"/>
          <ac:spMkLst>
            <pc:docMk/>
            <pc:sldMk cId="2531543817" sldId="2147469961"/>
            <ac:spMk id="234" creationId="{64A73558-67B0-3899-3FA6-04A1B63E40C7}"/>
          </ac:spMkLst>
        </pc:spChg>
        <pc:spChg chg="add mod">
          <ac:chgData name="Punit Shah" userId="f154af9b-99b5-45c9-8630-42669ee4761f" providerId="ADAL" clId="{ADBA5680-36D7-4F21-9AEE-620A39DA1BFB}" dt="2026-04-30T13:16:12.316" v="2609" actId="962"/>
          <ac:spMkLst>
            <pc:docMk/>
            <pc:sldMk cId="2531543817" sldId="2147469961"/>
            <ac:spMk id="236" creationId="{B7342615-E2D9-3DE5-E9DE-E3564BA8F8A0}"/>
          </ac:spMkLst>
        </pc:spChg>
        <pc:spChg chg="mod">
          <ac:chgData name="Punit Shah" userId="f154af9b-99b5-45c9-8630-42669ee4761f" providerId="ADAL" clId="{ADBA5680-36D7-4F21-9AEE-620A39DA1BFB}" dt="2026-04-30T13:16:12.321" v="2610" actId="962"/>
          <ac:spMkLst>
            <pc:docMk/>
            <pc:sldMk cId="2531543817" sldId="2147469961"/>
            <ac:spMk id="238" creationId="{2E01AD3E-8789-3007-A908-6CE0A2CE33B9}"/>
          </ac:spMkLst>
        </pc:spChg>
        <pc:spChg chg="mod">
          <ac:chgData name="Punit Shah" userId="f154af9b-99b5-45c9-8630-42669ee4761f" providerId="ADAL" clId="{ADBA5680-36D7-4F21-9AEE-620A39DA1BFB}" dt="2026-04-30T13:16:12.325" v="2611" actId="962"/>
          <ac:spMkLst>
            <pc:docMk/>
            <pc:sldMk cId="2531543817" sldId="2147469961"/>
            <ac:spMk id="240" creationId="{FEFF9AD1-0FCC-753E-1E9A-DD307095E00A}"/>
          </ac:spMkLst>
        </pc:spChg>
        <pc:spChg chg="mod">
          <ac:chgData name="Punit Shah" userId="f154af9b-99b5-45c9-8630-42669ee4761f" providerId="ADAL" clId="{ADBA5680-36D7-4F21-9AEE-620A39DA1BFB}" dt="2026-04-30T13:16:12.330" v="2612" actId="962"/>
          <ac:spMkLst>
            <pc:docMk/>
            <pc:sldMk cId="2531543817" sldId="2147469961"/>
            <ac:spMk id="242" creationId="{7A39515D-CB19-2644-039F-53CF47D78B7E}"/>
          </ac:spMkLst>
        </pc:spChg>
        <pc:spChg chg="mod">
          <ac:chgData name="Punit Shah" userId="f154af9b-99b5-45c9-8630-42669ee4761f" providerId="ADAL" clId="{ADBA5680-36D7-4F21-9AEE-620A39DA1BFB}" dt="2026-04-30T13:16:12.334" v="2613" actId="962"/>
          <ac:spMkLst>
            <pc:docMk/>
            <pc:sldMk cId="2531543817" sldId="2147469961"/>
            <ac:spMk id="244" creationId="{CFFF4FBF-EBC2-F22A-1003-00DD8F336014}"/>
          </ac:spMkLst>
        </pc:spChg>
        <pc:spChg chg="mod">
          <ac:chgData name="Punit Shah" userId="f154af9b-99b5-45c9-8630-42669ee4761f" providerId="ADAL" clId="{ADBA5680-36D7-4F21-9AEE-620A39DA1BFB}" dt="2026-04-30T13:16:12.340" v="2614" actId="962"/>
          <ac:spMkLst>
            <pc:docMk/>
            <pc:sldMk cId="2531543817" sldId="2147469961"/>
            <ac:spMk id="246" creationId="{82137031-5BFC-68DE-6868-742CCA2DF12B}"/>
          </ac:spMkLst>
        </pc:spChg>
        <pc:spChg chg="mod">
          <ac:chgData name="Punit Shah" userId="f154af9b-99b5-45c9-8630-42669ee4761f" providerId="ADAL" clId="{ADBA5680-36D7-4F21-9AEE-620A39DA1BFB}" dt="2026-04-30T13:16:12.344" v="2615" actId="962"/>
          <ac:spMkLst>
            <pc:docMk/>
            <pc:sldMk cId="2531543817" sldId="2147469961"/>
            <ac:spMk id="248" creationId="{DABD0136-3C58-3532-3AE1-9CEE9E4F480E}"/>
          </ac:spMkLst>
        </pc:spChg>
        <pc:spChg chg="mod">
          <ac:chgData name="Punit Shah" userId="f154af9b-99b5-45c9-8630-42669ee4761f" providerId="ADAL" clId="{ADBA5680-36D7-4F21-9AEE-620A39DA1BFB}" dt="2026-04-30T13:16:12.347" v="2616" actId="962"/>
          <ac:spMkLst>
            <pc:docMk/>
            <pc:sldMk cId="2531543817" sldId="2147469961"/>
            <ac:spMk id="250" creationId="{A572120F-098F-76F1-D0B3-1FB1EEC8B863}"/>
          </ac:spMkLst>
        </pc:spChg>
        <pc:spChg chg="mod">
          <ac:chgData name="Punit Shah" userId="f154af9b-99b5-45c9-8630-42669ee4761f" providerId="ADAL" clId="{ADBA5680-36D7-4F21-9AEE-620A39DA1BFB}" dt="2026-04-30T13:16:12.353" v="2617" actId="962"/>
          <ac:spMkLst>
            <pc:docMk/>
            <pc:sldMk cId="2531543817" sldId="2147469961"/>
            <ac:spMk id="252" creationId="{A0822142-3160-5CE7-2C7F-0668B843F4BA}"/>
          </ac:spMkLst>
        </pc:spChg>
        <pc:spChg chg="mod">
          <ac:chgData name="Punit Shah" userId="f154af9b-99b5-45c9-8630-42669ee4761f" providerId="ADAL" clId="{ADBA5680-36D7-4F21-9AEE-620A39DA1BFB}" dt="2026-04-30T13:16:12.357" v="2618" actId="962"/>
          <ac:spMkLst>
            <pc:docMk/>
            <pc:sldMk cId="2531543817" sldId="2147469961"/>
            <ac:spMk id="255" creationId="{D85AFA9F-E524-D444-47B2-B6D0F253077A}"/>
          </ac:spMkLst>
        </pc:spChg>
        <pc:spChg chg="mod">
          <ac:chgData name="Punit Shah" userId="f154af9b-99b5-45c9-8630-42669ee4761f" providerId="ADAL" clId="{ADBA5680-36D7-4F21-9AEE-620A39DA1BFB}" dt="2026-04-30T13:16:12.363" v="2619" actId="962"/>
          <ac:spMkLst>
            <pc:docMk/>
            <pc:sldMk cId="2531543817" sldId="2147469961"/>
            <ac:spMk id="257" creationId="{A355295D-6EF8-6347-F23C-4A6DA0F22ACB}"/>
          </ac:spMkLst>
        </pc:spChg>
        <pc:spChg chg="mod">
          <ac:chgData name="Punit Shah" userId="f154af9b-99b5-45c9-8630-42669ee4761f" providerId="ADAL" clId="{ADBA5680-36D7-4F21-9AEE-620A39DA1BFB}" dt="2026-04-30T13:16:12.367" v="2620" actId="962"/>
          <ac:spMkLst>
            <pc:docMk/>
            <pc:sldMk cId="2531543817" sldId="2147469961"/>
            <ac:spMk id="259" creationId="{6FB3452A-3B65-1E5F-9011-8D895B231A04}"/>
          </ac:spMkLst>
        </pc:spChg>
        <pc:spChg chg="mod">
          <ac:chgData name="Punit Shah" userId="f154af9b-99b5-45c9-8630-42669ee4761f" providerId="ADAL" clId="{ADBA5680-36D7-4F21-9AEE-620A39DA1BFB}" dt="2026-04-30T13:16:12.374" v="2621" actId="962"/>
          <ac:spMkLst>
            <pc:docMk/>
            <pc:sldMk cId="2531543817" sldId="2147469961"/>
            <ac:spMk id="261" creationId="{9A744928-1969-CAB8-D860-A0EFE6177C4D}"/>
          </ac:spMkLst>
        </pc:spChg>
        <pc:spChg chg="mod">
          <ac:chgData name="Punit Shah" userId="f154af9b-99b5-45c9-8630-42669ee4761f" providerId="ADAL" clId="{ADBA5680-36D7-4F21-9AEE-620A39DA1BFB}" dt="2026-04-30T13:16:12.378" v="2622" actId="962"/>
          <ac:spMkLst>
            <pc:docMk/>
            <pc:sldMk cId="2531543817" sldId="2147469961"/>
            <ac:spMk id="263" creationId="{8C93189C-51C7-50BB-9F60-86FC8AC0431B}"/>
          </ac:spMkLst>
        </pc:spChg>
        <pc:spChg chg="mod">
          <ac:chgData name="Punit Shah" userId="f154af9b-99b5-45c9-8630-42669ee4761f" providerId="ADAL" clId="{ADBA5680-36D7-4F21-9AEE-620A39DA1BFB}" dt="2026-04-30T13:16:12.382" v="2623" actId="962"/>
          <ac:spMkLst>
            <pc:docMk/>
            <pc:sldMk cId="2531543817" sldId="2147469961"/>
            <ac:spMk id="265" creationId="{4708BC82-31A1-5FEB-C642-0167EE6AEE11}"/>
          </ac:spMkLst>
        </pc:spChg>
        <pc:spChg chg="mod">
          <ac:chgData name="Punit Shah" userId="f154af9b-99b5-45c9-8630-42669ee4761f" providerId="ADAL" clId="{ADBA5680-36D7-4F21-9AEE-620A39DA1BFB}" dt="2026-04-30T13:16:12.388" v="2624" actId="962"/>
          <ac:spMkLst>
            <pc:docMk/>
            <pc:sldMk cId="2531543817" sldId="2147469961"/>
            <ac:spMk id="267" creationId="{62224EAF-DCE9-3581-106B-4CCAB8C4D9AD}"/>
          </ac:spMkLst>
        </pc:spChg>
        <pc:spChg chg="mod">
          <ac:chgData name="Punit Shah" userId="f154af9b-99b5-45c9-8630-42669ee4761f" providerId="ADAL" clId="{ADBA5680-36D7-4F21-9AEE-620A39DA1BFB}" dt="2026-04-30T13:16:12.393" v="2625" actId="962"/>
          <ac:spMkLst>
            <pc:docMk/>
            <pc:sldMk cId="2531543817" sldId="2147469961"/>
            <ac:spMk id="269" creationId="{8D62E7FA-9E20-87D3-DB56-A4FBC0E0E509}"/>
          </ac:spMkLst>
        </pc:spChg>
        <pc:spChg chg="mod">
          <ac:chgData name="Punit Shah" userId="f154af9b-99b5-45c9-8630-42669ee4761f" providerId="ADAL" clId="{ADBA5680-36D7-4F21-9AEE-620A39DA1BFB}" dt="2026-04-30T13:16:12.398" v="2626" actId="962"/>
          <ac:spMkLst>
            <pc:docMk/>
            <pc:sldMk cId="2531543817" sldId="2147469961"/>
            <ac:spMk id="271" creationId="{3AD6E239-4730-C576-358D-177FF2C8F479}"/>
          </ac:spMkLst>
        </pc:spChg>
        <pc:spChg chg="mod">
          <ac:chgData name="Punit Shah" userId="f154af9b-99b5-45c9-8630-42669ee4761f" providerId="ADAL" clId="{ADBA5680-36D7-4F21-9AEE-620A39DA1BFB}" dt="2026-04-30T13:16:12.403" v="2627" actId="962"/>
          <ac:spMkLst>
            <pc:docMk/>
            <pc:sldMk cId="2531543817" sldId="2147469961"/>
            <ac:spMk id="273" creationId="{38BE66B5-457C-1C60-4DE4-59CCE6086DA8}"/>
          </ac:spMkLst>
        </pc:spChg>
        <pc:spChg chg="add mod">
          <ac:chgData name="Punit Shah" userId="f154af9b-99b5-45c9-8630-42669ee4761f" providerId="ADAL" clId="{ADBA5680-36D7-4F21-9AEE-620A39DA1BFB}" dt="2026-04-30T13:09:20.191" v="2434" actId="255"/>
          <ac:spMkLst>
            <pc:docMk/>
            <pc:sldMk cId="2531543817" sldId="2147469961"/>
            <ac:spMk id="274" creationId="{F7C0C3C7-6F44-63DD-6144-2A0F321E63DF}"/>
          </ac:spMkLst>
        </pc:spChg>
        <pc:spChg chg="mod">
          <ac:chgData name="Punit Shah" userId="f154af9b-99b5-45c9-8630-42669ee4761f" providerId="ADAL" clId="{ADBA5680-36D7-4F21-9AEE-620A39DA1BFB}" dt="2026-04-30T13:16:12.409" v="2628" actId="962"/>
          <ac:spMkLst>
            <pc:docMk/>
            <pc:sldMk cId="2531543817" sldId="2147469961"/>
            <ac:spMk id="276" creationId="{50EAE458-553A-44ED-3B56-F88375897434}"/>
          </ac:spMkLst>
        </pc:spChg>
        <pc:spChg chg="mod">
          <ac:chgData name="Punit Shah" userId="f154af9b-99b5-45c9-8630-42669ee4761f" providerId="ADAL" clId="{ADBA5680-36D7-4F21-9AEE-620A39DA1BFB}" dt="2026-04-30T13:16:12.414" v="2629" actId="962"/>
          <ac:spMkLst>
            <pc:docMk/>
            <pc:sldMk cId="2531543817" sldId="2147469961"/>
            <ac:spMk id="278" creationId="{0DAF2CAB-76E1-EA4C-7D16-41C9065403FA}"/>
          </ac:spMkLst>
        </pc:spChg>
        <pc:spChg chg="mod">
          <ac:chgData name="Punit Shah" userId="f154af9b-99b5-45c9-8630-42669ee4761f" providerId="ADAL" clId="{ADBA5680-36D7-4F21-9AEE-620A39DA1BFB}" dt="2026-04-30T13:16:12.419" v="2630" actId="962"/>
          <ac:spMkLst>
            <pc:docMk/>
            <pc:sldMk cId="2531543817" sldId="2147469961"/>
            <ac:spMk id="280" creationId="{BA8AD1E8-6474-877E-9046-70701D16F2D9}"/>
          </ac:spMkLst>
        </pc:spChg>
        <pc:spChg chg="mod">
          <ac:chgData name="Punit Shah" userId="f154af9b-99b5-45c9-8630-42669ee4761f" providerId="ADAL" clId="{ADBA5680-36D7-4F21-9AEE-620A39DA1BFB}" dt="2026-04-30T13:16:12.425" v="2631" actId="962"/>
          <ac:spMkLst>
            <pc:docMk/>
            <pc:sldMk cId="2531543817" sldId="2147469961"/>
            <ac:spMk id="282" creationId="{A1DD4F1F-7D04-265C-B310-A7EBD9993C0D}"/>
          </ac:spMkLst>
        </pc:spChg>
        <pc:spChg chg="mod">
          <ac:chgData name="Punit Shah" userId="f154af9b-99b5-45c9-8630-42669ee4761f" providerId="ADAL" clId="{ADBA5680-36D7-4F21-9AEE-620A39DA1BFB}" dt="2026-04-30T13:16:12.430" v="2632" actId="962"/>
          <ac:spMkLst>
            <pc:docMk/>
            <pc:sldMk cId="2531543817" sldId="2147469961"/>
            <ac:spMk id="284" creationId="{C6A64EC9-C13F-0625-7043-0AB60D27F2F7}"/>
          </ac:spMkLst>
        </pc:spChg>
        <pc:spChg chg="mod">
          <ac:chgData name="Punit Shah" userId="f154af9b-99b5-45c9-8630-42669ee4761f" providerId="ADAL" clId="{ADBA5680-36D7-4F21-9AEE-620A39DA1BFB}" dt="2026-04-30T13:16:12.433" v="2633" actId="962"/>
          <ac:spMkLst>
            <pc:docMk/>
            <pc:sldMk cId="2531543817" sldId="2147469961"/>
            <ac:spMk id="286" creationId="{F6A29E3E-EDDA-9FA6-3E25-9BD94A1ED3F5}"/>
          </ac:spMkLst>
        </pc:spChg>
        <pc:spChg chg="mod">
          <ac:chgData name="Punit Shah" userId="f154af9b-99b5-45c9-8630-42669ee4761f" providerId="ADAL" clId="{ADBA5680-36D7-4F21-9AEE-620A39DA1BFB}" dt="2026-04-30T13:16:12.439" v="2634" actId="962"/>
          <ac:spMkLst>
            <pc:docMk/>
            <pc:sldMk cId="2531543817" sldId="2147469961"/>
            <ac:spMk id="288" creationId="{1658C4C6-471C-24EF-66CC-88EA39A76959}"/>
          </ac:spMkLst>
        </pc:spChg>
        <pc:spChg chg="mod">
          <ac:chgData name="Punit Shah" userId="f154af9b-99b5-45c9-8630-42669ee4761f" providerId="ADAL" clId="{ADBA5680-36D7-4F21-9AEE-620A39DA1BFB}" dt="2026-04-30T13:16:12.443" v="2635" actId="962"/>
          <ac:spMkLst>
            <pc:docMk/>
            <pc:sldMk cId="2531543817" sldId="2147469961"/>
            <ac:spMk id="290" creationId="{35FA1F67-91AA-0EF7-F9E5-13F10FA837E3}"/>
          </ac:spMkLst>
        </pc:spChg>
        <pc:spChg chg="mod">
          <ac:chgData name="Punit Shah" userId="f154af9b-99b5-45c9-8630-42669ee4761f" providerId="ADAL" clId="{ADBA5680-36D7-4F21-9AEE-620A39DA1BFB}" dt="2026-04-30T13:16:12.447" v="2636" actId="962"/>
          <ac:spMkLst>
            <pc:docMk/>
            <pc:sldMk cId="2531543817" sldId="2147469961"/>
            <ac:spMk id="292" creationId="{F2AF7FEF-B852-557B-CAE5-D66B6C57CCB0}"/>
          </ac:spMkLst>
        </pc:spChg>
        <pc:spChg chg="mod">
          <ac:chgData name="Punit Shah" userId="f154af9b-99b5-45c9-8630-42669ee4761f" providerId="ADAL" clId="{ADBA5680-36D7-4F21-9AEE-620A39DA1BFB}" dt="2026-04-30T13:16:12.451" v="2637" actId="962"/>
          <ac:spMkLst>
            <pc:docMk/>
            <pc:sldMk cId="2531543817" sldId="2147469961"/>
            <ac:spMk id="294" creationId="{48A24DF5-A0E6-7112-8F55-000E66E4A361}"/>
          </ac:spMkLst>
        </pc:spChg>
        <pc:spChg chg="mod">
          <ac:chgData name="Punit Shah" userId="f154af9b-99b5-45c9-8630-42669ee4761f" providerId="ADAL" clId="{ADBA5680-36D7-4F21-9AEE-620A39DA1BFB}" dt="2026-04-30T13:16:12.457" v="2638" actId="962"/>
          <ac:spMkLst>
            <pc:docMk/>
            <pc:sldMk cId="2531543817" sldId="2147469961"/>
            <ac:spMk id="297" creationId="{CAD37497-1195-5962-D559-72DEEEAF8449}"/>
          </ac:spMkLst>
        </pc:spChg>
        <pc:spChg chg="add mod">
          <ac:chgData name="Punit Shah" userId="f154af9b-99b5-45c9-8630-42669ee4761f" providerId="ADAL" clId="{ADBA5680-36D7-4F21-9AEE-620A39DA1BFB}" dt="2026-04-30T13:16:12.464" v="2639" actId="962"/>
          <ac:spMkLst>
            <pc:docMk/>
            <pc:sldMk cId="2531543817" sldId="2147469961"/>
            <ac:spMk id="299" creationId="{05F939AA-E178-7D85-2FB5-2C556526E9E5}"/>
          </ac:spMkLst>
        </pc:spChg>
        <pc:spChg chg="mod">
          <ac:chgData name="Punit Shah" userId="f154af9b-99b5-45c9-8630-42669ee4761f" providerId="ADAL" clId="{ADBA5680-36D7-4F21-9AEE-620A39DA1BFB}" dt="2026-04-30T13:16:12.468" v="2640" actId="962"/>
          <ac:spMkLst>
            <pc:docMk/>
            <pc:sldMk cId="2531543817" sldId="2147469961"/>
            <ac:spMk id="301" creationId="{9AE283D2-0010-D1C0-87B2-A18F656ACFCB}"/>
          </ac:spMkLst>
        </pc:spChg>
        <pc:spChg chg="mod">
          <ac:chgData name="Punit Shah" userId="f154af9b-99b5-45c9-8630-42669ee4761f" providerId="ADAL" clId="{ADBA5680-36D7-4F21-9AEE-620A39DA1BFB}" dt="2026-04-30T13:16:12.473" v="2641" actId="962"/>
          <ac:spMkLst>
            <pc:docMk/>
            <pc:sldMk cId="2531543817" sldId="2147469961"/>
            <ac:spMk id="303" creationId="{7FFF690A-CA17-6180-DD55-304087134387}"/>
          </ac:spMkLst>
        </pc:spChg>
        <pc:spChg chg="mod">
          <ac:chgData name="Punit Shah" userId="f154af9b-99b5-45c9-8630-42669ee4761f" providerId="ADAL" clId="{ADBA5680-36D7-4F21-9AEE-620A39DA1BFB}" dt="2026-04-30T13:16:12.479" v="2642" actId="962"/>
          <ac:spMkLst>
            <pc:docMk/>
            <pc:sldMk cId="2531543817" sldId="2147469961"/>
            <ac:spMk id="305" creationId="{31A01A7B-ABC6-D741-E3B9-27AFBC19EA90}"/>
          </ac:spMkLst>
        </pc:spChg>
        <pc:spChg chg="mod">
          <ac:chgData name="Punit Shah" userId="f154af9b-99b5-45c9-8630-42669ee4761f" providerId="ADAL" clId="{ADBA5680-36D7-4F21-9AEE-620A39DA1BFB}" dt="2026-04-30T13:16:12.483" v="2643" actId="962"/>
          <ac:spMkLst>
            <pc:docMk/>
            <pc:sldMk cId="2531543817" sldId="2147469961"/>
            <ac:spMk id="307" creationId="{CDC0AB6B-455C-3587-A7FB-4D1FB6EAFF71}"/>
          </ac:spMkLst>
        </pc:spChg>
        <pc:spChg chg="mod">
          <ac:chgData name="Punit Shah" userId="f154af9b-99b5-45c9-8630-42669ee4761f" providerId="ADAL" clId="{ADBA5680-36D7-4F21-9AEE-620A39DA1BFB}" dt="2026-04-30T13:16:12.489" v="2644" actId="962"/>
          <ac:spMkLst>
            <pc:docMk/>
            <pc:sldMk cId="2531543817" sldId="2147469961"/>
            <ac:spMk id="309" creationId="{D98DC5E6-D9C0-D999-FF23-06BAE459823E}"/>
          </ac:spMkLst>
        </pc:spChg>
        <pc:spChg chg="mod">
          <ac:chgData name="Punit Shah" userId="f154af9b-99b5-45c9-8630-42669ee4761f" providerId="ADAL" clId="{ADBA5680-36D7-4F21-9AEE-620A39DA1BFB}" dt="2026-04-30T13:16:12.494" v="2645" actId="962"/>
          <ac:spMkLst>
            <pc:docMk/>
            <pc:sldMk cId="2531543817" sldId="2147469961"/>
            <ac:spMk id="311" creationId="{20A6FF15-35A1-6F9C-4454-E008D7FB71F5}"/>
          </ac:spMkLst>
        </pc:spChg>
        <pc:spChg chg="mod">
          <ac:chgData name="Punit Shah" userId="f154af9b-99b5-45c9-8630-42669ee4761f" providerId="ADAL" clId="{ADBA5680-36D7-4F21-9AEE-620A39DA1BFB}" dt="2026-04-30T13:16:12.498" v="2646" actId="962"/>
          <ac:spMkLst>
            <pc:docMk/>
            <pc:sldMk cId="2531543817" sldId="2147469961"/>
            <ac:spMk id="313" creationId="{5F24EC5F-0221-FF98-C9A6-3F6013D146B9}"/>
          </ac:spMkLst>
        </pc:spChg>
        <pc:spChg chg="mod">
          <ac:chgData name="Punit Shah" userId="f154af9b-99b5-45c9-8630-42669ee4761f" providerId="ADAL" clId="{ADBA5680-36D7-4F21-9AEE-620A39DA1BFB}" dt="2026-04-30T13:16:12.503" v="2647" actId="962"/>
          <ac:spMkLst>
            <pc:docMk/>
            <pc:sldMk cId="2531543817" sldId="2147469961"/>
            <ac:spMk id="315" creationId="{4686752C-B3CB-FF1E-01E2-14BE266E4447}"/>
          </ac:spMkLst>
        </pc:spChg>
        <pc:spChg chg="mod">
          <ac:chgData name="Punit Shah" userId="f154af9b-99b5-45c9-8630-42669ee4761f" providerId="ADAL" clId="{ADBA5680-36D7-4F21-9AEE-620A39DA1BFB}" dt="2026-04-30T13:30:43.695" v="2848" actId="1037"/>
          <ac:spMkLst>
            <pc:docMk/>
            <pc:sldMk cId="2531543817" sldId="2147469961"/>
            <ac:spMk id="317" creationId="{7C899BAE-92F2-E391-0A91-92CB7D43193B}"/>
          </ac:spMkLst>
        </pc:spChg>
        <pc:spChg chg="mod">
          <ac:chgData name="Punit Shah" userId="f154af9b-99b5-45c9-8630-42669ee4761f" providerId="ADAL" clId="{ADBA5680-36D7-4F21-9AEE-620A39DA1BFB}" dt="2026-04-30T13:30:43.695" v="2848" actId="1037"/>
          <ac:spMkLst>
            <pc:docMk/>
            <pc:sldMk cId="2531543817" sldId="2147469961"/>
            <ac:spMk id="318" creationId="{CE71C197-9AEC-4999-B525-0D53F1613AF5}"/>
          </ac:spMkLst>
        </pc:spChg>
        <pc:spChg chg="mod">
          <ac:chgData name="Punit Shah" userId="f154af9b-99b5-45c9-8630-42669ee4761f" providerId="ADAL" clId="{ADBA5680-36D7-4F21-9AEE-620A39DA1BFB}" dt="2026-04-30T13:30:59.738" v="2853" actId="1076"/>
          <ac:spMkLst>
            <pc:docMk/>
            <pc:sldMk cId="2531543817" sldId="2147469961"/>
            <ac:spMk id="319" creationId="{395C8F31-8A93-4478-E88C-CF91EBA0F605}"/>
          </ac:spMkLst>
        </pc:spChg>
        <pc:spChg chg="mod">
          <ac:chgData name="Punit Shah" userId="f154af9b-99b5-45c9-8630-42669ee4761f" providerId="ADAL" clId="{ADBA5680-36D7-4F21-9AEE-620A39DA1BFB}" dt="2026-04-30T13:31:05.513" v="2854" actId="1076"/>
          <ac:spMkLst>
            <pc:docMk/>
            <pc:sldMk cId="2531543817" sldId="2147469961"/>
            <ac:spMk id="320" creationId="{CF2463CE-33F8-1553-1612-F9261B058E6F}"/>
          </ac:spMkLst>
        </pc:spChg>
        <pc:spChg chg="mod">
          <ac:chgData name="Punit Shah" userId="f154af9b-99b5-45c9-8630-42669ee4761f" providerId="ADAL" clId="{ADBA5680-36D7-4F21-9AEE-620A39DA1BFB}" dt="2026-04-30T13:31:08.904" v="2855" actId="1076"/>
          <ac:spMkLst>
            <pc:docMk/>
            <pc:sldMk cId="2531543817" sldId="2147469961"/>
            <ac:spMk id="321" creationId="{763A54C0-DD4E-3297-4897-55DC481E1321}"/>
          </ac:spMkLst>
        </pc:spChg>
        <pc:spChg chg="mod">
          <ac:chgData name="Punit Shah" userId="f154af9b-99b5-45c9-8630-42669ee4761f" providerId="ADAL" clId="{ADBA5680-36D7-4F21-9AEE-620A39DA1BFB}" dt="2026-04-30T13:31:12.488" v="2856" actId="1076"/>
          <ac:spMkLst>
            <pc:docMk/>
            <pc:sldMk cId="2531543817" sldId="2147469961"/>
            <ac:spMk id="322" creationId="{20484F54-3475-4216-E2F1-EB6F6BD38EF4}"/>
          </ac:spMkLst>
        </pc:spChg>
        <pc:spChg chg="add mod">
          <ac:chgData name="Punit Shah" userId="f154af9b-99b5-45c9-8630-42669ee4761f" providerId="ADAL" clId="{ADBA5680-36D7-4F21-9AEE-620A39DA1BFB}" dt="2026-04-30T13:09:05.017" v="2432" actId="255"/>
          <ac:spMkLst>
            <pc:docMk/>
            <pc:sldMk cId="2531543817" sldId="2147469961"/>
            <ac:spMk id="323" creationId="{3FAC5697-5341-92E0-4846-753A7ED66F6D}"/>
          </ac:spMkLst>
        </pc:spChg>
      </pc:sldChg>
      <pc:sldChg chg="addSp delSp modSp add mod ord">
        <pc:chgData name="Punit Shah" userId="f154af9b-99b5-45c9-8630-42669ee4761f" providerId="ADAL" clId="{ADBA5680-36D7-4F21-9AEE-620A39DA1BFB}" dt="2026-04-30T13:18:25.928" v="2699"/>
        <pc:sldMkLst>
          <pc:docMk/>
          <pc:sldMk cId="3306649688" sldId="2147469962"/>
        </pc:sldMkLst>
        <pc:spChg chg="add mod">
          <ac:chgData name="Punit Shah" userId="f154af9b-99b5-45c9-8630-42669ee4761f" providerId="ADAL" clId="{ADBA5680-36D7-4F21-9AEE-620A39DA1BFB}" dt="2026-04-30T13:16:12.538" v="2651" actId="962"/>
          <ac:spMkLst>
            <pc:docMk/>
            <pc:sldMk cId="3306649688" sldId="2147469962"/>
            <ac:spMk id="2" creationId="{00816534-8D08-18B2-42AB-BF9003BC455D}"/>
          </ac:spMkLst>
        </pc:spChg>
        <pc:spChg chg="mod">
          <ac:chgData name="Punit Shah" userId="f154af9b-99b5-45c9-8630-42669ee4761f" providerId="ADAL" clId="{ADBA5680-36D7-4F21-9AEE-620A39DA1BFB}" dt="2026-04-30T13:10:26.684" v="2485" actId="20577"/>
          <ac:spMkLst>
            <pc:docMk/>
            <pc:sldMk cId="3306649688" sldId="2147469962"/>
            <ac:spMk id="5" creationId="{A5815505-DFD0-6538-05CD-582103A17E56}"/>
          </ac:spMkLst>
        </pc:spChg>
        <pc:spChg chg="add mod">
          <ac:chgData name="Punit Shah" userId="f154af9b-99b5-45c9-8630-42669ee4761f" providerId="ADAL" clId="{ADBA5680-36D7-4F21-9AEE-620A39DA1BFB}" dt="2026-04-30T13:16:12.544" v="2652" actId="962"/>
          <ac:spMkLst>
            <pc:docMk/>
            <pc:sldMk cId="3306649688" sldId="2147469962"/>
            <ac:spMk id="6" creationId="{2CCE8813-A704-07F5-B8AA-AA70006D5F14}"/>
          </ac:spMkLst>
        </pc:spChg>
        <pc:spChg chg="mod">
          <ac:chgData name="Punit Shah" userId="f154af9b-99b5-45c9-8630-42669ee4761f" providerId="ADAL" clId="{ADBA5680-36D7-4F21-9AEE-620A39DA1BFB}" dt="2026-04-30T13:14:04.497" v="2572" actId="207"/>
          <ac:spMkLst>
            <pc:docMk/>
            <pc:sldMk cId="3306649688" sldId="2147469962"/>
            <ac:spMk id="7" creationId="{0E2EB3EC-5A0D-4774-3067-A6F5C704CA7D}"/>
          </ac:spMkLst>
        </pc:spChg>
        <pc:spChg chg="add mod">
          <ac:chgData name="Punit Shah" userId="f154af9b-99b5-45c9-8630-42669ee4761f" providerId="ADAL" clId="{ADBA5680-36D7-4F21-9AEE-620A39DA1BFB}" dt="2026-04-30T13:16:12.548" v="2653" actId="962"/>
          <ac:spMkLst>
            <pc:docMk/>
            <pc:sldMk cId="3306649688" sldId="2147469962"/>
            <ac:spMk id="10" creationId="{ECCC4D15-9904-EC74-0BDB-1534C85CEA6D}"/>
          </ac:spMkLst>
        </pc:spChg>
        <pc:spChg chg="add mod">
          <ac:chgData name="Punit Shah" userId="f154af9b-99b5-45c9-8630-42669ee4761f" providerId="ADAL" clId="{ADBA5680-36D7-4F21-9AEE-620A39DA1BFB}" dt="2026-04-30T13:16:12.553" v="2654" actId="962"/>
          <ac:spMkLst>
            <pc:docMk/>
            <pc:sldMk cId="3306649688" sldId="2147469962"/>
            <ac:spMk id="11" creationId="{84D39559-1845-67AA-66D6-27E13243DCDE}"/>
          </ac:spMkLst>
        </pc:spChg>
        <pc:spChg chg="add mod">
          <ac:chgData name="Punit Shah" userId="f154af9b-99b5-45c9-8630-42669ee4761f" providerId="ADAL" clId="{ADBA5680-36D7-4F21-9AEE-620A39DA1BFB}" dt="2026-04-30T13:14:08.778" v="2573" actId="207"/>
          <ac:spMkLst>
            <pc:docMk/>
            <pc:sldMk cId="3306649688" sldId="2147469962"/>
            <ac:spMk id="12" creationId="{F674D9CA-79BD-EDDB-DA88-6F93646415E2}"/>
          </ac:spMkLst>
        </pc:spChg>
        <pc:spChg chg="mod">
          <ac:chgData name="Punit Shah" userId="f154af9b-99b5-45c9-8630-42669ee4761f" providerId="ADAL" clId="{ADBA5680-36D7-4F21-9AEE-620A39DA1BFB}" dt="2026-04-30T13:16:12.559" v="2655" actId="962"/>
          <ac:spMkLst>
            <pc:docMk/>
            <pc:sldMk cId="3306649688" sldId="2147469962"/>
            <ac:spMk id="15" creationId="{9EF64B45-30EE-C109-D17B-8B3BA4AB4E21}"/>
          </ac:spMkLst>
        </pc:spChg>
        <pc:spChg chg="add mod">
          <ac:chgData name="Punit Shah" userId="f154af9b-99b5-45c9-8630-42669ee4761f" providerId="ADAL" clId="{ADBA5680-36D7-4F21-9AEE-620A39DA1BFB}" dt="2026-04-30T13:16:12.563" v="2656" actId="962"/>
          <ac:spMkLst>
            <pc:docMk/>
            <pc:sldMk cId="3306649688" sldId="2147469962"/>
            <ac:spMk id="16" creationId="{4B62E933-F7AD-5DAD-E067-EE2E541DC842}"/>
          </ac:spMkLst>
        </pc:spChg>
        <pc:spChg chg="mod">
          <ac:chgData name="Punit Shah" userId="f154af9b-99b5-45c9-8630-42669ee4761f" providerId="ADAL" clId="{ADBA5680-36D7-4F21-9AEE-620A39DA1BFB}" dt="2026-04-30T13:14:11.036" v="2574" actId="207"/>
          <ac:spMkLst>
            <pc:docMk/>
            <pc:sldMk cId="3306649688" sldId="2147469962"/>
            <ac:spMk id="17" creationId="{208E28AC-061D-8191-E9DA-2E90863DEBDE}"/>
          </ac:spMkLst>
        </pc:spChg>
        <pc:spChg chg="add mod">
          <ac:chgData name="Punit Shah" userId="f154af9b-99b5-45c9-8630-42669ee4761f" providerId="ADAL" clId="{ADBA5680-36D7-4F21-9AEE-620A39DA1BFB}" dt="2026-04-30T13:10:48.477" v="2489" actId="255"/>
          <ac:spMkLst>
            <pc:docMk/>
            <pc:sldMk cId="3306649688" sldId="2147469962"/>
            <ac:spMk id="18" creationId="{DBC98F60-263E-5B69-6F99-E2D0976E1E57}"/>
          </ac:spMkLst>
        </pc:spChg>
        <pc:spChg chg="add mod">
          <ac:chgData name="Punit Shah" userId="f154af9b-99b5-45c9-8630-42669ee4761f" providerId="ADAL" clId="{ADBA5680-36D7-4F21-9AEE-620A39DA1BFB}" dt="2026-04-30T13:16:12.568" v="2657" actId="962"/>
          <ac:spMkLst>
            <pc:docMk/>
            <pc:sldMk cId="3306649688" sldId="2147469962"/>
            <ac:spMk id="20" creationId="{56F0B200-1171-0C3B-CDBF-E65DEE16EB71}"/>
          </ac:spMkLst>
        </pc:spChg>
        <pc:spChg chg="mod">
          <ac:chgData name="Punit Shah" userId="f154af9b-99b5-45c9-8630-42669ee4761f" providerId="ADAL" clId="{ADBA5680-36D7-4F21-9AEE-620A39DA1BFB}" dt="2026-04-30T13:16:12.573" v="2658" actId="962"/>
          <ac:spMkLst>
            <pc:docMk/>
            <pc:sldMk cId="3306649688" sldId="2147469962"/>
            <ac:spMk id="21" creationId="{D5F84440-C04D-B9EF-0C14-30DF1B14C523}"/>
          </ac:spMkLst>
        </pc:spChg>
        <pc:spChg chg="add mod">
          <ac:chgData name="Punit Shah" userId="f154af9b-99b5-45c9-8630-42669ee4761f" providerId="ADAL" clId="{ADBA5680-36D7-4F21-9AEE-620A39DA1BFB}" dt="2026-04-30T13:14:13.313" v="2575" actId="207"/>
          <ac:spMkLst>
            <pc:docMk/>
            <pc:sldMk cId="3306649688" sldId="2147469962"/>
            <ac:spMk id="22" creationId="{9D58EBB2-69A3-C9BB-B55B-777122DDE458}"/>
          </ac:spMkLst>
        </pc:spChg>
        <pc:spChg chg="add mod">
          <ac:chgData name="Punit Shah" userId="f154af9b-99b5-45c9-8630-42669ee4761f" providerId="ADAL" clId="{ADBA5680-36D7-4F21-9AEE-620A39DA1BFB}" dt="2026-04-30T13:10:48.477" v="2489" actId="255"/>
          <ac:spMkLst>
            <pc:docMk/>
            <pc:sldMk cId="3306649688" sldId="2147469962"/>
            <ac:spMk id="24" creationId="{56ABA0F2-4944-0FFA-2A02-9A315A8FCA79}"/>
          </ac:spMkLst>
        </pc:spChg>
        <pc:spChg chg="mod">
          <ac:chgData name="Punit Shah" userId="f154af9b-99b5-45c9-8630-42669ee4761f" providerId="ADAL" clId="{ADBA5680-36D7-4F21-9AEE-620A39DA1BFB}" dt="2026-04-30T13:10:55.114" v="2490" actId="207"/>
          <ac:spMkLst>
            <pc:docMk/>
            <pc:sldMk cId="3306649688" sldId="2147469962"/>
            <ac:spMk id="25" creationId="{86067715-6DE1-83D5-8792-250C507AEB70}"/>
          </ac:spMkLst>
        </pc:spChg>
        <pc:spChg chg="del">
          <ac:chgData name="Punit Shah" userId="f154af9b-99b5-45c9-8630-42669ee4761f" providerId="ADAL" clId="{ADBA5680-36D7-4F21-9AEE-620A39DA1BFB}" dt="2026-04-30T13:10:31.135" v="2486" actId="478"/>
          <ac:spMkLst>
            <pc:docMk/>
            <pc:sldMk cId="3306649688" sldId="2147469962"/>
            <ac:spMk id="39" creationId="{F427C0FA-D23E-7B46-42B1-30C953BF2C0E}"/>
          </ac:spMkLst>
        </pc:spChg>
        <pc:spChg chg="del">
          <ac:chgData name="Punit Shah" userId="f154af9b-99b5-45c9-8630-42669ee4761f" providerId="ADAL" clId="{ADBA5680-36D7-4F21-9AEE-620A39DA1BFB}" dt="2026-04-30T13:10:31.135" v="2486" actId="478"/>
          <ac:spMkLst>
            <pc:docMk/>
            <pc:sldMk cId="3306649688" sldId="2147469962"/>
            <ac:spMk id="45" creationId="{8C7E35AA-09F3-F9D2-8523-1271751E053F}"/>
          </ac:spMkLst>
        </pc:spChg>
        <pc:spChg chg="del">
          <ac:chgData name="Punit Shah" userId="f154af9b-99b5-45c9-8630-42669ee4761f" providerId="ADAL" clId="{ADBA5680-36D7-4F21-9AEE-620A39DA1BFB}" dt="2026-04-30T13:10:31.135" v="2486" actId="478"/>
          <ac:spMkLst>
            <pc:docMk/>
            <pc:sldMk cId="3306649688" sldId="2147469962"/>
            <ac:spMk id="46" creationId="{2AB775DF-0B0B-AE13-F700-148259A5C31A}"/>
          </ac:spMkLst>
        </pc:spChg>
        <pc:spChg chg="del">
          <ac:chgData name="Punit Shah" userId="f154af9b-99b5-45c9-8630-42669ee4761f" providerId="ADAL" clId="{ADBA5680-36D7-4F21-9AEE-620A39DA1BFB}" dt="2026-04-30T13:10:31.135" v="2486" actId="478"/>
          <ac:spMkLst>
            <pc:docMk/>
            <pc:sldMk cId="3306649688" sldId="2147469962"/>
            <ac:spMk id="51" creationId="{43AA8088-F0B9-6C69-026F-8D364837B1F8}"/>
          </ac:spMkLst>
        </pc:spChg>
        <pc:spChg chg="del">
          <ac:chgData name="Punit Shah" userId="f154af9b-99b5-45c9-8630-42669ee4761f" providerId="ADAL" clId="{ADBA5680-36D7-4F21-9AEE-620A39DA1BFB}" dt="2026-04-30T13:10:31.135" v="2486" actId="478"/>
          <ac:spMkLst>
            <pc:docMk/>
            <pc:sldMk cId="3306649688" sldId="2147469962"/>
            <ac:spMk id="52" creationId="{35ACF9C4-8740-2919-2F36-EBC21CB08E89}"/>
          </ac:spMkLst>
        </pc:spChg>
        <pc:spChg chg="del">
          <ac:chgData name="Punit Shah" userId="f154af9b-99b5-45c9-8630-42669ee4761f" providerId="ADAL" clId="{ADBA5680-36D7-4F21-9AEE-620A39DA1BFB}" dt="2026-04-30T13:10:31.135" v="2486" actId="478"/>
          <ac:spMkLst>
            <pc:docMk/>
            <pc:sldMk cId="3306649688" sldId="2147469962"/>
            <ac:spMk id="61" creationId="{8F3E2172-DF8B-E1E9-5401-CEAAFF86928A}"/>
          </ac:spMkLst>
        </pc:spChg>
        <pc:spChg chg="del">
          <ac:chgData name="Punit Shah" userId="f154af9b-99b5-45c9-8630-42669ee4761f" providerId="ADAL" clId="{ADBA5680-36D7-4F21-9AEE-620A39DA1BFB}" dt="2026-04-30T13:10:31.135" v="2486" actId="478"/>
          <ac:spMkLst>
            <pc:docMk/>
            <pc:sldMk cId="3306649688" sldId="2147469962"/>
            <ac:spMk id="62" creationId="{3A4CFA83-F3E2-A621-5C31-75E2AE38EAEE}"/>
          </ac:spMkLst>
        </pc:spChg>
        <pc:spChg chg="del">
          <ac:chgData name="Punit Shah" userId="f154af9b-99b5-45c9-8630-42669ee4761f" providerId="ADAL" clId="{ADBA5680-36D7-4F21-9AEE-620A39DA1BFB}" dt="2026-04-30T13:10:31.135" v="2486" actId="478"/>
          <ac:spMkLst>
            <pc:docMk/>
            <pc:sldMk cId="3306649688" sldId="2147469962"/>
            <ac:spMk id="64" creationId="{A5FD936C-C1C2-85A0-AC1F-211AA30B652A}"/>
          </ac:spMkLst>
        </pc:spChg>
        <pc:spChg chg="del">
          <ac:chgData name="Punit Shah" userId="f154af9b-99b5-45c9-8630-42669ee4761f" providerId="ADAL" clId="{ADBA5680-36D7-4F21-9AEE-620A39DA1BFB}" dt="2026-04-30T13:10:31.135" v="2486" actId="478"/>
          <ac:spMkLst>
            <pc:docMk/>
            <pc:sldMk cId="3306649688" sldId="2147469962"/>
            <ac:spMk id="68" creationId="{2FEC1A2D-A9C3-95F7-9C46-A086415DC242}"/>
          </ac:spMkLst>
        </pc:spChg>
        <pc:spChg chg="del">
          <ac:chgData name="Punit Shah" userId="f154af9b-99b5-45c9-8630-42669ee4761f" providerId="ADAL" clId="{ADBA5680-36D7-4F21-9AEE-620A39DA1BFB}" dt="2026-04-30T13:10:31.135" v="2486" actId="478"/>
          <ac:spMkLst>
            <pc:docMk/>
            <pc:sldMk cId="3306649688" sldId="2147469962"/>
            <ac:spMk id="74" creationId="{48BB1B14-3769-1FB1-376E-B506C4A317AA}"/>
          </ac:spMkLst>
        </pc:spChg>
      </pc:sldChg>
      <pc:sldChg chg="addSp delSp modSp add mod ord">
        <pc:chgData name="Punit Shah" userId="f154af9b-99b5-45c9-8630-42669ee4761f" providerId="ADAL" clId="{ADBA5680-36D7-4F21-9AEE-620A39DA1BFB}" dt="2026-04-30T13:18:22.074" v="2697"/>
        <pc:sldMkLst>
          <pc:docMk/>
          <pc:sldMk cId="2870278248" sldId="2147469963"/>
        </pc:sldMkLst>
        <pc:spChg chg="mod">
          <ac:chgData name="Punit Shah" userId="f154af9b-99b5-45c9-8630-42669ee4761f" providerId="ADAL" clId="{ADBA5680-36D7-4F21-9AEE-620A39DA1BFB}" dt="2026-04-30T13:11:37.911" v="2530" actId="20577"/>
          <ac:spMkLst>
            <pc:docMk/>
            <pc:sldMk cId="2870278248" sldId="2147469963"/>
            <ac:spMk id="5" creationId="{8C50F66C-CB10-A9B5-2FD9-36C24ED77A26}"/>
          </ac:spMkLst>
        </pc:spChg>
        <pc:spChg chg="del">
          <ac:chgData name="Punit Shah" userId="f154af9b-99b5-45c9-8630-42669ee4761f" providerId="ADAL" clId="{ADBA5680-36D7-4F21-9AEE-620A39DA1BFB}" dt="2026-04-30T13:11:27.103" v="2494" actId="478"/>
          <ac:spMkLst>
            <pc:docMk/>
            <pc:sldMk cId="2870278248" sldId="2147469963"/>
            <ac:spMk id="6" creationId="{CDAE31AF-FC6C-4233-17AA-9116BBD0E429}"/>
          </ac:spMkLst>
        </pc:spChg>
        <pc:spChg chg="del">
          <ac:chgData name="Punit Shah" userId="f154af9b-99b5-45c9-8630-42669ee4761f" providerId="ADAL" clId="{ADBA5680-36D7-4F21-9AEE-620A39DA1BFB}" dt="2026-04-30T13:11:27.103" v="2494" actId="478"/>
          <ac:spMkLst>
            <pc:docMk/>
            <pc:sldMk cId="2870278248" sldId="2147469963"/>
            <ac:spMk id="8" creationId="{63E9C39E-15E9-C94E-7CE5-6F970CC3CA1E}"/>
          </ac:spMkLst>
        </pc:spChg>
        <pc:spChg chg="del">
          <ac:chgData name="Punit Shah" userId="f154af9b-99b5-45c9-8630-42669ee4761f" providerId="ADAL" clId="{ADBA5680-36D7-4F21-9AEE-620A39DA1BFB}" dt="2026-04-30T13:11:27.103" v="2494" actId="478"/>
          <ac:spMkLst>
            <pc:docMk/>
            <pc:sldMk cId="2870278248" sldId="2147469963"/>
            <ac:spMk id="9" creationId="{C717D4F5-30C7-699A-5D5A-E11330E22811}"/>
          </ac:spMkLst>
        </pc:spChg>
        <pc:spChg chg="del">
          <ac:chgData name="Punit Shah" userId="f154af9b-99b5-45c9-8630-42669ee4761f" providerId="ADAL" clId="{ADBA5680-36D7-4F21-9AEE-620A39DA1BFB}" dt="2026-04-30T13:11:27.103" v="2494" actId="478"/>
          <ac:spMkLst>
            <pc:docMk/>
            <pc:sldMk cId="2870278248" sldId="2147469963"/>
            <ac:spMk id="10" creationId="{371D1987-5B80-012A-35FC-D46EFF2D6D30}"/>
          </ac:spMkLst>
        </pc:spChg>
        <pc:spChg chg="del">
          <ac:chgData name="Punit Shah" userId="f154af9b-99b5-45c9-8630-42669ee4761f" providerId="ADAL" clId="{ADBA5680-36D7-4F21-9AEE-620A39DA1BFB}" dt="2026-04-30T13:11:27.103" v="2494" actId="478"/>
          <ac:spMkLst>
            <pc:docMk/>
            <pc:sldMk cId="2870278248" sldId="2147469963"/>
            <ac:spMk id="11" creationId="{7936439B-8DFF-EF68-100F-FB0E12ADE264}"/>
          </ac:spMkLst>
        </pc:spChg>
        <pc:spChg chg="del">
          <ac:chgData name="Punit Shah" userId="f154af9b-99b5-45c9-8630-42669ee4761f" providerId="ADAL" clId="{ADBA5680-36D7-4F21-9AEE-620A39DA1BFB}" dt="2026-04-30T13:11:27.103" v="2494" actId="478"/>
          <ac:spMkLst>
            <pc:docMk/>
            <pc:sldMk cId="2870278248" sldId="2147469963"/>
            <ac:spMk id="13" creationId="{8B619714-667C-4603-344F-A01CD5B0A8A4}"/>
          </ac:spMkLst>
        </pc:spChg>
        <pc:spChg chg="del">
          <ac:chgData name="Punit Shah" userId="f154af9b-99b5-45c9-8630-42669ee4761f" providerId="ADAL" clId="{ADBA5680-36D7-4F21-9AEE-620A39DA1BFB}" dt="2026-04-30T13:11:27.103" v="2494" actId="478"/>
          <ac:spMkLst>
            <pc:docMk/>
            <pc:sldMk cId="2870278248" sldId="2147469963"/>
            <ac:spMk id="18" creationId="{6677B421-4646-DA54-13EF-B78D8C87C91B}"/>
          </ac:spMkLst>
        </pc:spChg>
        <pc:spChg chg="del">
          <ac:chgData name="Punit Shah" userId="f154af9b-99b5-45c9-8630-42669ee4761f" providerId="ADAL" clId="{ADBA5680-36D7-4F21-9AEE-620A39DA1BFB}" dt="2026-04-30T13:11:27.103" v="2494" actId="478"/>
          <ac:spMkLst>
            <pc:docMk/>
            <pc:sldMk cId="2870278248" sldId="2147469963"/>
            <ac:spMk id="20" creationId="{92254424-340E-1BE8-82F8-204E1D1557D1}"/>
          </ac:spMkLst>
        </pc:spChg>
        <pc:spChg chg="del">
          <ac:chgData name="Punit Shah" userId="f154af9b-99b5-45c9-8630-42669ee4761f" providerId="ADAL" clId="{ADBA5680-36D7-4F21-9AEE-620A39DA1BFB}" dt="2026-04-30T13:11:27.103" v="2494" actId="478"/>
          <ac:spMkLst>
            <pc:docMk/>
            <pc:sldMk cId="2870278248" sldId="2147469963"/>
            <ac:spMk id="24" creationId="{593B525F-0C51-9F4A-37A6-CA558FB0F69F}"/>
          </ac:spMkLst>
        </pc:spChg>
        <pc:spChg chg="del">
          <ac:chgData name="Punit Shah" userId="f154af9b-99b5-45c9-8630-42669ee4761f" providerId="ADAL" clId="{ADBA5680-36D7-4F21-9AEE-620A39DA1BFB}" dt="2026-04-30T13:11:27.103" v="2494" actId="478"/>
          <ac:spMkLst>
            <pc:docMk/>
            <pc:sldMk cId="2870278248" sldId="2147469963"/>
            <ac:spMk id="25" creationId="{5B2720C9-01CD-A659-1628-AB66B01212C8}"/>
          </ac:spMkLst>
        </pc:spChg>
        <pc:spChg chg="mod">
          <ac:chgData name="Punit Shah" userId="f154af9b-99b5-45c9-8630-42669ee4761f" providerId="ADAL" clId="{ADBA5680-36D7-4F21-9AEE-620A39DA1BFB}" dt="2026-04-30T13:16:12.590" v="2659" actId="962"/>
          <ac:spMkLst>
            <pc:docMk/>
            <pc:sldMk cId="2870278248" sldId="2147469963"/>
            <ac:spMk id="26" creationId="{357B02BE-2373-0A4F-4350-B89151338427}"/>
          </ac:spMkLst>
        </pc:spChg>
        <pc:spChg chg="add mod">
          <ac:chgData name="Punit Shah" userId="f154af9b-99b5-45c9-8630-42669ee4761f" providerId="ADAL" clId="{ADBA5680-36D7-4F21-9AEE-620A39DA1BFB}" dt="2026-04-30T13:16:12.596" v="2660" actId="962"/>
          <ac:spMkLst>
            <pc:docMk/>
            <pc:sldMk cId="2870278248" sldId="2147469963"/>
            <ac:spMk id="27" creationId="{6F45AB14-A4CD-F77C-1BDD-B040A0854517}"/>
          </ac:spMkLst>
        </pc:spChg>
        <pc:spChg chg="add mod">
          <ac:chgData name="Punit Shah" userId="f154af9b-99b5-45c9-8630-42669ee4761f" providerId="ADAL" clId="{ADBA5680-36D7-4F21-9AEE-620A39DA1BFB}" dt="2026-04-30T13:11:50.919" v="2533" actId="255"/>
          <ac:spMkLst>
            <pc:docMk/>
            <pc:sldMk cId="2870278248" sldId="2147469963"/>
            <ac:spMk id="29" creationId="{610F04CD-4404-DBFC-0F25-DD32A391E8D0}"/>
          </ac:spMkLst>
        </pc:spChg>
        <pc:spChg chg="mod">
          <ac:chgData name="Punit Shah" userId="f154af9b-99b5-45c9-8630-42669ee4761f" providerId="ADAL" clId="{ADBA5680-36D7-4F21-9AEE-620A39DA1BFB}" dt="2026-04-30T13:16:12.600" v="2661" actId="962"/>
          <ac:spMkLst>
            <pc:docMk/>
            <pc:sldMk cId="2870278248" sldId="2147469963"/>
            <ac:spMk id="30" creationId="{91C8590B-F5AF-A2BE-4FC6-072F98392FFB}"/>
          </ac:spMkLst>
        </pc:spChg>
        <pc:spChg chg="mod">
          <ac:chgData name="Punit Shah" userId="f154af9b-99b5-45c9-8630-42669ee4761f" providerId="ADAL" clId="{ADBA5680-36D7-4F21-9AEE-620A39DA1BFB}" dt="2026-04-30T13:16:12.605" v="2662" actId="962"/>
          <ac:spMkLst>
            <pc:docMk/>
            <pc:sldMk cId="2870278248" sldId="2147469963"/>
            <ac:spMk id="31" creationId="{C88EC7F4-063D-694A-F71B-7A40EE744470}"/>
          </ac:spMkLst>
        </pc:spChg>
        <pc:spChg chg="mod">
          <ac:chgData name="Punit Shah" userId="f154af9b-99b5-45c9-8630-42669ee4761f" providerId="ADAL" clId="{ADBA5680-36D7-4F21-9AEE-620A39DA1BFB}" dt="2026-04-30T13:16:12.611" v="2663" actId="962"/>
          <ac:spMkLst>
            <pc:docMk/>
            <pc:sldMk cId="2870278248" sldId="2147469963"/>
            <ac:spMk id="34" creationId="{D7F0FF7B-82F3-2F88-5501-1C6033B490EC}"/>
          </ac:spMkLst>
        </pc:spChg>
        <pc:spChg chg="mod">
          <ac:chgData name="Punit Shah" userId="f154af9b-99b5-45c9-8630-42669ee4761f" providerId="ADAL" clId="{ADBA5680-36D7-4F21-9AEE-620A39DA1BFB}" dt="2026-04-30T13:16:12.614" v="2664" actId="962"/>
          <ac:spMkLst>
            <pc:docMk/>
            <pc:sldMk cId="2870278248" sldId="2147469963"/>
            <ac:spMk id="35" creationId="{5A51082B-D7DA-697E-A72E-92AB62A12222}"/>
          </ac:spMkLst>
        </pc:spChg>
        <pc:spChg chg="mod">
          <ac:chgData name="Punit Shah" userId="f154af9b-99b5-45c9-8630-42669ee4761f" providerId="ADAL" clId="{ADBA5680-36D7-4F21-9AEE-620A39DA1BFB}" dt="2026-04-30T13:16:12.620" v="2665" actId="962"/>
          <ac:spMkLst>
            <pc:docMk/>
            <pc:sldMk cId="2870278248" sldId="2147469963"/>
            <ac:spMk id="38" creationId="{DE2C524E-1FDA-8597-3762-2DC41C94623B}"/>
          </ac:spMkLst>
        </pc:spChg>
        <pc:spChg chg="add mod">
          <ac:chgData name="Punit Shah" userId="f154af9b-99b5-45c9-8630-42669ee4761f" providerId="ADAL" clId="{ADBA5680-36D7-4F21-9AEE-620A39DA1BFB}" dt="2026-04-30T13:16:12.625" v="2666" actId="962"/>
          <ac:spMkLst>
            <pc:docMk/>
            <pc:sldMk cId="2870278248" sldId="2147469963"/>
            <ac:spMk id="39" creationId="{AF0DE98E-3C31-EBD4-3072-F4D6AFCC36F6}"/>
          </ac:spMkLst>
        </pc:spChg>
        <pc:spChg chg="add mod">
          <ac:chgData name="Punit Shah" userId="f154af9b-99b5-45c9-8630-42669ee4761f" providerId="ADAL" clId="{ADBA5680-36D7-4F21-9AEE-620A39DA1BFB}" dt="2026-04-30T13:11:50.919" v="2533" actId="255"/>
          <ac:spMkLst>
            <pc:docMk/>
            <pc:sldMk cId="2870278248" sldId="2147469963"/>
            <ac:spMk id="40" creationId="{52090DE7-081C-AF9F-8C92-E418CB553255}"/>
          </ac:spMkLst>
        </pc:spChg>
        <pc:spChg chg="add mod">
          <ac:chgData name="Punit Shah" userId="f154af9b-99b5-45c9-8630-42669ee4761f" providerId="ADAL" clId="{ADBA5680-36D7-4F21-9AEE-620A39DA1BFB}" dt="2026-04-30T13:16:12.631" v="2667" actId="962"/>
          <ac:spMkLst>
            <pc:docMk/>
            <pc:sldMk cId="2870278248" sldId="2147469963"/>
            <ac:spMk id="42" creationId="{D402FE48-3049-4281-A36A-C7381668D8FB}"/>
          </ac:spMkLst>
        </pc:spChg>
        <pc:spChg chg="add mod">
          <ac:chgData name="Punit Shah" userId="f154af9b-99b5-45c9-8630-42669ee4761f" providerId="ADAL" clId="{ADBA5680-36D7-4F21-9AEE-620A39DA1BFB}" dt="2026-04-30T13:16:12.635" v="2668" actId="962"/>
          <ac:spMkLst>
            <pc:docMk/>
            <pc:sldMk cId="2870278248" sldId="2147469963"/>
            <ac:spMk id="43" creationId="{9839E128-D81B-134C-7D74-ECDB73161E6E}"/>
          </ac:spMkLst>
        </pc:spChg>
        <pc:spChg chg="add mod">
          <ac:chgData name="Punit Shah" userId="f154af9b-99b5-45c9-8630-42669ee4761f" providerId="ADAL" clId="{ADBA5680-36D7-4F21-9AEE-620A39DA1BFB}" dt="2026-04-30T13:11:50.919" v="2533" actId="255"/>
          <ac:spMkLst>
            <pc:docMk/>
            <pc:sldMk cId="2870278248" sldId="2147469963"/>
            <ac:spMk id="44" creationId="{31E16A95-9738-9838-CF5F-D5885E463EC3}"/>
          </ac:spMkLst>
        </pc:spChg>
        <pc:spChg chg="add mod">
          <ac:chgData name="Punit Shah" userId="f154af9b-99b5-45c9-8630-42669ee4761f" providerId="ADAL" clId="{ADBA5680-36D7-4F21-9AEE-620A39DA1BFB}" dt="2026-04-30T13:11:50.919" v="2533" actId="255"/>
          <ac:spMkLst>
            <pc:docMk/>
            <pc:sldMk cId="2870278248" sldId="2147469963"/>
            <ac:spMk id="45" creationId="{3820028C-F1CB-C65A-A309-FF5E109C07ED}"/>
          </ac:spMkLst>
        </pc:spChg>
        <pc:spChg chg="mod">
          <ac:chgData name="Punit Shah" userId="f154af9b-99b5-45c9-8630-42669ee4761f" providerId="ADAL" clId="{ADBA5680-36D7-4F21-9AEE-620A39DA1BFB}" dt="2026-04-30T13:16:12.640" v="2669" actId="962"/>
          <ac:spMkLst>
            <pc:docMk/>
            <pc:sldMk cId="2870278248" sldId="2147469963"/>
            <ac:spMk id="46" creationId="{D58A6A99-5622-7686-C1E2-438FED47D095}"/>
          </ac:spMkLst>
        </pc:spChg>
        <pc:spChg chg="mod">
          <ac:chgData name="Punit Shah" userId="f154af9b-99b5-45c9-8630-42669ee4761f" providerId="ADAL" clId="{ADBA5680-36D7-4F21-9AEE-620A39DA1BFB}" dt="2026-04-30T13:16:12.644" v="2670" actId="962"/>
          <ac:spMkLst>
            <pc:docMk/>
            <pc:sldMk cId="2870278248" sldId="2147469963"/>
            <ac:spMk id="47" creationId="{7BC6E675-EF2E-DE9F-F4FE-E7309F9F6633}"/>
          </ac:spMkLst>
        </pc:spChg>
        <pc:spChg chg="add mod">
          <ac:chgData name="Punit Shah" userId="f154af9b-99b5-45c9-8630-42669ee4761f" providerId="ADAL" clId="{ADBA5680-36D7-4F21-9AEE-620A39DA1BFB}" dt="2026-04-30T13:11:50.919" v="2533" actId="255"/>
          <ac:spMkLst>
            <pc:docMk/>
            <pc:sldMk cId="2870278248" sldId="2147469963"/>
            <ac:spMk id="48" creationId="{252623E1-645E-42E6-A49A-959FA4F52BF5}"/>
          </ac:spMkLst>
        </pc:spChg>
        <pc:spChg chg="add mod">
          <ac:chgData name="Punit Shah" userId="f154af9b-99b5-45c9-8630-42669ee4761f" providerId="ADAL" clId="{ADBA5680-36D7-4F21-9AEE-620A39DA1BFB}" dt="2026-04-30T13:11:50.919" v="2533" actId="255"/>
          <ac:spMkLst>
            <pc:docMk/>
            <pc:sldMk cId="2870278248" sldId="2147469963"/>
            <ac:spMk id="49" creationId="{91257A56-0448-7CA0-1B0D-B1341A37FFC4}"/>
          </ac:spMkLst>
        </pc:spChg>
      </pc:sldChg>
      <pc:sldChg chg="addSp delSp modSp add mod">
        <pc:chgData name="Punit Shah" userId="f154af9b-99b5-45c9-8630-42669ee4761f" providerId="ADAL" clId="{ADBA5680-36D7-4F21-9AEE-620A39DA1BFB}" dt="2026-04-30T13:16:12.727" v="2684" actId="962"/>
        <pc:sldMkLst>
          <pc:docMk/>
          <pc:sldMk cId="855627608" sldId="2147469964"/>
        </pc:sldMkLst>
        <pc:spChg chg="mod">
          <ac:chgData name="Punit Shah" userId="f154af9b-99b5-45c9-8630-42669ee4761f" providerId="ADAL" clId="{ADBA5680-36D7-4F21-9AEE-620A39DA1BFB}" dt="2026-04-30T13:16:12.657" v="2671" actId="962"/>
          <ac:spMkLst>
            <pc:docMk/>
            <pc:sldMk cId="855627608" sldId="2147469964"/>
            <ac:spMk id="2" creationId="{F040D466-EFEB-068B-A3EE-0E633B5DEBCF}"/>
          </ac:spMkLst>
        </pc:spChg>
        <pc:spChg chg="mod">
          <ac:chgData name="Punit Shah" userId="f154af9b-99b5-45c9-8630-42669ee4761f" providerId="ADAL" clId="{ADBA5680-36D7-4F21-9AEE-620A39DA1BFB}" dt="2026-04-30T13:13:25.601" v="2566" actId="20577"/>
          <ac:spMkLst>
            <pc:docMk/>
            <pc:sldMk cId="855627608" sldId="2147469964"/>
            <ac:spMk id="5" creationId="{4E00D6FB-F2A6-F529-978D-323E9E23E58F}"/>
          </ac:spMkLst>
        </pc:spChg>
        <pc:spChg chg="add mod">
          <ac:chgData name="Punit Shah" userId="f154af9b-99b5-45c9-8630-42669ee4761f" providerId="ADAL" clId="{ADBA5680-36D7-4F21-9AEE-620A39DA1BFB}" dt="2026-04-30T13:16:12.663" v="2672" actId="962"/>
          <ac:spMkLst>
            <pc:docMk/>
            <pc:sldMk cId="855627608" sldId="2147469964"/>
            <ac:spMk id="6" creationId="{DE828DA0-DCDC-0C44-EAB1-08AE9F1A45C6}"/>
          </ac:spMkLst>
        </pc:spChg>
        <pc:spChg chg="mod">
          <ac:chgData name="Punit Shah" userId="f154af9b-99b5-45c9-8630-42669ee4761f" providerId="ADAL" clId="{ADBA5680-36D7-4F21-9AEE-620A39DA1BFB}" dt="2026-04-30T13:16:12.668" v="2673" actId="962"/>
          <ac:spMkLst>
            <pc:docMk/>
            <pc:sldMk cId="855627608" sldId="2147469964"/>
            <ac:spMk id="9" creationId="{E2C7D4FB-240B-8AC4-F136-C053A5EE63E6}"/>
          </ac:spMkLst>
        </pc:spChg>
        <pc:spChg chg="add mod">
          <ac:chgData name="Punit Shah" userId="f154af9b-99b5-45c9-8630-42669ee4761f" providerId="ADAL" clId="{ADBA5680-36D7-4F21-9AEE-620A39DA1BFB}" dt="2026-04-30T13:16:12.675" v="2674" actId="962"/>
          <ac:spMkLst>
            <pc:docMk/>
            <pc:sldMk cId="855627608" sldId="2147469964"/>
            <ac:spMk id="10" creationId="{8E318D40-F5AC-20B0-3C36-98DF9029E142}"/>
          </ac:spMkLst>
        </pc:spChg>
        <pc:spChg chg="mod">
          <ac:chgData name="Punit Shah" userId="f154af9b-99b5-45c9-8630-42669ee4761f" providerId="ADAL" clId="{ADBA5680-36D7-4F21-9AEE-620A39DA1BFB}" dt="2026-04-30T13:16:12.679" v="2675" actId="962"/>
          <ac:spMkLst>
            <pc:docMk/>
            <pc:sldMk cId="855627608" sldId="2147469964"/>
            <ac:spMk id="13" creationId="{E028EF55-0E24-C821-AD8F-0095FD02FCDC}"/>
          </ac:spMkLst>
        </pc:spChg>
        <pc:spChg chg="add mod">
          <ac:chgData name="Punit Shah" userId="f154af9b-99b5-45c9-8630-42669ee4761f" providerId="ADAL" clId="{ADBA5680-36D7-4F21-9AEE-620A39DA1BFB}" dt="2026-04-30T13:16:12.684" v="2676" actId="962"/>
          <ac:spMkLst>
            <pc:docMk/>
            <pc:sldMk cId="855627608" sldId="2147469964"/>
            <ac:spMk id="14" creationId="{A294D81A-CCFC-5A0B-0631-A61723AA6042}"/>
          </ac:spMkLst>
        </pc:spChg>
        <pc:spChg chg="add mod">
          <ac:chgData name="Punit Shah" userId="f154af9b-99b5-45c9-8630-42669ee4761f" providerId="ADAL" clId="{ADBA5680-36D7-4F21-9AEE-620A39DA1BFB}" dt="2026-04-30T13:13:43.466" v="2570" actId="255"/>
          <ac:spMkLst>
            <pc:docMk/>
            <pc:sldMk cId="855627608" sldId="2147469964"/>
            <ac:spMk id="15" creationId="{1C4E74D6-D6B7-21BD-20A0-3BA8FB917191}"/>
          </ac:spMkLst>
        </pc:spChg>
        <pc:spChg chg="mod">
          <ac:chgData name="Punit Shah" userId="f154af9b-99b5-45c9-8630-42669ee4761f" providerId="ADAL" clId="{ADBA5680-36D7-4F21-9AEE-620A39DA1BFB}" dt="2026-04-30T13:16:12.689" v="2677" actId="962"/>
          <ac:spMkLst>
            <pc:docMk/>
            <pc:sldMk cId="855627608" sldId="2147469964"/>
            <ac:spMk id="17" creationId="{FCD0FBD8-043D-BE20-8D56-E4DABA9BB467}"/>
          </ac:spMkLst>
        </pc:spChg>
        <pc:spChg chg="add mod">
          <ac:chgData name="Punit Shah" userId="f154af9b-99b5-45c9-8630-42669ee4761f" providerId="ADAL" clId="{ADBA5680-36D7-4F21-9AEE-620A39DA1BFB}" dt="2026-04-30T13:16:12.695" v="2678" actId="962"/>
          <ac:spMkLst>
            <pc:docMk/>
            <pc:sldMk cId="855627608" sldId="2147469964"/>
            <ac:spMk id="18" creationId="{23BB14B8-381B-94BA-CCCD-177DF3FD0FC9}"/>
          </ac:spMkLst>
        </pc:spChg>
        <pc:spChg chg="add mod">
          <ac:chgData name="Punit Shah" userId="f154af9b-99b5-45c9-8630-42669ee4761f" providerId="ADAL" clId="{ADBA5680-36D7-4F21-9AEE-620A39DA1BFB}" dt="2026-04-30T13:13:43.466" v="2570" actId="255"/>
          <ac:spMkLst>
            <pc:docMk/>
            <pc:sldMk cId="855627608" sldId="2147469964"/>
            <ac:spMk id="19" creationId="{216510EF-B241-AB50-5999-7627FA900A51}"/>
          </ac:spMkLst>
        </pc:spChg>
        <pc:spChg chg="add mod">
          <ac:chgData name="Punit Shah" userId="f154af9b-99b5-45c9-8630-42669ee4761f" providerId="ADAL" clId="{ADBA5680-36D7-4F21-9AEE-620A39DA1BFB}" dt="2026-04-30T13:16:12.700" v="2679" actId="962"/>
          <ac:spMkLst>
            <pc:docMk/>
            <pc:sldMk cId="855627608" sldId="2147469964"/>
            <ac:spMk id="21" creationId="{9B33F20F-9E8D-B6B4-B8D8-53F28D98C376}"/>
          </ac:spMkLst>
        </pc:spChg>
        <pc:spChg chg="mod">
          <ac:chgData name="Punit Shah" userId="f154af9b-99b5-45c9-8630-42669ee4761f" providerId="ADAL" clId="{ADBA5680-36D7-4F21-9AEE-620A39DA1BFB}" dt="2026-04-30T13:16:12.705" v="2680" actId="962"/>
          <ac:spMkLst>
            <pc:docMk/>
            <pc:sldMk cId="855627608" sldId="2147469964"/>
            <ac:spMk id="22" creationId="{005394CE-F63C-AE13-22A9-A3318D3DA19F}"/>
          </ac:spMkLst>
        </pc:spChg>
        <pc:spChg chg="mod">
          <ac:chgData name="Punit Shah" userId="f154af9b-99b5-45c9-8630-42669ee4761f" providerId="ADAL" clId="{ADBA5680-36D7-4F21-9AEE-620A39DA1BFB}" dt="2026-04-30T13:16:12.711" v="2681" actId="962"/>
          <ac:spMkLst>
            <pc:docMk/>
            <pc:sldMk cId="855627608" sldId="2147469964"/>
            <ac:spMk id="25" creationId="{29AC2CF5-114A-2B20-7A09-C19EA4FEFAD2}"/>
          </ac:spMkLst>
        </pc:spChg>
        <pc:spChg chg="del">
          <ac:chgData name="Punit Shah" userId="f154af9b-99b5-45c9-8630-42669ee4761f" providerId="ADAL" clId="{ADBA5680-36D7-4F21-9AEE-620A39DA1BFB}" dt="2026-04-30T13:13:28.921" v="2567" actId="478"/>
          <ac:spMkLst>
            <pc:docMk/>
            <pc:sldMk cId="855627608" sldId="2147469964"/>
            <ac:spMk id="26" creationId="{9EFA0DCD-8651-9603-188B-6B01A7A4A9CD}"/>
          </ac:spMkLst>
        </pc:spChg>
        <pc:spChg chg="del">
          <ac:chgData name="Punit Shah" userId="f154af9b-99b5-45c9-8630-42669ee4761f" providerId="ADAL" clId="{ADBA5680-36D7-4F21-9AEE-620A39DA1BFB}" dt="2026-04-30T13:13:28.921" v="2567" actId="478"/>
          <ac:spMkLst>
            <pc:docMk/>
            <pc:sldMk cId="855627608" sldId="2147469964"/>
            <ac:spMk id="27" creationId="{C5BEFCC1-337F-3F12-5015-61CCA9379B83}"/>
          </ac:spMkLst>
        </pc:spChg>
        <pc:spChg chg="del">
          <ac:chgData name="Punit Shah" userId="f154af9b-99b5-45c9-8630-42669ee4761f" providerId="ADAL" clId="{ADBA5680-36D7-4F21-9AEE-620A39DA1BFB}" dt="2026-04-30T13:13:28.921" v="2567" actId="478"/>
          <ac:spMkLst>
            <pc:docMk/>
            <pc:sldMk cId="855627608" sldId="2147469964"/>
            <ac:spMk id="31" creationId="{93DEE3A4-7B3A-8F2A-018A-147076C33B19}"/>
          </ac:spMkLst>
        </pc:spChg>
        <pc:spChg chg="del">
          <ac:chgData name="Punit Shah" userId="f154af9b-99b5-45c9-8630-42669ee4761f" providerId="ADAL" clId="{ADBA5680-36D7-4F21-9AEE-620A39DA1BFB}" dt="2026-04-30T13:13:28.921" v="2567" actId="478"/>
          <ac:spMkLst>
            <pc:docMk/>
            <pc:sldMk cId="855627608" sldId="2147469964"/>
            <ac:spMk id="34" creationId="{A0E30CF3-E72B-825B-7806-9C6C124B7EE5}"/>
          </ac:spMkLst>
        </pc:spChg>
        <pc:spChg chg="del">
          <ac:chgData name="Punit Shah" userId="f154af9b-99b5-45c9-8630-42669ee4761f" providerId="ADAL" clId="{ADBA5680-36D7-4F21-9AEE-620A39DA1BFB}" dt="2026-04-30T13:13:28.921" v="2567" actId="478"/>
          <ac:spMkLst>
            <pc:docMk/>
            <pc:sldMk cId="855627608" sldId="2147469964"/>
            <ac:spMk id="36" creationId="{A3ED794D-F125-CE32-E1C9-784EFAD2D442}"/>
          </ac:spMkLst>
        </pc:spChg>
        <pc:spChg chg="del">
          <ac:chgData name="Punit Shah" userId="f154af9b-99b5-45c9-8630-42669ee4761f" providerId="ADAL" clId="{ADBA5680-36D7-4F21-9AEE-620A39DA1BFB}" dt="2026-04-30T13:13:28.921" v="2567" actId="478"/>
          <ac:spMkLst>
            <pc:docMk/>
            <pc:sldMk cId="855627608" sldId="2147469964"/>
            <ac:spMk id="39" creationId="{E4553FAE-CC28-A204-C47F-C606C409783F}"/>
          </ac:spMkLst>
        </pc:spChg>
        <pc:spChg chg="del">
          <ac:chgData name="Punit Shah" userId="f154af9b-99b5-45c9-8630-42669ee4761f" providerId="ADAL" clId="{ADBA5680-36D7-4F21-9AEE-620A39DA1BFB}" dt="2026-04-30T13:13:28.921" v="2567" actId="478"/>
          <ac:spMkLst>
            <pc:docMk/>
            <pc:sldMk cId="855627608" sldId="2147469964"/>
            <ac:spMk id="43" creationId="{A89BF3D1-D071-4E0F-316B-B8EC37E3DF9E}"/>
          </ac:spMkLst>
        </pc:spChg>
        <pc:spChg chg="del">
          <ac:chgData name="Punit Shah" userId="f154af9b-99b5-45c9-8630-42669ee4761f" providerId="ADAL" clId="{ADBA5680-36D7-4F21-9AEE-620A39DA1BFB}" dt="2026-04-30T13:13:28.921" v="2567" actId="478"/>
          <ac:spMkLst>
            <pc:docMk/>
            <pc:sldMk cId="855627608" sldId="2147469964"/>
            <ac:spMk id="44" creationId="{7D190D40-7449-97CE-F00A-B54790F9B73D}"/>
          </ac:spMkLst>
        </pc:spChg>
        <pc:spChg chg="del">
          <ac:chgData name="Punit Shah" userId="f154af9b-99b5-45c9-8630-42669ee4761f" providerId="ADAL" clId="{ADBA5680-36D7-4F21-9AEE-620A39DA1BFB}" dt="2026-04-30T13:13:28.921" v="2567" actId="478"/>
          <ac:spMkLst>
            <pc:docMk/>
            <pc:sldMk cId="855627608" sldId="2147469964"/>
            <ac:spMk id="45" creationId="{BFCB15BF-F085-1440-7A88-4FECA756D77E}"/>
          </ac:spMkLst>
        </pc:spChg>
        <pc:spChg chg="del">
          <ac:chgData name="Punit Shah" userId="f154af9b-99b5-45c9-8630-42669ee4761f" providerId="ADAL" clId="{ADBA5680-36D7-4F21-9AEE-620A39DA1BFB}" dt="2026-04-30T13:13:28.921" v="2567" actId="478"/>
          <ac:spMkLst>
            <pc:docMk/>
            <pc:sldMk cId="855627608" sldId="2147469964"/>
            <ac:spMk id="47" creationId="{34349CB8-F563-2407-2B2E-1BE8267D72AB}"/>
          </ac:spMkLst>
        </pc:spChg>
        <pc:spChg chg="add mod">
          <ac:chgData name="Punit Shah" userId="f154af9b-99b5-45c9-8630-42669ee4761f" providerId="ADAL" clId="{ADBA5680-36D7-4F21-9AEE-620A39DA1BFB}" dt="2026-04-30T13:16:12.716" v="2682" actId="962"/>
          <ac:spMkLst>
            <pc:docMk/>
            <pc:sldMk cId="855627608" sldId="2147469964"/>
            <ac:spMk id="50" creationId="{380753E3-2131-DAE4-43FC-36E48A7CF2EC}"/>
          </ac:spMkLst>
        </pc:spChg>
        <pc:spChg chg="mod">
          <ac:chgData name="Punit Shah" userId="f154af9b-99b5-45c9-8630-42669ee4761f" providerId="ADAL" clId="{ADBA5680-36D7-4F21-9AEE-620A39DA1BFB}" dt="2026-04-30T13:16:12.721" v="2683" actId="962"/>
          <ac:spMkLst>
            <pc:docMk/>
            <pc:sldMk cId="855627608" sldId="2147469964"/>
            <ac:spMk id="53" creationId="{B50BE8B4-BBB5-199A-F397-2F88D13BC21C}"/>
          </ac:spMkLst>
        </pc:spChg>
        <pc:spChg chg="add mod">
          <ac:chgData name="Punit Shah" userId="f154af9b-99b5-45c9-8630-42669ee4761f" providerId="ADAL" clId="{ADBA5680-36D7-4F21-9AEE-620A39DA1BFB}" dt="2026-04-30T13:16:12.727" v="2684" actId="962"/>
          <ac:spMkLst>
            <pc:docMk/>
            <pc:sldMk cId="855627608" sldId="2147469964"/>
            <ac:spMk id="54" creationId="{618F2225-4846-FC34-93D3-122A106BD82C}"/>
          </ac:spMkLst>
        </pc:spChg>
        <pc:spChg chg="add mod">
          <ac:chgData name="Punit Shah" userId="f154af9b-99b5-45c9-8630-42669ee4761f" providerId="ADAL" clId="{ADBA5680-36D7-4F21-9AEE-620A39DA1BFB}" dt="2026-04-30T13:13:43.466" v="2570" actId="255"/>
          <ac:spMkLst>
            <pc:docMk/>
            <pc:sldMk cId="855627608" sldId="2147469964"/>
            <ac:spMk id="55" creationId="{969DDB5E-A724-A8FB-41CE-28C48E708A5A}"/>
          </ac:spMkLst>
        </pc:spChg>
      </pc:sldChg>
      <pc:sldMasterChg chg="delSldLayout">
        <pc:chgData name="Punit Shah" userId="f154af9b-99b5-45c9-8630-42669ee4761f" providerId="ADAL" clId="{ADBA5680-36D7-4F21-9AEE-620A39DA1BFB}" dt="2026-04-30T13:14:18.925" v="2576" actId="47"/>
        <pc:sldMasterMkLst>
          <pc:docMk/>
          <pc:sldMasterMk cId="4135085315" sldId="2147484068"/>
        </pc:sldMasterMkLst>
        <pc:sldLayoutChg chg="del">
          <pc:chgData name="Punit Shah" userId="f154af9b-99b5-45c9-8630-42669ee4761f" providerId="ADAL" clId="{ADBA5680-36D7-4F21-9AEE-620A39DA1BFB}" dt="2026-04-30T13:14:18.925" v="2576" actId="47"/>
          <pc:sldLayoutMkLst>
            <pc:docMk/>
            <pc:sldMasterMk cId="4135085315" sldId="2147484068"/>
            <pc:sldLayoutMk cId="2926672410" sldId="2147484101"/>
          </pc:sldLayoutMkLst>
        </pc:sldLayoutChg>
      </pc:sldMasterChg>
    </pc:docChg>
  </pc:docChgLst>
  <pc:docChgLst>
    <pc:chgData name="Mahi Sundararajan" userId="1319c946-a83f-4def-8c00-c7c406a5fa35" providerId="ADAL" clId="{6C62D458-5E75-4392-9FAB-DD9FC135922F}"/>
    <pc:docChg chg="custSel addSld modSection">
      <pc:chgData name="Mahi Sundararajan" userId="1319c946-a83f-4def-8c00-c7c406a5fa35" providerId="ADAL" clId="{6C62D458-5E75-4392-9FAB-DD9FC135922F}" dt="2026-05-14T06:33:40.199" v="0" actId="26606"/>
      <pc:docMkLst>
        <pc:docMk/>
      </pc:docMkLst>
      <pc:sldChg chg="add">
        <pc:chgData name="Mahi Sundararajan" userId="1319c946-a83f-4def-8c00-c7c406a5fa35" providerId="ADAL" clId="{6C62D458-5E75-4392-9FAB-DD9FC135922F}" dt="2026-05-14T06:33:40.199" v="0" actId="26606"/>
        <pc:sldMkLst>
          <pc:docMk/>
          <pc:sldMk cId="725028656" sldId="21474699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6/18/2026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txBody>
          <a:bodyPr/>
          <a:lstStyle/>
          <a:p>
            <a:endParaRPr lang="en-AE"/>
          </a:p>
        </p:txBody>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r>
              <a:rPr lang="en-US"/>
              <a:t>Welcome to Module 4 of the AI Governance series. This module provides a comprehensive, actionable checklist that operationalizes the governance principles covered in Modules 1 through 6. The checklist is designed to be used in workshops, audits, and design reviews throughout the AI workload lifecycle.</a:t>
            </a:r>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6/18/2026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txBody>
          <a:bodyPr/>
          <a:lstStyle/>
          <a:p>
            <a:endParaRPr lang="en-AE"/>
          </a:p>
        </p:txBody>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r>
              <a:rPr lang="en-US"/>
              <a:t>Please review the terms of use before proceeding. These materials are for internal reference and non-commercial purposes only. Redistribution requires express permission from Microsoft.</a:t>
            </a:r>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table of contents outlines the first half of the module: Governance Pillar Overviews. Each slide presents a focused checklist for one governance area, along with the risk of skipping that area. Use this as a quick reference to navigate to the pillar most relevant to your current workload.</a:t>
            </a:r>
          </a:p>
        </p:txBody>
      </p:sp>
      <p:sp>
        <p:nvSpPr>
          <p:cNvPr id="4" name="Slide Number Placeholder 3"/>
          <p:cNvSpPr>
            <a:spLocks noGrp="1"/>
          </p:cNvSpPr>
          <p:nvPr>
            <p:ph type="sldNum" sz="quarter" idx="10"/>
          </p:nvPr>
        </p:nvSpPr>
        <p:spPr/>
        <p:txBody>
          <a:bodyPr/>
          <a:lstStyle/>
          <a:p>
            <a:fld id="{D90557BF-CD7C-41E3-8ACD-D8AA5ED12E35}" type="slidenum">
              <a:rPr lang="en-US"/>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how the AI Checklist ties back to the governance foundations laid in Modules 1 through 6. Each module informs specific checklist items: Module 1 anchors the business case, Module 2 defines RACI, Module 3 maps to pillar tags, Module 4 covers AgentOps, Module 5 addresses platform selection, and Module 6 feeds CoE patterns and enablement.</a:t>
            </a:r>
          </a:p>
        </p:txBody>
      </p:sp>
      <p:sp>
        <p:nvSpPr>
          <p:cNvPr id="4" name="Slide Number Placeholder 3"/>
          <p:cNvSpPr>
            <a:spLocks noGrp="1"/>
          </p:cNvSpPr>
          <p:nvPr>
            <p:ph type="sldNum" sz="quarter" idx="5"/>
          </p:nvPr>
        </p:nvSpPr>
        <p:spPr/>
        <p:txBody>
          <a:bodyPr/>
          <a:lstStyle/>
          <a:p>
            <a:fld id="{1D09229F-6F41-4CC3-A51C-EB832A3392C5}" type="slidenum">
              <a:rPr lang="en-US" smtClean="0"/>
              <a:t>4</a:t>
            </a:fld>
            <a:endParaRPr lang="en-US"/>
          </a:p>
        </p:txBody>
      </p:sp>
    </p:spTree>
    <p:extLst>
      <p:ext uri="{BB962C8B-B14F-4D97-AF65-F5344CB8AC3E}">
        <p14:creationId xmlns:p14="http://schemas.microsoft.com/office/powerpoint/2010/main" val="1578073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r>
              <a:rPr lang="en-US"/>
              <a:t>Start here before any technology decision. The business case must be defined first, with measurable success metrics and clear risk-reward trade-offs. Without this foundation, teams often jump to model selection and build cycles that lack business justification. Ask the room: can you articulate the business outcome this AI workload delivers?</a:t>
            </a:r>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3459277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E"/>
          </a:p>
        </p:txBody>
      </p:sp>
      <p:sp>
        <p:nvSpPr>
          <p:cNvPr id="3" name="Notes Placeholder 2"/>
          <p:cNvSpPr>
            <a:spLocks noGrp="1"/>
          </p:cNvSpPr>
          <p:nvPr>
            <p:ph type="body" idx="1"/>
          </p:nvPr>
        </p:nvSpPr>
        <p:spPr/>
        <p:txBody>
          <a:bodyPr/>
          <a:lstStyle/>
          <a:p>
            <a:r>
              <a:rPr lang="en-US"/>
              <a:t>Every AI workload needs clear ownership mapped to personas and lifecycle stages. Use this checklist to ensure incident response, policy exceptions, and day-to-day operations all have named accountable owners. A common failure mode is assuming the data science team owns production operations. Challenge that assumption.</a:t>
            </a:r>
          </a:p>
        </p:txBody>
      </p:sp>
      <p:sp>
        <p:nvSpPr>
          <p:cNvPr id="4" name="Slide Number Placeholder 3"/>
          <p:cNvSpPr>
            <a:spLocks noGrp="1"/>
          </p:cNvSpPr>
          <p:nvPr>
            <p:ph type="sldNum" sz="quarter" idx="5"/>
          </p:nvPr>
        </p:nvSpPr>
        <p:spPr/>
        <p:txBody>
          <a:bodyPr/>
          <a:lstStyle/>
          <a:p>
            <a:fld id="{1D09229F-6F41-4CC3-A51C-EB832A3392C5}" type="slidenum">
              <a:rPr lang="en-US" smtClean="0"/>
              <a:t>6</a:t>
            </a:fld>
            <a:endParaRPr lang="en-US"/>
          </a:p>
        </p:txBody>
      </p:sp>
    </p:spTree>
    <p:extLst>
      <p:ext uri="{BB962C8B-B14F-4D97-AF65-F5344CB8AC3E}">
        <p14:creationId xmlns:p14="http://schemas.microsoft.com/office/powerpoint/2010/main" val="2174238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FA5C0-1FFC-0E15-76A8-75DF93D75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71C66-10C2-3CB8-3DA4-9FAC39CF1F1A}"/>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4E549384-2505-0DCC-30A2-50C65CD8DE63}"/>
              </a:ext>
            </a:extLst>
          </p:cNvPr>
          <p:cNvSpPr>
            <a:spLocks noGrp="1"/>
          </p:cNvSpPr>
          <p:nvPr>
            <p:ph type="body" idx="1"/>
          </p:nvPr>
        </p:nvSpPr>
        <p:spPr/>
        <p:txBody>
          <a:bodyPr/>
          <a:lstStyle/>
          <a:p>
            <a:r>
              <a:rPr lang="en-US"/>
              <a:t>Architecture decisions made early have outsized downstream impact. Emphasize layered architecture, model abstraction, and externalized configuration. The goal is to avoid tight coupling to any single model or provider. Ask: if we need to swap the model next quarter, how many components break?</a:t>
            </a:r>
          </a:p>
        </p:txBody>
      </p:sp>
      <p:sp>
        <p:nvSpPr>
          <p:cNvPr id="4" name="Slide Number Placeholder 3">
            <a:extLst>
              <a:ext uri="{FF2B5EF4-FFF2-40B4-BE49-F238E27FC236}">
                <a16:creationId xmlns:a16="http://schemas.microsoft.com/office/drawing/2014/main" id="{4B7E4C05-1A14-25F7-DF69-5F71DD1E17EA}"/>
              </a:ext>
            </a:extLst>
          </p:cNvPr>
          <p:cNvSpPr>
            <a:spLocks noGrp="1"/>
          </p:cNvSpPr>
          <p:nvPr>
            <p:ph type="sldNum" sz="quarter" idx="5"/>
          </p:nvPr>
        </p:nvSpPr>
        <p:spPr/>
        <p:txBody>
          <a:bodyPr/>
          <a:lstStyle/>
          <a:p>
            <a:fld id="{1D09229F-6F41-4CC3-A51C-EB832A3392C5}" type="slidenum">
              <a:rPr lang="en-US" smtClean="0"/>
              <a:t>7</a:t>
            </a:fld>
            <a:endParaRPr lang="en-US"/>
          </a:p>
        </p:txBody>
      </p:sp>
    </p:spTree>
    <p:extLst>
      <p:ext uri="{BB962C8B-B14F-4D97-AF65-F5344CB8AC3E}">
        <p14:creationId xmlns:p14="http://schemas.microsoft.com/office/powerpoint/2010/main" val="2800184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C0E2-ED53-C21F-30B6-D0E27DEDE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219D9-689A-C6C3-A445-EE24D43BAC47}"/>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5BCEE370-731B-766A-5692-AAFF2F6224AC}"/>
              </a:ext>
            </a:extLst>
          </p:cNvPr>
          <p:cNvSpPr>
            <a:spLocks noGrp="1"/>
          </p:cNvSpPr>
          <p:nvPr>
            <p:ph type="body" idx="1"/>
          </p:nvPr>
        </p:nvSpPr>
        <p:spPr/>
        <p:txBody>
          <a:bodyPr/>
          <a:lstStyle/>
          <a:p>
            <a:r>
              <a:rPr lang="en-US"/>
              <a:t>Responsible AI is not optional and not a one-time checkbox. This covers transparency, content moderation, prompt injection defense, and explainability. For agentic workloads, the safeguards must scale with the autonomy level. Discuss: what is the blast radius if this AI produces harmful or fabricated output?</a:t>
            </a:r>
          </a:p>
        </p:txBody>
      </p:sp>
      <p:sp>
        <p:nvSpPr>
          <p:cNvPr id="4" name="Slide Number Placeholder 3">
            <a:extLst>
              <a:ext uri="{FF2B5EF4-FFF2-40B4-BE49-F238E27FC236}">
                <a16:creationId xmlns:a16="http://schemas.microsoft.com/office/drawing/2014/main" id="{5C7DE1BB-E414-F303-2400-97A0F356FF48}"/>
              </a:ext>
            </a:extLst>
          </p:cNvPr>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3992314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70559-D518-85A0-2A95-F218C6447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B2529-DD51-D612-9810-447A1B8D68BE}"/>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0DABD550-349D-8645-E84A-4B2CC87A42E4}"/>
              </a:ext>
            </a:extLst>
          </p:cNvPr>
          <p:cNvSpPr>
            <a:spLocks noGrp="1"/>
          </p:cNvSpPr>
          <p:nvPr>
            <p:ph type="body" idx="1"/>
          </p:nvPr>
        </p:nvSpPr>
        <p:spPr/>
        <p:txBody>
          <a:bodyPr/>
          <a:lstStyle/>
          <a:p>
            <a:r>
              <a:rPr lang="en-US"/>
              <a:t>Apply Zero Trust principles to every AI component. Authenticate all endpoints, propagate user identity through the retrieval chain, and audit all access. Agents require special attention because they act on behalf of users with tool access. Key question: can an agent access data or tools beyond what the originating user is authorized for?</a:t>
            </a:r>
          </a:p>
        </p:txBody>
      </p:sp>
      <p:sp>
        <p:nvSpPr>
          <p:cNvPr id="4" name="Slide Number Placeholder 3">
            <a:extLst>
              <a:ext uri="{FF2B5EF4-FFF2-40B4-BE49-F238E27FC236}">
                <a16:creationId xmlns:a16="http://schemas.microsoft.com/office/drawing/2014/main" id="{73BE9D44-ED3C-80CF-DEE7-C1698DE603E5}"/>
              </a:ext>
            </a:extLst>
          </p:cNvPr>
          <p:cNvSpPr>
            <a:spLocks noGrp="1"/>
          </p:cNvSpPr>
          <p:nvPr>
            <p:ph type="sldNum" sz="quarter" idx="5"/>
          </p:nvPr>
        </p:nvSpPr>
        <p:spPr/>
        <p:txBody>
          <a:bodyPr/>
          <a:lstStyle/>
          <a:p>
            <a:fld id="{1D09229F-6F41-4CC3-A51C-EB832A3392C5}" type="slidenum">
              <a:rPr lang="en-US" smtClean="0"/>
              <a:t>9</a:t>
            </a:fld>
            <a:endParaRPr lang="en-US"/>
          </a:p>
        </p:txBody>
      </p:sp>
    </p:spTree>
    <p:extLst>
      <p:ext uri="{BB962C8B-B14F-4D97-AF65-F5344CB8AC3E}">
        <p14:creationId xmlns:p14="http://schemas.microsoft.com/office/powerpoint/2010/main" val="2753105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6AE1-B966-56AA-04B8-A1E472B7E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E6ACF-D3C2-AE32-7585-E3C88F4A6FE3}"/>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677FCE1E-B4C7-9C81-3CB6-D92EA68884CC}"/>
              </a:ext>
            </a:extLst>
          </p:cNvPr>
          <p:cNvSpPr>
            <a:spLocks noGrp="1"/>
          </p:cNvSpPr>
          <p:nvPr>
            <p:ph type="body" idx="1"/>
          </p:nvPr>
        </p:nvSpPr>
        <p:spPr/>
        <p:txBody>
          <a:bodyPr/>
          <a:lstStyle/>
          <a:p>
            <a:r>
              <a:rPr lang="en-US"/>
              <a:t>Compliance requirements must be identified before design is finalized, not retrofitted. This is especially critical for workloads handling personal data across geographies. Map right-to-be-forgotten obligations into your pipelines and indexes early. Discuss: which regulatory frameworks apply, and have we mapped our controls to them?</a:t>
            </a:r>
          </a:p>
        </p:txBody>
      </p:sp>
      <p:sp>
        <p:nvSpPr>
          <p:cNvPr id="4" name="Slide Number Placeholder 3">
            <a:extLst>
              <a:ext uri="{FF2B5EF4-FFF2-40B4-BE49-F238E27FC236}">
                <a16:creationId xmlns:a16="http://schemas.microsoft.com/office/drawing/2014/main" id="{32F29B3E-BA91-6C26-A007-E0A1256CD7EE}"/>
              </a:ext>
            </a:extLst>
          </p:cNvPr>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893921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5EA1D-2372-D1FE-F189-9C5EFFDEF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E7136-CD13-F72F-445E-17FCA4F717EE}"/>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C61B55A3-A427-287F-2CA8-8AC995502C1A}"/>
              </a:ext>
            </a:extLst>
          </p:cNvPr>
          <p:cNvSpPr>
            <a:spLocks noGrp="1"/>
          </p:cNvSpPr>
          <p:nvPr>
            <p:ph type="body" idx="1"/>
          </p:nvPr>
        </p:nvSpPr>
        <p:spPr/>
        <p:txBody>
          <a:bodyPr/>
          <a:lstStyle/>
          <a:p>
            <a:r>
              <a:rPr lang="en-US"/>
              <a:t>FinOps for AI is about maximizing value, not just cutting cost. Model the full cost chain including data, queries, compute, and index maintenance. GPU overprovisioning and idle PTUs are common waste areas. Challenge the team: what is our cost per inference, and does it align with the business value delivered?</a:t>
            </a:r>
          </a:p>
        </p:txBody>
      </p:sp>
      <p:sp>
        <p:nvSpPr>
          <p:cNvPr id="4" name="Slide Number Placeholder 3">
            <a:extLst>
              <a:ext uri="{FF2B5EF4-FFF2-40B4-BE49-F238E27FC236}">
                <a16:creationId xmlns:a16="http://schemas.microsoft.com/office/drawing/2014/main" id="{7D13F4D9-2740-50E1-C07D-C91AF5F1B2DD}"/>
              </a:ext>
            </a:extLst>
          </p:cNvPr>
          <p:cNvSpPr>
            <a:spLocks noGrp="1"/>
          </p:cNvSpPr>
          <p:nvPr>
            <p:ph type="sldNum" sz="quarter" idx="5"/>
          </p:nvPr>
        </p:nvSpPr>
        <p:spPr/>
        <p:txBody>
          <a:bodyPr/>
          <a:lstStyle/>
          <a:p>
            <a:fld id="{1D09229F-6F41-4CC3-A51C-EB832A3392C5}" type="slidenum">
              <a:rPr lang="en-US" smtClean="0"/>
              <a:t>11</a:t>
            </a:fld>
            <a:endParaRPr lang="en-US"/>
          </a:p>
        </p:txBody>
      </p:sp>
    </p:spTree>
    <p:extLst>
      <p:ext uri="{BB962C8B-B14F-4D97-AF65-F5344CB8AC3E}">
        <p14:creationId xmlns:p14="http://schemas.microsoft.com/office/powerpoint/2010/main" val="3557714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8D83C-EBEF-3AE8-F2AA-44657D328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F6EA8-E7D8-951C-5676-1726055A1620}"/>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B3902541-DD07-4A26-8E8D-D80083104F82}"/>
              </a:ext>
            </a:extLst>
          </p:cNvPr>
          <p:cNvSpPr>
            <a:spLocks noGrp="1"/>
          </p:cNvSpPr>
          <p:nvPr>
            <p:ph type="body" idx="1"/>
          </p:nvPr>
        </p:nvSpPr>
        <p:spPr/>
        <p:txBody>
          <a:bodyPr/>
          <a:lstStyle/>
          <a:p>
            <a:r>
              <a:rPr lang="en-US"/>
              <a:t>Model lifecycle governance spans DevOps, DataOps, MLOps, and GenAIOps. The key principle is reproducibility: every model in production must be traceable back to its code, data, parameters, and evaluation results. Progressive deployment with rollback capability is essential. Ask: can we roll back to the previous model version in under an hour?</a:t>
            </a:r>
          </a:p>
        </p:txBody>
      </p:sp>
      <p:sp>
        <p:nvSpPr>
          <p:cNvPr id="4" name="Slide Number Placeholder 3">
            <a:extLst>
              <a:ext uri="{FF2B5EF4-FFF2-40B4-BE49-F238E27FC236}">
                <a16:creationId xmlns:a16="http://schemas.microsoft.com/office/drawing/2014/main" id="{FD76B761-9070-4906-1DF2-D1B6597F2C60}"/>
              </a:ext>
            </a:extLst>
          </p:cNvPr>
          <p:cNvSpPr>
            <a:spLocks noGrp="1"/>
          </p:cNvSpPr>
          <p:nvPr>
            <p:ph type="sldNum" sz="quarter" idx="5"/>
          </p:nvPr>
        </p:nvSpPr>
        <p:spPr/>
        <p:txBody>
          <a:bodyPr/>
          <a:lstStyle/>
          <a:p>
            <a:fld id="{1D09229F-6F41-4CC3-A51C-EB832A3392C5}" type="slidenum">
              <a:rPr lang="en-US" smtClean="0"/>
              <a:t>12</a:t>
            </a:fld>
            <a:endParaRPr lang="en-US"/>
          </a:p>
        </p:txBody>
      </p:sp>
    </p:spTree>
    <p:extLst>
      <p:ext uri="{BB962C8B-B14F-4D97-AF65-F5344CB8AC3E}">
        <p14:creationId xmlns:p14="http://schemas.microsoft.com/office/powerpoint/2010/main" val="1125226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DDB19-49BE-2A22-3E39-D26B735BDE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45DCA-9D48-B826-F360-D1CF56D5B896}"/>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3CE53DE1-96D0-DAD7-C17D-82E737A23052}"/>
              </a:ext>
            </a:extLst>
          </p:cNvPr>
          <p:cNvSpPr>
            <a:spLocks noGrp="1"/>
          </p:cNvSpPr>
          <p:nvPr>
            <p:ph type="body" idx="1"/>
          </p:nvPr>
        </p:nvSpPr>
        <p:spPr/>
        <p:txBody>
          <a:bodyPr/>
          <a:lstStyle/>
          <a:p>
            <a:r>
              <a:rPr lang="en-US"/>
              <a:t>Data governance for AI covers the full spectrum from source selection through preprocessing to retention. Pay special attention to PII handling, bias profiling, and lineage documentation. For RAG workloads, index freshness and security trimming are critical. Discuss: can we prove the provenance and quality of every data source feeding this model?</a:t>
            </a:r>
          </a:p>
        </p:txBody>
      </p:sp>
      <p:sp>
        <p:nvSpPr>
          <p:cNvPr id="4" name="Slide Number Placeholder 3">
            <a:extLst>
              <a:ext uri="{FF2B5EF4-FFF2-40B4-BE49-F238E27FC236}">
                <a16:creationId xmlns:a16="http://schemas.microsoft.com/office/drawing/2014/main" id="{94D77068-E2CC-1C5E-E85C-A28B1F9CB221}"/>
              </a:ext>
            </a:extLst>
          </p:cNvPr>
          <p:cNvSpPr>
            <a:spLocks noGrp="1"/>
          </p:cNvSpPr>
          <p:nvPr>
            <p:ph type="sldNum" sz="quarter" idx="5"/>
          </p:nvPr>
        </p:nvSpPr>
        <p:spPr/>
        <p:txBody>
          <a:bodyPr/>
          <a:lstStyle/>
          <a:p>
            <a:fld id="{1D09229F-6F41-4CC3-A51C-EB832A3392C5}" type="slidenum">
              <a:rPr lang="en-US" smtClean="0"/>
              <a:t>13</a:t>
            </a:fld>
            <a:endParaRPr lang="en-US"/>
          </a:p>
        </p:txBody>
      </p:sp>
    </p:spTree>
    <p:extLst>
      <p:ext uri="{BB962C8B-B14F-4D97-AF65-F5344CB8AC3E}">
        <p14:creationId xmlns:p14="http://schemas.microsoft.com/office/powerpoint/2010/main" val="3213378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B0A5A-E7EA-5BDE-CF00-1CE1A9CCD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5A086-3B6B-FDBF-71EC-21F4F965F3E4}"/>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1B0F4383-3C39-878D-771A-6EF4A309C4FB}"/>
              </a:ext>
            </a:extLst>
          </p:cNvPr>
          <p:cNvSpPr>
            <a:spLocks noGrp="1"/>
          </p:cNvSpPr>
          <p:nvPr>
            <p:ph type="body" idx="1"/>
          </p:nvPr>
        </p:nvSpPr>
        <p:spPr/>
        <p:txBody>
          <a:bodyPr/>
          <a:lstStyle/>
          <a:p>
            <a:r>
              <a:rPr lang="en-US"/>
              <a:t>Not every workload needs agents. Use this checklist to evaluate whether agent complexity is justified. When agents are needed, implement observability for every tool call, enforce step and spend caps, and require human-in-the-loop gates for high-impact actions. Key question: what happens if this agent enters an infinite loop or calls an unintended tool?</a:t>
            </a:r>
          </a:p>
        </p:txBody>
      </p:sp>
      <p:sp>
        <p:nvSpPr>
          <p:cNvPr id="4" name="Slide Number Placeholder 3">
            <a:extLst>
              <a:ext uri="{FF2B5EF4-FFF2-40B4-BE49-F238E27FC236}">
                <a16:creationId xmlns:a16="http://schemas.microsoft.com/office/drawing/2014/main" id="{47685A56-15E7-8D1E-F2E1-00B49907B645}"/>
              </a:ext>
            </a:extLst>
          </p:cNvPr>
          <p:cNvSpPr>
            <a:spLocks noGrp="1"/>
          </p:cNvSpPr>
          <p:nvPr>
            <p:ph type="sldNum" sz="quarter" idx="5"/>
          </p:nvPr>
        </p:nvSpPr>
        <p:spPr/>
        <p:txBody>
          <a:bodyPr/>
          <a:lstStyle/>
          <a:p>
            <a:fld id="{1D09229F-6F41-4CC3-A51C-EB832A3392C5}" type="slidenum">
              <a:rPr lang="en-US" smtClean="0"/>
              <a:t>14</a:t>
            </a:fld>
            <a:endParaRPr lang="en-US"/>
          </a:p>
        </p:txBody>
      </p:sp>
    </p:spTree>
    <p:extLst>
      <p:ext uri="{BB962C8B-B14F-4D97-AF65-F5344CB8AC3E}">
        <p14:creationId xmlns:p14="http://schemas.microsoft.com/office/powerpoint/2010/main" val="1815132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6FF26-D9F7-B96B-E5B3-55E17C76E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8153C-A896-A6BD-BC1E-56D52918763D}"/>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FBA8C797-A9D1-4752-DA75-D69FDA336270}"/>
              </a:ext>
            </a:extLst>
          </p:cNvPr>
          <p:cNvSpPr>
            <a:spLocks noGrp="1"/>
          </p:cNvSpPr>
          <p:nvPr>
            <p:ph type="body" idx="1"/>
          </p:nvPr>
        </p:nvSpPr>
        <p:spPr/>
        <p:txBody>
          <a:bodyPr/>
          <a:lstStyle/>
          <a:p>
            <a:r>
              <a:rPr lang="en-US"/>
              <a:t>Platform choice should be deliberate, not defaulted. Evaluate build versus buy, understand quota limits before finalizing designs, and right-size compute through benchmark testing. Transient compute for training and batch workloads can significantly reduce cost. Ask: have we tested against actual production-scale workloads, or are we guessing at capacity?</a:t>
            </a:r>
          </a:p>
        </p:txBody>
      </p:sp>
      <p:sp>
        <p:nvSpPr>
          <p:cNvPr id="4" name="Slide Number Placeholder 3">
            <a:extLst>
              <a:ext uri="{FF2B5EF4-FFF2-40B4-BE49-F238E27FC236}">
                <a16:creationId xmlns:a16="http://schemas.microsoft.com/office/drawing/2014/main" id="{27DFA3D7-2277-F1E0-51D5-FBC74015B163}"/>
              </a:ext>
            </a:extLst>
          </p:cNvPr>
          <p:cNvSpPr>
            <a:spLocks noGrp="1"/>
          </p:cNvSpPr>
          <p:nvPr>
            <p:ph type="sldNum" sz="quarter" idx="5"/>
          </p:nvPr>
        </p:nvSpPr>
        <p:spPr/>
        <p:txBody>
          <a:bodyPr/>
          <a:lstStyle/>
          <a:p>
            <a:fld id="{1D09229F-6F41-4CC3-A51C-EB832A3392C5}" type="slidenum">
              <a:rPr lang="en-US" smtClean="0"/>
              <a:t>15</a:t>
            </a:fld>
            <a:endParaRPr lang="en-US"/>
          </a:p>
        </p:txBody>
      </p:sp>
    </p:spTree>
    <p:extLst>
      <p:ext uri="{BB962C8B-B14F-4D97-AF65-F5344CB8AC3E}">
        <p14:creationId xmlns:p14="http://schemas.microsoft.com/office/powerpoint/2010/main" val="2159637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85E39-B6DE-27D1-EE38-EBF4ED77A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73751-C511-ABD5-2546-ACABEA203677}"/>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E140DEBD-17C5-01C0-EB82-912E3BD12811}"/>
              </a:ext>
            </a:extLst>
          </p:cNvPr>
          <p:cNvSpPr>
            <a:spLocks noGrp="1"/>
          </p:cNvSpPr>
          <p:nvPr>
            <p:ph type="body" idx="1"/>
          </p:nvPr>
        </p:nvSpPr>
        <p:spPr/>
        <p:txBody>
          <a:bodyPr/>
          <a:lstStyle/>
          <a:p>
            <a:r>
              <a:rPr lang="en-US"/>
              <a:t>The Centre of Excellence prevents every workload from reinventing the wheel. Standardize toolchains, maintain shared documentation, and operate a common design review process. The CoE should drive continuous improvement through documented learning loops, feeding incident retrospectives back into pattern catalogues.</a:t>
            </a:r>
          </a:p>
        </p:txBody>
      </p:sp>
      <p:sp>
        <p:nvSpPr>
          <p:cNvPr id="4" name="Slide Number Placeholder 3">
            <a:extLst>
              <a:ext uri="{FF2B5EF4-FFF2-40B4-BE49-F238E27FC236}">
                <a16:creationId xmlns:a16="http://schemas.microsoft.com/office/drawing/2014/main" id="{EAC10D1D-194E-67FC-3EF5-F14963B9C35D}"/>
              </a:ext>
            </a:extLst>
          </p:cNvPr>
          <p:cNvSpPr>
            <a:spLocks noGrp="1"/>
          </p:cNvSpPr>
          <p:nvPr>
            <p:ph type="sldNum" sz="quarter" idx="5"/>
          </p:nvPr>
        </p:nvSpPr>
        <p:spPr/>
        <p:txBody>
          <a:bodyPr/>
          <a:lstStyle/>
          <a:p>
            <a:fld id="{1D09229F-6F41-4CC3-A51C-EB832A3392C5}" type="slidenum">
              <a:rPr lang="en-US" smtClean="0"/>
              <a:t>16</a:t>
            </a:fld>
            <a:endParaRPr lang="en-US"/>
          </a:p>
        </p:txBody>
      </p:sp>
    </p:spTree>
    <p:extLst>
      <p:ext uri="{BB962C8B-B14F-4D97-AF65-F5344CB8AC3E}">
        <p14:creationId xmlns:p14="http://schemas.microsoft.com/office/powerpoint/2010/main" val="3059478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5DC2C-4BB6-B680-1109-10BA45D8A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9A5F7-FCC5-DAE8-084A-67D23BD63F12}"/>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29D3BA72-3919-BA95-F48A-3079AE15592A}"/>
              </a:ext>
            </a:extLst>
          </p:cNvPr>
          <p:cNvSpPr>
            <a:spLocks noGrp="1"/>
          </p:cNvSpPr>
          <p:nvPr>
            <p:ph type="body" idx="1"/>
          </p:nvPr>
        </p:nvSpPr>
        <p:spPr/>
        <p:txBody>
          <a:bodyPr/>
          <a:lstStyle/>
          <a:p>
            <a:r>
              <a:rPr lang="en-US"/>
              <a:t>This summary maps the top risks for each governance pillar. Use it to prioritize your governance efforts: where is the highest exposure for your specific workload? Walk through each pillar and ask the team to rate their current mitigation level. This often surfaces blind spots that individual checklist slides miss.</a:t>
            </a:r>
          </a:p>
        </p:txBody>
      </p:sp>
      <p:sp>
        <p:nvSpPr>
          <p:cNvPr id="4" name="Slide Number Placeholder 3">
            <a:extLst>
              <a:ext uri="{FF2B5EF4-FFF2-40B4-BE49-F238E27FC236}">
                <a16:creationId xmlns:a16="http://schemas.microsoft.com/office/drawing/2014/main" id="{66DDB055-B9EA-438A-5634-F1823F6FF9A4}"/>
              </a:ext>
            </a:extLst>
          </p:cNvPr>
          <p:cNvSpPr>
            <a:spLocks noGrp="1"/>
          </p:cNvSpPr>
          <p:nvPr>
            <p:ph type="sldNum" sz="quarter" idx="5"/>
          </p:nvPr>
        </p:nvSpPr>
        <p:spPr/>
        <p:txBody>
          <a:bodyPr/>
          <a:lstStyle/>
          <a:p>
            <a:fld id="{1D09229F-6F41-4CC3-A51C-EB832A3392C5}" type="slidenum">
              <a:rPr lang="en-US" smtClean="0"/>
              <a:t>17</a:t>
            </a:fld>
            <a:endParaRPr lang="en-US"/>
          </a:p>
        </p:txBody>
      </p:sp>
    </p:spTree>
    <p:extLst>
      <p:ext uri="{BB962C8B-B14F-4D97-AF65-F5344CB8AC3E}">
        <p14:creationId xmlns:p14="http://schemas.microsoft.com/office/powerpoint/2010/main" val="1968444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4ED02-DFC4-B872-5B2E-74F427B43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2E139-C5BD-7782-2D2F-F67A2DDEEFAD}"/>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E2274521-F910-708B-EDA5-3FCDA88C8EEC}"/>
              </a:ext>
            </a:extLst>
          </p:cNvPr>
          <p:cNvSpPr>
            <a:spLocks noGrp="1"/>
          </p:cNvSpPr>
          <p:nvPr>
            <p:ph type="body" idx="1"/>
          </p:nvPr>
        </p:nvSpPr>
        <p:spPr/>
        <p:txBody>
          <a:bodyPr/>
          <a:lstStyle/>
          <a:p>
            <a:r>
              <a:rPr lang="en-US"/>
              <a:t>Nine key personas own different aspects of the AI workload lifecycle. Use this as a RACI reference. In your workshop, verify that every role has a named individual assigned. Gaps in ownership, especially around incident response and RAI oversight, are a leading cause of governance failures.</a:t>
            </a:r>
          </a:p>
        </p:txBody>
      </p:sp>
      <p:sp>
        <p:nvSpPr>
          <p:cNvPr id="4" name="Slide Number Placeholder 3">
            <a:extLst>
              <a:ext uri="{FF2B5EF4-FFF2-40B4-BE49-F238E27FC236}">
                <a16:creationId xmlns:a16="http://schemas.microsoft.com/office/drawing/2014/main" id="{DEEFCF92-F24F-1BD2-7F3B-40FC75897FE8}"/>
              </a:ext>
            </a:extLst>
          </p:cNvPr>
          <p:cNvSpPr>
            <a:spLocks noGrp="1"/>
          </p:cNvSpPr>
          <p:nvPr>
            <p:ph type="sldNum" sz="quarter" idx="5"/>
          </p:nvPr>
        </p:nvSpPr>
        <p:spPr/>
        <p:txBody>
          <a:bodyPr/>
          <a:lstStyle/>
          <a:p>
            <a:fld id="{1D09229F-6F41-4CC3-A51C-EB832A3392C5}" type="slidenum">
              <a:rPr lang="en-US" smtClean="0"/>
              <a:t>18</a:t>
            </a:fld>
            <a:endParaRPr lang="en-US"/>
          </a:p>
        </p:txBody>
      </p:sp>
    </p:spTree>
    <p:extLst>
      <p:ext uri="{BB962C8B-B14F-4D97-AF65-F5344CB8AC3E}">
        <p14:creationId xmlns:p14="http://schemas.microsoft.com/office/powerpoint/2010/main" val="2510010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table of contents covers the second half of the module: the lifecycle phase checklist. Each phase contains actionable items with pillar tags, RACI assignments, and a risk-if-skipped statement. The companion Excel workbook implements scoring and maturity tracking for all phases.</a:t>
            </a:r>
          </a:p>
        </p:txBody>
      </p:sp>
      <p:sp>
        <p:nvSpPr>
          <p:cNvPr id="4" name="Slide Number Placeholder 3"/>
          <p:cNvSpPr>
            <a:spLocks noGrp="1"/>
          </p:cNvSpPr>
          <p:nvPr>
            <p:ph type="sldNum" sz="quarter" idx="10"/>
          </p:nvPr>
        </p:nvSpPr>
        <p:spPr/>
        <p:txBody>
          <a:bodyPr/>
          <a:lstStyle/>
          <a:p>
            <a:fld id="{69E6F947-EB07-437E-B430-631BFF9EC014}" type="slidenum">
              <a:rPr lang="en-US"/>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is the bridge between principles and practice. Modules 1 through 6 define what good governance looks like. This module provides the how: a lifecycle-phased, role-mapped, pillar-tagged checklist. Every item is designed to be actionable, testable, and owner-mapped. The four pillars of this approach are practicality, comprehensiveness, alignment with Azure WAF, and enterprise readiness.</a:t>
            </a:r>
          </a:p>
        </p:txBody>
      </p:sp>
      <p:sp>
        <p:nvSpPr>
          <p:cNvPr id="4" name="Slide Number Placeholder 3"/>
          <p:cNvSpPr>
            <a:spLocks noGrp="1"/>
          </p:cNvSpPr>
          <p:nvPr>
            <p:ph type="sldNum" sz="quarter" idx="10"/>
          </p:nvPr>
        </p:nvSpPr>
        <p:spPr/>
        <p:txBody>
          <a:bodyPr/>
          <a:lstStyle/>
          <a:p>
            <a:fld id="{A095E70C-C554-41A3-BA23-2599E1603F44}" type="slidenum">
              <a:rPr lang="en-US"/>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mapping shows how each lifecycle phase connects back to the governance modules. Phase 1 maps to Module 1 business case, Phase 8 maps to Module 4 AgentOps, Phase 4 maps to Module 5 platform selection, and Phase 10 maps to Module 6 CoE patterns. Use this to show stakeholders that the checklist is grounded in established governance frameworks.</a:t>
            </a:r>
          </a:p>
        </p:txBody>
      </p:sp>
      <p:sp>
        <p:nvSpPr>
          <p:cNvPr id="4" name="Slide Number Placeholder 3"/>
          <p:cNvSpPr>
            <a:spLocks noGrp="1"/>
          </p:cNvSpPr>
          <p:nvPr>
            <p:ph type="sldNum" sz="quarter" idx="10"/>
          </p:nvPr>
        </p:nvSpPr>
        <p:spPr/>
        <p:txBody>
          <a:bodyPr/>
          <a:lstStyle/>
          <a:p>
            <a:fld id="{F0D18985-68B0-4D2B-A91D-092BBE4401E6}" type="slidenum">
              <a:rPr lang="en-US"/>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ten-phase playbook provides end-to-end lifecycle coverage from strategy through continuous improvement. Each phase contains specific checklist items. Walk through the phases in order during initial governance reviews. For mature workloads, jump to the phases most relevant to your current lifecycle stage.</a:t>
            </a:r>
          </a:p>
        </p:txBody>
      </p:sp>
      <p:sp>
        <p:nvSpPr>
          <p:cNvPr id="4" name="Slide Number Placeholder 3"/>
          <p:cNvSpPr>
            <a:spLocks noGrp="1"/>
          </p:cNvSpPr>
          <p:nvPr>
            <p:ph type="sldNum" sz="quarter" idx="5"/>
          </p:nvPr>
        </p:nvSpPr>
        <p:spPr/>
        <p:txBody>
          <a:bodyPr/>
          <a:lstStyle/>
          <a:p>
            <a:fld id="{1D09229F-6F41-4CC3-A51C-EB832A3392C5}" type="slidenum">
              <a:rPr lang="en-US" smtClean="0"/>
              <a:t>22</a:t>
            </a:fld>
            <a:endParaRPr lang="en-US"/>
          </a:p>
        </p:txBody>
      </p:sp>
    </p:spTree>
    <p:extLst>
      <p:ext uri="{BB962C8B-B14F-4D97-AF65-F5344CB8AC3E}">
        <p14:creationId xmlns:p14="http://schemas.microsoft.com/office/powerpoint/2010/main" val="1762608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1 is the foundation. Before any technical work begins, define the business outcome, classify the use case, perform risk triage, and validate against prohibited use lists. Secure executive sponsorship and funding with clear pilot-to-production exit criteria. This phase prevents vanity projects and shadow AI from reaching production.</a:t>
            </a:r>
          </a:p>
        </p:txBody>
      </p:sp>
      <p:sp>
        <p:nvSpPr>
          <p:cNvPr id="4" name="Slide Number Placeholder 3"/>
          <p:cNvSpPr>
            <a:spLocks noGrp="1"/>
          </p:cNvSpPr>
          <p:nvPr>
            <p:ph type="sldNum" sz="quarter" idx="10"/>
          </p:nvPr>
        </p:nvSpPr>
        <p:spPr/>
        <p:txBody>
          <a:bodyPr/>
          <a:lstStyle/>
          <a:p>
            <a:fld id="{9E508204-6CCA-4352-80B1-5F1962031738}" type="slidenum">
              <a:rPr lang="en-US"/>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Phase 2 locks in the architecture pattern. Document whether this is RAG, fine-tune, multi-agent, or hybrid. Place an AI gateway in front of all endpoints. Apply Zero Trust to agents with per-tool scopes and human-in-the-loop for high-impact tools. Threat-model with STRIDE, OWASP LLM Top 10, and MITRE ATLAS.</a:t>
            </a:r>
          </a:p>
        </p:txBody>
      </p:sp>
      <p:sp>
        <p:nvSpPr>
          <p:cNvPr id="4" name="Slide Number Placeholder 3"/>
          <p:cNvSpPr>
            <a:spLocks noGrp="1"/>
          </p:cNvSpPr>
          <p:nvPr>
            <p:ph type="sldNum" sz="quarter" idx="5"/>
          </p:nvPr>
        </p:nvSpPr>
        <p:spPr/>
        <p:txBody>
          <a:bodyPr/>
          <a:lstStyle/>
          <a:p>
            <a:fld id="{1D09229F-6F41-4CC3-A51C-EB832A3392C5}" type="slidenum">
              <a:rPr lang="en-US" smtClean="0"/>
              <a:t>24</a:t>
            </a:fld>
            <a:endParaRPr lang="en-US"/>
          </a:p>
        </p:txBody>
      </p:sp>
    </p:spTree>
    <p:extLst>
      <p:ext uri="{BB962C8B-B14F-4D97-AF65-F5344CB8AC3E}">
        <p14:creationId xmlns:p14="http://schemas.microsoft.com/office/powerpoint/2010/main" val="3773340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3 covers both training data and RAG grounding data. Catalogue all datasets with lineage, ownership, license, and sensitivity. Profile for bias, de-identify PII, and define retention policies including right-to-be-forgotten propagation. For RAG, implement hybrid indexing with security trimming that propagates source ACLs.</a:t>
            </a:r>
          </a:p>
        </p:txBody>
      </p:sp>
      <p:sp>
        <p:nvSpPr>
          <p:cNvPr id="4" name="Slide Number Placeholder 3"/>
          <p:cNvSpPr>
            <a:spLocks noGrp="1"/>
          </p:cNvSpPr>
          <p:nvPr>
            <p:ph type="sldNum" sz="quarter" idx="10"/>
          </p:nvPr>
        </p:nvSpPr>
        <p:spPr/>
        <p:txBody>
          <a:bodyPr/>
          <a:lstStyle/>
          <a:p>
            <a:fld id="{787D9058-650E-4CB6-9752-A4F299686138}" type="slidenum">
              <a:rPr lang="en-US"/>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4 is about platform and infrastructure setup. Choose between managed versus self-hosted GPUs, serverless versus PTU-based inference, and evaluate data platform tiers. Enforce network isolation, store secrets in Key Vault with auto-rotation, and manage landing zones with infrastructure-as-code and policy-as-code.</a:t>
            </a:r>
          </a:p>
        </p:txBody>
      </p:sp>
      <p:sp>
        <p:nvSpPr>
          <p:cNvPr id="4" name="Slide Number Placeholder 3"/>
          <p:cNvSpPr>
            <a:spLocks noGrp="1"/>
          </p:cNvSpPr>
          <p:nvPr>
            <p:ph type="sldNum" sz="quarter" idx="10"/>
          </p:nvPr>
        </p:nvSpPr>
        <p:spPr/>
        <p:txBody>
          <a:bodyPr/>
          <a:lstStyle/>
          <a:p>
            <a:fld id="{3330924F-8271-4FF2-8390-2AA6E80DAB43}" type="slidenum">
              <a:rPr lang="en-US"/>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5 requires everything in version control: code, prompts, agents, evaluation sets, and notebooks. Maintain a model registry with full metadata. Create Model Cards and Data Cards for every approved model. For GenAI, version prompt templates and system messages independently. Track training cost and enforce early-stopping budgets.</a:t>
            </a:r>
          </a:p>
        </p:txBody>
      </p:sp>
      <p:sp>
        <p:nvSpPr>
          <p:cNvPr id="4" name="Slide Number Placeholder 3"/>
          <p:cNvSpPr>
            <a:spLocks noGrp="1"/>
          </p:cNvSpPr>
          <p:nvPr>
            <p:ph type="sldNum" sz="quarter" idx="10"/>
          </p:nvPr>
        </p:nvSpPr>
        <p:spPr/>
        <p:txBody>
          <a:bodyPr/>
          <a:lstStyle/>
          <a:p>
            <a:fld id="{61F2920F-513B-4975-9BD2-34DD0607A0D4}" type="slidenum">
              <a:rPr lang="en-US"/>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6 covers safe deployment. Build CI/CD pipelines for code, infrastructure, data, and prompts with approval gates. Use blue-green or canary deployments with automatic rollback on evaluation failures. Never expose models directly; route everything through the AI gateway. Agents need tool allow-lists, rate caps, and kill switches.</a:t>
            </a:r>
          </a:p>
        </p:txBody>
      </p:sp>
      <p:sp>
        <p:nvSpPr>
          <p:cNvPr id="4" name="Slide Number Placeholder 3"/>
          <p:cNvSpPr>
            <a:spLocks noGrp="1"/>
          </p:cNvSpPr>
          <p:nvPr>
            <p:ph type="sldNum" sz="quarter" idx="10"/>
          </p:nvPr>
        </p:nvSpPr>
        <p:spPr/>
        <p:txBody>
          <a:bodyPr/>
          <a:lstStyle/>
          <a:p>
            <a:fld id="{2482C92F-73AA-427D-AB9D-9EFD5E5D20C1}" type="slidenum">
              <a:rPr lang="en-US"/>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7 defines success metrics and testing strategies. Test the full pipeline end-to-end: ingest, index, retrieve, generate, and act. Include responsible AI tests for fairness and toxicity, red-team adversarial testing for prompt injection and jailbreak, and inference tests for load, soak, and chaos scenarios.</a:t>
            </a:r>
          </a:p>
        </p:txBody>
      </p:sp>
      <p:sp>
        <p:nvSpPr>
          <p:cNvPr id="4" name="Slide Number Placeholder 3"/>
          <p:cNvSpPr>
            <a:spLocks noGrp="1"/>
          </p:cNvSpPr>
          <p:nvPr>
            <p:ph type="sldNum" sz="quarter" idx="10"/>
          </p:nvPr>
        </p:nvSpPr>
        <p:spPr/>
        <p:txBody>
          <a:bodyPr/>
          <a:lstStyle/>
          <a:p>
            <a:fld id="{44D49AE6-DBA0-4ED9-804C-144053A43DE7}" type="slidenum">
              <a:rPr lang="en-US"/>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8 extends observability to AI-specific telemetry: prompts, completions, tokens, tool calls, and retrieval hits. For agents, trace the full plan-tool-observation-reflect cycle. Set alerts for error rate, latency, groundedness drops, toxicity spikes, and cost anomalies. Define incident management processes including RAI-specific incident handling.</a:t>
            </a:r>
          </a:p>
        </p:txBody>
      </p:sp>
      <p:sp>
        <p:nvSpPr>
          <p:cNvPr id="4" name="Slide Number Placeholder 3"/>
          <p:cNvSpPr>
            <a:spLocks noGrp="1"/>
          </p:cNvSpPr>
          <p:nvPr>
            <p:ph type="sldNum" sz="quarter" idx="10"/>
          </p:nvPr>
        </p:nvSpPr>
        <p:spPr/>
        <p:txBody>
          <a:bodyPr/>
          <a:lstStyle/>
          <a:p>
            <a:fld id="{46511F29-04EB-4267-9B30-8231BBFD47AA}" type="slidenum">
              <a:rPr lang="en-US"/>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9 requires an RAI Impact Assessment per use case with sign-off before go-live. Maintain an AI system register that is audit-ready. Implement transparency requirements including AI disclosure and synthetic-content labeling. Map controls to relevant frameworks: EU AI Act, NIST AI RMF, ISO 42001, and SOC 2.</a:t>
            </a:r>
          </a:p>
        </p:txBody>
      </p:sp>
      <p:sp>
        <p:nvSpPr>
          <p:cNvPr id="4" name="Slide Number Placeholder 3"/>
          <p:cNvSpPr>
            <a:spLocks noGrp="1"/>
          </p:cNvSpPr>
          <p:nvPr>
            <p:ph type="sldNum" sz="quarter" idx="10"/>
          </p:nvPr>
        </p:nvSpPr>
        <p:spPr/>
        <p:txBody>
          <a:bodyPr/>
          <a:lstStyle/>
          <a:p>
            <a:fld id="{44E5ABCB-47D6-4703-B343-91956ADB4482}" type="slidenum">
              <a:rPr lang="en-US"/>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10 drives continuous improvement and cost optimization. Schedule model refreshes driven by drift signals and KPI degradation. Run FinOps with show-back and charge-back at the request and outcome level. Optimize through caching, batching, distillation, and routing easy prompts to cheaper models. Include a decommissioning playbook for retiring models and purging indexes.</a:t>
            </a:r>
          </a:p>
        </p:txBody>
      </p:sp>
      <p:sp>
        <p:nvSpPr>
          <p:cNvPr id="4" name="Slide Number Placeholder 3"/>
          <p:cNvSpPr>
            <a:spLocks noGrp="1"/>
          </p:cNvSpPr>
          <p:nvPr>
            <p:ph type="sldNum" sz="quarter" idx="10"/>
          </p:nvPr>
        </p:nvSpPr>
        <p:spPr/>
        <p:txBody>
          <a:bodyPr/>
          <a:lstStyle/>
          <a:p>
            <a:fld id="{D8431D98-086C-4D81-9147-769FC06F80FC}" type="slidenum">
              <a:rPr lang="en-US"/>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Phase 11 addresses the human side of governance adoption. Conduct stakeholder impact assessments, define upskilling plans by role, and secure visible executive sponsorship. Establish governance champions in each business unit. Track adoption metrics like checklist completion rate and time-to-compliance. Without this phase, governance becomes shelf-ware.</a:t>
            </a:r>
          </a:p>
        </p:txBody>
      </p:sp>
      <p:sp>
        <p:nvSpPr>
          <p:cNvPr id="4" name="Slide Number Placeholder 3"/>
          <p:cNvSpPr>
            <a:spLocks noGrp="1"/>
          </p:cNvSpPr>
          <p:nvPr>
            <p:ph type="sldNum" sz="quarter" idx="10"/>
          </p:nvPr>
        </p:nvSpPr>
        <p:spPr/>
        <p:txBody>
          <a:bodyPr/>
          <a:lstStyle/>
          <a:p>
            <a:fld id="{BAE8079A-5112-4B6E-9F05-2DF76AE83CE0}" type="slidenum">
              <a:rPr lang="en-US"/>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is the same ownership model from the pillar overview section, repeated here for the lifecycle context. Verify that every role is staffed and that handoffs between roles at phase boundaries are explicitly defined. The most common gap: no clear owner for the transition from development to production operations.</a:t>
            </a:r>
          </a:p>
        </p:txBody>
      </p:sp>
      <p:sp>
        <p:nvSpPr>
          <p:cNvPr id="4" name="Slide Number Placeholder 3"/>
          <p:cNvSpPr>
            <a:spLocks noGrp="1"/>
          </p:cNvSpPr>
          <p:nvPr>
            <p:ph type="sldNum" sz="quarter" idx="10"/>
          </p:nvPr>
        </p:nvSpPr>
        <p:spPr/>
        <p:txBody>
          <a:bodyPr/>
          <a:lstStyle/>
          <a:p>
            <a:fld id="{61A34450-E584-4FD5-9319-1E4C7A117526}" type="slidenum">
              <a:rPr lang="en-US"/>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5B6A-1123-DE8B-52AA-959429B51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FADFC-9165-1C85-F31D-E1766D96F67C}"/>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4C59B063-37BD-AC5F-B75F-F134AC66C74A}"/>
              </a:ext>
            </a:extLst>
          </p:cNvPr>
          <p:cNvSpPr>
            <a:spLocks noGrp="1"/>
          </p:cNvSpPr>
          <p:nvPr>
            <p:ph type="body" idx="1"/>
          </p:nvPr>
        </p:nvSpPr>
        <p:spPr/>
        <p:txBody>
          <a:bodyPr/>
          <a:lstStyle/>
          <a:p>
            <a:r>
              <a:rPr lang="en-US"/>
              <a:t>This matrix shows how each phase maps to governance pillars at high, medium, or low coverage. Use it to identify phases with concentrated risk: Phase 3 is heavy on DATA and SEC, Phase 9 is heavy on COMP and RAI. The Excel workbook auto-calculates these roll-ups. Discuss: which phase-pillar intersections have the weakest coverage for your workload?</a:t>
            </a:r>
          </a:p>
        </p:txBody>
      </p:sp>
      <p:sp>
        <p:nvSpPr>
          <p:cNvPr id="4" name="Slide Number Placeholder 3">
            <a:extLst>
              <a:ext uri="{FF2B5EF4-FFF2-40B4-BE49-F238E27FC236}">
                <a16:creationId xmlns:a16="http://schemas.microsoft.com/office/drawing/2014/main" id="{6D073DC3-7DAE-B213-1D64-8197A26D8856}"/>
              </a:ext>
            </a:extLst>
          </p:cNvPr>
          <p:cNvSpPr>
            <a:spLocks noGrp="1"/>
          </p:cNvSpPr>
          <p:nvPr>
            <p:ph type="sldNum" sz="quarter" idx="5"/>
          </p:nvPr>
        </p:nvSpPr>
        <p:spPr/>
        <p:txBody>
          <a:bodyPr/>
          <a:lstStyle/>
          <a:p>
            <a:fld id="{1D09229F-6F41-4CC3-A51C-EB832A3392C5}" type="slidenum">
              <a:rPr lang="en-US" smtClean="0"/>
              <a:t>35</a:t>
            </a:fld>
            <a:endParaRPr lang="en-US"/>
          </a:p>
        </p:txBody>
      </p:sp>
    </p:spTree>
    <p:extLst>
      <p:ext uri="{BB962C8B-B14F-4D97-AF65-F5344CB8AC3E}">
        <p14:creationId xmlns:p14="http://schemas.microsoft.com/office/powerpoint/2010/main" val="1054932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E3C7C-4E72-D05D-7CBC-6AD1FBF38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B9AB2-A0D8-F0A1-4F9B-F3D404DFB9F5}"/>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4B0CB052-E26E-E1F9-94D2-E91BE710B9D9}"/>
              </a:ext>
            </a:extLst>
          </p:cNvPr>
          <p:cNvSpPr>
            <a:spLocks noGrp="1"/>
          </p:cNvSpPr>
          <p:nvPr>
            <p:ph type="body" idx="1"/>
          </p:nvPr>
        </p:nvSpPr>
        <p:spPr/>
        <p:txBody>
          <a:bodyPr/>
          <a:lstStyle/>
          <a:p>
            <a:r>
              <a:rPr lang="en-US"/>
              <a:t>This risk summary repeats from the pillar overview for quick reference during lifecycle discussions. Use it as a conversation starter: for each pillar, ask what specific controls are in place and what residual risk remains. Document gaps as action items with owners and due dates.</a:t>
            </a:r>
          </a:p>
        </p:txBody>
      </p:sp>
      <p:sp>
        <p:nvSpPr>
          <p:cNvPr id="4" name="Slide Number Placeholder 3">
            <a:extLst>
              <a:ext uri="{FF2B5EF4-FFF2-40B4-BE49-F238E27FC236}">
                <a16:creationId xmlns:a16="http://schemas.microsoft.com/office/drawing/2014/main" id="{F2CD7BA4-689D-1A74-7B41-2AB90A7E752E}"/>
              </a:ext>
            </a:extLst>
          </p:cNvPr>
          <p:cNvSpPr>
            <a:spLocks noGrp="1"/>
          </p:cNvSpPr>
          <p:nvPr>
            <p:ph type="sldNum" sz="quarter" idx="5"/>
          </p:nvPr>
        </p:nvSpPr>
        <p:spPr/>
        <p:txBody>
          <a:bodyPr/>
          <a:lstStyle/>
          <a:p>
            <a:fld id="{1D09229F-6F41-4CC3-A51C-EB832A3392C5}" type="slidenum">
              <a:rPr lang="en-US" smtClean="0"/>
              <a:t>36</a:t>
            </a:fld>
            <a:endParaRPr lang="en-US"/>
          </a:p>
        </p:txBody>
      </p:sp>
    </p:spTree>
    <p:extLst>
      <p:ext uri="{BB962C8B-B14F-4D97-AF65-F5344CB8AC3E}">
        <p14:creationId xmlns:p14="http://schemas.microsoft.com/office/powerpoint/2010/main" val="14803830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598E-60F6-213D-1CB8-4A001C885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53291E-2CA6-DED8-0A5E-4C9CDC76C71A}"/>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4A175EB9-6037-7BCE-8AC4-F8138E0CBB8F}"/>
              </a:ext>
            </a:extLst>
          </p:cNvPr>
          <p:cNvSpPr>
            <a:spLocks noGrp="1"/>
          </p:cNvSpPr>
          <p:nvPr>
            <p:ph type="body" idx="1"/>
          </p:nvPr>
        </p:nvSpPr>
        <p:spPr/>
        <p:txBody>
          <a:bodyPr/>
          <a:lstStyle/>
          <a:p>
            <a:r>
              <a:rPr lang="en-US"/>
              <a:t>The maturity model provides a structured way to score governance readiness. For each checklist row, mark Y, Partial, N, or N/A with evidence. The Excel workbook auto-calculates phase and pillar scores. Maturity levels range from Initial (under 40%) to Optimizing (90% and above). Use the dashboard to track progress over time and across workloads.</a:t>
            </a:r>
          </a:p>
        </p:txBody>
      </p:sp>
      <p:sp>
        <p:nvSpPr>
          <p:cNvPr id="4" name="Slide Number Placeholder 3">
            <a:extLst>
              <a:ext uri="{FF2B5EF4-FFF2-40B4-BE49-F238E27FC236}">
                <a16:creationId xmlns:a16="http://schemas.microsoft.com/office/drawing/2014/main" id="{5FD93C59-FF77-1B44-5AA3-08CA3EB95E3F}"/>
              </a:ext>
            </a:extLst>
          </p:cNvPr>
          <p:cNvSpPr>
            <a:spLocks noGrp="1"/>
          </p:cNvSpPr>
          <p:nvPr>
            <p:ph type="sldNum" sz="quarter" idx="5"/>
          </p:nvPr>
        </p:nvSpPr>
        <p:spPr/>
        <p:txBody>
          <a:bodyPr/>
          <a:lstStyle/>
          <a:p>
            <a:fld id="{1D09229F-6F41-4CC3-A51C-EB832A3392C5}" type="slidenum">
              <a:rPr lang="en-US" smtClean="0"/>
              <a:t>37</a:t>
            </a:fld>
            <a:endParaRPr lang="en-US"/>
          </a:p>
        </p:txBody>
      </p:sp>
    </p:spTree>
    <p:extLst>
      <p:ext uri="{BB962C8B-B14F-4D97-AF65-F5344CB8AC3E}">
        <p14:creationId xmlns:p14="http://schemas.microsoft.com/office/powerpoint/2010/main" val="536839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EAAA6-2CF3-CBC3-807B-4869011D6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43A72-E7CC-8747-9241-FD24819F2027}"/>
              </a:ext>
            </a:extLst>
          </p:cNvPr>
          <p:cNvSpPr>
            <a:spLocks noGrp="1" noRot="1" noChangeAspect="1"/>
          </p:cNvSpPr>
          <p:nvPr>
            <p:ph type="sldImg"/>
          </p:nvPr>
        </p:nvSpPr>
        <p:spPr/>
        <p:txBody>
          <a:bodyPr/>
          <a:lstStyle/>
          <a:p>
            <a:endParaRPr lang="en-AE"/>
          </a:p>
        </p:txBody>
      </p:sp>
      <p:sp>
        <p:nvSpPr>
          <p:cNvPr id="3" name="Notes Placeholder 2">
            <a:extLst>
              <a:ext uri="{FF2B5EF4-FFF2-40B4-BE49-F238E27FC236}">
                <a16:creationId xmlns:a16="http://schemas.microsoft.com/office/drawing/2014/main" id="{F355007D-4FB8-965A-EBD3-DCD48B351437}"/>
              </a:ext>
            </a:extLst>
          </p:cNvPr>
          <p:cNvSpPr>
            <a:spLocks noGrp="1"/>
          </p:cNvSpPr>
          <p:nvPr>
            <p:ph type="body" idx="1"/>
          </p:nvPr>
        </p:nvSpPr>
        <p:spPr/>
        <p:txBody>
          <a:bodyPr/>
          <a:lstStyle/>
          <a:p>
            <a:r>
              <a:rPr lang="en-US"/>
              <a:t>Run the checklist as a structured workshop. Split phases across breakout groups aligned to RACI. Each group scores their items with one-line evidence notes. Debrief by projecting the dashboard and discussing the lowest-scoring pillars first. Assign owners and due dates to every N and Partial. Tailor by dropping irrelevant rows. Re-run quarterly to track maturity trends.</a:t>
            </a:r>
          </a:p>
        </p:txBody>
      </p:sp>
      <p:sp>
        <p:nvSpPr>
          <p:cNvPr id="4" name="Slide Number Placeholder 3">
            <a:extLst>
              <a:ext uri="{FF2B5EF4-FFF2-40B4-BE49-F238E27FC236}">
                <a16:creationId xmlns:a16="http://schemas.microsoft.com/office/drawing/2014/main" id="{715DA5C0-1B0C-7D8F-3F5A-43AD3E87BC69}"/>
              </a:ext>
            </a:extLst>
          </p:cNvPr>
          <p:cNvSpPr>
            <a:spLocks noGrp="1"/>
          </p:cNvSpPr>
          <p:nvPr>
            <p:ph type="sldNum" sz="quarter" idx="5"/>
          </p:nvPr>
        </p:nvSpPr>
        <p:spPr/>
        <p:txBody>
          <a:bodyPr/>
          <a:lstStyle/>
          <a:p>
            <a:fld id="{1D09229F-6F41-4CC3-A51C-EB832A3392C5}" type="slidenum">
              <a:rPr lang="en-US" smtClean="0"/>
              <a:t>38</a:t>
            </a:fld>
            <a:endParaRPr lang="en-US"/>
          </a:p>
        </p:txBody>
      </p:sp>
    </p:spTree>
    <p:extLst>
      <p:ext uri="{BB962C8B-B14F-4D97-AF65-F5344CB8AC3E}">
        <p14:creationId xmlns:p14="http://schemas.microsoft.com/office/powerpoint/2010/main" val="33095581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Thank you for attending this session. We welcome questions about any governance pillar, lifecycle phase, or the companion Excel workbook. For next steps, consider scheduling a workshop with your team using the facilitation guide from the previous slide.</a:t>
            </a:r>
          </a:p>
        </p:txBody>
      </p:sp>
      <p:sp>
        <p:nvSpPr>
          <p:cNvPr id="4" name="Slide Number Placeholder 3"/>
          <p:cNvSpPr>
            <a:spLocks noGrp="1"/>
          </p:cNvSpPr>
          <p:nvPr>
            <p:ph type="sldNum" sz="quarter" idx="10"/>
          </p:nvPr>
        </p:nvSpPr>
        <p:spPr/>
        <p:txBody>
          <a:bodyPr/>
          <a:lstStyle/>
          <a:p>
            <a:fld id="{DC9A4B8E-0E7C-42C7-B77D-E33CE63FC51A}" type="slidenum">
              <a:rPr lang="en-US"/>
              <a:pPr/>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82880"/>
          </a:xfrm>
          <a:prstGeom prst="rect">
            <a:avLst/>
          </a:prstGeom>
          <a:solidFill>
            <a:srgbClr val="0F6CBD"/>
          </a:solidFill>
          <a:ln w="12700">
            <a:solidFill>
              <a:srgbClr val="0F6CBD"/>
            </a:solidFill>
            <a:prstDash val="solid"/>
          </a:ln>
        </p:spPr>
        <p:txBody>
          <a:bodyPr/>
          <a:lstStyle/>
          <a:p>
            <a:endParaRPr lang="en-AE"/>
          </a:p>
        </p:txBody>
      </p:sp>
      <p:sp>
        <p:nvSpPr>
          <p:cNvPr id="3" name="Shape 1"/>
          <p:cNvSpPr/>
          <p:nvPr/>
        </p:nvSpPr>
        <p:spPr>
          <a:xfrm>
            <a:off x="0" y="6565392"/>
            <a:ext cx="12191695" cy="292608"/>
          </a:xfrm>
          <a:prstGeom prst="rect">
            <a:avLst/>
          </a:prstGeom>
          <a:solidFill>
            <a:srgbClr val="0F6CBD"/>
          </a:solidFill>
          <a:ln w="12700">
            <a:solidFill>
              <a:srgbClr val="0F6CBD"/>
            </a:solidFill>
            <a:prstDash val="solid"/>
          </a:ln>
        </p:spPr>
        <p:txBody>
          <a:bodyPr/>
          <a:lstStyle/>
          <a:p>
            <a:endParaRPr lang="en-AE"/>
          </a:p>
        </p:txBody>
      </p:sp>
      <p:sp>
        <p:nvSpPr>
          <p:cNvPr id="4" name="Text 2"/>
          <p:cNvSpPr/>
          <p:nvPr/>
        </p:nvSpPr>
        <p:spPr>
          <a:xfrm>
            <a:off x="365760" y="6565392"/>
            <a:ext cx="5303520" cy="201168"/>
          </a:xfrm>
          <a:prstGeom prst="rect">
            <a:avLst/>
          </a:prstGeom>
          <a:noFill/>
          <a:ln/>
        </p:spPr>
        <p:txBody>
          <a:bodyPr wrap="square" lIns="0" tIns="0" rIns="0" bIns="0" rtlCol="0" anchor="ctr"/>
          <a:lstStyle/>
          <a:p>
            <a:pPr marL="0" indent="0">
              <a:buNone/>
            </a:pPr>
            <a:r>
              <a:rPr lang="en-US" sz="1000">
                <a:solidFill>
                  <a:srgbClr val="FFFFFF"/>
                </a:solidFill>
                <a:latin typeface="Aptos" pitchFamily="34" charset="0"/>
                <a:ea typeface="Aptos" pitchFamily="34" charset="-122"/>
                <a:cs typeface="Aptos" pitchFamily="34" charset="-120"/>
              </a:rPr>
              <a:t>AI Governance Workshop | Module 7</a:t>
            </a:r>
            <a:endParaRPr lang="en-US" sz="1000"/>
          </a:p>
        </p:txBody>
      </p:sp>
    </p:spTree>
    <p:extLst>
      <p:ext uri="{BB962C8B-B14F-4D97-AF65-F5344CB8AC3E}">
        <p14:creationId xmlns:p14="http://schemas.microsoft.com/office/powerpoint/2010/main" val="1927201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100"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24.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7298437" cy="2031325"/>
          </a:xfrm>
        </p:spPr>
        <p:txBody>
          <a:bodyPr/>
          <a:lstStyle/>
          <a:p>
            <a:r>
              <a:rPr lang="en-US" dirty="0"/>
              <a:t>Module 4 –</a:t>
            </a:r>
            <a:r>
              <a:rPr lang="en-US" dirty="0">
                <a:latin typeface="Segoe UI Semibold"/>
                <a:cs typeface="Segoe UI Semibold"/>
              </a:rPr>
              <a:t>AI Checklist</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p:txBody>
          <a:bodyPr>
            <a:normAutofit/>
          </a:bodyPr>
          <a:lstStyle/>
          <a:p>
            <a:endParaRPr lang="en-US" dirty="0"/>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6C5F-2BB1-F41F-E23D-A3CE032ECB2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3A7FC1-16F5-04B3-EFF9-0C4132F5C175}"/>
              </a:ext>
            </a:extLst>
          </p:cNvPr>
          <p:cNvSpPr>
            <a:spLocks noGrp="1"/>
          </p:cNvSpPr>
          <p:nvPr>
            <p:ph type="title"/>
          </p:nvPr>
        </p:nvSpPr>
        <p:spPr>
          <a:xfrm>
            <a:off x="575481" y="599436"/>
            <a:ext cx="11018520" cy="1107996"/>
          </a:xfrm>
        </p:spPr>
        <p:txBody>
          <a:bodyPr/>
          <a:lstStyle/>
          <a:p>
            <a:r>
              <a:rPr lang="en-GB"/>
              <a:t>Table of Contents</a:t>
            </a:r>
            <a:br>
              <a:rPr lang="en-GB"/>
            </a:br>
            <a:endParaRPr lang="en-US"/>
          </a:p>
        </p:txBody>
      </p:sp>
      <p:sp>
        <p:nvSpPr>
          <p:cNvPr id="2" name="Text Placeholder 1">
            <a:extLst>
              <a:ext uri="{FF2B5EF4-FFF2-40B4-BE49-F238E27FC236}">
                <a16:creationId xmlns:a16="http://schemas.microsoft.com/office/drawing/2014/main" id="{E09B5595-CD11-4BB7-E8D8-0D33E7E7619C}"/>
              </a:ext>
            </a:extLst>
          </p:cNvPr>
          <p:cNvSpPr>
            <a:spLocks noGrp="1"/>
          </p:cNvSpPr>
          <p:nvPr>
            <p:ph type="body" sz="quarter" idx="12"/>
          </p:nvPr>
        </p:nvSpPr>
        <p:spPr>
          <a:xfrm>
            <a:off x="597999" y="1303223"/>
            <a:ext cx="11018520" cy="276999"/>
          </a:xfrm>
        </p:spPr>
        <p:txBody>
          <a:bodyPr/>
          <a:lstStyle/>
          <a:p>
            <a:r>
              <a:rPr lang="en-US" dirty="0">
                <a:latin typeface="Aptos" pitchFamily="34" charset="0"/>
                <a:ea typeface="Aptos" pitchFamily="34" charset="-122"/>
                <a:cs typeface="Aptos" pitchFamily="34" charset="-120"/>
              </a:rPr>
              <a:t>Check list based on Governance Pillar</a:t>
            </a:r>
            <a:endParaRPr lang="en-AE" dirty="0"/>
          </a:p>
        </p:txBody>
      </p:sp>
      <p:sp>
        <p:nvSpPr>
          <p:cNvPr id="3" name="Footer Placeholder 2">
            <a:extLst>
              <a:ext uri="{FF2B5EF4-FFF2-40B4-BE49-F238E27FC236}">
                <a16:creationId xmlns:a16="http://schemas.microsoft.com/office/drawing/2014/main" id="{F7D715DB-C799-E5D7-8827-AC31C116DC1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DDE4C7D-D64B-D5B5-1CEE-60A0C147E78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18031EFB-01D8-4694-6A99-8EA8A637D6F7}"/>
              </a:ext>
            </a:extLst>
          </p:cNvPr>
          <p:cNvSpPr/>
          <p:nvPr/>
        </p:nvSpPr>
        <p:spPr>
          <a:xfrm>
            <a:off x="575481" y="1834796"/>
            <a:ext cx="8686800" cy="4023360"/>
          </a:xfrm>
          <a:prstGeom prst="rect">
            <a:avLst/>
          </a:prstGeom>
          <a:noFill/>
          <a:ln/>
        </p:spPr>
        <p:txBody>
          <a:bodyPr wrap="square" lIns="0" tIns="0" rIns="0" bIns="0" rtlCol="0" anchor="t"/>
          <a:lstStyle/>
          <a:p>
            <a:pPr>
              <a:lnSpc>
                <a:spcPct val="140000"/>
              </a:lnSpc>
              <a:buSzPct val="100000"/>
            </a:pPr>
            <a:r>
              <a:rPr lang="en-US" sz="1400" dirty="0">
                <a:solidFill>
                  <a:srgbClr val="1F2937"/>
                </a:solidFill>
                <a:ea typeface="Aptos" pitchFamily="34" charset="-122"/>
                <a:cs typeface="Aptos" pitchFamily="34" charset="-120"/>
              </a:rPr>
              <a:t>How AI Checklist Aligns with the rest of the modules</a:t>
            </a:r>
          </a:p>
          <a:p>
            <a:pPr>
              <a:lnSpc>
                <a:spcPct val="140000"/>
              </a:lnSpc>
              <a:buSzPct val="100000"/>
            </a:pPr>
            <a:r>
              <a:rPr lang="en-US" sz="1400" dirty="0">
                <a:solidFill>
                  <a:srgbClr val="1F2937"/>
                </a:solidFill>
                <a:ea typeface="Aptos" pitchFamily="34" charset="-122"/>
                <a:cs typeface="Aptos" pitchFamily="34" charset="-120"/>
              </a:rPr>
              <a:t>Why AI Governance</a:t>
            </a:r>
            <a:endParaRPr lang="en-US" sz="1400" dirty="0"/>
          </a:p>
          <a:p>
            <a:pPr>
              <a:lnSpc>
                <a:spcPct val="140000"/>
              </a:lnSpc>
              <a:buSzPct val="100000"/>
            </a:pPr>
            <a:r>
              <a:rPr lang="en-US" sz="1400" dirty="0">
                <a:solidFill>
                  <a:srgbClr val="1F2937"/>
                </a:solidFill>
                <a:ea typeface="Aptos" pitchFamily="34" charset="-122"/>
                <a:cs typeface="Aptos" pitchFamily="34" charset="-120"/>
              </a:rPr>
              <a:t>Roles and Responsibilities (RACI)</a:t>
            </a:r>
            <a:endParaRPr lang="en-US" sz="1400" dirty="0"/>
          </a:p>
          <a:p>
            <a:pPr>
              <a:lnSpc>
                <a:spcPct val="140000"/>
              </a:lnSpc>
              <a:buSzPct val="100000"/>
            </a:pPr>
            <a:r>
              <a:rPr lang="en-US" sz="1400" dirty="0">
                <a:solidFill>
                  <a:srgbClr val="1F2937"/>
                </a:solidFill>
                <a:ea typeface="Aptos" pitchFamily="34" charset="-122"/>
                <a:cs typeface="Aptos" pitchFamily="34" charset="-120"/>
              </a:rPr>
              <a:t>Architecture and Design Decisions</a:t>
            </a:r>
            <a:endParaRPr lang="en-US" sz="1400" dirty="0"/>
          </a:p>
          <a:p>
            <a:pPr>
              <a:lnSpc>
                <a:spcPct val="140000"/>
              </a:lnSpc>
              <a:buSzPct val="100000"/>
            </a:pPr>
            <a:r>
              <a:rPr lang="en-US" sz="1400" dirty="0">
                <a:solidFill>
                  <a:srgbClr val="1F2937"/>
                </a:solidFill>
                <a:ea typeface="Aptos" pitchFamily="34" charset="-122"/>
                <a:cs typeface="Aptos" pitchFamily="34" charset="-120"/>
              </a:rPr>
              <a:t>Responsible AI</a:t>
            </a:r>
            <a:endParaRPr lang="en-US" sz="1400" dirty="0"/>
          </a:p>
          <a:p>
            <a:pPr>
              <a:lnSpc>
                <a:spcPct val="140000"/>
              </a:lnSpc>
              <a:buSzPct val="100000"/>
            </a:pPr>
            <a:r>
              <a:rPr lang="en-US" sz="1400" dirty="0">
                <a:solidFill>
                  <a:srgbClr val="1F2937"/>
                </a:solidFill>
                <a:ea typeface="Aptos" pitchFamily="34" charset="-122"/>
                <a:cs typeface="Aptos" pitchFamily="34" charset="-120"/>
              </a:rPr>
              <a:t>Security and Access Control</a:t>
            </a:r>
            <a:endParaRPr lang="en-US" sz="1400" dirty="0"/>
          </a:p>
          <a:p>
            <a:pPr>
              <a:lnSpc>
                <a:spcPct val="140000"/>
              </a:lnSpc>
              <a:buSzPct val="100000"/>
            </a:pPr>
            <a:r>
              <a:rPr lang="en-US" sz="1400" dirty="0">
                <a:solidFill>
                  <a:srgbClr val="1F2937"/>
                </a:solidFill>
                <a:ea typeface="Aptos" pitchFamily="34" charset="-122"/>
                <a:cs typeface="Aptos" pitchFamily="34" charset="-120"/>
              </a:rPr>
              <a:t>Compliance and Regulatory</a:t>
            </a:r>
            <a:endParaRPr lang="en-US" sz="1400" dirty="0"/>
          </a:p>
          <a:p>
            <a:pPr>
              <a:lnSpc>
                <a:spcPct val="140000"/>
              </a:lnSpc>
              <a:buSzPct val="100000"/>
            </a:pPr>
            <a:r>
              <a:rPr lang="en-US" sz="1400" dirty="0">
                <a:solidFill>
                  <a:srgbClr val="1F2937"/>
                </a:solidFill>
                <a:ea typeface="Aptos" pitchFamily="34" charset="-122"/>
                <a:cs typeface="Aptos" pitchFamily="34" charset="-120"/>
              </a:rPr>
              <a:t>Governance and FinOps for AI</a:t>
            </a:r>
            <a:endParaRPr lang="en-US" sz="1400" dirty="0"/>
          </a:p>
          <a:p>
            <a:pPr>
              <a:lnSpc>
                <a:spcPct val="140000"/>
              </a:lnSpc>
              <a:buSzPct val="100000"/>
            </a:pPr>
            <a:r>
              <a:rPr lang="en-US" sz="1400" dirty="0">
                <a:solidFill>
                  <a:srgbClr val="1F2937"/>
                </a:solidFill>
                <a:ea typeface="Aptos" pitchFamily="34" charset="-122"/>
                <a:cs typeface="Aptos" pitchFamily="34" charset="-120"/>
              </a:rPr>
              <a:t>Model Lifecycle Governance</a:t>
            </a:r>
            <a:endParaRPr lang="en-US" sz="1400" dirty="0"/>
          </a:p>
          <a:p>
            <a:pPr>
              <a:lnSpc>
                <a:spcPct val="140000"/>
              </a:lnSpc>
              <a:buSzPct val="100000"/>
            </a:pPr>
            <a:r>
              <a:rPr lang="en-US" sz="1400" dirty="0">
                <a:solidFill>
                  <a:srgbClr val="1F2937"/>
                </a:solidFill>
                <a:ea typeface="Aptos" pitchFamily="34" charset="-122"/>
                <a:cs typeface="Aptos" pitchFamily="34" charset="-120"/>
              </a:rPr>
              <a:t>Data Governance for AI</a:t>
            </a:r>
            <a:endParaRPr lang="en-US" sz="1400" dirty="0"/>
          </a:p>
          <a:p>
            <a:pPr>
              <a:lnSpc>
                <a:spcPct val="140000"/>
              </a:lnSpc>
              <a:buSzPct val="100000"/>
            </a:pPr>
            <a:r>
              <a:rPr lang="en-US" sz="1400" dirty="0">
                <a:solidFill>
                  <a:srgbClr val="1F2937"/>
                </a:solidFill>
                <a:ea typeface="Aptos" pitchFamily="34" charset="-122"/>
                <a:cs typeface="Aptos" pitchFamily="34" charset="-120"/>
              </a:rPr>
              <a:t>Agentic Ops</a:t>
            </a:r>
            <a:endParaRPr lang="en-US" sz="1400" dirty="0"/>
          </a:p>
          <a:p>
            <a:pPr>
              <a:lnSpc>
                <a:spcPct val="140000"/>
              </a:lnSpc>
              <a:buSzPct val="100000"/>
            </a:pPr>
            <a:r>
              <a:rPr lang="en-US" sz="1400" dirty="0">
                <a:solidFill>
                  <a:srgbClr val="1F2937"/>
                </a:solidFill>
                <a:ea typeface="Aptos" pitchFamily="34" charset="-122"/>
                <a:cs typeface="Aptos" pitchFamily="34" charset="-120"/>
              </a:rPr>
              <a:t>Platform View (PaaS vs SaaS)</a:t>
            </a:r>
            <a:endParaRPr lang="en-US" sz="1400" dirty="0"/>
          </a:p>
          <a:p>
            <a:pPr>
              <a:lnSpc>
                <a:spcPct val="140000"/>
              </a:lnSpc>
              <a:buSzPct val="100000"/>
            </a:pPr>
            <a:r>
              <a:rPr lang="en-US" sz="1400" dirty="0">
                <a:solidFill>
                  <a:srgbClr val="1F2937"/>
                </a:solidFill>
                <a:ea typeface="Aptos" pitchFamily="34" charset="-122"/>
                <a:cs typeface="Aptos" pitchFamily="34" charset="-120"/>
              </a:rPr>
              <a:t>Centre of Excellence (CoE) Pillars</a:t>
            </a:r>
            <a:endParaRPr lang="en-US" sz="1400" dirty="0"/>
          </a:p>
          <a:p>
            <a:pPr>
              <a:lnSpc>
                <a:spcPct val="140000"/>
              </a:lnSpc>
              <a:buSzPct val="100000"/>
            </a:pPr>
            <a:r>
              <a:rPr lang="en-US" sz="1400" dirty="0">
                <a:solidFill>
                  <a:srgbClr val="1F2937"/>
                </a:solidFill>
                <a:ea typeface="Aptos" pitchFamily="34" charset="-122"/>
                <a:cs typeface="Aptos" pitchFamily="34" charset="-120"/>
              </a:rPr>
              <a:t>Top Risks by Governance Pillar</a:t>
            </a:r>
            <a:endParaRPr lang="en-US" sz="1400" dirty="0"/>
          </a:p>
          <a:p>
            <a:pPr>
              <a:lnSpc>
                <a:spcPct val="140000"/>
              </a:lnSpc>
              <a:buSzPct val="100000"/>
            </a:pPr>
            <a:r>
              <a:rPr lang="en-US" sz="1400" dirty="0">
                <a:solidFill>
                  <a:srgbClr val="1F2937"/>
                </a:solidFill>
                <a:ea typeface="Aptos" pitchFamily="34" charset="-122"/>
                <a:cs typeface="Aptos" pitchFamily="34" charset="-120"/>
              </a:rPr>
              <a:t>Who Owns What, Across the Lifecycle</a:t>
            </a:r>
            <a:endParaRPr lang="en-US" sz="1400" dirty="0"/>
          </a:p>
        </p:txBody>
      </p:sp>
    </p:spTree>
    <p:extLst>
      <p:ext uri="{BB962C8B-B14F-4D97-AF65-F5344CB8AC3E}">
        <p14:creationId xmlns:p14="http://schemas.microsoft.com/office/powerpoint/2010/main" val="37813167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AB179-8DF3-5EAB-F384-BA86F2108B31}"/>
              </a:ext>
            </a:extLst>
          </p:cNvPr>
          <p:cNvSpPr>
            <a:spLocks noGrp="1"/>
          </p:cNvSpPr>
          <p:nvPr>
            <p:ph type="title"/>
          </p:nvPr>
        </p:nvSpPr>
        <p:spPr/>
        <p:txBody>
          <a:bodyPr/>
          <a:lstStyle/>
          <a:p>
            <a:r>
              <a:rPr lang="en-GB" dirty="0"/>
              <a:t>How AI Checklist aligns with the rest of the modules</a:t>
            </a:r>
            <a:endParaRPr lang="en-AE" dirty="0"/>
          </a:p>
        </p:txBody>
      </p:sp>
      <p:sp>
        <p:nvSpPr>
          <p:cNvPr id="37" name="Text Placeholder 36">
            <a:extLst>
              <a:ext uri="{FF2B5EF4-FFF2-40B4-BE49-F238E27FC236}">
                <a16:creationId xmlns:a16="http://schemas.microsoft.com/office/drawing/2014/main" id="{22C94F3D-F98D-056D-C42F-809EFF9E77D3}"/>
              </a:ext>
            </a:extLst>
          </p:cNvPr>
          <p:cNvSpPr>
            <a:spLocks noGrp="1"/>
          </p:cNvSpPr>
          <p:nvPr>
            <p:ph type="body" sz="quarter" idx="12"/>
          </p:nvPr>
        </p:nvSpPr>
        <p:spPr/>
        <p:txBody>
          <a:bodyPr/>
          <a:lstStyle/>
          <a:p>
            <a:endParaRPr lang="en-AE"/>
          </a:p>
        </p:txBody>
      </p:sp>
      <p:sp>
        <p:nvSpPr>
          <p:cNvPr id="3" name="Footer Placeholder 2">
            <a:extLst>
              <a:ext uri="{FF2B5EF4-FFF2-40B4-BE49-F238E27FC236}">
                <a16:creationId xmlns:a16="http://schemas.microsoft.com/office/drawing/2014/main" id="{93332633-DB40-17A5-3E38-7947C8D731FA}"/>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D9B5D7B8-A98A-7728-F408-27037478D5B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Shape 7">
            <a:extLst>
              <a:ext uri="{FF2B5EF4-FFF2-40B4-BE49-F238E27FC236}">
                <a16:creationId xmlns:a16="http://schemas.microsoft.com/office/drawing/2014/main" id="{0B669F4A-5F51-8DBE-D426-E89D9C8F9393}"/>
              </a:ext>
              <a:ext uri="{C183D7F6-B498-43B3-948B-1728B52AA6E4}">
                <adec:decorative xmlns:adec="http://schemas.microsoft.com/office/drawing/2017/decorative" val="1"/>
              </a:ext>
            </a:extLst>
          </p:cNvPr>
          <p:cNvSpPr/>
          <p:nvPr/>
        </p:nvSpPr>
        <p:spPr>
          <a:xfrm>
            <a:off x="457200" y="201168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7" name="Shape 8">
            <a:extLst>
              <a:ext uri="{FF2B5EF4-FFF2-40B4-BE49-F238E27FC236}">
                <a16:creationId xmlns:a16="http://schemas.microsoft.com/office/drawing/2014/main" id="{FE147250-9E2B-4EDB-A3CB-FEE696DB9B35}"/>
              </a:ext>
              <a:ext uri="{C183D7F6-B498-43B3-948B-1728B52AA6E4}">
                <adec:decorative xmlns:adec="http://schemas.microsoft.com/office/drawing/2017/decorative" val="1"/>
              </a:ext>
            </a:extLst>
          </p:cNvPr>
          <p:cNvSpPr/>
          <p:nvPr/>
        </p:nvSpPr>
        <p:spPr>
          <a:xfrm>
            <a:off x="640080" y="219456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8" name="Text 9">
            <a:extLst>
              <a:ext uri="{FF2B5EF4-FFF2-40B4-BE49-F238E27FC236}">
                <a16:creationId xmlns:a16="http://schemas.microsoft.com/office/drawing/2014/main" id="{9D3FE5C2-71CF-CE88-2BDD-780D0E7ACD1D}"/>
              </a:ext>
            </a:extLst>
          </p:cNvPr>
          <p:cNvSpPr/>
          <p:nvPr/>
        </p:nvSpPr>
        <p:spPr>
          <a:xfrm>
            <a:off x="640080" y="224028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M1</a:t>
            </a:r>
            <a:endParaRPr lang="en-US" sz="1400"/>
          </a:p>
        </p:txBody>
      </p:sp>
      <p:sp>
        <p:nvSpPr>
          <p:cNvPr id="9" name="Text 10">
            <a:extLst>
              <a:ext uri="{FF2B5EF4-FFF2-40B4-BE49-F238E27FC236}">
                <a16:creationId xmlns:a16="http://schemas.microsoft.com/office/drawing/2014/main" id="{004882C3-313B-8205-BFD7-5A2C6106DA65}"/>
              </a:ext>
            </a:extLst>
          </p:cNvPr>
          <p:cNvSpPr/>
          <p:nvPr/>
        </p:nvSpPr>
        <p:spPr>
          <a:xfrm>
            <a:off x="1508760" y="219456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Why AI Governance</a:t>
            </a:r>
            <a:endParaRPr lang="en-US" sz="1400"/>
          </a:p>
        </p:txBody>
      </p:sp>
      <p:sp>
        <p:nvSpPr>
          <p:cNvPr id="10" name="Text 11">
            <a:extLst>
              <a:ext uri="{FF2B5EF4-FFF2-40B4-BE49-F238E27FC236}">
                <a16:creationId xmlns:a16="http://schemas.microsoft.com/office/drawing/2014/main" id="{1CAFA799-E582-D35C-FAA2-B0F0489B41BE}"/>
              </a:ext>
            </a:extLst>
          </p:cNvPr>
          <p:cNvSpPr/>
          <p:nvPr/>
        </p:nvSpPr>
        <p:spPr>
          <a:xfrm>
            <a:off x="731520" y="297180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Business case anchors foundation (Strategy &amp; Use Case).</a:t>
            </a:r>
            <a:endParaRPr lang="en-US" sz="1400"/>
          </a:p>
        </p:txBody>
      </p:sp>
      <p:sp>
        <p:nvSpPr>
          <p:cNvPr id="11" name="Shape 12">
            <a:extLst>
              <a:ext uri="{FF2B5EF4-FFF2-40B4-BE49-F238E27FC236}">
                <a16:creationId xmlns:a16="http://schemas.microsoft.com/office/drawing/2014/main" id="{B6A41778-1F32-172F-A04A-F662A62929E5}"/>
              </a:ext>
              <a:ext uri="{C183D7F6-B498-43B3-948B-1728B52AA6E4}">
                <adec:decorative xmlns:adec="http://schemas.microsoft.com/office/drawing/2017/decorative" val="1"/>
              </a:ext>
            </a:extLst>
          </p:cNvPr>
          <p:cNvSpPr/>
          <p:nvPr/>
        </p:nvSpPr>
        <p:spPr>
          <a:xfrm>
            <a:off x="4297680" y="201168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12" name="Shape 13">
            <a:extLst>
              <a:ext uri="{FF2B5EF4-FFF2-40B4-BE49-F238E27FC236}">
                <a16:creationId xmlns:a16="http://schemas.microsoft.com/office/drawing/2014/main" id="{C474C4E4-7F76-5267-58FE-4965C5754172}"/>
              </a:ext>
              <a:ext uri="{C183D7F6-B498-43B3-948B-1728B52AA6E4}">
                <adec:decorative xmlns:adec="http://schemas.microsoft.com/office/drawing/2017/decorative" val="1"/>
              </a:ext>
            </a:extLst>
          </p:cNvPr>
          <p:cNvSpPr/>
          <p:nvPr/>
        </p:nvSpPr>
        <p:spPr>
          <a:xfrm>
            <a:off x="4480560" y="219456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13" name="Text 14">
            <a:extLst>
              <a:ext uri="{FF2B5EF4-FFF2-40B4-BE49-F238E27FC236}">
                <a16:creationId xmlns:a16="http://schemas.microsoft.com/office/drawing/2014/main" id="{5B9D1118-C5A5-B7AB-154A-D72310A30047}"/>
              </a:ext>
            </a:extLst>
          </p:cNvPr>
          <p:cNvSpPr/>
          <p:nvPr/>
        </p:nvSpPr>
        <p:spPr>
          <a:xfrm>
            <a:off x="4480560" y="224028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M2</a:t>
            </a:r>
            <a:endParaRPr lang="en-US" sz="1400"/>
          </a:p>
        </p:txBody>
      </p:sp>
      <p:sp>
        <p:nvSpPr>
          <p:cNvPr id="14" name="Text 15">
            <a:extLst>
              <a:ext uri="{FF2B5EF4-FFF2-40B4-BE49-F238E27FC236}">
                <a16:creationId xmlns:a16="http://schemas.microsoft.com/office/drawing/2014/main" id="{38189B3D-5F83-3259-D1C7-3FA94A45257B}"/>
              </a:ext>
            </a:extLst>
          </p:cNvPr>
          <p:cNvSpPr/>
          <p:nvPr/>
        </p:nvSpPr>
        <p:spPr>
          <a:xfrm>
            <a:off x="5349240" y="219456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RACI</a:t>
            </a:r>
            <a:endParaRPr lang="en-US" sz="1400"/>
          </a:p>
        </p:txBody>
      </p:sp>
      <p:sp>
        <p:nvSpPr>
          <p:cNvPr id="15" name="Text 16">
            <a:extLst>
              <a:ext uri="{FF2B5EF4-FFF2-40B4-BE49-F238E27FC236}">
                <a16:creationId xmlns:a16="http://schemas.microsoft.com/office/drawing/2014/main" id="{8D723B8F-2022-1B1B-AF66-AEF956FC95CA}"/>
              </a:ext>
            </a:extLst>
          </p:cNvPr>
          <p:cNvSpPr/>
          <p:nvPr/>
        </p:nvSpPr>
        <p:spPr>
          <a:xfrm>
            <a:off x="4572000" y="297180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Every checklist item carries explicit RACI.</a:t>
            </a:r>
            <a:endParaRPr lang="en-US" sz="1400"/>
          </a:p>
        </p:txBody>
      </p:sp>
      <p:sp>
        <p:nvSpPr>
          <p:cNvPr id="16" name="Shape 17">
            <a:extLst>
              <a:ext uri="{FF2B5EF4-FFF2-40B4-BE49-F238E27FC236}">
                <a16:creationId xmlns:a16="http://schemas.microsoft.com/office/drawing/2014/main" id="{A5070DD7-862D-97D6-B11C-E2EDF2DE1A57}"/>
              </a:ext>
              <a:ext uri="{C183D7F6-B498-43B3-948B-1728B52AA6E4}">
                <adec:decorative xmlns:adec="http://schemas.microsoft.com/office/drawing/2017/decorative" val="1"/>
              </a:ext>
            </a:extLst>
          </p:cNvPr>
          <p:cNvSpPr/>
          <p:nvPr/>
        </p:nvSpPr>
        <p:spPr>
          <a:xfrm>
            <a:off x="8138160" y="201168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17" name="Shape 18">
            <a:extLst>
              <a:ext uri="{FF2B5EF4-FFF2-40B4-BE49-F238E27FC236}">
                <a16:creationId xmlns:a16="http://schemas.microsoft.com/office/drawing/2014/main" id="{298F2EC7-0E1D-ED19-CF99-C0B0320CBFCC}"/>
              </a:ext>
              <a:ext uri="{C183D7F6-B498-43B3-948B-1728B52AA6E4}">
                <adec:decorative xmlns:adec="http://schemas.microsoft.com/office/drawing/2017/decorative" val="1"/>
              </a:ext>
            </a:extLst>
          </p:cNvPr>
          <p:cNvSpPr/>
          <p:nvPr/>
        </p:nvSpPr>
        <p:spPr>
          <a:xfrm>
            <a:off x="8321040" y="219456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18" name="Text 19">
            <a:extLst>
              <a:ext uri="{FF2B5EF4-FFF2-40B4-BE49-F238E27FC236}">
                <a16:creationId xmlns:a16="http://schemas.microsoft.com/office/drawing/2014/main" id="{B0AED03D-1DEA-D852-A841-508C0392D006}"/>
              </a:ext>
            </a:extLst>
          </p:cNvPr>
          <p:cNvSpPr/>
          <p:nvPr/>
        </p:nvSpPr>
        <p:spPr>
          <a:xfrm>
            <a:off x="8321040" y="224028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M3</a:t>
            </a:r>
            <a:endParaRPr lang="en-US" sz="1400"/>
          </a:p>
        </p:txBody>
      </p:sp>
      <p:sp>
        <p:nvSpPr>
          <p:cNvPr id="19" name="Text 20">
            <a:extLst>
              <a:ext uri="{FF2B5EF4-FFF2-40B4-BE49-F238E27FC236}">
                <a16:creationId xmlns:a16="http://schemas.microsoft.com/office/drawing/2014/main" id="{7598CEA9-5C3F-06D8-F2B2-BDC27B813D8D}"/>
              </a:ext>
            </a:extLst>
          </p:cNvPr>
          <p:cNvSpPr/>
          <p:nvPr/>
        </p:nvSpPr>
        <p:spPr>
          <a:xfrm>
            <a:off x="9189720" y="219456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Core Pillars</a:t>
            </a:r>
            <a:endParaRPr lang="en-US" sz="1400"/>
          </a:p>
        </p:txBody>
      </p:sp>
      <p:sp>
        <p:nvSpPr>
          <p:cNvPr id="20" name="Text 21">
            <a:extLst>
              <a:ext uri="{FF2B5EF4-FFF2-40B4-BE49-F238E27FC236}">
                <a16:creationId xmlns:a16="http://schemas.microsoft.com/office/drawing/2014/main" id="{AA2F2B85-326C-7835-02B5-4FD00FADB15A}"/>
              </a:ext>
            </a:extLst>
          </p:cNvPr>
          <p:cNvSpPr/>
          <p:nvPr/>
        </p:nvSpPr>
        <p:spPr>
          <a:xfrm>
            <a:off x="8412480" y="297180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RAI, SEC, COMP, FIN, MLO, DATA tagged per item.</a:t>
            </a:r>
            <a:endParaRPr lang="en-US" sz="1400"/>
          </a:p>
        </p:txBody>
      </p:sp>
      <p:sp>
        <p:nvSpPr>
          <p:cNvPr id="21" name="Shape 22">
            <a:extLst>
              <a:ext uri="{FF2B5EF4-FFF2-40B4-BE49-F238E27FC236}">
                <a16:creationId xmlns:a16="http://schemas.microsoft.com/office/drawing/2014/main" id="{46C2D9B9-2BC6-4C6D-FF21-40885743ACF3}"/>
              </a:ext>
              <a:ext uri="{C183D7F6-B498-43B3-948B-1728B52AA6E4}">
                <adec:decorative xmlns:adec="http://schemas.microsoft.com/office/drawing/2017/decorative" val="1"/>
              </a:ext>
            </a:extLst>
          </p:cNvPr>
          <p:cNvSpPr/>
          <p:nvPr/>
        </p:nvSpPr>
        <p:spPr>
          <a:xfrm>
            <a:off x="457200" y="411480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22" name="Shape 23">
            <a:extLst>
              <a:ext uri="{FF2B5EF4-FFF2-40B4-BE49-F238E27FC236}">
                <a16:creationId xmlns:a16="http://schemas.microsoft.com/office/drawing/2014/main" id="{64912D52-2F93-B3E3-1C55-7039616A72B2}"/>
              </a:ext>
              <a:ext uri="{C183D7F6-B498-43B3-948B-1728B52AA6E4}">
                <adec:decorative xmlns:adec="http://schemas.microsoft.com/office/drawing/2017/decorative" val="1"/>
              </a:ext>
            </a:extLst>
          </p:cNvPr>
          <p:cNvSpPr/>
          <p:nvPr/>
        </p:nvSpPr>
        <p:spPr>
          <a:xfrm>
            <a:off x="640080" y="429768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23" name="Text 24">
            <a:extLst>
              <a:ext uri="{FF2B5EF4-FFF2-40B4-BE49-F238E27FC236}">
                <a16:creationId xmlns:a16="http://schemas.microsoft.com/office/drawing/2014/main" id="{523A47D5-0E04-0422-8764-5CA3F589550C}"/>
              </a:ext>
            </a:extLst>
          </p:cNvPr>
          <p:cNvSpPr/>
          <p:nvPr/>
        </p:nvSpPr>
        <p:spPr>
          <a:xfrm>
            <a:off x="640080" y="434340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M4</a:t>
            </a:r>
            <a:endParaRPr lang="en-US" sz="1400"/>
          </a:p>
        </p:txBody>
      </p:sp>
      <p:sp>
        <p:nvSpPr>
          <p:cNvPr id="24" name="Text 25">
            <a:extLst>
              <a:ext uri="{FF2B5EF4-FFF2-40B4-BE49-F238E27FC236}">
                <a16:creationId xmlns:a16="http://schemas.microsoft.com/office/drawing/2014/main" id="{F436410E-3299-AEAE-1A1D-9589E8E95379}"/>
              </a:ext>
            </a:extLst>
          </p:cNvPr>
          <p:cNvSpPr/>
          <p:nvPr/>
        </p:nvSpPr>
        <p:spPr>
          <a:xfrm>
            <a:off x="1508760" y="429768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Agentic Ops</a:t>
            </a:r>
            <a:endParaRPr lang="en-US" sz="1400"/>
          </a:p>
        </p:txBody>
      </p:sp>
      <p:sp>
        <p:nvSpPr>
          <p:cNvPr id="25" name="Text 26">
            <a:extLst>
              <a:ext uri="{FF2B5EF4-FFF2-40B4-BE49-F238E27FC236}">
                <a16:creationId xmlns:a16="http://schemas.microsoft.com/office/drawing/2014/main" id="{BF25416E-6169-4805-8818-D83BF49A1CAE}"/>
              </a:ext>
            </a:extLst>
          </p:cNvPr>
          <p:cNvSpPr/>
          <p:nvPr/>
        </p:nvSpPr>
        <p:spPr>
          <a:xfrm>
            <a:off x="731520" y="507492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AgentOps: trace, cap, human-in-loop.</a:t>
            </a:r>
            <a:endParaRPr lang="en-US" sz="1400"/>
          </a:p>
        </p:txBody>
      </p:sp>
      <p:sp>
        <p:nvSpPr>
          <p:cNvPr id="26" name="Shape 27">
            <a:extLst>
              <a:ext uri="{FF2B5EF4-FFF2-40B4-BE49-F238E27FC236}">
                <a16:creationId xmlns:a16="http://schemas.microsoft.com/office/drawing/2014/main" id="{CFDEAD30-3C49-DBB5-556A-36A66BFD388A}"/>
              </a:ext>
              <a:ext uri="{C183D7F6-B498-43B3-948B-1728B52AA6E4}">
                <adec:decorative xmlns:adec="http://schemas.microsoft.com/office/drawing/2017/decorative" val="1"/>
              </a:ext>
            </a:extLst>
          </p:cNvPr>
          <p:cNvSpPr/>
          <p:nvPr/>
        </p:nvSpPr>
        <p:spPr>
          <a:xfrm>
            <a:off x="4297680" y="411480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27" name="Shape 28">
            <a:extLst>
              <a:ext uri="{FF2B5EF4-FFF2-40B4-BE49-F238E27FC236}">
                <a16:creationId xmlns:a16="http://schemas.microsoft.com/office/drawing/2014/main" id="{9302055F-CDF3-DAED-59E4-39FA74A67C00}"/>
              </a:ext>
              <a:ext uri="{C183D7F6-B498-43B3-948B-1728B52AA6E4}">
                <adec:decorative xmlns:adec="http://schemas.microsoft.com/office/drawing/2017/decorative" val="1"/>
              </a:ext>
            </a:extLst>
          </p:cNvPr>
          <p:cNvSpPr/>
          <p:nvPr/>
        </p:nvSpPr>
        <p:spPr>
          <a:xfrm>
            <a:off x="4480560" y="429768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28" name="Text 29">
            <a:extLst>
              <a:ext uri="{FF2B5EF4-FFF2-40B4-BE49-F238E27FC236}">
                <a16:creationId xmlns:a16="http://schemas.microsoft.com/office/drawing/2014/main" id="{2E011A8C-2AB5-08B3-3E3C-237D828460B1}"/>
              </a:ext>
            </a:extLst>
          </p:cNvPr>
          <p:cNvSpPr/>
          <p:nvPr/>
        </p:nvSpPr>
        <p:spPr>
          <a:xfrm>
            <a:off x="4480560" y="434340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M5</a:t>
            </a:r>
            <a:endParaRPr lang="en-US" sz="1400"/>
          </a:p>
        </p:txBody>
      </p:sp>
      <p:sp>
        <p:nvSpPr>
          <p:cNvPr id="29" name="Text 30">
            <a:extLst>
              <a:ext uri="{FF2B5EF4-FFF2-40B4-BE49-F238E27FC236}">
                <a16:creationId xmlns:a16="http://schemas.microsoft.com/office/drawing/2014/main" id="{1994517B-CE80-EAE1-A770-D0DA2B56F919}"/>
              </a:ext>
            </a:extLst>
          </p:cNvPr>
          <p:cNvSpPr/>
          <p:nvPr/>
        </p:nvSpPr>
        <p:spPr>
          <a:xfrm>
            <a:off x="5349240" y="429768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Platform (PaaS vs SaaS)</a:t>
            </a:r>
            <a:endParaRPr lang="en-US" sz="1400"/>
          </a:p>
        </p:txBody>
      </p:sp>
      <p:sp>
        <p:nvSpPr>
          <p:cNvPr id="30" name="Text 31">
            <a:extLst>
              <a:ext uri="{FF2B5EF4-FFF2-40B4-BE49-F238E27FC236}">
                <a16:creationId xmlns:a16="http://schemas.microsoft.com/office/drawing/2014/main" id="{78F9413F-C6C3-24CD-C0D9-B3B5B278DFC7}"/>
              </a:ext>
            </a:extLst>
          </p:cNvPr>
          <p:cNvSpPr/>
          <p:nvPr/>
        </p:nvSpPr>
        <p:spPr>
          <a:xfrm>
            <a:off x="4572000" y="507492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Platform selection and isolation.</a:t>
            </a:r>
            <a:endParaRPr lang="en-US" sz="1400"/>
          </a:p>
        </p:txBody>
      </p:sp>
      <p:sp>
        <p:nvSpPr>
          <p:cNvPr id="31" name="Shape 32">
            <a:extLst>
              <a:ext uri="{FF2B5EF4-FFF2-40B4-BE49-F238E27FC236}">
                <a16:creationId xmlns:a16="http://schemas.microsoft.com/office/drawing/2014/main" id="{6C685926-322E-5BCA-5643-D82362FFA914}"/>
              </a:ext>
              <a:ext uri="{C183D7F6-B498-43B3-948B-1728B52AA6E4}">
                <adec:decorative xmlns:adec="http://schemas.microsoft.com/office/drawing/2017/decorative" val="1"/>
              </a:ext>
            </a:extLst>
          </p:cNvPr>
          <p:cNvSpPr/>
          <p:nvPr/>
        </p:nvSpPr>
        <p:spPr>
          <a:xfrm>
            <a:off x="8138160" y="411480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32" name="Shape 33">
            <a:extLst>
              <a:ext uri="{FF2B5EF4-FFF2-40B4-BE49-F238E27FC236}">
                <a16:creationId xmlns:a16="http://schemas.microsoft.com/office/drawing/2014/main" id="{78F75F5C-20F7-0546-93C0-99EED666BACB}"/>
              </a:ext>
              <a:ext uri="{C183D7F6-B498-43B3-948B-1728B52AA6E4}">
                <adec:decorative xmlns:adec="http://schemas.microsoft.com/office/drawing/2017/decorative" val="1"/>
              </a:ext>
            </a:extLst>
          </p:cNvPr>
          <p:cNvSpPr/>
          <p:nvPr/>
        </p:nvSpPr>
        <p:spPr>
          <a:xfrm>
            <a:off x="8321040" y="429768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33" name="Text 34">
            <a:extLst>
              <a:ext uri="{FF2B5EF4-FFF2-40B4-BE49-F238E27FC236}">
                <a16:creationId xmlns:a16="http://schemas.microsoft.com/office/drawing/2014/main" id="{57B2A3B5-7F83-1D65-CA85-A4F4065FF22B}"/>
              </a:ext>
            </a:extLst>
          </p:cNvPr>
          <p:cNvSpPr/>
          <p:nvPr/>
        </p:nvSpPr>
        <p:spPr>
          <a:xfrm>
            <a:off x="8321040" y="434340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M6</a:t>
            </a:r>
            <a:endParaRPr lang="en-US" sz="1400"/>
          </a:p>
        </p:txBody>
      </p:sp>
      <p:sp>
        <p:nvSpPr>
          <p:cNvPr id="34" name="Text 35">
            <a:extLst>
              <a:ext uri="{FF2B5EF4-FFF2-40B4-BE49-F238E27FC236}">
                <a16:creationId xmlns:a16="http://schemas.microsoft.com/office/drawing/2014/main" id="{23697AC3-9117-50C7-9098-B27A760C9FD6}"/>
              </a:ext>
            </a:extLst>
          </p:cNvPr>
          <p:cNvSpPr/>
          <p:nvPr/>
        </p:nvSpPr>
        <p:spPr>
          <a:xfrm>
            <a:off x="9189720" y="429768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CoE Pillars</a:t>
            </a:r>
            <a:endParaRPr lang="en-US" sz="1400"/>
          </a:p>
        </p:txBody>
      </p:sp>
      <p:sp>
        <p:nvSpPr>
          <p:cNvPr id="35" name="Text 36">
            <a:extLst>
              <a:ext uri="{FF2B5EF4-FFF2-40B4-BE49-F238E27FC236}">
                <a16:creationId xmlns:a16="http://schemas.microsoft.com/office/drawing/2014/main" id="{E96586F2-8125-1056-1E3C-A3B1C9C34B74}"/>
              </a:ext>
            </a:extLst>
          </p:cNvPr>
          <p:cNvSpPr/>
          <p:nvPr/>
        </p:nvSpPr>
        <p:spPr>
          <a:xfrm>
            <a:off x="8412480" y="507492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Patterns, enablement, maturity.</a:t>
            </a:r>
            <a:endParaRPr lang="en-US" sz="1400"/>
          </a:p>
        </p:txBody>
      </p:sp>
    </p:spTree>
    <p:extLst>
      <p:ext uri="{BB962C8B-B14F-4D97-AF65-F5344CB8AC3E}">
        <p14:creationId xmlns:p14="http://schemas.microsoft.com/office/powerpoint/2010/main" val="7000297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6C5F-2BB1-F41F-E23D-A3CE032ECB2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3A7FC1-16F5-04B3-EFF9-0C4132F5C175}"/>
              </a:ext>
            </a:extLst>
          </p:cNvPr>
          <p:cNvSpPr>
            <a:spLocks noGrp="1"/>
          </p:cNvSpPr>
          <p:nvPr>
            <p:ph type="title"/>
          </p:nvPr>
        </p:nvSpPr>
        <p:spPr>
          <a:xfrm>
            <a:off x="575481" y="599436"/>
            <a:ext cx="11018520" cy="1107996"/>
          </a:xfrm>
        </p:spPr>
        <p:txBody>
          <a:bodyPr/>
          <a:lstStyle/>
          <a:p>
            <a:r>
              <a:rPr lang="en-GB"/>
              <a:t>Why AI Governance</a:t>
            </a:r>
            <a:br>
              <a:rPr lang="en-GB"/>
            </a:br>
            <a:endParaRPr lang="en-US"/>
          </a:p>
        </p:txBody>
      </p:sp>
      <p:sp>
        <p:nvSpPr>
          <p:cNvPr id="2" name="Text Placeholder 1">
            <a:extLst>
              <a:ext uri="{FF2B5EF4-FFF2-40B4-BE49-F238E27FC236}">
                <a16:creationId xmlns:a16="http://schemas.microsoft.com/office/drawing/2014/main" id="{E09B5595-CD11-4BB7-E8D8-0D33E7E7619C}"/>
              </a:ext>
            </a:extLst>
          </p:cNvPr>
          <p:cNvSpPr>
            <a:spLocks noGrp="1"/>
          </p:cNvSpPr>
          <p:nvPr>
            <p:ph type="body" sz="quarter" idx="12"/>
          </p:nvPr>
        </p:nvSpPr>
        <p:spPr>
          <a:xfrm>
            <a:off x="597999" y="1303223"/>
            <a:ext cx="11018520" cy="276999"/>
          </a:xfrm>
        </p:spPr>
        <p:txBody>
          <a:bodyPr/>
          <a:lstStyle/>
          <a:p>
            <a:r>
              <a:rPr lang="en-US">
                <a:latin typeface="Aptos" pitchFamily="34" charset="0"/>
                <a:ea typeface="Aptos" pitchFamily="34" charset="-122"/>
                <a:cs typeface="Aptos" pitchFamily="34" charset="-120"/>
              </a:rPr>
              <a:t>Executive and Business alignment</a:t>
            </a:r>
            <a:endParaRPr lang="en-AE"/>
          </a:p>
        </p:txBody>
      </p:sp>
      <p:sp>
        <p:nvSpPr>
          <p:cNvPr id="3" name="Footer Placeholder 2">
            <a:extLst>
              <a:ext uri="{FF2B5EF4-FFF2-40B4-BE49-F238E27FC236}">
                <a16:creationId xmlns:a16="http://schemas.microsoft.com/office/drawing/2014/main" id="{F7D715DB-C799-E5D7-8827-AC31C116DC1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DDE4C7D-D64B-D5B5-1CEE-60A0C147E78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18031EFB-01D8-4694-6A99-8EA8A637D6F7}"/>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Define the business problem before selecting technology</a:t>
            </a:r>
            <a:endParaRPr lang="en-US" sz="1400"/>
          </a:p>
          <a:p>
            <a:pPr>
              <a:lnSpc>
                <a:spcPct val="200000"/>
              </a:lnSpc>
              <a:buSzPct val="100000"/>
            </a:pPr>
            <a:r>
              <a:rPr lang="en-US" sz="1400">
                <a:solidFill>
                  <a:srgbClr val="1F2937"/>
                </a:solidFill>
                <a:ea typeface="Aptos" pitchFamily="34" charset="-122"/>
                <a:cs typeface="Aptos" pitchFamily="34" charset="-120"/>
              </a:rPr>
              <a:t>☐ Agree measurable success metrics and business outcomes</a:t>
            </a:r>
            <a:endParaRPr lang="en-US" sz="1400"/>
          </a:p>
          <a:p>
            <a:pPr>
              <a:lnSpc>
                <a:spcPct val="200000"/>
              </a:lnSpc>
              <a:buSzPct val="100000"/>
            </a:pPr>
            <a:r>
              <a:rPr lang="en-US" sz="1400">
                <a:solidFill>
                  <a:srgbClr val="1F2937"/>
                </a:solidFill>
                <a:ea typeface="Aptos" pitchFamily="34" charset="-122"/>
                <a:cs typeface="Aptos" pitchFamily="34" charset="-120"/>
              </a:rPr>
              <a:t>☐ Document user experience and response time expectations</a:t>
            </a:r>
            <a:endParaRPr lang="en-US" sz="1400"/>
          </a:p>
          <a:p>
            <a:pPr>
              <a:lnSpc>
                <a:spcPct val="200000"/>
              </a:lnSpc>
              <a:buSzPct val="100000"/>
            </a:pPr>
            <a:r>
              <a:rPr lang="en-US" sz="1400">
                <a:solidFill>
                  <a:srgbClr val="1F2937"/>
                </a:solidFill>
                <a:ea typeface="Aptos" pitchFamily="34" charset="-122"/>
                <a:cs typeface="Aptos" pitchFamily="34" charset="-120"/>
              </a:rPr>
              <a:t>☐ Identify regulatory constraints early</a:t>
            </a:r>
            <a:endParaRPr lang="en-US" sz="1400"/>
          </a:p>
          <a:p>
            <a:pPr>
              <a:lnSpc>
                <a:spcPct val="200000"/>
              </a:lnSpc>
              <a:buSzPct val="100000"/>
            </a:pPr>
            <a:r>
              <a:rPr lang="en-US" sz="1400">
                <a:solidFill>
                  <a:srgbClr val="1F2937"/>
                </a:solidFill>
                <a:ea typeface="Aptos" pitchFamily="34" charset="-122"/>
                <a:cs typeface="Aptos" pitchFamily="34" charset="-120"/>
              </a:rPr>
              <a:t>☐ Review trade-offs across cost, security, reliability, and performance</a:t>
            </a:r>
            <a:endParaRPr lang="en-US" sz="1400"/>
          </a:p>
          <a:p>
            <a:pPr>
              <a:lnSpc>
                <a:spcPct val="200000"/>
              </a:lnSpc>
              <a:buSzPct val="100000"/>
            </a:pPr>
            <a:r>
              <a:rPr lang="en-US" sz="1400">
                <a:solidFill>
                  <a:srgbClr val="1F2937"/>
                </a:solidFill>
                <a:ea typeface="Aptos" pitchFamily="34" charset="-122"/>
                <a:cs typeface="Aptos" pitchFamily="34" charset="-120"/>
              </a:rPr>
              <a:t>☐ Confirm AI is justified for the use case and risk profile</a:t>
            </a:r>
            <a:endParaRPr lang="en-US" sz="1400"/>
          </a:p>
        </p:txBody>
      </p:sp>
      <p:sp>
        <p:nvSpPr>
          <p:cNvPr id="8" name="Shape 15">
            <a:extLst>
              <a:ext uri="{FF2B5EF4-FFF2-40B4-BE49-F238E27FC236}">
                <a16:creationId xmlns:a16="http://schemas.microsoft.com/office/drawing/2014/main" id="{26EEC168-A709-EC84-433E-B2A0C4A22D43}"/>
              </a:ext>
              <a:ext uri="{C183D7F6-B498-43B3-948B-1728B52AA6E4}">
                <adec:decorative xmlns:adec="http://schemas.microsoft.com/office/drawing/2017/decorative" val="1"/>
              </a:ext>
            </a:extLst>
          </p:cNvPr>
          <p:cNvSpPr/>
          <p:nvPr/>
        </p:nvSpPr>
        <p:spPr>
          <a:xfrm>
            <a:off x="575481" y="5648260"/>
            <a:ext cx="11243986"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CDB6C411-8CA4-A46D-B844-BDF2B85FA93B}"/>
              </a:ext>
            </a:extLst>
          </p:cNvPr>
          <p:cNvSpPr/>
          <p:nvPr/>
        </p:nvSpPr>
        <p:spPr>
          <a:xfrm>
            <a:off x="758360" y="5693980"/>
            <a:ext cx="10938911"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a:solidFill>
                  <a:schemeClr val="bg1"/>
                </a:solidFill>
              </a:rPr>
              <a:t>Technology choices race ahead of the business case, causing rework, misaligned outcomes, and regulatory surprises</a:t>
            </a:r>
          </a:p>
        </p:txBody>
      </p:sp>
    </p:spTree>
    <p:extLst>
      <p:ext uri="{BB962C8B-B14F-4D97-AF65-F5344CB8AC3E}">
        <p14:creationId xmlns:p14="http://schemas.microsoft.com/office/powerpoint/2010/main" val="37813167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B1F10-863A-593E-160F-1A695CDB86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C584558-9F9F-65EE-C5BA-FDB4BE396A3D}"/>
              </a:ext>
            </a:extLst>
          </p:cNvPr>
          <p:cNvSpPr>
            <a:spLocks noGrp="1"/>
          </p:cNvSpPr>
          <p:nvPr>
            <p:ph type="title"/>
          </p:nvPr>
        </p:nvSpPr>
        <p:spPr/>
        <p:txBody>
          <a:bodyPr/>
          <a:lstStyle/>
          <a:p>
            <a:r>
              <a:rPr lang="en-GB"/>
              <a:t>Roles and Responsibilities (RACI)</a:t>
            </a:r>
            <a:br>
              <a:rPr lang="en-GB"/>
            </a:br>
            <a:br>
              <a:rPr lang="en-US"/>
            </a:br>
            <a:endParaRPr lang="en-AE"/>
          </a:p>
        </p:txBody>
      </p:sp>
      <p:sp>
        <p:nvSpPr>
          <p:cNvPr id="7" name="Text Placeholder 6">
            <a:extLst>
              <a:ext uri="{FF2B5EF4-FFF2-40B4-BE49-F238E27FC236}">
                <a16:creationId xmlns:a16="http://schemas.microsoft.com/office/drawing/2014/main" id="{2BA39151-AAF2-E925-B08E-8E8734DB44B4}"/>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Operating accountability for AI workloads</a:t>
            </a:r>
            <a:endParaRPr lang="en-AE"/>
          </a:p>
        </p:txBody>
      </p:sp>
      <p:sp>
        <p:nvSpPr>
          <p:cNvPr id="3" name="Footer Placeholder 2">
            <a:extLst>
              <a:ext uri="{FF2B5EF4-FFF2-40B4-BE49-F238E27FC236}">
                <a16:creationId xmlns:a16="http://schemas.microsoft.com/office/drawing/2014/main" id="{ECBAAC66-5C0A-2C24-CB89-C086910ECB6E}"/>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FC112600-D09A-0F3A-8FED-535D17D1D7B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F8BCAC3D-C069-74AA-81ED-6F72A7B36E1F}"/>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Define workload personas for the AI workload</a:t>
            </a:r>
            <a:endParaRPr lang="en-US" sz="1400"/>
          </a:p>
          <a:p>
            <a:pPr>
              <a:lnSpc>
                <a:spcPct val="200000"/>
              </a:lnSpc>
              <a:buSzPct val="100000"/>
            </a:pPr>
            <a:r>
              <a:rPr lang="en-US" sz="1400">
                <a:solidFill>
                  <a:srgbClr val="1F2937"/>
                </a:solidFill>
                <a:ea typeface="Aptos" pitchFamily="34" charset="-122"/>
                <a:cs typeface="Aptos" pitchFamily="34" charset="-120"/>
              </a:rPr>
              <a:t>☐ Allocate responsibilities by persona and lifecycle stage</a:t>
            </a:r>
            <a:endParaRPr lang="en-US" sz="1400"/>
          </a:p>
          <a:p>
            <a:pPr>
              <a:lnSpc>
                <a:spcPct val="200000"/>
              </a:lnSpc>
              <a:buSzPct val="100000"/>
            </a:pPr>
            <a:r>
              <a:rPr lang="en-US" sz="1400">
                <a:solidFill>
                  <a:srgbClr val="1F2937"/>
                </a:solidFill>
                <a:ea typeface="Aptos" pitchFamily="34" charset="-122"/>
                <a:cs typeface="Aptos" pitchFamily="34" charset="-120"/>
              </a:rPr>
              <a:t>☐ Ground security and governance controls in persona needs</a:t>
            </a:r>
            <a:endParaRPr lang="en-US" sz="1400"/>
          </a:p>
          <a:p>
            <a:pPr>
              <a:lnSpc>
                <a:spcPct val="200000"/>
              </a:lnSpc>
              <a:buSzPct val="100000"/>
            </a:pPr>
            <a:r>
              <a:rPr lang="en-US" sz="1400">
                <a:solidFill>
                  <a:srgbClr val="1F2937"/>
                </a:solidFill>
                <a:ea typeface="Aptos" pitchFamily="34" charset="-122"/>
                <a:cs typeface="Aptos" pitchFamily="34" charset="-120"/>
              </a:rPr>
              <a:t>☐ Define incident and emergency responsibilities</a:t>
            </a:r>
            <a:endParaRPr lang="en-US" sz="1400"/>
          </a:p>
          <a:p>
            <a:pPr>
              <a:lnSpc>
                <a:spcPct val="200000"/>
              </a:lnSpc>
              <a:buSzPct val="100000"/>
            </a:pPr>
            <a:r>
              <a:rPr lang="en-US" sz="1400">
                <a:solidFill>
                  <a:srgbClr val="1F2937"/>
                </a:solidFill>
                <a:ea typeface="Aptos" pitchFamily="34" charset="-122"/>
                <a:cs typeface="Aptos" pitchFamily="34" charset="-120"/>
              </a:rPr>
              <a:t>☐ Clarify research, policy, and engineering accountability</a:t>
            </a:r>
            <a:endParaRPr lang="en-US" sz="1400"/>
          </a:p>
          <a:p>
            <a:pPr>
              <a:lnSpc>
                <a:spcPct val="200000"/>
              </a:lnSpc>
              <a:buSzPct val="100000"/>
            </a:pPr>
            <a:r>
              <a:rPr lang="en-US" sz="1400">
                <a:solidFill>
                  <a:srgbClr val="1F2937"/>
                </a:solidFill>
                <a:ea typeface="Aptos" pitchFamily="34" charset="-122"/>
                <a:cs typeface="Aptos" pitchFamily="34" charset="-120"/>
              </a:rPr>
              <a:t>☐ Document exceptions, deviations, and residual risks</a:t>
            </a:r>
            <a:endParaRPr lang="en-US" sz="1400"/>
          </a:p>
        </p:txBody>
      </p:sp>
      <p:sp>
        <p:nvSpPr>
          <p:cNvPr id="8" name="Shape 15">
            <a:extLst>
              <a:ext uri="{FF2B5EF4-FFF2-40B4-BE49-F238E27FC236}">
                <a16:creationId xmlns:a16="http://schemas.microsoft.com/office/drawing/2014/main" id="{6CA0E9A5-C30C-1BBE-8AD8-9724E7FEE11E}"/>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sz="1400"/>
          </a:p>
        </p:txBody>
      </p:sp>
      <p:sp>
        <p:nvSpPr>
          <p:cNvPr id="9" name="Text 16">
            <a:extLst>
              <a:ext uri="{FF2B5EF4-FFF2-40B4-BE49-F238E27FC236}">
                <a16:creationId xmlns:a16="http://schemas.microsoft.com/office/drawing/2014/main" id="{CF682DD4-C156-6E73-7A0D-68DA3CF330E3}"/>
              </a:ext>
            </a:extLst>
          </p:cNvPr>
          <p:cNvSpPr/>
          <p:nvPr/>
        </p:nvSpPr>
        <p:spPr>
          <a:xfrm>
            <a:off x="758361" y="5693980"/>
            <a:ext cx="10835640"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b="1">
                <a:solidFill>
                  <a:schemeClr val="bg1"/>
                </a:solidFill>
              </a:rPr>
              <a:t>:  </a:t>
            </a:r>
            <a:r>
              <a:rPr lang="en-US" sz="1400">
                <a:solidFill>
                  <a:schemeClr val="bg1"/>
                </a:solidFill>
              </a:rPr>
              <a:t>Incidents escalate slowly, deviations go undocumented, and controls are orphaned.</a:t>
            </a:r>
          </a:p>
        </p:txBody>
      </p:sp>
    </p:spTree>
    <p:extLst>
      <p:ext uri="{BB962C8B-B14F-4D97-AF65-F5344CB8AC3E}">
        <p14:creationId xmlns:p14="http://schemas.microsoft.com/office/powerpoint/2010/main" val="421263028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B25C7-9A91-75AC-151A-546C4D4C0B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73B8AE-7345-90E9-FA8C-7C6357664C30}"/>
              </a:ext>
            </a:extLst>
          </p:cNvPr>
          <p:cNvSpPr>
            <a:spLocks noGrp="1"/>
          </p:cNvSpPr>
          <p:nvPr>
            <p:ph type="title"/>
          </p:nvPr>
        </p:nvSpPr>
        <p:spPr/>
        <p:txBody>
          <a:bodyPr/>
          <a:lstStyle/>
          <a:p>
            <a:r>
              <a:rPr lang="en-GB"/>
              <a:t>Architecture and Design Decisions</a:t>
            </a:r>
            <a:br>
              <a:rPr lang="en-GB"/>
            </a:br>
            <a:br>
              <a:rPr lang="en-US"/>
            </a:br>
            <a:endParaRPr lang="en-AE"/>
          </a:p>
        </p:txBody>
      </p:sp>
      <p:sp>
        <p:nvSpPr>
          <p:cNvPr id="2" name="Text Placeholder 1">
            <a:extLst>
              <a:ext uri="{FF2B5EF4-FFF2-40B4-BE49-F238E27FC236}">
                <a16:creationId xmlns:a16="http://schemas.microsoft.com/office/drawing/2014/main" id="{C52A665C-C40E-A53C-CB4B-44E76DE0C305}"/>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Structure the workload for control and change</a:t>
            </a:r>
            <a:endParaRPr lang="en-AE"/>
          </a:p>
        </p:txBody>
      </p:sp>
      <p:sp>
        <p:nvSpPr>
          <p:cNvPr id="3" name="Footer Placeholder 2">
            <a:extLst>
              <a:ext uri="{FF2B5EF4-FFF2-40B4-BE49-F238E27FC236}">
                <a16:creationId xmlns:a16="http://schemas.microsoft.com/office/drawing/2014/main" id="{93E94939-39B6-CF64-DC5C-E996DA8E6CB9}"/>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B341BDD9-2F68-854E-CA87-9201863A485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62C245C1-18C6-2809-FFC1-9CB90424AEA5}"/>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Use clear layers for client, intelligence, inferencing, knowledge, and tools</a:t>
            </a:r>
            <a:endParaRPr lang="en-US" sz="1400"/>
          </a:p>
          <a:p>
            <a:pPr>
              <a:lnSpc>
                <a:spcPct val="200000"/>
              </a:lnSpc>
              <a:buSzPct val="100000"/>
            </a:pPr>
            <a:r>
              <a:rPr lang="en-US" sz="1400">
                <a:solidFill>
                  <a:srgbClr val="1F2937"/>
                </a:solidFill>
                <a:ea typeface="Aptos" pitchFamily="34" charset="-122"/>
                <a:cs typeface="Aptos" pitchFamily="34" charset="-120"/>
              </a:rPr>
              <a:t>☐ Keep intelligence logic away from the client</a:t>
            </a:r>
            <a:endParaRPr lang="en-US" sz="1400"/>
          </a:p>
          <a:p>
            <a:pPr>
              <a:lnSpc>
                <a:spcPct val="200000"/>
              </a:lnSpc>
              <a:buSzPct val="100000"/>
            </a:pPr>
            <a:r>
              <a:rPr lang="en-US" sz="1400">
                <a:solidFill>
                  <a:srgbClr val="1F2937"/>
                </a:solidFill>
                <a:ea typeface="Aptos" pitchFamily="34" charset="-122"/>
                <a:cs typeface="Aptos" pitchFamily="34" charset="-120"/>
              </a:rPr>
              <a:t>☐ Block direct access to data stores</a:t>
            </a:r>
            <a:endParaRPr lang="en-US" sz="1400"/>
          </a:p>
          <a:p>
            <a:pPr>
              <a:lnSpc>
                <a:spcPct val="200000"/>
              </a:lnSpc>
              <a:buSzPct val="100000"/>
            </a:pPr>
            <a:r>
              <a:rPr lang="en-US" sz="1400">
                <a:solidFill>
                  <a:srgbClr val="1F2937"/>
                </a:solidFill>
                <a:ea typeface="Aptos" pitchFamily="34" charset="-122"/>
                <a:cs typeface="Aptos" pitchFamily="34" charset="-120"/>
              </a:rPr>
              <a:t>☐ Containerize microservices, models, and data pipelines where needed</a:t>
            </a:r>
            <a:endParaRPr lang="en-US" sz="1400"/>
          </a:p>
          <a:p>
            <a:pPr>
              <a:lnSpc>
                <a:spcPct val="200000"/>
              </a:lnSpc>
              <a:buSzPct val="100000"/>
            </a:pPr>
            <a:r>
              <a:rPr lang="en-US" sz="1400">
                <a:solidFill>
                  <a:srgbClr val="1F2937"/>
                </a:solidFill>
                <a:ea typeface="Aptos" pitchFamily="34" charset="-122"/>
                <a:cs typeface="Aptos" pitchFamily="34" charset="-120"/>
              </a:rPr>
              <a:t>☐ Externalize prompts and configuration</a:t>
            </a:r>
            <a:endParaRPr lang="en-US" sz="1400"/>
          </a:p>
          <a:p>
            <a:pPr>
              <a:lnSpc>
                <a:spcPct val="200000"/>
              </a:lnSpc>
              <a:buSzPct val="100000"/>
            </a:pPr>
            <a:r>
              <a:rPr lang="en-US" sz="1400">
                <a:solidFill>
                  <a:srgbClr val="1F2937"/>
                </a:solidFill>
                <a:ea typeface="Aptos" pitchFamily="34" charset="-122"/>
                <a:cs typeface="Aptos" pitchFamily="34" charset="-120"/>
              </a:rPr>
              <a:t>☐ Use model and tool abstraction to support future change</a:t>
            </a:r>
            <a:endParaRPr lang="en-US" sz="1400"/>
          </a:p>
          <a:p>
            <a:pPr>
              <a:lnSpc>
                <a:spcPct val="200000"/>
              </a:lnSpc>
              <a:buSzPct val="100000"/>
            </a:pPr>
            <a:r>
              <a:rPr lang="en-US" sz="1400">
                <a:solidFill>
                  <a:srgbClr val="1F2937"/>
                </a:solidFill>
                <a:ea typeface="Aptos" pitchFamily="34" charset="-122"/>
                <a:cs typeface="Aptos" pitchFamily="34" charset="-120"/>
              </a:rPr>
              <a:t>☐ Choose patterns such as microservices, event-driven design, </a:t>
            </a:r>
            <a:r>
              <a:rPr lang="en-US" sz="1400" err="1">
                <a:solidFill>
                  <a:srgbClr val="1F2937"/>
                </a:solidFill>
                <a:ea typeface="Aptos" pitchFamily="34" charset="-122"/>
                <a:cs typeface="Aptos" pitchFamily="34" charset="-120"/>
              </a:rPr>
              <a:t>ensembling</a:t>
            </a:r>
            <a:r>
              <a:rPr lang="en-US" sz="1400">
                <a:solidFill>
                  <a:srgbClr val="1F2937"/>
                </a:solidFill>
                <a:ea typeface="Aptos" pitchFamily="34" charset="-122"/>
                <a:cs typeface="Aptos" pitchFamily="34" charset="-120"/>
              </a:rPr>
              <a:t>, or RAG deliberately</a:t>
            </a:r>
            <a:endParaRPr lang="en-US" sz="1400"/>
          </a:p>
        </p:txBody>
      </p:sp>
      <p:sp>
        <p:nvSpPr>
          <p:cNvPr id="8" name="Shape 15">
            <a:extLst>
              <a:ext uri="{FF2B5EF4-FFF2-40B4-BE49-F238E27FC236}">
                <a16:creationId xmlns:a16="http://schemas.microsoft.com/office/drawing/2014/main" id="{46E6C66D-C687-86FB-F600-1C7ABE567B4B}"/>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sz="1400"/>
          </a:p>
        </p:txBody>
      </p:sp>
      <p:sp>
        <p:nvSpPr>
          <p:cNvPr id="9" name="Text 16">
            <a:extLst>
              <a:ext uri="{FF2B5EF4-FFF2-40B4-BE49-F238E27FC236}">
                <a16:creationId xmlns:a16="http://schemas.microsoft.com/office/drawing/2014/main" id="{A7A2F1A0-8642-BB51-86E2-5ABAC9228009}"/>
              </a:ext>
            </a:extLst>
          </p:cNvPr>
          <p:cNvSpPr/>
          <p:nvPr/>
        </p:nvSpPr>
        <p:spPr>
          <a:xfrm>
            <a:off x="758361" y="5693980"/>
            <a:ext cx="10835640" cy="777240"/>
          </a:xfrm>
          <a:prstGeom prst="rect">
            <a:avLst/>
          </a:prstGeom>
          <a:solidFill>
            <a:schemeClr val="accent2"/>
          </a:solid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b="1">
                <a:solidFill>
                  <a:schemeClr val="bg1"/>
                </a:solidFill>
              </a:rPr>
              <a:t>: </a:t>
            </a:r>
            <a:r>
              <a:rPr lang="en-US" sz="1400">
                <a:solidFill>
                  <a:schemeClr val="bg1"/>
                </a:solidFill>
              </a:rPr>
              <a:t>Tight coupling locks the workload to today's model and provider, making every future change a breaking change</a:t>
            </a:r>
          </a:p>
        </p:txBody>
      </p:sp>
    </p:spTree>
    <p:extLst>
      <p:ext uri="{BB962C8B-B14F-4D97-AF65-F5344CB8AC3E}">
        <p14:creationId xmlns:p14="http://schemas.microsoft.com/office/powerpoint/2010/main" val="305310197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61CFF-E5A2-C51F-84F1-DF97DBC37AD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167B1BF-CCDB-1254-4E7A-6758F54B0C06}"/>
              </a:ext>
            </a:extLst>
          </p:cNvPr>
          <p:cNvSpPr>
            <a:spLocks noGrp="1"/>
          </p:cNvSpPr>
          <p:nvPr>
            <p:ph type="title"/>
          </p:nvPr>
        </p:nvSpPr>
        <p:spPr/>
        <p:txBody>
          <a:bodyPr/>
          <a:lstStyle/>
          <a:p>
            <a:r>
              <a:rPr lang="en-GB"/>
              <a:t>Responsible AI</a:t>
            </a:r>
            <a:br>
              <a:rPr lang="en-GB"/>
            </a:br>
            <a:br>
              <a:rPr lang="en-US"/>
            </a:br>
            <a:br>
              <a:rPr lang="en-US"/>
            </a:br>
            <a:endParaRPr lang="en-AE"/>
          </a:p>
        </p:txBody>
      </p:sp>
      <p:sp>
        <p:nvSpPr>
          <p:cNvPr id="10" name="Text Placeholder 9">
            <a:extLst>
              <a:ext uri="{FF2B5EF4-FFF2-40B4-BE49-F238E27FC236}">
                <a16:creationId xmlns:a16="http://schemas.microsoft.com/office/drawing/2014/main" id="{7DA127AB-0576-F855-AD09-321107430B38}"/>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Ethics, safety, transparency, and human outcomes</a:t>
            </a:r>
            <a:endParaRPr lang="en-AE"/>
          </a:p>
        </p:txBody>
      </p:sp>
      <p:sp>
        <p:nvSpPr>
          <p:cNvPr id="3" name="Footer Placeholder 2">
            <a:extLst>
              <a:ext uri="{FF2B5EF4-FFF2-40B4-BE49-F238E27FC236}">
                <a16:creationId xmlns:a16="http://schemas.microsoft.com/office/drawing/2014/main" id="{D0D394A2-03B1-2C57-6CD5-FABD2DC15E4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BFB64F8-688D-AF30-0984-51257B13ECE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C9F3B8E4-4F9D-852C-5947-BD1C70AED477}"/>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Document Responsible AI policies for transparency, consent, and data use</a:t>
            </a:r>
            <a:endParaRPr lang="en-US" sz="1400"/>
          </a:p>
          <a:p>
            <a:pPr>
              <a:lnSpc>
                <a:spcPct val="200000"/>
              </a:lnSpc>
              <a:buSzPct val="100000"/>
            </a:pPr>
            <a:r>
              <a:rPr lang="en-US" sz="1400">
                <a:solidFill>
                  <a:srgbClr val="1F2937"/>
                </a:solidFill>
                <a:ea typeface="Aptos" pitchFamily="34" charset="-122"/>
                <a:cs typeface="Aptos" pitchFamily="34" charset="-120"/>
              </a:rPr>
              <a:t>☐ Use formal governance approval and sign-off for AI workload designs</a:t>
            </a:r>
            <a:endParaRPr lang="en-US" sz="1400"/>
          </a:p>
          <a:p>
            <a:pPr>
              <a:lnSpc>
                <a:spcPct val="200000"/>
              </a:lnSpc>
              <a:buSzPct val="100000"/>
            </a:pPr>
            <a:r>
              <a:rPr lang="en-US" sz="1400">
                <a:solidFill>
                  <a:srgbClr val="1F2937"/>
                </a:solidFill>
                <a:ea typeface="Aptos" pitchFamily="34" charset="-122"/>
                <a:cs typeface="Aptos" pitchFamily="34" charset="-120"/>
              </a:rPr>
              <a:t>☐ Provide appropriate transparency into how responses are produced</a:t>
            </a:r>
            <a:endParaRPr lang="en-US" sz="1400"/>
          </a:p>
          <a:p>
            <a:pPr>
              <a:lnSpc>
                <a:spcPct val="200000"/>
              </a:lnSpc>
              <a:buSzPct val="100000"/>
            </a:pPr>
            <a:r>
              <a:rPr lang="en-US" sz="1400">
                <a:solidFill>
                  <a:srgbClr val="1F2937"/>
                </a:solidFill>
                <a:ea typeface="Aptos" pitchFamily="34" charset="-122"/>
                <a:cs typeface="Aptos" pitchFamily="34" charset="-120"/>
              </a:rPr>
              <a:t>☐ Collect user feedback and allow challenge or contest mechanisms where relevant</a:t>
            </a:r>
            <a:endParaRPr lang="en-US" sz="1400"/>
          </a:p>
          <a:p>
            <a:pPr>
              <a:lnSpc>
                <a:spcPct val="200000"/>
              </a:lnSpc>
              <a:buSzPct val="100000"/>
            </a:pPr>
            <a:r>
              <a:rPr lang="en-US" sz="1400">
                <a:solidFill>
                  <a:srgbClr val="1F2937"/>
                </a:solidFill>
                <a:ea typeface="Aptos" pitchFamily="34" charset="-122"/>
                <a:cs typeface="Aptos" pitchFamily="34" charset="-120"/>
              </a:rPr>
              <a:t>☐ Moderate content in real time for both input and output</a:t>
            </a:r>
            <a:endParaRPr lang="en-US" sz="1400"/>
          </a:p>
          <a:p>
            <a:pPr>
              <a:lnSpc>
                <a:spcPct val="200000"/>
              </a:lnSpc>
              <a:buSzPct val="100000"/>
            </a:pPr>
            <a:r>
              <a:rPr lang="en-US" sz="1400">
                <a:solidFill>
                  <a:srgbClr val="1F2937"/>
                </a:solidFill>
                <a:ea typeface="Aptos" pitchFamily="34" charset="-122"/>
                <a:cs typeface="Aptos" pitchFamily="34" charset="-120"/>
              </a:rPr>
              <a:t>☐ Detect and mitigate prompt injection and jailbreak attempts</a:t>
            </a:r>
            <a:endParaRPr lang="en-US" sz="1400"/>
          </a:p>
          <a:p>
            <a:pPr>
              <a:lnSpc>
                <a:spcPct val="200000"/>
              </a:lnSpc>
              <a:buSzPct val="100000"/>
            </a:pPr>
            <a:r>
              <a:rPr lang="en-US" sz="1400">
                <a:solidFill>
                  <a:srgbClr val="1F2937"/>
                </a:solidFill>
                <a:ea typeface="Aptos" pitchFamily="34" charset="-122"/>
                <a:cs typeface="Aptos" pitchFamily="34" charset="-120"/>
              </a:rPr>
              <a:t>☐ Capture explainability and audit evidence across data, model, and decision flows</a:t>
            </a:r>
            <a:endParaRPr lang="en-US" sz="1400"/>
          </a:p>
          <a:p>
            <a:pPr>
              <a:lnSpc>
                <a:spcPct val="200000"/>
              </a:lnSpc>
              <a:buSzPct val="100000"/>
            </a:pPr>
            <a:r>
              <a:rPr lang="en-US" sz="1400">
                <a:solidFill>
                  <a:srgbClr val="1F2937"/>
                </a:solidFill>
                <a:ea typeface="Aptos" pitchFamily="34" charset="-122"/>
                <a:cs typeface="Aptos" pitchFamily="34" charset="-120"/>
              </a:rPr>
              <a:t>☐ Apply enhanced safeguards for autonomous agents and AI-generated media</a:t>
            </a:r>
            <a:endParaRPr lang="en-US" sz="1400"/>
          </a:p>
        </p:txBody>
      </p:sp>
      <p:sp>
        <p:nvSpPr>
          <p:cNvPr id="8" name="Shape 15">
            <a:extLst>
              <a:ext uri="{FF2B5EF4-FFF2-40B4-BE49-F238E27FC236}">
                <a16:creationId xmlns:a16="http://schemas.microsoft.com/office/drawing/2014/main" id="{19D22256-4CA7-DA98-DCED-5B2641F20EAA}"/>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35933F06-B241-6BA2-E746-C0B190865AB6}"/>
              </a:ext>
            </a:extLst>
          </p:cNvPr>
          <p:cNvSpPr/>
          <p:nvPr/>
        </p:nvSpPr>
        <p:spPr>
          <a:xfrm>
            <a:off x="758361" y="5693980"/>
            <a:ext cx="10835640"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Harmful, fabricated, or non-consented outputs reach users, creating ethical, legal, brand, and trust exposure</a:t>
            </a:r>
          </a:p>
        </p:txBody>
      </p:sp>
    </p:spTree>
    <p:extLst>
      <p:ext uri="{BB962C8B-B14F-4D97-AF65-F5344CB8AC3E}">
        <p14:creationId xmlns:p14="http://schemas.microsoft.com/office/powerpoint/2010/main" val="387920371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70BF5-DBD0-3696-7AEC-259584B1E1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96EEEC-B137-B5E4-0050-560E498665ED}"/>
              </a:ext>
            </a:extLst>
          </p:cNvPr>
          <p:cNvSpPr>
            <a:spLocks noGrp="1"/>
          </p:cNvSpPr>
          <p:nvPr>
            <p:ph type="title"/>
          </p:nvPr>
        </p:nvSpPr>
        <p:spPr/>
        <p:txBody>
          <a:bodyPr/>
          <a:lstStyle/>
          <a:p>
            <a:r>
              <a:rPr lang="en-GB"/>
              <a:t>Security and Access Control</a:t>
            </a:r>
            <a:br>
              <a:rPr lang="en-GB"/>
            </a:br>
            <a:br>
              <a:rPr lang="en-US"/>
            </a:br>
            <a:br>
              <a:rPr lang="en-US"/>
            </a:br>
            <a:br>
              <a:rPr lang="en-US"/>
            </a:br>
            <a:endParaRPr lang="en-AE"/>
          </a:p>
        </p:txBody>
      </p:sp>
      <p:sp>
        <p:nvSpPr>
          <p:cNvPr id="2" name="Text Placeholder 1">
            <a:extLst>
              <a:ext uri="{FF2B5EF4-FFF2-40B4-BE49-F238E27FC236}">
                <a16:creationId xmlns:a16="http://schemas.microsoft.com/office/drawing/2014/main" id="{9B181A28-141C-2E4E-8AC5-13FC54311E0A}"/>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Zero Trust for agents and AI components</a:t>
            </a:r>
            <a:endParaRPr lang="en-AE"/>
          </a:p>
        </p:txBody>
      </p:sp>
      <p:sp>
        <p:nvSpPr>
          <p:cNvPr id="3" name="Footer Placeholder 2">
            <a:extLst>
              <a:ext uri="{FF2B5EF4-FFF2-40B4-BE49-F238E27FC236}">
                <a16:creationId xmlns:a16="http://schemas.microsoft.com/office/drawing/2014/main" id="{2137CB41-CACF-3F82-0732-3D5B6B4DFA3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F5280FA-EE29-2AB5-1B2A-2A71262E8A9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3B78F1C4-CF7F-C577-1499-223CA43B5F2F}"/>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Authenticate all inferencing endpoints and system-to-system calls</a:t>
            </a:r>
            <a:endParaRPr lang="en-US" sz="1400"/>
          </a:p>
          <a:p>
            <a:pPr>
              <a:lnSpc>
                <a:spcPct val="200000"/>
              </a:lnSpc>
              <a:buSzPct val="100000"/>
            </a:pPr>
            <a:r>
              <a:rPr lang="en-US" sz="1400">
                <a:solidFill>
                  <a:srgbClr val="1F2937"/>
                </a:solidFill>
                <a:ea typeface="Aptos" pitchFamily="34" charset="-122"/>
                <a:cs typeface="Aptos" pitchFamily="34" charset="-120"/>
              </a:rPr>
              <a:t>☐ Apply RBAC and or ABAC across control and data planes</a:t>
            </a:r>
            <a:endParaRPr lang="en-US" sz="1400"/>
          </a:p>
          <a:p>
            <a:pPr>
              <a:lnSpc>
                <a:spcPct val="200000"/>
              </a:lnSpc>
              <a:buSzPct val="100000"/>
            </a:pPr>
            <a:r>
              <a:rPr lang="en-US" sz="1400">
                <a:solidFill>
                  <a:srgbClr val="1F2937"/>
                </a:solidFill>
                <a:ea typeface="Aptos" pitchFamily="34" charset="-122"/>
                <a:cs typeface="Aptos" pitchFamily="34" charset="-120"/>
              </a:rPr>
              <a:t>☐ Encrypt data at rest, in transit, and where needed in use</a:t>
            </a:r>
            <a:endParaRPr lang="en-US" sz="1400"/>
          </a:p>
          <a:p>
            <a:pPr>
              <a:lnSpc>
                <a:spcPct val="200000"/>
              </a:lnSpc>
              <a:buSzPct val="100000"/>
            </a:pPr>
            <a:r>
              <a:rPr lang="en-US" sz="1400">
                <a:solidFill>
                  <a:srgbClr val="1F2937"/>
                </a:solidFill>
                <a:ea typeface="Aptos" pitchFamily="34" charset="-122"/>
                <a:cs typeface="Aptos" pitchFamily="34" charset="-120"/>
              </a:rPr>
              <a:t>☐ Propagate user identity into knowledge and retrieval calls</a:t>
            </a:r>
            <a:endParaRPr lang="en-US" sz="1400"/>
          </a:p>
          <a:p>
            <a:pPr>
              <a:lnSpc>
                <a:spcPct val="200000"/>
              </a:lnSpc>
              <a:buSzPct val="100000"/>
            </a:pPr>
            <a:r>
              <a:rPr lang="en-US" sz="1400">
                <a:solidFill>
                  <a:srgbClr val="1F2937"/>
                </a:solidFill>
                <a:ea typeface="Aptos" pitchFamily="34" charset="-122"/>
                <a:cs typeface="Aptos" pitchFamily="34" charset="-120"/>
              </a:rPr>
              <a:t>☐ Use private networking and segmentation where required</a:t>
            </a:r>
            <a:endParaRPr lang="en-US" sz="1400"/>
          </a:p>
          <a:p>
            <a:pPr>
              <a:lnSpc>
                <a:spcPct val="200000"/>
              </a:lnSpc>
              <a:buSzPct val="100000"/>
            </a:pPr>
            <a:r>
              <a:rPr lang="en-US" sz="1400">
                <a:solidFill>
                  <a:srgbClr val="1F2937"/>
                </a:solidFill>
                <a:ea typeface="Aptos" pitchFamily="34" charset="-122"/>
                <a:cs typeface="Aptos" pitchFamily="34" charset="-120"/>
              </a:rPr>
              <a:t>☐ Reduce attack surface with constrained APIs and strict access design</a:t>
            </a:r>
            <a:endParaRPr lang="en-US" sz="1400"/>
          </a:p>
          <a:p>
            <a:pPr>
              <a:lnSpc>
                <a:spcPct val="200000"/>
              </a:lnSpc>
              <a:buSzPct val="100000"/>
            </a:pPr>
            <a:r>
              <a:rPr lang="en-US" sz="1400">
                <a:solidFill>
                  <a:srgbClr val="1F2937"/>
                </a:solidFill>
                <a:ea typeface="Aptos" pitchFamily="34" charset="-122"/>
                <a:cs typeface="Aptos" pitchFamily="34" charset="-120"/>
              </a:rPr>
              <a:t>☐ Secure tool usage and monitor agent actions</a:t>
            </a:r>
            <a:endParaRPr lang="en-US" sz="1400"/>
          </a:p>
          <a:p>
            <a:pPr>
              <a:lnSpc>
                <a:spcPct val="200000"/>
              </a:lnSpc>
              <a:buSzPct val="100000"/>
            </a:pPr>
            <a:r>
              <a:rPr lang="en-US" sz="1400">
                <a:solidFill>
                  <a:srgbClr val="1F2937"/>
                </a:solidFill>
                <a:ea typeface="Aptos" pitchFamily="34" charset="-122"/>
                <a:cs typeface="Aptos" pitchFamily="34" charset="-120"/>
              </a:rPr>
              <a:t>☐ Audit denials, sensitive access, and anomalous behavior</a:t>
            </a:r>
            <a:endParaRPr lang="en-US" sz="1400"/>
          </a:p>
        </p:txBody>
      </p:sp>
      <p:sp>
        <p:nvSpPr>
          <p:cNvPr id="8" name="Shape 15">
            <a:extLst>
              <a:ext uri="{FF2B5EF4-FFF2-40B4-BE49-F238E27FC236}">
                <a16:creationId xmlns:a16="http://schemas.microsoft.com/office/drawing/2014/main" id="{E44B7C11-1245-E1B8-F097-171306C6E137}"/>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9168C5D1-66BB-7808-A007-D8A3AD5BE5DF}"/>
              </a:ext>
            </a:extLst>
          </p:cNvPr>
          <p:cNvSpPr/>
          <p:nvPr/>
        </p:nvSpPr>
        <p:spPr>
          <a:xfrm>
            <a:off x="758361" y="5693980"/>
            <a:ext cx="10835640"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Unauthenticated endpoints and over-privileged agents expose data, tools, and identities to misuse and exfiltration.</a:t>
            </a:r>
          </a:p>
        </p:txBody>
      </p:sp>
    </p:spTree>
    <p:extLst>
      <p:ext uri="{BB962C8B-B14F-4D97-AF65-F5344CB8AC3E}">
        <p14:creationId xmlns:p14="http://schemas.microsoft.com/office/powerpoint/2010/main" val="7233949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83A54-D956-3E42-F7AB-3E01F29AD2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656087-D26E-FB60-A769-FB7ED4AACC8C}"/>
              </a:ext>
            </a:extLst>
          </p:cNvPr>
          <p:cNvSpPr>
            <a:spLocks noGrp="1"/>
          </p:cNvSpPr>
          <p:nvPr>
            <p:ph type="title"/>
          </p:nvPr>
        </p:nvSpPr>
        <p:spPr/>
        <p:txBody>
          <a:bodyPr/>
          <a:lstStyle/>
          <a:p>
            <a:r>
              <a:rPr lang="en-GB"/>
              <a:t>Compliance and Regulatory</a:t>
            </a:r>
            <a:br>
              <a:rPr lang="en-GB"/>
            </a:br>
            <a:br>
              <a:rPr lang="en-US"/>
            </a:br>
            <a:br>
              <a:rPr lang="en-US"/>
            </a:br>
            <a:br>
              <a:rPr lang="en-US"/>
            </a:br>
            <a:br>
              <a:rPr lang="en-US"/>
            </a:br>
            <a:endParaRPr lang="en-AE"/>
          </a:p>
        </p:txBody>
      </p:sp>
      <p:sp>
        <p:nvSpPr>
          <p:cNvPr id="2" name="Text Placeholder 1">
            <a:extLst>
              <a:ext uri="{FF2B5EF4-FFF2-40B4-BE49-F238E27FC236}">
                <a16:creationId xmlns:a16="http://schemas.microsoft.com/office/drawing/2014/main" id="{C44B26F5-B9EC-D3E7-20AB-99E4157146B2}"/>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Privacy, residency, and legal defensibility</a:t>
            </a:r>
            <a:endParaRPr lang="en-AE"/>
          </a:p>
        </p:txBody>
      </p:sp>
      <p:sp>
        <p:nvSpPr>
          <p:cNvPr id="3" name="Footer Placeholder 2">
            <a:extLst>
              <a:ext uri="{FF2B5EF4-FFF2-40B4-BE49-F238E27FC236}">
                <a16:creationId xmlns:a16="http://schemas.microsoft.com/office/drawing/2014/main" id="{24B7E301-E7BF-790E-E3FA-73B5A068ABF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D567540C-5B0B-AC1F-B395-491F15B69A5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742447DF-42CD-602A-0FCF-2707DE385895}"/>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Identify residency and regulatory constraints before design is finalized</a:t>
            </a:r>
            <a:endParaRPr lang="en-US" sz="1400"/>
          </a:p>
          <a:p>
            <a:pPr>
              <a:lnSpc>
                <a:spcPct val="200000"/>
              </a:lnSpc>
              <a:buSzPct val="100000"/>
            </a:pPr>
            <a:r>
              <a:rPr lang="en-US" sz="1400">
                <a:solidFill>
                  <a:srgbClr val="1F2937"/>
                </a:solidFill>
                <a:ea typeface="Aptos" pitchFamily="34" charset="-122"/>
                <a:cs typeface="Aptos" pitchFamily="34" charset="-120"/>
              </a:rPr>
              <a:t>☐ Map right-to-be-forgotten and data removal needs into pipelines and indexes</a:t>
            </a:r>
            <a:endParaRPr lang="en-US" sz="1400"/>
          </a:p>
          <a:p>
            <a:pPr>
              <a:lnSpc>
                <a:spcPct val="200000"/>
              </a:lnSpc>
              <a:buSzPct val="100000"/>
            </a:pPr>
            <a:r>
              <a:rPr lang="en-US" sz="1400">
                <a:solidFill>
                  <a:srgbClr val="1F2937"/>
                </a:solidFill>
                <a:ea typeface="Aptos" pitchFamily="34" charset="-122"/>
                <a:cs typeface="Aptos" pitchFamily="34" charset="-120"/>
              </a:rPr>
              <a:t>☐ Maintain audit trails and traceability for governance review</a:t>
            </a:r>
            <a:endParaRPr lang="en-US" sz="1400"/>
          </a:p>
          <a:p>
            <a:pPr>
              <a:lnSpc>
                <a:spcPct val="200000"/>
              </a:lnSpc>
              <a:buSzPct val="100000"/>
            </a:pPr>
            <a:r>
              <a:rPr lang="en-US" sz="1400">
                <a:solidFill>
                  <a:srgbClr val="1F2937"/>
                </a:solidFill>
                <a:ea typeface="Aptos" pitchFamily="34" charset="-122"/>
                <a:cs typeface="Aptos" pitchFamily="34" charset="-120"/>
              </a:rPr>
              <a:t>☐ Test subject-rights and deletion workflows where applicable</a:t>
            </a:r>
            <a:endParaRPr lang="en-US" sz="1400"/>
          </a:p>
          <a:p>
            <a:pPr>
              <a:lnSpc>
                <a:spcPct val="200000"/>
              </a:lnSpc>
              <a:buSzPct val="100000"/>
            </a:pPr>
            <a:r>
              <a:rPr lang="en-US" sz="1400">
                <a:solidFill>
                  <a:srgbClr val="1F2937"/>
                </a:solidFill>
                <a:ea typeface="Aptos" pitchFamily="34" charset="-122"/>
                <a:cs typeface="Aptos" pitchFamily="34" charset="-120"/>
              </a:rPr>
              <a:t>☐ Use regional isolation or sovereign approaches when required</a:t>
            </a:r>
            <a:endParaRPr lang="en-US" sz="1400"/>
          </a:p>
          <a:p>
            <a:pPr>
              <a:lnSpc>
                <a:spcPct val="200000"/>
              </a:lnSpc>
              <a:buSzPct val="100000"/>
            </a:pPr>
            <a:r>
              <a:rPr lang="en-US" sz="1400">
                <a:solidFill>
                  <a:srgbClr val="1F2937"/>
                </a:solidFill>
                <a:ea typeface="Aptos" pitchFamily="34" charset="-122"/>
                <a:cs typeface="Aptos" pitchFamily="34" charset="-120"/>
              </a:rPr>
              <a:t>☐ Review changes in capability against legal and policy requirements</a:t>
            </a:r>
            <a:endParaRPr lang="en-US" sz="1400"/>
          </a:p>
        </p:txBody>
      </p:sp>
      <p:sp>
        <p:nvSpPr>
          <p:cNvPr id="8" name="Shape 15">
            <a:extLst>
              <a:ext uri="{FF2B5EF4-FFF2-40B4-BE49-F238E27FC236}">
                <a16:creationId xmlns:a16="http://schemas.microsoft.com/office/drawing/2014/main" id="{8526D6A2-F1EE-61E3-7BCD-1D93CF690078}"/>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E43205B0-1C1A-C20A-8218-F42353C8CFFA}"/>
              </a:ext>
            </a:extLst>
          </p:cNvPr>
          <p:cNvSpPr/>
          <p:nvPr/>
        </p:nvSpPr>
        <p:spPr>
          <a:xfrm>
            <a:off x="758361" y="5693980"/>
            <a:ext cx="10835640" cy="777240"/>
          </a:xfrm>
          <a:prstGeom prst="rect">
            <a:avLst/>
          </a:prstGeom>
          <a:solidFill>
            <a:schemeClr val="accent2"/>
          </a:solid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Residency, subject-rights, and deletion obligations are missed, triggering fines, legal action, and forced redesigns</a:t>
            </a:r>
          </a:p>
        </p:txBody>
      </p:sp>
    </p:spTree>
    <p:extLst>
      <p:ext uri="{BB962C8B-B14F-4D97-AF65-F5344CB8AC3E}">
        <p14:creationId xmlns:p14="http://schemas.microsoft.com/office/powerpoint/2010/main" val="36836855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4EDC0-E15A-705F-2F5E-7FFD18DDAE4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FE2AD4D-B32C-C8C6-904A-EA354BC026FE}"/>
              </a:ext>
            </a:extLst>
          </p:cNvPr>
          <p:cNvSpPr>
            <a:spLocks noGrp="1"/>
          </p:cNvSpPr>
          <p:nvPr>
            <p:ph type="title"/>
          </p:nvPr>
        </p:nvSpPr>
        <p:spPr/>
        <p:txBody>
          <a:bodyPr/>
          <a:lstStyle/>
          <a:p>
            <a:r>
              <a:rPr lang="en-GB"/>
              <a:t>Governance and FinOps for AI</a:t>
            </a:r>
            <a:br>
              <a:rPr lang="en-GB"/>
            </a:br>
            <a:br>
              <a:rPr lang="en-US"/>
            </a:br>
            <a:br>
              <a:rPr lang="en-US"/>
            </a:br>
            <a:br>
              <a:rPr lang="en-US"/>
            </a:br>
            <a:br>
              <a:rPr lang="en-US"/>
            </a:br>
            <a:br>
              <a:rPr lang="en-US"/>
            </a:br>
            <a:endParaRPr lang="en-AE"/>
          </a:p>
        </p:txBody>
      </p:sp>
      <p:sp>
        <p:nvSpPr>
          <p:cNvPr id="2" name="Text Placeholder 1">
            <a:extLst>
              <a:ext uri="{FF2B5EF4-FFF2-40B4-BE49-F238E27FC236}">
                <a16:creationId xmlns:a16="http://schemas.microsoft.com/office/drawing/2014/main" id="{119797F3-ED0E-CFFD-02A5-D2A84970C971}"/>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Maximize value, not just reduce spend</a:t>
            </a:r>
            <a:endParaRPr lang="en-AE"/>
          </a:p>
        </p:txBody>
      </p:sp>
      <p:sp>
        <p:nvSpPr>
          <p:cNvPr id="3" name="Footer Placeholder 2">
            <a:extLst>
              <a:ext uri="{FF2B5EF4-FFF2-40B4-BE49-F238E27FC236}">
                <a16:creationId xmlns:a16="http://schemas.microsoft.com/office/drawing/2014/main" id="{793E7186-C565-610D-EE87-A5924E98170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1EF456D-5228-A05D-5502-9D785C4AC91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D019C64A-26D9-CD81-3E42-AA7E0E114A17}"/>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Perform cost modeling for data, queries, throughput, and dependencies</a:t>
            </a:r>
            <a:endParaRPr lang="en-US" sz="1400"/>
          </a:p>
          <a:p>
            <a:pPr>
              <a:lnSpc>
                <a:spcPct val="200000"/>
              </a:lnSpc>
              <a:buSzPct val="100000"/>
            </a:pPr>
            <a:r>
              <a:rPr lang="en-US" sz="1400">
                <a:solidFill>
                  <a:srgbClr val="1F2937"/>
                </a:solidFill>
                <a:ea typeface="Aptos" pitchFamily="34" charset="-122"/>
                <a:cs typeface="Aptos" pitchFamily="34" charset="-120"/>
              </a:rPr>
              <a:t>☐ Pay only for intended usage and avoid idle high-cost compute</a:t>
            </a:r>
            <a:endParaRPr lang="en-US" sz="1400"/>
          </a:p>
          <a:p>
            <a:pPr>
              <a:lnSpc>
                <a:spcPct val="200000"/>
              </a:lnSpc>
              <a:buSzPct val="100000"/>
            </a:pPr>
            <a:r>
              <a:rPr lang="en-US" sz="1400">
                <a:solidFill>
                  <a:srgbClr val="1F2937"/>
                </a:solidFill>
                <a:ea typeface="Aptos" pitchFamily="34" charset="-122"/>
                <a:cs typeface="Aptos" pitchFamily="34" charset="-120"/>
              </a:rPr>
              <a:t>☐ Use transient and elastic compute wherever practical</a:t>
            </a:r>
            <a:endParaRPr lang="en-US" sz="1400"/>
          </a:p>
          <a:p>
            <a:pPr>
              <a:lnSpc>
                <a:spcPct val="200000"/>
              </a:lnSpc>
              <a:buSzPct val="100000"/>
            </a:pPr>
            <a:r>
              <a:rPr lang="en-US" sz="1400">
                <a:solidFill>
                  <a:srgbClr val="1F2937"/>
                </a:solidFill>
                <a:ea typeface="Aptos" pitchFamily="34" charset="-122"/>
                <a:cs typeface="Aptos" pitchFamily="34" charset="-120"/>
              </a:rPr>
              <a:t>☐ Benchmark GPU and endpoint sizing to avoid overprovisioning</a:t>
            </a:r>
            <a:endParaRPr lang="en-US" sz="1400"/>
          </a:p>
          <a:p>
            <a:pPr>
              <a:lnSpc>
                <a:spcPct val="200000"/>
              </a:lnSpc>
              <a:buSzPct val="100000"/>
            </a:pPr>
            <a:r>
              <a:rPr lang="en-US" sz="1400">
                <a:solidFill>
                  <a:srgbClr val="1F2937"/>
                </a:solidFill>
                <a:ea typeface="Aptos" pitchFamily="34" charset="-122"/>
                <a:cs typeface="Aptos" pitchFamily="34" charset="-120"/>
              </a:rPr>
              <a:t>☐ Monitor utilization continuously and act on waste quickly</a:t>
            </a:r>
            <a:endParaRPr lang="en-US" sz="1400"/>
          </a:p>
          <a:p>
            <a:pPr>
              <a:lnSpc>
                <a:spcPct val="200000"/>
              </a:lnSpc>
              <a:buSzPct val="100000"/>
            </a:pPr>
            <a:r>
              <a:rPr lang="en-US" sz="1400">
                <a:solidFill>
                  <a:srgbClr val="1F2937"/>
                </a:solidFill>
                <a:ea typeface="Aptos" pitchFamily="34" charset="-122"/>
                <a:cs typeface="Aptos" pitchFamily="34" charset="-120"/>
              </a:rPr>
              <a:t>☐ Account for index, metadata, and enrichment cost trade-offs</a:t>
            </a:r>
            <a:endParaRPr lang="en-US" sz="1400"/>
          </a:p>
          <a:p>
            <a:pPr>
              <a:lnSpc>
                <a:spcPct val="200000"/>
              </a:lnSpc>
              <a:buSzPct val="100000"/>
            </a:pPr>
            <a:r>
              <a:rPr lang="en-US" sz="1400">
                <a:solidFill>
                  <a:srgbClr val="1F2937"/>
                </a:solidFill>
                <a:ea typeface="Aptos" pitchFamily="34" charset="-122"/>
                <a:cs typeface="Aptos" pitchFamily="34" charset="-120"/>
              </a:rPr>
              <a:t>☐ Use chargeback for shared AI platforms where needed</a:t>
            </a:r>
            <a:endParaRPr lang="en-US" sz="1400"/>
          </a:p>
        </p:txBody>
      </p:sp>
      <p:sp>
        <p:nvSpPr>
          <p:cNvPr id="8" name="Shape 15">
            <a:extLst>
              <a:ext uri="{FF2B5EF4-FFF2-40B4-BE49-F238E27FC236}">
                <a16:creationId xmlns:a16="http://schemas.microsoft.com/office/drawing/2014/main" id="{94814E0C-9C52-1A61-57D5-567742E9F501}"/>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0D44578B-5C58-1CA3-7F2A-021DF4D9B8B2}"/>
              </a:ext>
            </a:extLst>
          </p:cNvPr>
          <p:cNvSpPr/>
          <p:nvPr/>
        </p:nvSpPr>
        <p:spPr>
          <a:xfrm>
            <a:off x="758361" y="5693980"/>
            <a:ext cx="10835640" cy="777240"/>
          </a:xfrm>
          <a:prstGeom prst="rect">
            <a:avLst/>
          </a:prstGeom>
          <a:solidFill>
            <a:schemeClr val="accent2"/>
          </a:solid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Idle GPUs, oversized endpoints, and bloated indexes quietly erode margins and undermine the AI business case.</a:t>
            </a:r>
          </a:p>
        </p:txBody>
      </p:sp>
    </p:spTree>
    <p:extLst>
      <p:ext uri="{BB962C8B-B14F-4D97-AF65-F5344CB8AC3E}">
        <p14:creationId xmlns:p14="http://schemas.microsoft.com/office/powerpoint/2010/main" val="226409663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FEE2-33B0-B016-B70C-9F1240553C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906B89B-7EBD-5617-787A-9DB9309D02BC}"/>
              </a:ext>
            </a:extLst>
          </p:cNvPr>
          <p:cNvSpPr>
            <a:spLocks noGrp="1"/>
          </p:cNvSpPr>
          <p:nvPr>
            <p:ph type="title"/>
          </p:nvPr>
        </p:nvSpPr>
        <p:spPr/>
        <p:txBody>
          <a:bodyPr/>
          <a:lstStyle/>
          <a:p>
            <a:r>
              <a:rPr lang="en-GB"/>
              <a:t>Model Lifecycle Governance</a:t>
            </a:r>
            <a:br>
              <a:rPr lang="en-GB"/>
            </a:br>
            <a:br>
              <a:rPr lang="en-US"/>
            </a:br>
            <a:br>
              <a:rPr lang="en-US"/>
            </a:br>
            <a:br>
              <a:rPr lang="en-US"/>
            </a:br>
            <a:br>
              <a:rPr lang="en-US"/>
            </a:br>
            <a:endParaRPr lang="en-AE"/>
          </a:p>
        </p:txBody>
      </p:sp>
      <p:sp>
        <p:nvSpPr>
          <p:cNvPr id="2" name="Text Placeholder 1">
            <a:extLst>
              <a:ext uri="{FF2B5EF4-FFF2-40B4-BE49-F238E27FC236}">
                <a16:creationId xmlns:a16="http://schemas.microsoft.com/office/drawing/2014/main" id="{1E23236A-00AA-DD9D-ED30-F99E5CD414B5}"/>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MLOps + GenAIOps + AgentOps</a:t>
            </a:r>
            <a:endParaRPr lang="en-AE"/>
          </a:p>
        </p:txBody>
      </p:sp>
      <p:sp>
        <p:nvSpPr>
          <p:cNvPr id="3" name="Footer Placeholder 2">
            <a:extLst>
              <a:ext uri="{FF2B5EF4-FFF2-40B4-BE49-F238E27FC236}">
                <a16:creationId xmlns:a16="http://schemas.microsoft.com/office/drawing/2014/main" id="{13B0CBC3-E085-747A-9824-67E55E8B2897}"/>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78170EE9-5A39-1613-D2C4-BCA91C588266}"/>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E1129C07-B8D6-756D-014E-44902ADC97BF}"/>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Organize operations across DevOps, </a:t>
            </a:r>
            <a:r>
              <a:rPr lang="en-US" sz="1400" err="1">
                <a:solidFill>
                  <a:srgbClr val="1F2937"/>
                </a:solidFill>
                <a:ea typeface="Aptos" pitchFamily="34" charset="-122"/>
                <a:cs typeface="Aptos" pitchFamily="34" charset="-120"/>
              </a:rPr>
              <a:t>DataOps</a:t>
            </a:r>
            <a:r>
              <a:rPr lang="en-US" sz="1400">
                <a:solidFill>
                  <a:srgbClr val="1F2937"/>
                </a:solidFill>
                <a:ea typeface="Aptos" pitchFamily="34" charset="-122"/>
                <a:cs typeface="Aptos" pitchFamily="34" charset="-120"/>
              </a:rPr>
              <a:t>, MLOps, and GenAIOps</a:t>
            </a:r>
          </a:p>
          <a:p>
            <a:pPr>
              <a:lnSpc>
                <a:spcPct val="200000"/>
              </a:lnSpc>
              <a:buSzPct val="100000"/>
            </a:pPr>
            <a:r>
              <a:rPr lang="en-US" sz="1400">
                <a:solidFill>
                  <a:srgbClr val="1F2937"/>
                </a:solidFill>
                <a:ea typeface="Aptos" pitchFamily="34" charset="-122"/>
                <a:cs typeface="Aptos" pitchFamily="34" charset="-120"/>
              </a:rPr>
              <a:t>☐ Use repeatable pipelines for training, deployment, and monitoring</a:t>
            </a:r>
          </a:p>
          <a:p>
            <a:pPr>
              <a:lnSpc>
                <a:spcPct val="200000"/>
              </a:lnSpc>
              <a:buSzPct val="100000"/>
            </a:pPr>
            <a:r>
              <a:rPr lang="en-US" sz="1400">
                <a:solidFill>
                  <a:srgbClr val="1F2937"/>
                </a:solidFill>
                <a:ea typeface="Aptos" pitchFamily="34" charset="-122"/>
                <a:cs typeface="Aptos" pitchFamily="34" charset="-120"/>
              </a:rPr>
              <a:t>☐ Track experiments with code, data, parameters, and results</a:t>
            </a:r>
          </a:p>
          <a:p>
            <a:pPr>
              <a:lnSpc>
                <a:spcPct val="200000"/>
              </a:lnSpc>
              <a:buSzPct val="100000"/>
            </a:pPr>
            <a:r>
              <a:rPr lang="en-US" sz="1400">
                <a:solidFill>
                  <a:srgbClr val="1F2937"/>
                </a:solidFill>
                <a:ea typeface="Aptos" pitchFamily="34" charset="-122"/>
                <a:cs typeface="Aptos" pitchFamily="34" charset="-120"/>
              </a:rPr>
              <a:t>☐ Standardize orchestration tools and reduce tool sprawl</a:t>
            </a:r>
          </a:p>
          <a:p>
            <a:pPr>
              <a:lnSpc>
                <a:spcPct val="200000"/>
              </a:lnSpc>
              <a:buSzPct val="100000"/>
            </a:pPr>
            <a:r>
              <a:rPr lang="en-US" sz="1400">
                <a:solidFill>
                  <a:srgbClr val="1F2937"/>
                </a:solidFill>
                <a:ea typeface="Aptos" pitchFamily="34" charset="-122"/>
                <a:cs typeface="Aptos" pitchFamily="34" charset="-120"/>
              </a:rPr>
              <a:t>☐ Version models, prompts, code, and dependencies</a:t>
            </a:r>
          </a:p>
          <a:p>
            <a:pPr>
              <a:lnSpc>
                <a:spcPct val="200000"/>
              </a:lnSpc>
              <a:buSzPct val="100000"/>
            </a:pPr>
            <a:r>
              <a:rPr lang="en-US" sz="1400">
                <a:solidFill>
                  <a:srgbClr val="1F2937"/>
                </a:solidFill>
                <a:ea typeface="Aptos" pitchFamily="34" charset="-122"/>
                <a:cs typeface="Aptos" pitchFamily="34" charset="-120"/>
              </a:rPr>
              <a:t>☐ Use progressive exposure, blue-green, canary, or side-by-side deployments</a:t>
            </a:r>
          </a:p>
          <a:p>
            <a:pPr>
              <a:lnSpc>
                <a:spcPct val="200000"/>
              </a:lnSpc>
              <a:buSzPct val="100000"/>
            </a:pPr>
            <a:r>
              <a:rPr lang="en-US" sz="1400">
                <a:solidFill>
                  <a:srgbClr val="1F2937"/>
                </a:solidFill>
                <a:ea typeface="Aptos" pitchFamily="34" charset="-122"/>
                <a:cs typeface="Aptos" pitchFamily="34" charset="-120"/>
              </a:rPr>
              <a:t>☐ Maintain a formal process for model change, retirement, and new capability review</a:t>
            </a:r>
          </a:p>
          <a:p>
            <a:pPr>
              <a:lnSpc>
                <a:spcPct val="200000"/>
              </a:lnSpc>
              <a:buSzPct val="100000"/>
            </a:pPr>
            <a:r>
              <a:rPr lang="en-US" sz="1400">
                <a:solidFill>
                  <a:srgbClr val="1F2937"/>
                </a:solidFill>
                <a:ea typeface="Aptos" pitchFamily="34" charset="-122"/>
                <a:cs typeface="Aptos" pitchFamily="34" charset="-120"/>
              </a:rPr>
              <a:t>☐ Monitor agent behavior and tool usage for harmful or abnormal actions</a:t>
            </a:r>
          </a:p>
        </p:txBody>
      </p:sp>
      <p:sp>
        <p:nvSpPr>
          <p:cNvPr id="8" name="Shape 15">
            <a:extLst>
              <a:ext uri="{FF2B5EF4-FFF2-40B4-BE49-F238E27FC236}">
                <a16:creationId xmlns:a16="http://schemas.microsoft.com/office/drawing/2014/main" id="{2BA49D67-934D-0DE3-37C6-E7416C8137D1}"/>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BB79B5EB-66EA-BD4B-BEAA-D096AA57B952}"/>
              </a:ext>
            </a:extLst>
          </p:cNvPr>
          <p:cNvSpPr/>
          <p:nvPr/>
        </p:nvSpPr>
        <p:spPr>
          <a:xfrm>
            <a:off x="758361" y="5693980"/>
            <a:ext cx="10835640"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Model drift and undocumented prompt or code changes reach production with no safe rollback and no traceability</a:t>
            </a:r>
          </a:p>
        </p:txBody>
      </p:sp>
    </p:spTree>
    <p:extLst>
      <p:ext uri="{BB962C8B-B14F-4D97-AF65-F5344CB8AC3E}">
        <p14:creationId xmlns:p14="http://schemas.microsoft.com/office/powerpoint/2010/main" val="201604617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184AC-1FFA-7BA6-A06B-2E487768A02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A3B1DD-3DC7-6A4C-9080-2E83E9569FE1}"/>
              </a:ext>
            </a:extLst>
          </p:cNvPr>
          <p:cNvSpPr>
            <a:spLocks noGrp="1"/>
          </p:cNvSpPr>
          <p:nvPr>
            <p:ph type="title"/>
          </p:nvPr>
        </p:nvSpPr>
        <p:spPr/>
        <p:txBody>
          <a:bodyPr/>
          <a:lstStyle/>
          <a:p>
            <a:r>
              <a:rPr lang="en-GB"/>
              <a:t>Data Governance for AI</a:t>
            </a:r>
            <a:br>
              <a:rPr lang="en-GB"/>
            </a:br>
            <a:br>
              <a:rPr lang="en-US"/>
            </a:br>
            <a:br>
              <a:rPr lang="en-US"/>
            </a:br>
            <a:br>
              <a:rPr lang="en-US"/>
            </a:br>
            <a:br>
              <a:rPr lang="en-US"/>
            </a:br>
            <a:endParaRPr lang="en-AE"/>
          </a:p>
        </p:txBody>
      </p:sp>
      <p:sp>
        <p:nvSpPr>
          <p:cNvPr id="2" name="Text Placeholder 1">
            <a:extLst>
              <a:ext uri="{FF2B5EF4-FFF2-40B4-BE49-F238E27FC236}">
                <a16:creationId xmlns:a16="http://schemas.microsoft.com/office/drawing/2014/main" id="{00B62E5A-0873-DE1A-75FC-86C414BDD84C}"/>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Training data for Lifecycle</a:t>
            </a:r>
            <a:endParaRPr lang="en-AE"/>
          </a:p>
        </p:txBody>
      </p:sp>
      <p:sp>
        <p:nvSpPr>
          <p:cNvPr id="3" name="Footer Placeholder 2">
            <a:extLst>
              <a:ext uri="{FF2B5EF4-FFF2-40B4-BE49-F238E27FC236}">
                <a16:creationId xmlns:a16="http://schemas.microsoft.com/office/drawing/2014/main" id="{BAB2AF0D-0F95-C0CF-8EDF-81ABE23A791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0ED72E8C-DD48-B38D-331F-2249A26DA82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BD0FEFE5-BB0D-9470-A9FD-0778CE52606D}"/>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US" sz="1400">
                <a:solidFill>
                  <a:srgbClr val="1F2937"/>
                </a:solidFill>
                <a:ea typeface="Aptos" pitchFamily="34" charset="-122"/>
                <a:cs typeface="Aptos" pitchFamily="34" charset="-120"/>
              </a:rPr>
              <a:t>☐ Select data sources based on workload requirements and quality needs</a:t>
            </a:r>
          </a:p>
          <a:p>
            <a:pPr>
              <a:lnSpc>
                <a:spcPct val="200000"/>
              </a:lnSpc>
              <a:buSzPct val="100000"/>
            </a:pPr>
            <a:r>
              <a:rPr lang="en-US" sz="1400">
                <a:solidFill>
                  <a:srgbClr val="1F2937"/>
                </a:solidFill>
                <a:ea typeface="Aptos" pitchFamily="34" charset="-122"/>
                <a:cs typeface="Aptos" pitchFamily="34" charset="-120"/>
              </a:rPr>
              <a:t>☐ Run EDA early to understand patterns and quality issues</a:t>
            </a:r>
          </a:p>
          <a:p>
            <a:pPr>
              <a:lnSpc>
                <a:spcPct val="200000"/>
              </a:lnSpc>
              <a:buSzPct val="100000"/>
            </a:pPr>
            <a:r>
              <a:rPr lang="en-US" sz="1400">
                <a:solidFill>
                  <a:srgbClr val="1F2937"/>
                </a:solidFill>
                <a:ea typeface="Aptos" pitchFamily="34" charset="-122"/>
                <a:cs typeface="Aptos" pitchFamily="34" charset="-120"/>
              </a:rPr>
              <a:t>☐ Apply source classification controls to production-derived data</a:t>
            </a:r>
          </a:p>
          <a:p>
            <a:pPr>
              <a:lnSpc>
                <a:spcPct val="200000"/>
              </a:lnSpc>
              <a:buSzPct val="100000"/>
            </a:pPr>
            <a:r>
              <a:rPr lang="en-US" sz="1400">
                <a:solidFill>
                  <a:srgbClr val="1F2937"/>
                </a:solidFill>
                <a:ea typeface="Aptos" pitchFamily="34" charset="-122"/>
                <a:cs typeface="Aptos" pitchFamily="34" charset="-120"/>
              </a:rPr>
              <a:t>☐ Segment data when geography, compliance, or freshness requires it</a:t>
            </a:r>
          </a:p>
          <a:p>
            <a:pPr>
              <a:lnSpc>
                <a:spcPct val="200000"/>
              </a:lnSpc>
              <a:buSzPct val="100000"/>
            </a:pPr>
            <a:r>
              <a:rPr lang="en-US" sz="1400">
                <a:solidFill>
                  <a:srgbClr val="1F2937"/>
                </a:solidFill>
                <a:ea typeface="Aptos" pitchFamily="34" charset="-122"/>
                <a:cs typeface="Aptos" pitchFamily="34" charset="-120"/>
              </a:rPr>
              <a:t>☐ Enforce least-privilege access to relevant data subsets</a:t>
            </a:r>
          </a:p>
          <a:p>
            <a:pPr>
              <a:lnSpc>
                <a:spcPct val="200000"/>
              </a:lnSpc>
              <a:buSzPct val="100000"/>
            </a:pPr>
            <a:r>
              <a:rPr lang="en-US" sz="1400">
                <a:solidFill>
                  <a:srgbClr val="1F2937"/>
                </a:solidFill>
                <a:ea typeface="Aptos" pitchFamily="34" charset="-122"/>
                <a:cs typeface="Aptos" pitchFamily="34" charset="-120"/>
              </a:rPr>
              <a:t>☐ Preprocess for quality, deduplication, rescoping, standardization, and PII removal</a:t>
            </a:r>
          </a:p>
          <a:p>
            <a:pPr>
              <a:lnSpc>
                <a:spcPct val="200000"/>
              </a:lnSpc>
              <a:buSzPct val="100000"/>
            </a:pPr>
            <a:r>
              <a:rPr lang="en-US" sz="1400">
                <a:solidFill>
                  <a:srgbClr val="1F2937"/>
                </a:solidFill>
                <a:ea typeface="Aptos" pitchFamily="34" charset="-122"/>
                <a:cs typeface="Aptos" pitchFamily="34" charset="-120"/>
              </a:rPr>
              <a:t>☐ Define retention, removal, and lineage policies</a:t>
            </a:r>
          </a:p>
          <a:p>
            <a:pPr>
              <a:lnSpc>
                <a:spcPct val="200000"/>
              </a:lnSpc>
              <a:buSzPct val="100000"/>
            </a:pPr>
            <a:r>
              <a:rPr lang="en-US" sz="1400">
                <a:solidFill>
                  <a:srgbClr val="1F2937"/>
                </a:solidFill>
                <a:ea typeface="Aptos" pitchFamily="34" charset="-122"/>
                <a:cs typeface="Aptos" pitchFamily="34" charset="-120"/>
              </a:rPr>
              <a:t>☐ Govern feature stores with versioning and drift checks</a:t>
            </a:r>
          </a:p>
        </p:txBody>
      </p:sp>
      <p:sp>
        <p:nvSpPr>
          <p:cNvPr id="8" name="Shape 15">
            <a:extLst>
              <a:ext uri="{FF2B5EF4-FFF2-40B4-BE49-F238E27FC236}">
                <a16:creationId xmlns:a16="http://schemas.microsoft.com/office/drawing/2014/main" id="{31A6ED56-8334-88F8-E408-E312965E68E8}"/>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BE03828B-7F86-BAA9-BCC8-63EC0EAAC20B}"/>
              </a:ext>
            </a:extLst>
          </p:cNvPr>
          <p:cNvSpPr/>
          <p:nvPr/>
        </p:nvSpPr>
        <p:spPr>
          <a:xfrm>
            <a:off x="758361" y="5693980"/>
            <a:ext cx="10835640" cy="777240"/>
          </a:xfrm>
          <a:prstGeom prst="rect">
            <a:avLst/>
          </a:prstGeom>
          <a:solidFill>
            <a:schemeClr val="accent2"/>
          </a:solid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GB" sz="1400">
                <a:solidFill>
                  <a:schemeClr val="bg1"/>
                </a:solidFill>
              </a:rPr>
              <a:t>Sensitive or poor-quality data leaks into training, creating bias, PII exposure, and lineage you cannot defend</a:t>
            </a:r>
            <a:endParaRPr lang="en-US" sz="1400">
              <a:solidFill>
                <a:schemeClr val="bg1"/>
              </a:solidFill>
            </a:endParaRPr>
          </a:p>
        </p:txBody>
      </p:sp>
    </p:spTree>
    <p:extLst>
      <p:ext uri="{BB962C8B-B14F-4D97-AF65-F5344CB8AC3E}">
        <p14:creationId xmlns:p14="http://schemas.microsoft.com/office/powerpoint/2010/main" val="382786942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076CC-D245-B488-211F-10F17C3B79A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688ADEA-6F5C-6D24-17EE-32DF3EEE0925}"/>
              </a:ext>
            </a:extLst>
          </p:cNvPr>
          <p:cNvSpPr>
            <a:spLocks noGrp="1"/>
          </p:cNvSpPr>
          <p:nvPr>
            <p:ph type="title"/>
          </p:nvPr>
        </p:nvSpPr>
        <p:spPr/>
        <p:txBody>
          <a:bodyPr/>
          <a:lstStyle/>
          <a:p>
            <a:r>
              <a:rPr lang="en-GB"/>
              <a:t>Agentic Ops</a:t>
            </a:r>
            <a:br>
              <a:rPr lang="en-GB"/>
            </a:br>
            <a:br>
              <a:rPr lang="en-US"/>
            </a:br>
            <a:br>
              <a:rPr lang="en-US"/>
            </a:br>
            <a:br>
              <a:rPr lang="en-US"/>
            </a:br>
            <a:br>
              <a:rPr lang="en-US"/>
            </a:br>
            <a:endParaRPr lang="en-AE"/>
          </a:p>
        </p:txBody>
      </p:sp>
      <p:sp>
        <p:nvSpPr>
          <p:cNvPr id="2" name="Text Placeholder 1">
            <a:extLst>
              <a:ext uri="{FF2B5EF4-FFF2-40B4-BE49-F238E27FC236}">
                <a16:creationId xmlns:a16="http://schemas.microsoft.com/office/drawing/2014/main" id="{F85ED1BC-25B4-43E4-7C6E-5BE6900EC675}"/>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Orchestration, Agents and Gateways</a:t>
            </a:r>
            <a:endParaRPr lang="en-AE"/>
          </a:p>
        </p:txBody>
      </p:sp>
      <p:sp>
        <p:nvSpPr>
          <p:cNvPr id="3" name="Footer Placeholder 2">
            <a:extLst>
              <a:ext uri="{FF2B5EF4-FFF2-40B4-BE49-F238E27FC236}">
                <a16:creationId xmlns:a16="http://schemas.microsoft.com/office/drawing/2014/main" id="{60230EAE-97D5-4F8B-111E-C803E94BE70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9A397F79-F918-DABA-ECC0-E07D8835624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F20B7443-3A18-71C5-8E6E-8F63D495A81C}"/>
              </a:ext>
            </a:extLst>
          </p:cNvPr>
          <p:cNvSpPr/>
          <p:nvPr/>
        </p:nvSpPr>
        <p:spPr>
          <a:xfrm>
            <a:off x="575481" y="1968800"/>
            <a:ext cx="8686800" cy="4023360"/>
          </a:xfrm>
          <a:prstGeom prst="rect">
            <a:avLst/>
          </a:prstGeom>
          <a:noFill/>
          <a:ln/>
        </p:spPr>
        <p:txBody>
          <a:bodyPr wrap="square" lIns="0" tIns="0" rIns="0" bIns="0" rtlCol="0" anchor="t"/>
          <a:lstStyle/>
          <a:p>
            <a:pPr>
              <a:spcAft>
                <a:spcPts val="600"/>
              </a:spcAft>
              <a:buSzPct val="100000"/>
            </a:pPr>
            <a:r>
              <a:rPr lang="en-GB" sz="1400">
                <a:solidFill>
                  <a:srgbClr val="1F2937"/>
                </a:solidFill>
                <a:ea typeface="Aptos" pitchFamily="34" charset="-122"/>
                <a:cs typeface="Aptos" pitchFamily="34" charset="-120"/>
              </a:rPr>
              <a:t>☐ </a:t>
            </a:r>
            <a:r>
              <a:rPr lang="en-US" sz="1400">
                <a:solidFill>
                  <a:srgbClr val="1A1A1A"/>
                </a:solidFill>
                <a:latin typeface="Calibri" pitchFamily="34" charset="0"/>
                <a:ea typeface="Calibri" pitchFamily="34" charset="-122"/>
                <a:cs typeface="Calibri" pitchFamily="34" charset="-120"/>
              </a:rPr>
              <a:t>Extend observability to prompts, completions, tokens, tool calls, retrieval hits.</a:t>
            </a:r>
            <a:endParaRPr lang="en-US" sz="1400"/>
          </a:p>
          <a:p>
            <a:pPr>
              <a:lnSpc>
                <a:spcPct val="200000"/>
              </a:lnSpc>
              <a:buSzPct val="100000"/>
            </a:pPr>
            <a:r>
              <a:rPr lang="en-GB" sz="1400">
                <a:solidFill>
                  <a:srgbClr val="1F2937"/>
                </a:solidFill>
                <a:ea typeface="Aptos" pitchFamily="34" charset="-122"/>
                <a:cs typeface="Aptos" pitchFamily="34" charset="-120"/>
              </a:rPr>
              <a:t>☐ Use agents only where reasoning, adaptation, or context management is required</a:t>
            </a:r>
          </a:p>
          <a:p>
            <a:pPr>
              <a:lnSpc>
                <a:spcPct val="200000"/>
              </a:lnSpc>
              <a:buSzPct val="100000"/>
            </a:pPr>
            <a:r>
              <a:rPr lang="en-GB" sz="1400">
                <a:solidFill>
                  <a:srgbClr val="1F2937"/>
                </a:solidFill>
                <a:ea typeface="Aptos" pitchFamily="34" charset="-122"/>
                <a:cs typeface="Aptos" pitchFamily="34" charset="-120"/>
              </a:rPr>
              <a:t>☐ Prefer direct model calls where added agent complexity is unnecessary</a:t>
            </a:r>
          </a:p>
          <a:p>
            <a:pPr>
              <a:lnSpc>
                <a:spcPct val="200000"/>
              </a:lnSpc>
              <a:buSzPct val="100000"/>
            </a:pPr>
            <a:r>
              <a:rPr lang="en-GB" sz="1400">
                <a:solidFill>
                  <a:srgbClr val="1F2937"/>
                </a:solidFill>
                <a:ea typeface="Aptos" pitchFamily="34" charset="-122"/>
                <a:cs typeface="Aptos" pitchFamily="34" charset="-120"/>
              </a:rPr>
              <a:t>☐ Persist agent state only when needed and with TTL controls</a:t>
            </a:r>
          </a:p>
          <a:p>
            <a:pPr>
              <a:lnSpc>
                <a:spcPct val="200000"/>
              </a:lnSpc>
              <a:buSzPct val="100000"/>
            </a:pPr>
            <a:r>
              <a:rPr lang="en-GB" sz="1400">
                <a:solidFill>
                  <a:srgbClr val="1F2937"/>
                </a:solidFill>
                <a:ea typeface="Aptos" pitchFamily="34" charset="-122"/>
                <a:cs typeface="Aptos" pitchFamily="34" charset="-120"/>
              </a:rPr>
              <a:t>☐ Use AI gateways for auth, quotas, filtering, routing, and chargeback</a:t>
            </a:r>
          </a:p>
          <a:p>
            <a:pPr>
              <a:lnSpc>
                <a:spcPct val="200000"/>
              </a:lnSpc>
              <a:buSzPct val="100000"/>
            </a:pPr>
            <a:r>
              <a:rPr lang="en-GB" sz="1400">
                <a:solidFill>
                  <a:srgbClr val="1F2937"/>
                </a:solidFill>
                <a:ea typeface="Aptos" pitchFamily="34" charset="-122"/>
                <a:cs typeface="Aptos" pitchFamily="34" charset="-120"/>
              </a:rPr>
              <a:t>☐ Implement auditability, human override, and circuit breakers for agent actions</a:t>
            </a:r>
          </a:p>
          <a:p>
            <a:pPr>
              <a:lnSpc>
                <a:spcPct val="200000"/>
              </a:lnSpc>
              <a:buSzPct val="100000"/>
            </a:pPr>
            <a:r>
              <a:rPr lang="en-GB" sz="1400">
                <a:solidFill>
                  <a:srgbClr val="1F2937"/>
                </a:solidFill>
                <a:ea typeface="Aptos" pitchFamily="34" charset="-122"/>
                <a:cs typeface="Aptos" pitchFamily="34" charset="-120"/>
              </a:rPr>
              <a:t>☐ Scale safeguards by agent autonomy level</a:t>
            </a:r>
          </a:p>
        </p:txBody>
      </p:sp>
      <p:sp>
        <p:nvSpPr>
          <p:cNvPr id="8" name="Shape 15">
            <a:extLst>
              <a:ext uri="{FF2B5EF4-FFF2-40B4-BE49-F238E27FC236}">
                <a16:creationId xmlns:a16="http://schemas.microsoft.com/office/drawing/2014/main" id="{D0E98206-C6F2-B241-0622-60B7391E4D44}"/>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1B8903CA-AB77-4B97-1CA6-CD0257A824D8}"/>
              </a:ext>
            </a:extLst>
          </p:cNvPr>
          <p:cNvSpPr/>
          <p:nvPr/>
        </p:nvSpPr>
        <p:spPr>
          <a:xfrm>
            <a:off x="758361" y="5693980"/>
            <a:ext cx="10835640"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Agents get added where not needed, inflating latency, cost, attack surface, and debugging effort with no added value.</a:t>
            </a:r>
          </a:p>
        </p:txBody>
      </p:sp>
    </p:spTree>
    <p:extLst>
      <p:ext uri="{BB962C8B-B14F-4D97-AF65-F5344CB8AC3E}">
        <p14:creationId xmlns:p14="http://schemas.microsoft.com/office/powerpoint/2010/main" val="257513563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B6A7-9FE8-A17B-FB92-D9D341614C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10DABF-98AE-748B-C4F0-3A3AAFEF1C25}"/>
              </a:ext>
            </a:extLst>
          </p:cNvPr>
          <p:cNvSpPr>
            <a:spLocks noGrp="1"/>
          </p:cNvSpPr>
          <p:nvPr>
            <p:ph type="title"/>
          </p:nvPr>
        </p:nvSpPr>
        <p:spPr/>
        <p:txBody>
          <a:bodyPr/>
          <a:lstStyle/>
          <a:p>
            <a:r>
              <a:rPr lang="en-GB"/>
              <a:t>Platform View (PaaS vs SaaS)</a:t>
            </a:r>
            <a:br>
              <a:rPr lang="en-GB"/>
            </a:br>
            <a:br>
              <a:rPr lang="en-US"/>
            </a:br>
            <a:br>
              <a:rPr lang="en-US"/>
            </a:br>
            <a:br>
              <a:rPr lang="en-US"/>
            </a:br>
            <a:br>
              <a:rPr lang="en-US"/>
            </a:br>
            <a:endParaRPr lang="en-AE"/>
          </a:p>
        </p:txBody>
      </p:sp>
      <p:sp>
        <p:nvSpPr>
          <p:cNvPr id="2" name="Text Placeholder 1">
            <a:extLst>
              <a:ext uri="{FF2B5EF4-FFF2-40B4-BE49-F238E27FC236}">
                <a16:creationId xmlns:a16="http://schemas.microsoft.com/office/drawing/2014/main" id="{BA38A1E1-FAC1-A942-6831-F096F0625B80}"/>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Platform and compute governance</a:t>
            </a:r>
            <a:endParaRPr lang="en-AE"/>
          </a:p>
        </p:txBody>
      </p:sp>
      <p:sp>
        <p:nvSpPr>
          <p:cNvPr id="3" name="Footer Placeholder 2">
            <a:extLst>
              <a:ext uri="{FF2B5EF4-FFF2-40B4-BE49-F238E27FC236}">
                <a16:creationId xmlns:a16="http://schemas.microsoft.com/office/drawing/2014/main" id="{CC88AEDC-32F4-7678-75B0-F9B60935045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7BAC668-166E-ABEB-B58C-410EB0FB0DA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FCB1EDD0-9A3F-0E9B-493C-50E1D505500B}"/>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GB" sz="1400">
                <a:solidFill>
                  <a:srgbClr val="1F2937"/>
                </a:solidFill>
                <a:ea typeface="Aptos" pitchFamily="34" charset="-122"/>
                <a:cs typeface="Aptos" pitchFamily="34" charset="-120"/>
              </a:rPr>
              <a:t>☐ Evaluate build versus buy before choosing the platform model</a:t>
            </a:r>
          </a:p>
          <a:p>
            <a:pPr>
              <a:lnSpc>
                <a:spcPct val="200000"/>
              </a:lnSpc>
              <a:buSzPct val="100000"/>
            </a:pPr>
            <a:r>
              <a:rPr lang="en-GB" sz="1400">
                <a:solidFill>
                  <a:srgbClr val="1F2937"/>
                </a:solidFill>
                <a:ea typeface="Aptos" pitchFamily="34" charset="-122"/>
                <a:cs typeface="Aptos" pitchFamily="34" charset="-120"/>
              </a:rPr>
              <a:t>☐ Prefer PaaS or SaaS when controls and requirements are met</a:t>
            </a:r>
          </a:p>
          <a:p>
            <a:pPr>
              <a:lnSpc>
                <a:spcPct val="200000"/>
              </a:lnSpc>
              <a:buSzPct val="100000"/>
            </a:pPr>
            <a:r>
              <a:rPr lang="en-GB" sz="1400">
                <a:solidFill>
                  <a:srgbClr val="1F2937"/>
                </a:solidFill>
                <a:ea typeface="Aptos" pitchFamily="34" charset="-122"/>
                <a:cs typeface="Aptos" pitchFamily="34" charset="-120"/>
              </a:rPr>
              <a:t>☐ Understand quotas and limits before finalizing design</a:t>
            </a:r>
          </a:p>
          <a:p>
            <a:pPr>
              <a:lnSpc>
                <a:spcPct val="200000"/>
              </a:lnSpc>
              <a:buSzPct val="100000"/>
            </a:pPr>
            <a:r>
              <a:rPr lang="en-GB" sz="1400">
                <a:solidFill>
                  <a:srgbClr val="1F2937"/>
                </a:solidFill>
                <a:ea typeface="Aptos" pitchFamily="34" charset="-122"/>
                <a:cs typeface="Aptos" pitchFamily="34" charset="-120"/>
              </a:rPr>
              <a:t>☐ Deploy related resources in-region where possible</a:t>
            </a:r>
          </a:p>
          <a:p>
            <a:pPr>
              <a:lnSpc>
                <a:spcPct val="200000"/>
              </a:lnSpc>
              <a:buSzPct val="100000"/>
            </a:pPr>
            <a:r>
              <a:rPr lang="en-GB" sz="1400">
                <a:solidFill>
                  <a:srgbClr val="1F2937"/>
                </a:solidFill>
                <a:ea typeface="Aptos" pitchFamily="34" charset="-122"/>
                <a:cs typeface="Aptos" pitchFamily="34" charset="-120"/>
              </a:rPr>
              <a:t>☐ Define networking, identity, and monitoring requirements for hosting</a:t>
            </a:r>
          </a:p>
          <a:p>
            <a:pPr>
              <a:lnSpc>
                <a:spcPct val="200000"/>
              </a:lnSpc>
              <a:buSzPct val="100000"/>
            </a:pPr>
            <a:r>
              <a:rPr lang="en-GB" sz="1400">
                <a:solidFill>
                  <a:srgbClr val="1F2937"/>
                </a:solidFill>
                <a:ea typeface="Aptos" pitchFamily="34" charset="-122"/>
                <a:cs typeface="Aptos" pitchFamily="34" charset="-120"/>
              </a:rPr>
              <a:t>☐ Right-size compute using benchmark testing</a:t>
            </a:r>
          </a:p>
          <a:p>
            <a:pPr>
              <a:lnSpc>
                <a:spcPct val="200000"/>
              </a:lnSpc>
              <a:buSzPct val="100000"/>
            </a:pPr>
            <a:r>
              <a:rPr lang="en-GB" sz="1400">
                <a:solidFill>
                  <a:srgbClr val="1F2937"/>
                </a:solidFill>
                <a:ea typeface="Aptos" pitchFamily="34" charset="-122"/>
                <a:cs typeface="Aptos" pitchFamily="34" charset="-120"/>
              </a:rPr>
              <a:t>☐ Use transient or elastic compute for EDA, training, and batch workloads where appropriate</a:t>
            </a:r>
          </a:p>
        </p:txBody>
      </p:sp>
      <p:sp>
        <p:nvSpPr>
          <p:cNvPr id="8" name="Shape 15">
            <a:extLst>
              <a:ext uri="{FF2B5EF4-FFF2-40B4-BE49-F238E27FC236}">
                <a16:creationId xmlns:a16="http://schemas.microsoft.com/office/drawing/2014/main" id="{90BFB09F-200A-2882-4392-B7F0811C8E3E}"/>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8DD8DE22-0352-D20C-DBDB-0B46A442422E}"/>
              </a:ext>
            </a:extLst>
          </p:cNvPr>
          <p:cNvSpPr/>
          <p:nvPr/>
        </p:nvSpPr>
        <p:spPr>
          <a:xfrm>
            <a:off x="758361" y="5693980"/>
            <a:ext cx="10835640"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Platform choice is defaulted — quotas hit in production, compute is oversized, and workloads land in the wrong region</a:t>
            </a:r>
          </a:p>
        </p:txBody>
      </p:sp>
    </p:spTree>
    <p:extLst>
      <p:ext uri="{BB962C8B-B14F-4D97-AF65-F5344CB8AC3E}">
        <p14:creationId xmlns:p14="http://schemas.microsoft.com/office/powerpoint/2010/main" val="224965373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5316E-E364-BD58-C613-E2C5711F72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79405E-DAE7-CD5E-F59A-7FD2A125F795}"/>
              </a:ext>
            </a:extLst>
          </p:cNvPr>
          <p:cNvSpPr>
            <a:spLocks noGrp="1"/>
          </p:cNvSpPr>
          <p:nvPr>
            <p:ph type="title"/>
          </p:nvPr>
        </p:nvSpPr>
        <p:spPr/>
        <p:txBody>
          <a:bodyPr/>
          <a:lstStyle/>
          <a:p>
            <a:r>
              <a:rPr lang="en-GB"/>
              <a:t>Centre of Excellence (</a:t>
            </a:r>
            <a:r>
              <a:rPr lang="en-GB" err="1"/>
              <a:t>CoE</a:t>
            </a:r>
            <a:r>
              <a:rPr lang="en-GB"/>
              <a:t>) Pillars</a:t>
            </a:r>
            <a:br>
              <a:rPr lang="en-GB"/>
            </a:br>
            <a:br>
              <a:rPr lang="en-US"/>
            </a:br>
            <a:br>
              <a:rPr lang="en-US"/>
            </a:br>
            <a:br>
              <a:rPr lang="en-US"/>
            </a:br>
            <a:br>
              <a:rPr lang="en-US"/>
            </a:br>
            <a:endParaRPr lang="en-AE"/>
          </a:p>
        </p:txBody>
      </p:sp>
      <p:sp>
        <p:nvSpPr>
          <p:cNvPr id="53" name="Text Placeholder 52">
            <a:extLst>
              <a:ext uri="{FF2B5EF4-FFF2-40B4-BE49-F238E27FC236}">
                <a16:creationId xmlns:a16="http://schemas.microsoft.com/office/drawing/2014/main" id="{9978F368-BA40-C58B-F7B4-9788264EA3B9}"/>
              </a:ext>
            </a:extLst>
          </p:cNvPr>
          <p:cNvSpPr>
            <a:spLocks noGrp="1"/>
          </p:cNvSpPr>
          <p:nvPr>
            <p:ph type="body" sz="quarter" idx="12"/>
          </p:nvPr>
        </p:nvSpPr>
        <p:spPr/>
        <p:txBody>
          <a:bodyPr/>
          <a:lstStyle/>
          <a:p>
            <a:r>
              <a:rPr lang="en-US">
                <a:latin typeface="Aptos" pitchFamily="34" charset="0"/>
                <a:ea typeface="Aptos" pitchFamily="34" charset="-122"/>
                <a:cs typeface="Aptos" pitchFamily="34" charset="-120"/>
              </a:rPr>
              <a:t>Reusable governance</a:t>
            </a:r>
            <a:endParaRPr lang="en-AE"/>
          </a:p>
        </p:txBody>
      </p:sp>
      <p:sp>
        <p:nvSpPr>
          <p:cNvPr id="3" name="Footer Placeholder 2">
            <a:extLst>
              <a:ext uri="{FF2B5EF4-FFF2-40B4-BE49-F238E27FC236}">
                <a16:creationId xmlns:a16="http://schemas.microsoft.com/office/drawing/2014/main" id="{0DE8DF66-1137-5DEB-5194-9F30C5CF6463}"/>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8F3B7013-2FDE-EB12-F22F-3B991FA26F5B}"/>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C3FC8C9B-1FD4-EBCF-410A-BDF437EBB61B}"/>
              </a:ext>
            </a:extLst>
          </p:cNvPr>
          <p:cNvSpPr/>
          <p:nvPr/>
        </p:nvSpPr>
        <p:spPr>
          <a:xfrm>
            <a:off x="575481" y="1834796"/>
            <a:ext cx="8686800" cy="4023360"/>
          </a:xfrm>
          <a:prstGeom prst="rect">
            <a:avLst/>
          </a:prstGeom>
          <a:noFill/>
          <a:ln/>
        </p:spPr>
        <p:txBody>
          <a:bodyPr wrap="square" lIns="0" tIns="0" rIns="0" bIns="0" rtlCol="0" anchor="t"/>
          <a:lstStyle/>
          <a:p>
            <a:pPr>
              <a:lnSpc>
                <a:spcPct val="200000"/>
              </a:lnSpc>
              <a:buSzPct val="100000"/>
            </a:pPr>
            <a:r>
              <a:rPr lang="en-GB" sz="1400">
                <a:solidFill>
                  <a:srgbClr val="1F2937"/>
                </a:solidFill>
                <a:ea typeface="Aptos" pitchFamily="34" charset="-122"/>
                <a:cs typeface="Aptos" pitchFamily="34" charset="-120"/>
              </a:rPr>
              <a:t>☐ Standardize approved toolchains, patterns, and deployment practices</a:t>
            </a:r>
          </a:p>
          <a:p>
            <a:pPr>
              <a:lnSpc>
                <a:spcPct val="200000"/>
              </a:lnSpc>
              <a:buSzPct val="100000"/>
            </a:pPr>
            <a:r>
              <a:rPr lang="en-GB" sz="1400">
                <a:solidFill>
                  <a:srgbClr val="1F2937"/>
                </a:solidFill>
                <a:ea typeface="Aptos" pitchFamily="34" charset="-122"/>
                <a:cs typeface="Aptos" pitchFamily="34" charset="-120"/>
              </a:rPr>
              <a:t>☐ Maintain a shared repository for architecture, data, and model documentation</a:t>
            </a:r>
          </a:p>
          <a:p>
            <a:pPr>
              <a:lnSpc>
                <a:spcPct val="200000"/>
              </a:lnSpc>
              <a:buSzPct val="100000"/>
            </a:pPr>
            <a:r>
              <a:rPr lang="en-GB" sz="1400">
                <a:solidFill>
                  <a:srgbClr val="1F2937"/>
                </a:solidFill>
                <a:ea typeface="Aptos" pitchFamily="34" charset="-122"/>
                <a:cs typeface="Aptos" pitchFamily="34" charset="-120"/>
              </a:rPr>
              <a:t>☐ Train operations, data, and engineering teams early</a:t>
            </a:r>
          </a:p>
          <a:p>
            <a:pPr>
              <a:lnSpc>
                <a:spcPct val="200000"/>
              </a:lnSpc>
              <a:buSzPct val="100000"/>
            </a:pPr>
            <a:r>
              <a:rPr lang="en-GB" sz="1400">
                <a:solidFill>
                  <a:srgbClr val="1F2937"/>
                </a:solidFill>
                <a:ea typeface="Aptos" pitchFamily="34" charset="-122"/>
                <a:cs typeface="Aptos" pitchFamily="34" charset="-120"/>
              </a:rPr>
              <a:t>☐ Reuse existing automation where suitable and avoid unnecessary custom tooling</a:t>
            </a:r>
          </a:p>
          <a:p>
            <a:pPr>
              <a:lnSpc>
                <a:spcPct val="200000"/>
              </a:lnSpc>
              <a:buSzPct val="100000"/>
            </a:pPr>
            <a:r>
              <a:rPr lang="en-GB" sz="1400">
                <a:solidFill>
                  <a:srgbClr val="1F2937"/>
                </a:solidFill>
                <a:ea typeface="Aptos" pitchFamily="34" charset="-122"/>
                <a:cs typeface="Aptos" pitchFamily="34" charset="-120"/>
              </a:rPr>
              <a:t>☐ Operate a common design review, sign-off, and exception process</a:t>
            </a:r>
          </a:p>
          <a:p>
            <a:pPr>
              <a:lnSpc>
                <a:spcPct val="200000"/>
              </a:lnSpc>
              <a:buSzPct val="100000"/>
            </a:pPr>
            <a:r>
              <a:rPr lang="en-GB" sz="1400">
                <a:solidFill>
                  <a:srgbClr val="1F2937"/>
                </a:solidFill>
                <a:ea typeface="Aptos" pitchFamily="34" charset="-122"/>
                <a:cs typeface="Aptos" pitchFamily="34" charset="-120"/>
              </a:rPr>
              <a:t>☐ Drive continuous improvement through documented learning loops</a:t>
            </a:r>
          </a:p>
        </p:txBody>
      </p:sp>
      <p:sp>
        <p:nvSpPr>
          <p:cNvPr id="8" name="Shape 15">
            <a:extLst>
              <a:ext uri="{FF2B5EF4-FFF2-40B4-BE49-F238E27FC236}">
                <a16:creationId xmlns:a16="http://schemas.microsoft.com/office/drawing/2014/main" id="{CC7B973F-984E-2541-5E91-73C1A0B15374}"/>
              </a:ext>
              <a:ext uri="{C183D7F6-B498-43B3-948B-1728B52AA6E4}">
                <adec:decorative xmlns:adec="http://schemas.microsoft.com/office/drawing/2017/decorative" val="1"/>
              </a:ext>
            </a:extLst>
          </p:cNvPr>
          <p:cNvSpPr/>
          <p:nvPr/>
        </p:nvSpPr>
        <p:spPr>
          <a:xfrm>
            <a:off x="575481" y="5648260"/>
            <a:ext cx="11041038"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9" name="Text 16">
            <a:extLst>
              <a:ext uri="{FF2B5EF4-FFF2-40B4-BE49-F238E27FC236}">
                <a16:creationId xmlns:a16="http://schemas.microsoft.com/office/drawing/2014/main" id="{5FD03A1A-70AE-3A6F-7723-A913135CC12B}"/>
              </a:ext>
            </a:extLst>
          </p:cNvPr>
          <p:cNvSpPr/>
          <p:nvPr/>
        </p:nvSpPr>
        <p:spPr>
          <a:xfrm>
            <a:off x="758361" y="5693980"/>
            <a:ext cx="10835640"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a:t>
            </a:r>
            <a:r>
              <a:rPr lang="en-US" sz="1400" b="1">
                <a:solidFill>
                  <a:schemeClr val="bg1"/>
                </a:solidFill>
              </a:rPr>
              <a:t>: </a:t>
            </a:r>
            <a:r>
              <a:rPr lang="en-US" sz="1400">
                <a:solidFill>
                  <a:schemeClr val="bg1"/>
                </a:solidFill>
              </a:rPr>
              <a:t>Every workload reinvents patterns, duplicates tooling, and relearns the same governance lessons in isolation.</a:t>
            </a:r>
          </a:p>
        </p:txBody>
      </p:sp>
    </p:spTree>
    <p:extLst>
      <p:ext uri="{BB962C8B-B14F-4D97-AF65-F5344CB8AC3E}">
        <p14:creationId xmlns:p14="http://schemas.microsoft.com/office/powerpoint/2010/main" val="77283922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3995-81E1-B49E-5E73-E5911D5456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7F0B87-D449-C253-3612-CCFCA6501079}"/>
              </a:ext>
            </a:extLst>
          </p:cNvPr>
          <p:cNvSpPr>
            <a:spLocks noGrp="1"/>
          </p:cNvSpPr>
          <p:nvPr>
            <p:ph type="title"/>
          </p:nvPr>
        </p:nvSpPr>
        <p:spPr/>
        <p:txBody>
          <a:bodyPr/>
          <a:lstStyle/>
          <a:p>
            <a:r>
              <a:rPr lang="en-GB"/>
              <a:t>Top Risks by Governance Pillar</a:t>
            </a:r>
            <a:br>
              <a:rPr lang="en-GB"/>
            </a:br>
            <a:br>
              <a:rPr lang="en-US"/>
            </a:br>
            <a:br>
              <a:rPr lang="en-US"/>
            </a:br>
            <a:br>
              <a:rPr lang="en-US"/>
            </a:br>
            <a:br>
              <a:rPr lang="en-US"/>
            </a:br>
            <a:endParaRPr lang="en-AE"/>
          </a:p>
        </p:txBody>
      </p:sp>
      <p:sp>
        <p:nvSpPr>
          <p:cNvPr id="3" name="Footer Placeholder 2">
            <a:extLst>
              <a:ext uri="{FF2B5EF4-FFF2-40B4-BE49-F238E27FC236}">
                <a16:creationId xmlns:a16="http://schemas.microsoft.com/office/drawing/2014/main" id="{CAFE5622-E901-931C-1525-7789D0668F8D}"/>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EE220A98-0FD9-7E1B-D8B6-5C0BEFBCD16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AFA90967-720B-3839-DBC7-57EA67B6EEFC}"/>
              </a:ext>
              <a:ext uri="{C183D7F6-B498-43B3-948B-1728B52AA6E4}">
                <adec:decorative xmlns:adec="http://schemas.microsoft.com/office/drawing/2017/decorative" val="1"/>
              </a:ext>
            </a:extLst>
          </p:cNvPr>
          <p:cNvSpPr/>
          <p:nvPr/>
        </p:nvSpPr>
        <p:spPr>
          <a:xfrm>
            <a:off x="575481" y="2015420"/>
            <a:ext cx="8686800" cy="4023360"/>
          </a:xfrm>
          <a:prstGeom prst="rect">
            <a:avLst/>
          </a:prstGeom>
          <a:noFill/>
          <a:ln/>
        </p:spPr>
        <p:txBody>
          <a:bodyPr wrap="square" lIns="0" tIns="0" rIns="0" bIns="0" rtlCol="0" anchor="t"/>
          <a:lstStyle/>
          <a:p>
            <a:pPr>
              <a:lnSpc>
                <a:spcPct val="200000"/>
              </a:lnSpc>
              <a:buSzPct val="100000"/>
            </a:pPr>
            <a:endParaRPr lang="en-GB" sz="1400">
              <a:solidFill>
                <a:srgbClr val="1F2937"/>
              </a:solidFill>
              <a:ea typeface="Aptos" pitchFamily="34" charset="-122"/>
              <a:cs typeface="Aptos" pitchFamily="34" charset="-120"/>
            </a:endParaRPr>
          </a:p>
        </p:txBody>
      </p:sp>
      <p:sp>
        <p:nvSpPr>
          <p:cNvPr id="2" name="Shape 7">
            <a:extLst>
              <a:ext uri="{FF2B5EF4-FFF2-40B4-BE49-F238E27FC236}">
                <a16:creationId xmlns:a16="http://schemas.microsoft.com/office/drawing/2014/main" id="{6C27D516-6BDC-0772-41BD-24E231358697}"/>
              </a:ext>
              <a:ext uri="{C183D7F6-B498-43B3-948B-1728B52AA6E4}">
                <adec:decorative xmlns:adec="http://schemas.microsoft.com/office/drawing/2017/decorative" val="1"/>
              </a:ext>
            </a:extLst>
          </p:cNvPr>
          <p:cNvSpPr/>
          <p:nvPr/>
        </p:nvSpPr>
        <p:spPr>
          <a:xfrm>
            <a:off x="457200" y="1963704"/>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7" name="Shape 8">
            <a:extLst>
              <a:ext uri="{FF2B5EF4-FFF2-40B4-BE49-F238E27FC236}">
                <a16:creationId xmlns:a16="http://schemas.microsoft.com/office/drawing/2014/main" id="{FF7739ED-D30D-FD45-96B3-2362D11B20A7}"/>
              </a:ext>
              <a:ext uri="{C183D7F6-B498-43B3-948B-1728B52AA6E4}">
                <adec:decorative xmlns:adec="http://schemas.microsoft.com/office/drawing/2017/decorative" val="1"/>
              </a:ext>
            </a:extLst>
          </p:cNvPr>
          <p:cNvSpPr/>
          <p:nvPr/>
        </p:nvSpPr>
        <p:spPr>
          <a:xfrm>
            <a:off x="457200" y="1963704"/>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10" name="Text 9">
            <a:extLst>
              <a:ext uri="{FF2B5EF4-FFF2-40B4-BE49-F238E27FC236}">
                <a16:creationId xmlns:a16="http://schemas.microsoft.com/office/drawing/2014/main" id="{82638021-5266-24E8-5B55-09EDA98181C1}"/>
              </a:ext>
            </a:extLst>
          </p:cNvPr>
          <p:cNvSpPr/>
          <p:nvPr/>
        </p:nvSpPr>
        <p:spPr>
          <a:xfrm>
            <a:off x="457200" y="1963704"/>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RAI</a:t>
            </a:r>
            <a:endParaRPr lang="en-US" sz="1400"/>
          </a:p>
        </p:txBody>
      </p:sp>
      <p:sp>
        <p:nvSpPr>
          <p:cNvPr id="11" name="Text 10">
            <a:extLst>
              <a:ext uri="{FF2B5EF4-FFF2-40B4-BE49-F238E27FC236}">
                <a16:creationId xmlns:a16="http://schemas.microsoft.com/office/drawing/2014/main" id="{1A9419F9-C870-C49C-E663-31B0D0C733EE}"/>
              </a:ext>
            </a:extLst>
          </p:cNvPr>
          <p:cNvSpPr/>
          <p:nvPr/>
        </p:nvSpPr>
        <p:spPr>
          <a:xfrm>
            <a:off x="1463040" y="1963704"/>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Fairness harm, hallucinated or harmful content, loss of trust.</a:t>
            </a:r>
            <a:endParaRPr lang="en-US" sz="1400"/>
          </a:p>
        </p:txBody>
      </p:sp>
      <p:sp>
        <p:nvSpPr>
          <p:cNvPr id="12" name="Shape 11">
            <a:extLst>
              <a:ext uri="{FF2B5EF4-FFF2-40B4-BE49-F238E27FC236}">
                <a16:creationId xmlns:a16="http://schemas.microsoft.com/office/drawing/2014/main" id="{9F3046EC-FB92-CA81-AF33-5E67378F7DB1}"/>
              </a:ext>
              <a:ext uri="{C183D7F6-B498-43B3-948B-1728B52AA6E4}">
                <adec:decorative xmlns:adec="http://schemas.microsoft.com/office/drawing/2017/decorative" val="1"/>
              </a:ext>
            </a:extLst>
          </p:cNvPr>
          <p:cNvSpPr/>
          <p:nvPr/>
        </p:nvSpPr>
        <p:spPr>
          <a:xfrm>
            <a:off x="457200" y="2530632"/>
            <a:ext cx="11247120" cy="493776"/>
          </a:xfrm>
          <a:prstGeom prst="rect">
            <a:avLst/>
          </a:prstGeom>
          <a:solidFill>
            <a:srgbClr val="F5F7FB"/>
          </a:solidFill>
          <a:ln w="6350">
            <a:solidFill>
              <a:srgbClr val="D5DBE7"/>
            </a:solidFill>
            <a:prstDash val="solid"/>
          </a:ln>
        </p:spPr>
        <p:txBody>
          <a:bodyPr/>
          <a:lstStyle/>
          <a:p>
            <a:endParaRPr lang="en-AE" sz="1400"/>
          </a:p>
        </p:txBody>
      </p:sp>
      <p:sp>
        <p:nvSpPr>
          <p:cNvPr id="13" name="Shape 12">
            <a:extLst>
              <a:ext uri="{FF2B5EF4-FFF2-40B4-BE49-F238E27FC236}">
                <a16:creationId xmlns:a16="http://schemas.microsoft.com/office/drawing/2014/main" id="{40E8538E-8D75-562B-D7B5-F650E57CDD93}"/>
              </a:ext>
              <a:ext uri="{C183D7F6-B498-43B3-948B-1728B52AA6E4}">
                <adec:decorative xmlns:adec="http://schemas.microsoft.com/office/drawing/2017/decorative" val="1"/>
              </a:ext>
            </a:extLst>
          </p:cNvPr>
          <p:cNvSpPr/>
          <p:nvPr/>
        </p:nvSpPr>
        <p:spPr>
          <a:xfrm>
            <a:off x="457200" y="2530632"/>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14" name="Text 13">
            <a:extLst>
              <a:ext uri="{FF2B5EF4-FFF2-40B4-BE49-F238E27FC236}">
                <a16:creationId xmlns:a16="http://schemas.microsoft.com/office/drawing/2014/main" id="{330E6AE8-3ADB-0FE5-E036-5FABEAEAA302}"/>
              </a:ext>
            </a:extLst>
          </p:cNvPr>
          <p:cNvSpPr/>
          <p:nvPr/>
        </p:nvSpPr>
        <p:spPr>
          <a:xfrm>
            <a:off x="457200" y="2530632"/>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SEC</a:t>
            </a:r>
            <a:endParaRPr lang="en-US" sz="1400"/>
          </a:p>
        </p:txBody>
      </p:sp>
      <p:sp>
        <p:nvSpPr>
          <p:cNvPr id="15" name="Text 14">
            <a:extLst>
              <a:ext uri="{FF2B5EF4-FFF2-40B4-BE49-F238E27FC236}">
                <a16:creationId xmlns:a16="http://schemas.microsoft.com/office/drawing/2014/main" id="{324B8441-5E4F-127B-954C-D6C840354B5B}"/>
              </a:ext>
            </a:extLst>
          </p:cNvPr>
          <p:cNvSpPr/>
          <p:nvPr/>
        </p:nvSpPr>
        <p:spPr>
          <a:xfrm>
            <a:off x="1463040" y="2530632"/>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Prompt injection, agent exfiltration, credential and tool abuse.</a:t>
            </a:r>
            <a:endParaRPr lang="en-US" sz="1400"/>
          </a:p>
        </p:txBody>
      </p:sp>
      <p:sp>
        <p:nvSpPr>
          <p:cNvPr id="16" name="Shape 15">
            <a:extLst>
              <a:ext uri="{FF2B5EF4-FFF2-40B4-BE49-F238E27FC236}">
                <a16:creationId xmlns:a16="http://schemas.microsoft.com/office/drawing/2014/main" id="{3C464C02-E298-DD74-62CD-BE34300B7998}"/>
              </a:ext>
              <a:ext uri="{C183D7F6-B498-43B3-948B-1728B52AA6E4}">
                <adec:decorative xmlns:adec="http://schemas.microsoft.com/office/drawing/2017/decorative" val="1"/>
              </a:ext>
            </a:extLst>
          </p:cNvPr>
          <p:cNvSpPr/>
          <p:nvPr/>
        </p:nvSpPr>
        <p:spPr>
          <a:xfrm>
            <a:off x="457200" y="3097560"/>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17" name="Shape 16">
            <a:extLst>
              <a:ext uri="{FF2B5EF4-FFF2-40B4-BE49-F238E27FC236}">
                <a16:creationId xmlns:a16="http://schemas.microsoft.com/office/drawing/2014/main" id="{1563AB08-6775-D012-B9FC-75D0687BA6A8}"/>
              </a:ext>
              <a:ext uri="{C183D7F6-B498-43B3-948B-1728B52AA6E4}">
                <adec:decorative xmlns:adec="http://schemas.microsoft.com/office/drawing/2017/decorative" val="1"/>
              </a:ext>
            </a:extLst>
          </p:cNvPr>
          <p:cNvSpPr/>
          <p:nvPr/>
        </p:nvSpPr>
        <p:spPr>
          <a:xfrm>
            <a:off x="457200" y="3097560"/>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18" name="Text 17">
            <a:extLst>
              <a:ext uri="{FF2B5EF4-FFF2-40B4-BE49-F238E27FC236}">
                <a16:creationId xmlns:a16="http://schemas.microsoft.com/office/drawing/2014/main" id="{D308E468-A470-9F00-7FE6-70175F2CB5CD}"/>
              </a:ext>
            </a:extLst>
          </p:cNvPr>
          <p:cNvSpPr/>
          <p:nvPr/>
        </p:nvSpPr>
        <p:spPr>
          <a:xfrm>
            <a:off x="457200" y="3097560"/>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COMP</a:t>
            </a:r>
            <a:endParaRPr lang="en-US" sz="1400"/>
          </a:p>
        </p:txBody>
      </p:sp>
      <p:sp>
        <p:nvSpPr>
          <p:cNvPr id="19" name="Text 18">
            <a:extLst>
              <a:ext uri="{FF2B5EF4-FFF2-40B4-BE49-F238E27FC236}">
                <a16:creationId xmlns:a16="http://schemas.microsoft.com/office/drawing/2014/main" id="{EEC14AB9-478A-A5C9-B58F-AA89F978D2F9}"/>
              </a:ext>
            </a:extLst>
          </p:cNvPr>
          <p:cNvSpPr/>
          <p:nvPr/>
        </p:nvSpPr>
        <p:spPr>
          <a:xfrm>
            <a:off x="1463040" y="3097560"/>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EU AI Act, GDPR / PDPL, ISO 42001 non-conformity, audit failure.</a:t>
            </a:r>
            <a:endParaRPr lang="en-US" sz="1400"/>
          </a:p>
        </p:txBody>
      </p:sp>
      <p:sp>
        <p:nvSpPr>
          <p:cNvPr id="20" name="Shape 19">
            <a:extLst>
              <a:ext uri="{FF2B5EF4-FFF2-40B4-BE49-F238E27FC236}">
                <a16:creationId xmlns:a16="http://schemas.microsoft.com/office/drawing/2014/main" id="{BA692E32-FFAC-B003-2987-AAA6FF1F3784}"/>
              </a:ext>
              <a:ext uri="{C183D7F6-B498-43B3-948B-1728B52AA6E4}">
                <adec:decorative xmlns:adec="http://schemas.microsoft.com/office/drawing/2017/decorative" val="1"/>
              </a:ext>
            </a:extLst>
          </p:cNvPr>
          <p:cNvSpPr/>
          <p:nvPr/>
        </p:nvSpPr>
        <p:spPr>
          <a:xfrm>
            <a:off x="457200" y="3664488"/>
            <a:ext cx="11247120" cy="493776"/>
          </a:xfrm>
          <a:prstGeom prst="rect">
            <a:avLst/>
          </a:prstGeom>
          <a:solidFill>
            <a:srgbClr val="F5F7FB"/>
          </a:solidFill>
          <a:ln w="6350">
            <a:solidFill>
              <a:srgbClr val="D5DBE7"/>
            </a:solidFill>
            <a:prstDash val="solid"/>
          </a:ln>
        </p:spPr>
        <p:txBody>
          <a:bodyPr/>
          <a:lstStyle/>
          <a:p>
            <a:endParaRPr lang="en-AE" sz="1400"/>
          </a:p>
        </p:txBody>
      </p:sp>
      <p:sp>
        <p:nvSpPr>
          <p:cNvPr id="21" name="Shape 20">
            <a:extLst>
              <a:ext uri="{FF2B5EF4-FFF2-40B4-BE49-F238E27FC236}">
                <a16:creationId xmlns:a16="http://schemas.microsoft.com/office/drawing/2014/main" id="{997057CD-7C9D-DD53-5FEA-CCA7A9A994ED}"/>
              </a:ext>
              <a:ext uri="{C183D7F6-B498-43B3-948B-1728B52AA6E4}">
                <adec:decorative xmlns:adec="http://schemas.microsoft.com/office/drawing/2017/decorative" val="1"/>
              </a:ext>
            </a:extLst>
          </p:cNvPr>
          <p:cNvSpPr/>
          <p:nvPr/>
        </p:nvSpPr>
        <p:spPr>
          <a:xfrm>
            <a:off x="457200" y="3664488"/>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22" name="Text 21">
            <a:extLst>
              <a:ext uri="{FF2B5EF4-FFF2-40B4-BE49-F238E27FC236}">
                <a16:creationId xmlns:a16="http://schemas.microsoft.com/office/drawing/2014/main" id="{457EA7D9-761A-D5F3-D059-C654EBD32923}"/>
              </a:ext>
            </a:extLst>
          </p:cNvPr>
          <p:cNvSpPr/>
          <p:nvPr/>
        </p:nvSpPr>
        <p:spPr>
          <a:xfrm>
            <a:off x="457200" y="3664488"/>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FIN</a:t>
            </a:r>
            <a:endParaRPr lang="en-US" sz="1400"/>
          </a:p>
        </p:txBody>
      </p:sp>
      <p:sp>
        <p:nvSpPr>
          <p:cNvPr id="23" name="Text 22">
            <a:extLst>
              <a:ext uri="{FF2B5EF4-FFF2-40B4-BE49-F238E27FC236}">
                <a16:creationId xmlns:a16="http://schemas.microsoft.com/office/drawing/2014/main" id="{D719515C-6147-6F64-771D-B75A254F0AB5}"/>
              </a:ext>
            </a:extLst>
          </p:cNvPr>
          <p:cNvSpPr/>
          <p:nvPr/>
        </p:nvSpPr>
        <p:spPr>
          <a:xfrm>
            <a:off x="1463040" y="3664488"/>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Token / PTU burn, runaway agents, cost uncorrelated with value.</a:t>
            </a:r>
            <a:endParaRPr lang="en-US" sz="1400"/>
          </a:p>
        </p:txBody>
      </p:sp>
      <p:sp>
        <p:nvSpPr>
          <p:cNvPr id="24" name="Shape 23">
            <a:extLst>
              <a:ext uri="{FF2B5EF4-FFF2-40B4-BE49-F238E27FC236}">
                <a16:creationId xmlns:a16="http://schemas.microsoft.com/office/drawing/2014/main" id="{F1BF1DB7-7659-1A5E-1E6A-7CE310E15C42}"/>
              </a:ext>
              <a:ext uri="{C183D7F6-B498-43B3-948B-1728B52AA6E4}">
                <adec:decorative xmlns:adec="http://schemas.microsoft.com/office/drawing/2017/decorative" val="1"/>
              </a:ext>
            </a:extLst>
          </p:cNvPr>
          <p:cNvSpPr/>
          <p:nvPr/>
        </p:nvSpPr>
        <p:spPr>
          <a:xfrm>
            <a:off x="457200" y="4231416"/>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25" name="Shape 24">
            <a:extLst>
              <a:ext uri="{FF2B5EF4-FFF2-40B4-BE49-F238E27FC236}">
                <a16:creationId xmlns:a16="http://schemas.microsoft.com/office/drawing/2014/main" id="{E7F4CAE1-38F3-67CE-BFF6-64FB5A1FDA37}"/>
              </a:ext>
              <a:ext uri="{C183D7F6-B498-43B3-948B-1728B52AA6E4}">
                <adec:decorative xmlns:adec="http://schemas.microsoft.com/office/drawing/2017/decorative" val="1"/>
              </a:ext>
            </a:extLst>
          </p:cNvPr>
          <p:cNvSpPr/>
          <p:nvPr/>
        </p:nvSpPr>
        <p:spPr>
          <a:xfrm>
            <a:off x="457200" y="4231416"/>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26" name="Text 25">
            <a:extLst>
              <a:ext uri="{FF2B5EF4-FFF2-40B4-BE49-F238E27FC236}">
                <a16:creationId xmlns:a16="http://schemas.microsoft.com/office/drawing/2014/main" id="{E3F47706-EB56-C053-F73C-A84B7CCB4E4B}"/>
              </a:ext>
            </a:extLst>
          </p:cNvPr>
          <p:cNvSpPr/>
          <p:nvPr/>
        </p:nvSpPr>
        <p:spPr>
          <a:xfrm>
            <a:off x="457200" y="4231416"/>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MLO</a:t>
            </a:r>
            <a:endParaRPr lang="en-US" sz="1400"/>
          </a:p>
        </p:txBody>
      </p:sp>
      <p:sp>
        <p:nvSpPr>
          <p:cNvPr id="27" name="Text 26">
            <a:extLst>
              <a:ext uri="{FF2B5EF4-FFF2-40B4-BE49-F238E27FC236}">
                <a16:creationId xmlns:a16="http://schemas.microsoft.com/office/drawing/2014/main" id="{B29311E1-2A0E-F7D1-0B5C-4A6780C91FFB}"/>
              </a:ext>
            </a:extLst>
          </p:cNvPr>
          <p:cNvSpPr/>
          <p:nvPr/>
        </p:nvSpPr>
        <p:spPr>
          <a:xfrm>
            <a:off x="1463040" y="4231416"/>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Silent drift, unreproducible results, long MTTR, bad-model blast radius.</a:t>
            </a:r>
            <a:endParaRPr lang="en-US" sz="1400"/>
          </a:p>
        </p:txBody>
      </p:sp>
      <p:sp>
        <p:nvSpPr>
          <p:cNvPr id="28" name="Shape 27">
            <a:extLst>
              <a:ext uri="{FF2B5EF4-FFF2-40B4-BE49-F238E27FC236}">
                <a16:creationId xmlns:a16="http://schemas.microsoft.com/office/drawing/2014/main" id="{8C4B2EC7-0BA0-CFF9-97CA-CE44CC913A5F}"/>
              </a:ext>
              <a:ext uri="{C183D7F6-B498-43B3-948B-1728B52AA6E4}">
                <adec:decorative xmlns:adec="http://schemas.microsoft.com/office/drawing/2017/decorative" val="1"/>
              </a:ext>
            </a:extLst>
          </p:cNvPr>
          <p:cNvSpPr/>
          <p:nvPr/>
        </p:nvSpPr>
        <p:spPr>
          <a:xfrm>
            <a:off x="457200" y="4798344"/>
            <a:ext cx="11247120" cy="493776"/>
          </a:xfrm>
          <a:prstGeom prst="rect">
            <a:avLst/>
          </a:prstGeom>
          <a:solidFill>
            <a:srgbClr val="F5F7FB"/>
          </a:solidFill>
          <a:ln w="6350">
            <a:solidFill>
              <a:srgbClr val="D5DBE7"/>
            </a:solidFill>
            <a:prstDash val="solid"/>
          </a:ln>
        </p:spPr>
        <p:txBody>
          <a:bodyPr/>
          <a:lstStyle/>
          <a:p>
            <a:endParaRPr lang="en-AE" sz="1400"/>
          </a:p>
        </p:txBody>
      </p:sp>
      <p:sp>
        <p:nvSpPr>
          <p:cNvPr id="29" name="Shape 28">
            <a:extLst>
              <a:ext uri="{FF2B5EF4-FFF2-40B4-BE49-F238E27FC236}">
                <a16:creationId xmlns:a16="http://schemas.microsoft.com/office/drawing/2014/main" id="{A4767C8A-74FD-BC9E-AE23-DA0911630D2E}"/>
              </a:ext>
              <a:ext uri="{C183D7F6-B498-43B3-948B-1728B52AA6E4}">
                <adec:decorative xmlns:adec="http://schemas.microsoft.com/office/drawing/2017/decorative" val="1"/>
              </a:ext>
            </a:extLst>
          </p:cNvPr>
          <p:cNvSpPr/>
          <p:nvPr/>
        </p:nvSpPr>
        <p:spPr>
          <a:xfrm>
            <a:off x="457200" y="4798344"/>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30" name="Text 29">
            <a:extLst>
              <a:ext uri="{FF2B5EF4-FFF2-40B4-BE49-F238E27FC236}">
                <a16:creationId xmlns:a16="http://schemas.microsoft.com/office/drawing/2014/main" id="{AECB773D-BBFF-748A-2940-D094A275C6FD}"/>
              </a:ext>
            </a:extLst>
          </p:cNvPr>
          <p:cNvSpPr/>
          <p:nvPr/>
        </p:nvSpPr>
        <p:spPr>
          <a:xfrm>
            <a:off x="457200" y="4798344"/>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DATA</a:t>
            </a:r>
            <a:endParaRPr lang="en-US" sz="1400"/>
          </a:p>
        </p:txBody>
      </p:sp>
      <p:sp>
        <p:nvSpPr>
          <p:cNvPr id="31" name="Text 30">
            <a:extLst>
              <a:ext uri="{FF2B5EF4-FFF2-40B4-BE49-F238E27FC236}">
                <a16:creationId xmlns:a16="http://schemas.microsoft.com/office/drawing/2014/main" id="{A4F7E867-B1FA-D494-E4E7-E030D033B341}"/>
              </a:ext>
            </a:extLst>
          </p:cNvPr>
          <p:cNvSpPr/>
          <p:nvPr/>
        </p:nvSpPr>
        <p:spPr>
          <a:xfrm>
            <a:off x="1463040" y="4798344"/>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IP risk, residency breach, right-to-be-forgotten gaps, RAG leakage.</a:t>
            </a:r>
            <a:endParaRPr lang="en-US" sz="1400"/>
          </a:p>
        </p:txBody>
      </p:sp>
      <p:sp>
        <p:nvSpPr>
          <p:cNvPr id="32" name="Shape 31">
            <a:extLst>
              <a:ext uri="{FF2B5EF4-FFF2-40B4-BE49-F238E27FC236}">
                <a16:creationId xmlns:a16="http://schemas.microsoft.com/office/drawing/2014/main" id="{C12BFB35-7A1A-B208-EB23-C162A367C071}"/>
              </a:ext>
              <a:ext uri="{C183D7F6-B498-43B3-948B-1728B52AA6E4}">
                <adec:decorative xmlns:adec="http://schemas.microsoft.com/office/drawing/2017/decorative" val="1"/>
              </a:ext>
            </a:extLst>
          </p:cNvPr>
          <p:cNvSpPr/>
          <p:nvPr/>
        </p:nvSpPr>
        <p:spPr>
          <a:xfrm>
            <a:off x="457200" y="5365272"/>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33" name="Shape 32">
            <a:extLst>
              <a:ext uri="{FF2B5EF4-FFF2-40B4-BE49-F238E27FC236}">
                <a16:creationId xmlns:a16="http://schemas.microsoft.com/office/drawing/2014/main" id="{66FD1019-0742-2DBE-E2EF-AA589921FF97}"/>
              </a:ext>
              <a:ext uri="{C183D7F6-B498-43B3-948B-1728B52AA6E4}">
                <adec:decorative xmlns:adec="http://schemas.microsoft.com/office/drawing/2017/decorative" val="1"/>
              </a:ext>
            </a:extLst>
          </p:cNvPr>
          <p:cNvSpPr/>
          <p:nvPr/>
        </p:nvSpPr>
        <p:spPr>
          <a:xfrm>
            <a:off x="457200" y="5365272"/>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34" name="Text 33">
            <a:extLst>
              <a:ext uri="{FF2B5EF4-FFF2-40B4-BE49-F238E27FC236}">
                <a16:creationId xmlns:a16="http://schemas.microsoft.com/office/drawing/2014/main" id="{2DD35C0E-A8F8-E8FC-984C-3E64D8EB8B36}"/>
              </a:ext>
            </a:extLst>
          </p:cNvPr>
          <p:cNvSpPr/>
          <p:nvPr/>
        </p:nvSpPr>
        <p:spPr>
          <a:xfrm>
            <a:off x="457200" y="5365272"/>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CoE</a:t>
            </a:r>
            <a:endParaRPr lang="en-US" sz="1400"/>
          </a:p>
        </p:txBody>
      </p:sp>
      <p:sp>
        <p:nvSpPr>
          <p:cNvPr id="35" name="Text 34">
            <a:extLst>
              <a:ext uri="{FF2B5EF4-FFF2-40B4-BE49-F238E27FC236}">
                <a16:creationId xmlns:a16="http://schemas.microsoft.com/office/drawing/2014/main" id="{0D21556D-DA51-8A25-D1DD-508932CE8B88}"/>
              </a:ext>
            </a:extLst>
          </p:cNvPr>
          <p:cNvSpPr/>
          <p:nvPr/>
        </p:nvSpPr>
        <p:spPr>
          <a:xfrm>
            <a:off x="1463040" y="5365272"/>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Shadow AI, repeated mistakes, fragmented patterns, capability gaps.</a:t>
            </a:r>
            <a:endParaRPr lang="en-US" sz="1400"/>
          </a:p>
        </p:txBody>
      </p:sp>
    </p:spTree>
    <p:extLst>
      <p:ext uri="{BB962C8B-B14F-4D97-AF65-F5344CB8AC3E}">
        <p14:creationId xmlns:p14="http://schemas.microsoft.com/office/powerpoint/2010/main" val="293056886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11C2D-25E4-971D-36BD-981C9ECA162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EF1F61-272E-75C4-A0ED-1131A660DB70}"/>
              </a:ext>
            </a:extLst>
          </p:cNvPr>
          <p:cNvSpPr>
            <a:spLocks noGrp="1"/>
          </p:cNvSpPr>
          <p:nvPr>
            <p:ph type="title"/>
          </p:nvPr>
        </p:nvSpPr>
        <p:spPr/>
        <p:txBody>
          <a:bodyPr/>
          <a:lstStyle/>
          <a:p>
            <a:r>
              <a:rPr lang="en-GB"/>
              <a:t>Who owns what, across the lifecycle</a:t>
            </a:r>
            <a:br>
              <a:rPr lang="en-GB"/>
            </a:br>
            <a:br>
              <a:rPr lang="en-US"/>
            </a:br>
            <a:br>
              <a:rPr lang="en-US"/>
            </a:br>
            <a:br>
              <a:rPr lang="en-US"/>
            </a:br>
            <a:br>
              <a:rPr lang="en-US"/>
            </a:br>
            <a:endParaRPr lang="en-AE"/>
          </a:p>
        </p:txBody>
      </p:sp>
      <p:sp>
        <p:nvSpPr>
          <p:cNvPr id="81" name="Text Placeholder 80">
            <a:extLst>
              <a:ext uri="{FF2B5EF4-FFF2-40B4-BE49-F238E27FC236}">
                <a16:creationId xmlns:a16="http://schemas.microsoft.com/office/drawing/2014/main" id="{7E8234B5-ED0E-B093-7855-16982F335558}"/>
              </a:ext>
            </a:extLst>
          </p:cNvPr>
          <p:cNvSpPr>
            <a:spLocks noGrp="1"/>
          </p:cNvSpPr>
          <p:nvPr>
            <p:ph type="body" sz="quarter" idx="12"/>
          </p:nvPr>
        </p:nvSpPr>
        <p:spPr/>
        <p:txBody>
          <a:bodyPr/>
          <a:lstStyle/>
          <a:p>
            <a:endParaRPr lang="en-AE"/>
          </a:p>
        </p:txBody>
      </p:sp>
      <p:sp>
        <p:nvSpPr>
          <p:cNvPr id="3" name="Footer Placeholder 2">
            <a:extLst>
              <a:ext uri="{FF2B5EF4-FFF2-40B4-BE49-F238E27FC236}">
                <a16:creationId xmlns:a16="http://schemas.microsoft.com/office/drawing/2014/main" id="{861FF7EF-10A3-C623-C10D-BB969C75ECCE}"/>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914C2DBB-9277-D77C-6BC9-91D271FD583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Shape 7">
            <a:extLst>
              <a:ext uri="{FF2B5EF4-FFF2-40B4-BE49-F238E27FC236}">
                <a16:creationId xmlns:a16="http://schemas.microsoft.com/office/drawing/2014/main" id="{D6E56BF5-B75F-012A-5600-8992E6066269}"/>
              </a:ext>
              <a:ext uri="{C183D7F6-B498-43B3-948B-1728B52AA6E4}">
                <adec:decorative xmlns:adec="http://schemas.microsoft.com/office/drawing/2017/decorative" val="1"/>
              </a:ext>
            </a:extLst>
          </p:cNvPr>
          <p:cNvSpPr/>
          <p:nvPr/>
        </p:nvSpPr>
        <p:spPr>
          <a:xfrm>
            <a:off x="457200" y="2065869"/>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37" name="Shape 8">
            <a:extLst>
              <a:ext uri="{FF2B5EF4-FFF2-40B4-BE49-F238E27FC236}">
                <a16:creationId xmlns:a16="http://schemas.microsoft.com/office/drawing/2014/main" id="{658E7882-59D9-5813-33B2-D3FE73E44FA8}"/>
              </a:ext>
              <a:ext uri="{C183D7F6-B498-43B3-948B-1728B52AA6E4}">
                <adec:decorative xmlns:adec="http://schemas.microsoft.com/office/drawing/2017/decorative" val="1"/>
              </a:ext>
            </a:extLst>
          </p:cNvPr>
          <p:cNvSpPr/>
          <p:nvPr/>
        </p:nvSpPr>
        <p:spPr>
          <a:xfrm>
            <a:off x="640080" y="2129877"/>
            <a:ext cx="292608" cy="292608"/>
          </a:xfrm>
          <a:prstGeom prst="ellipse">
            <a:avLst/>
          </a:prstGeom>
          <a:solidFill>
            <a:srgbClr val="002060"/>
          </a:solidFill>
          <a:ln w="12700">
            <a:noFill/>
            <a:prstDash val="solid"/>
          </a:ln>
        </p:spPr>
        <p:txBody>
          <a:bodyPr/>
          <a:lstStyle/>
          <a:p>
            <a:endParaRPr lang="en-AE" sz="1400"/>
          </a:p>
        </p:txBody>
      </p:sp>
      <p:sp>
        <p:nvSpPr>
          <p:cNvPr id="38" name="Text 9">
            <a:extLst>
              <a:ext uri="{FF2B5EF4-FFF2-40B4-BE49-F238E27FC236}">
                <a16:creationId xmlns:a16="http://schemas.microsoft.com/office/drawing/2014/main" id="{7BFD7958-9959-A405-8E71-49F2A709223E}"/>
              </a:ext>
            </a:extLst>
          </p:cNvPr>
          <p:cNvSpPr/>
          <p:nvPr/>
        </p:nvSpPr>
        <p:spPr>
          <a:xfrm>
            <a:off x="640080" y="21298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1</a:t>
            </a:r>
            <a:endParaRPr lang="en-US" sz="1400"/>
          </a:p>
        </p:txBody>
      </p:sp>
      <p:sp>
        <p:nvSpPr>
          <p:cNvPr id="39" name="Text 10">
            <a:extLst>
              <a:ext uri="{FF2B5EF4-FFF2-40B4-BE49-F238E27FC236}">
                <a16:creationId xmlns:a16="http://schemas.microsoft.com/office/drawing/2014/main" id="{73723EDF-5A49-A79C-C7B1-904396119A73}"/>
              </a:ext>
            </a:extLst>
          </p:cNvPr>
          <p:cNvSpPr/>
          <p:nvPr/>
        </p:nvSpPr>
        <p:spPr>
          <a:xfrm>
            <a:off x="1051560" y="20658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BizOwner / ProductMgr</a:t>
            </a:r>
            <a:endParaRPr lang="en-US" sz="1400"/>
          </a:p>
        </p:txBody>
      </p:sp>
      <p:sp>
        <p:nvSpPr>
          <p:cNvPr id="40" name="Text 11">
            <a:extLst>
              <a:ext uri="{FF2B5EF4-FFF2-40B4-BE49-F238E27FC236}">
                <a16:creationId xmlns:a16="http://schemas.microsoft.com/office/drawing/2014/main" id="{D270BD1A-F7F8-0319-15DB-DFB013FBE433}"/>
              </a:ext>
            </a:extLst>
          </p:cNvPr>
          <p:cNvSpPr/>
          <p:nvPr/>
        </p:nvSpPr>
        <p:spPr>
          <a:xfrm>
            <a:off x="4663440" y="20658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Outcome, KPIs, funding, go/no-go</a:t>
            </a:r>
            <a:endParaRPr lang="en-US" sz="1400"/>
          </a:p>
        </p:txBody>
      </p:sp>
      <p:sp>
        <p:nvSpPr>
          <p:cNvPr id="41" name="Shape 12">
            <a:extLst>
              <a:ext uri="{FF2B5EF4-FFF2-40B4-BE49-F238E27FC236}">
                <a16:creationId xmlns:a16="http://schemas.microsoft.com/office/drawing/2014/main" id="{328BDB79-F980-E2A3-2AA5-64DF8C8D4E92}"/>
              </a:ext>
              <a:ext uri="{C183D7F6-B498-43B3-948B-1728B52AA6E4}">
                <adec:decorative xmlns:adec="http://schemas.microsoft.com/office/drawing/2017/decorative" val="1"/>
              </a:ext>
            </a:extLst>
          </p:cNvPr>
          <p:cNvSpPr/>
          <p:nvPr/>
        </p:nvSpPr>
        <p:spPr>
          <a:xfrm>
            <a:off x="457200" y="2523069"/>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42" name="Shape 13">
            <a:extLst>
              <a:ext uri="{FF2B5EF4-FFF2-40B4-BE49-F238E27FC236}">
                <a16:creationId xmlns:a16="http://schemas.microsoft.com/office/drawing/2014/main" id="{5DD519FA-37F2-A9A8-AD5E-0686ABD73039}"/>
              </a:ext>
              <a:ext uri="{C183D7F6-B498-43B3-948B-1728B52AA6E4}">
                <adec:decorative xmlns:adec="http://schemas.microsoft.com/office/drawing/2017/decorative" val="1"/>
              </a:ext>
            </a:extLst>
          </p:cNvPr>
          <p:cNvSpPr/>
          <p:nvPr/>
        </p:nvSpPr>
        <p:spPr>
          <a:xfrm>
            <a:off x="640080" y="2587077"/>
            <a:ext cx="292608" cy="292608"/>
          </a:xfrm>
          <a:prstGeom prst="ellipse">
            <a:avLst/>
          </a:prstGeom>
          <a:solidFill>
            <a:srgbClr val="002060"/>
          </a:solidFill>
          <a:ln w="12700">
            <a:noFill/>
            <a:prstDash val="solid"/>
          </a:ln>
        </p:spPr>
        <p:txBody>
          <a:bodyPr/>
          <a:lstStyle/>
          <a:p>
            <a:endParaRPr lang="en-AE" sz="1400"/>
          </a:p>
        </p:txBody>
      </p:sp>
      <p:sp>
        <p:nvSpPr>
          <p:cNvPr id="43" name="Text 14">
            <a:extLst>
              <a:ext uri="{FF2B5EF4-FFF2-40B4-BE49-F238E27FC236}">
                <a16:creationId xmlns:a16="http://schemas.microsoft.com/office/drawing/2014/main" id="{38D88E8E-FAA2-2DD4-1AA7-FCC3EC0E91F7}"/>
              </a:ext>
            </a:extLst>
          </p:cNvPr>
          <p:cNvSpPr/>
          <p:nvPr/>
        </p:nvSpPr>
        <p:spPr>
          <a:xfrm>
            <a:off x="640080" y="25870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2</a:t>
            </a:r>
            <a:endParaRPr lang="en-US" sz="1400"/>
          </a:p>
        </p:txBody>
      </p:sp>
      <p:sp>
        <p:nvSpPr>
          <p:cNvPr id="44" name="Text 15">
            <a:extLst>
              <a:ext uri="{FF2B5EF4-FFF2-40B4-BE49-F238E27FC236}">
                <a16:creationId xmlns:a16="http://schemas.microsoft.com/office/drawing/2014/main" id="{2EA28CD8-2878-432B-2142-3F5932C027C4}"/>
              </a:ext>
            </a:extLst>
          </p:cNvPr>
          <p:cNvSpPr/>
          <p:nvPr/>
        </p:nvSpPr>
        <p:spPr>
          <a:xfrm>
            <a:off x="1051560" y="25230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AI Architect</a:t>
            </a:r>
            <a:endParaRPr lang="en-US" sz="1400"/>
          </a:p>
        </p:txBody>
      </p:sp>
      <p:sp>
        <p:nvSpPr>
          <p:cNvPr id="45" name="Text 16">
            <a:extLst>
              <a:ext uri="{FF2B5EF4-FFF2-40B4-BE49-F238E27FC236}">
                <a16:creationId xmlns:a16="http://schemas.microsoft.com/office/drawing/2014/main" id="{26C28259-977E-0686-68D5-28B408C3E1DB}"/>
              </a:ext>
            </a:extLst>
          </p:cNvPr>
          <p:cNvSpPr/>
          <p:nvPr/>
        </p:nvSpPr>
        <p:spPr>
          <a:xfrm>
            <a:off x="4663440" y="25230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Pattern, gateway, orchestrator, quota strategy</a:t>
            </a:r>
            <a:endParaRPr lang="en-US" sz="1400"/>
          </a:p>
        </p:txBody>
      </p:sp>
      <p:sp>
        <p:nvSpPr>
          <p:cNvPr id="46" name="Shape 17">
            <a:extLst>
              <a:ext uri="{FF2B5EF4-FFF2-40B4-BE49-F238E27FC236}">
                <a16:creationId xmlns:a16="http://schemas.microsoft.com/office/drawing/2014/main" id="{451ADECB-CD92-BFB3-335D-2558079B9FA5}"/>
              </a:ext>
              <a:ext uri="{C183D7F6-B498-43B3-948B-1728B52AA6E4}">
                <adec:decorative xmlns:adec="http://schemas.microsoft.com/office/drawing/2017/decorative" val="1"/>
              </a:ext>
            </a:extLst>
          </p:cNvPr>
          <p:cNvSpPr/>
          <p:nvPr/>
        </p:nvSpPr>
        <p:spPr>
          <a:xfrm>
            <a:off x="457200" y="2980269"/>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47" name="Shape 18">
            <a:extLst>
              <a:ext uri="{FF2B5EF4-FFF2-40B4-BE49-F238E27FC236}">
                <a16:creationId xmlns:a16="http://schemas.microsoft.com/office/drawing/2014/main" id="{A2AE6823-D2ED-6036-FC7F-132132D8120A}"/>
              </a:ext>
              <a:ext uri="{C183D7F6-B498-43B3-948B-1728B52AA6E4}">
                <adec:decorative xmlns:adec="http://schemas.microsoft.com/office/drawing/2017/decorative" val="1"/>
              </a:ext>
            </a:extLst>
          </p:cNvPr>
          <p:cNvSpPr/>
          <p:nvPr/>
        </p:nvSpPr>
        <p:spPr>
          <a:xfrm>
            <a:off x="640080" y="3044277"/>
            <a:ext cx="292608" cy="292608"/>
          </a:xfrm>
          <a:prstGeom prst="ellipse">
            <a:avLst/>
          </a:prstGeom>
          <a:solidFill>
            <a:srgbClr val="002060"/>
          </a:solidFill>
          <a:ln w="12700">
            <a:noFill/>
            <a:prstDash val="solid"/>
          </a:ln>
        </p:spPr>
        <p:txBody>
          <a:bodyPr/>
          <a:lstStyle/>
          <a:p>
            <a:endParaRPr lang="en-AE" sz="1400"/>
          </a:p>
        </p:txBody>
      </p:sp>
      <p:sp>
        <p:nvSpPr>
          <p:cNvPr id="48" name="Text 19">
            <a:extLst>
              <a:ext uri="{FF2B5EF4-FFF2-40B4-BE49-F238E27FC236}">
                <a16:creationId xmlns:a16="http://schemas.microsoft.com/office/drawing/2014/main" id="{1017332B-017F-93CC-A10F-613E0749C9D7}"/>
              </a:ext>
            </a:extLst>
          </p:cNvPr>
          <p:cNvSpPr/>
          <p:nvPr/>
        </p:nvSpPr>
        <p:spPr>
          <a:xfrm>
            <a:off x="640080" y="30442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3</a:t>
            </a:r>
            <a:endParaRPr lang="en-US" sz="1400"/>
          </a:p>
        </p:txBody>
      </p:sp>
      <p:sp>
        <p:nvSpPr>
          <p:cNvPr id="49" name="Text 20">
            <a:extLst>
              <a:ext uri="{FF2B5EF4-FFF2-40B4-BE49-F238E27FC236}">
                <a16:creationId xmlns:a16="http://schemas.microsoft.com/office/drawing/2014/main" id="{B19C27CC-6328-BC39-95BF-6EAA553C8894}"/>
              </a:ext>
            </a:extLst>
          </p:cNvPr>
          <p:cNvSpPr/>
          <p:nvPr/>
        </p:nvSpPr>
        <p:spPr>
          <a:xfrm>
            <a:off x="1051560" y="29802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Data Engineer / Scientist</a:t>
            </a:r>
            <a:endParaRPr lang="en-US" sz="1400"/>
          </a:p>
        </p:txBody>
      </p:sp>
      <p:sp>
        <p:nvSpPr>
          <p:cNvPr id="50" name="Text 21">
            <a:extLst>
              <a:ext uri="{FF2B5EF4-FFF2-40B4-BE49-F238E27FC236}">
                <a16:creationId xmlns:a16="http://schemas.microsoft.com/office/drawing/2014/main" id="{8D3C7C83-5871-C839-A86A-E5BE32AD4DC0}"/>
              </a:ext>
            </a:extLst>
          </p:cNvPr>
          <p:cNvSpPr/>
          <p:nvPr/>
        </p:nvSpPr>
        <p:spPr>
          <a:xfrm>
            <a:off x="4663440" y="29802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Training data, grounding, features, evaluation</a:t>
            </a:r>
            <a:endParaRPr lang="en-US" sz="1400"/>
          </a:p>
        </p:txBody>
      </p:sp>
      <p:sp>
        <p:nvSpPr>
          <p:cNvPr id="51" name="Shape 22">
            <a:extLst>
              <a:ext uri="{FF2B5EF4-FFF2-40B4-BE49-F238E27FC236}">
                <a16:creationId xmlns:a16="http://schemas.microsoft.com/office/drawing/2014/main" id="{6FEE3CB9-E4C2-7D28-0DAC-BEF01DBE4FF9}"/>
              </a:ext>
              <a:ext uri="{C183D7F6-B498-43B3-948B-1728B52AA6E4}">
                <adec:decorative xmlns:adec="http://schemas.microsoft.com/office/drawing/2017/decorative" val="1"/>
              </a:ext>
            </a:extLst>
          </p:cNvPr>
          <p:cNvSpPr/>
          <p:nvPr/>
        </p:nvSpPr>
        <p:spPr>
          <a:xfrm>
            <a:off x="457200" y="3437469"/>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52" name="Shape 23">
            <a:extLst>
              <a:ext uri="{FF2B5EF4-FFF2-40B4-BE49-F238E27FC236}">
                <a16:creationId xmlns:a16="http://schemas.microsoft.com/office/drawing/2014/main" id="{AB8E36A5-BDB9-30B9-C933-98C7942413D2}"/>
              </a:ext>
              <a:ext uri="{C183D7F6-B498-43B3-948B-1728B52AA6E4}">
                <adec:decorative xmlns:adec="http://schemas.microsoft.com/office/drawing/2017/decorative" val="1"/>
              </a:ext>
            </a:extLst>
          </p:cNvPr>
          <p:cNvSpPr/>
          <p:nvPr/>
        </p:nvSpPr>
        <p:spPr>
          <a:xfrm>
            <a:off x="640080" y="3501477"/>
            <a:ext cx="292608" cy="292608"/>
          </a:xfrm>
          <a:prstGeom prst="ellipse">
            <a:avLst/>
          </a:prstGeom>
          <a:solidFill>
            <a:srgbClr val="002060"/>
          </a:solidFill>
          <a:ln w="12700">
            <a:noFill/>
            <a:prstDash val="solid"/>
          </a:ln>
        </p:spPr>
        <p:txBody>
          <a:bodyPr/>
          <a:lstStyle/>
          <a:p>
            <a:endParaRPr lang="en-AE" sz="1400"/>
          </a:p>
        </p:txBody>
      </p:sp>
      <p:sp>
        <p:nvSpPr>
          <p:cNvPr id="53" name="Text 24">
            <a:extLst>
              <a:ext uri="{FF2B5EF4-FFF2-40B4-BE49-F238E27FC236}">
                <a16:creationId xmlns:a16="http://schemas.microsoft.com/office/drawing/2014/main" id="{E88B1C2A-D748-0E62-E849-F3ED59A55C8A}"/>
              </a:ext>
            </a:extLst>
          </p:cNvPr>
          <p:cNvSpPr/>
          <p:nvPr/>
        </p:nvSpPr>
        <p:spPr>
          <a:xfrm>
            <a:off x="640080" y="35014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4</a:t>
            </a:r>
            <a:endParaRPr lang="en-US" sz="1400"/>
          </a:p>
        </p:txBody>
      </p:sp>
      <p:sp>
        <p:nvSpPr>
          <p:cNvPr id="54" name="Text 25">
            <a:extLst>
              <a:ext uri="{FF2B5EF4-FFF2-40B4-BE49-F238E27FC236}">
                <a16:creationId xmlns:a16="http://schemas.microsoft.com/office/drawing/2014/main" id="{3A3169DC-1C34-67A6-7B79-2A81F4E2FD68}"/>
              </a:ext>
            </a:extLst>
          </p:cNvPr>
          <p:cNvSpPr/>
          <p:nvPr/>
        </p:nvSpPr>
        <p:spPr>
          <a:xfrm>
            <a:off x="1051560" y="34374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MLOps / GenAIOps Engineer</a:t>
            </a:r>
            <a:endParaRPr lang="en-US" sz="1400"/>
          </a:p>
        </p:txBody>
      </p:sp>
      <p:sp>
        <p:nvSpPr>
          <p:cNvPr id="55" name="Text 26">
            <a:extLst>
              <a:ext uri="{FF2B5EF4-FFF2-40B4-BE49-F238E27FC236}">
                <a16:creationId xmlns:a16="http://schemas.microsoft.com/office/drawing/2014/main" id="{F978EB02-BB72-F07D-26C2-8FAF3525AAFB}"/>
              </a:ext>
            </a:extLst>
          </p:cNvPr>
          <p:cNvSpPr/>
          <p:nvPr/>
        </p:nvSpPr>
        <p:spPr>
          <a:xfrm>
            <a:off x="4663440" y="34374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Registry, CI/CD, canary, drift, model decay</a:t>
            </a:r>
            <a:endParaRPr lang="en-US" sz="1400"/>
          </a:p>
        </p:txBody>
      </p:sp>
      <p:sp>
        <p:nvSpPr>
          <p:cNvPr id="56" name="Shape 27">
            <a:extLst>
              <a:ext uri="{FF2B5EF4-FFF2-40B4-BE49-F238E27FC236}">
                <a16:creationId xmlns:a16="http://schemas.microsoft.com/office/drawing/2014/main" id="{09967217-F28B-D9C3-5CB6-9EEFAAB8AF02}"/>
              </a:ext>
              <a:ext uri="{C183D7F6-B498-43B3-948B-1728B52AA6E4}">
                <adec:decorative xmlns:adec="http://schemas.microsoft.com/office/drawing/2017/decorative" val="1"/>
              </a:ext>
            </a:extLst>
          </p:cNvPr>
          <p:cNvSpPr/>
          <p:nvPr/>
        </p:nvSpPr>
        <p:spPr>
          <a:xfrm>
            <a:off x="457200" y="3894669"/>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57" name="Shape 28">
            <a:extLst>
              <a:ext uri="{FF2B5EF4-FFF2-40B4-BE49-F238E27FC236}">
                <a16:creationId xmlns:a16="http://schemas.microsoft.com/office/drawing/2014/main" id="{F1270540-4DC3-A188-0ADA-66890658E4CC}"/>
              </a:ext>
              <a:ext uri="{C183D7F6-B498-43B3-948B-1728B52AA6E4}">
                <adec:decorative xmlns:adec="http://schemas.microsoft.com/office/drawing/2017/decorative" val="1"/>
              </a:ext>
            </a:extLst>
          </p:cNvPr>
          <p:cNvSpPr/>
          <p:nvPr/>
        </p:nvSpPr>
        <p:spPr>
          <a:xfrm>
            <a:off x="640080" y="3958677"/>
            <a:ext cx="292608" cy="292608"/>
          </a:xfrm>
          <a:prstGeom prst="ellipse">
            <a:avLst/>
          </a:prstGeom>
          <a:solidFill>
            <a:srgbClr val="002060"/>
          </a:solidFill>
          <a:ln w="12700">
            <a:noFill/>
            <a:prstDash val="solid"/>
          </a:ln>
        </p:spPr>
        <p:txBody>
          <a:bodyPr/>
          <a:lstStyle/>
          <a:p>
            <a:endParaRPr lang="en-AE" sz="1400"/>
          </a:p>
        </p:txBody>
      </p:sp>
      <p:sp>
        <p:nvSpPr>
          <p:cNvPr id="58" name="Text 29">
            <a:extLst>
              <a:ext uri="{FF2B5EF4-FFF2-40B4-BE49-F238E27FC236}">
                <a16:creationId xmlns:a16="http://schemas.microsoft.com/office/drawing/2014/main" id="{DC03DFD5-C9D4-4C4A-FE42-1C1F0FAB2603}"/>
              </a:ext>
            </a:extLst>
          </p:cNvPr>
          <p:cNvSpPr/>
          <p:nvPr/>
        </p:nvSpPr>
        <p:spPr>
          <a:xfrm>
            <a:off x="640080" y="39586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5</a:t>
            </a:r>
            <a:endParaRPr lang="en-US" sz="1400"/>
          </a:p>
        </p:txBody>
      </p:sp>
      <p:sp>
        <p:nvSpPr>
          <p:cNvPr id="59" name="Text 30">
            <a:extLst>
              <a:ext uri="{FF2B5EF4-FFF2-40B4-BE49-F238E27FC236}">
                <a16:creationId xmlns:a16="http://schemas.microsoft.com/office/drawing/2014/main" id="{842C2190-721C-9BE4-EAE5-102B8DC9ADB9}"/>
              </a:ext>
            </a:extLst>
          </p:cNvPr>
          <p:cNvSpPr/>
          <p:nvPr/>
        </p:nvSpPr>
        <p:spPr>
          <a:xfrm>
            <a:off x="1051560" y="38946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Platform / Sec Engineer</a:t>
            </a:r>
            <a:endParaRPr lang="en-US" sz="1400"/>
          </a:p>
        </p:txBody>
      </p:sp>
      <p:sp>
        <p:nvSpPr>
          <p:cNvPr id="60" name="Text 31">
            <a:extLst>
              <a:ext uri="{FF2B5EF4-FFF2-40B4-BE49-F238E27FC236}">
                <a16:creationId xmlns:a16="http://schemas.microsoft.com/office/drawing/2014/main" id="{FB2EBA4B-3186-BF79-EA46-2299FBC2F039}"/>
              </a:ext>
            </a:extLst>
          </p:cNvPr>
          <p:cNvSpPr/>
          <p:nvPr/>
        </p:nvSpPr>
        <p:spPr>
          <a:xfrm>
            <a:off x="4663440" y="38946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Landing zone, network, identity, threat model, Zero Trust</a:t>
            </a:r>
            <a:endParaRPr lang="en-US" sz="1400"/>
          </a:p>
        </p:txBody>
      </p:sp>
      <p:sp>
        <p:nvSpPr>
          <p:cNvPr id="61" name="Shape 32">
            <a:extLst>
              <a:ext uri="{FF2B5EF4-FFF2-40B4-BE49-F238E27FC236}">
                <a16:creationId xmlns:a16="http://schemas.microsoft.com/office/drawing/2014/main" id="{B6F49E09-E178-FC64-6908-FD8A1DD6B712}"/>
              </a:ext>
              <a:ext uri="{C183D7F6-B498-43B3-948B-1728B52AA6E4}">
                <adec:decorative xmlns:adec="http://schemas.microsoft.com/office/drawing/2017/decorative" val="1"/>
              </a:ext>
            </a:extLst>
          </p:cNvPr>
          <p:cNvSpPr/>
          <p:nvPr/>
        </p:nvSpPr>
        <p:spPr>
          <a:xfrm>
            <a:off x="457200" y="4351869"/>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62" name="Shape 33">
            <a:extLst>
              <a:ext uri="{FF2B5EF4-FFF2-40B4-BE49-F238E27FC236}">
                <a16:creationId xmlns:a16="http://schemas.microsoft.com/office/drawing/2014/main" id="{A57090C5-D20E-9986-3A8C-391A18426A1B}"/>
              </a:ext>
              <a:ext uri="{C183D7F6-B498-43B3-948B-1728B52AA6E4}">
                <adec:decorative xmlns:adec="http://schemas.microsoft.com/office/drawing/2017/decorative" val="1"/>
              </a:ext>
            </a:extLst>
          </p:cNvPr>
          <p:cNvSpPr/>
          <p:nvPr/>
        </p:nvSpPr>
        <p:spPr>
          <a:xfrm>
            <a:off x="640080" y="4415877"/>
            <a:ext cx="292608" cy="292608"/>
          </a:xfrm>
          <a:prstGeom prst="ellipse">
            <a:avLst/>
          </a:prstGeom>
          <a:solidFill>
            <a:srgbClr val="002060"/>
          </a:solidFill>
          <a:ln w="12700">
            <a:noFill/>
            <a:prstDash val="solid"/>
          </a:ln>
        </p:spPr>
        <p:txBody>
          <a:bodyPr/>
          <a:lstStyle/>
          <a:p>
            <a:endParaRPr lang="en-AE" sz="1400"/>
          </a:p>
        </p:txBody>
      </p:sp>
      <p:sp>
        <p:nvSpPr>
          <p:cNvPr id="63" name="Text 34">
            <a:extLst>
              <a:ext uri="{FF2B5EF4-FFF2-40B4-BE49-F238E27FC236}">
                <a16:creationId xmlns:a16="http://schemas.microsoft.com/office/drawing/2014/main" id="{31AA8810-B84C-6E94-D99C-EC64DE8DDBC6}"/>
              </a:ext>
            </a:extLst>
          </p:cNvPr>
          <p:cNvSpPr/>
          <p:nvPr/>
        </p:nvSpPr>
        <p:spPr>
          <a:xfrm>
            <a:off x="640080" y="44158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6</a:t>
            </a:r>
            <a:endParaRPr lang="en-US" sz="1400"/>
          </a:p>
        </p:txBody>
      </p:sp>
      <p:sp>
        <p:nvSpPr>
          <p:cNvPr id="64" name="Text 35">
            <a:extLst>
              <a:ext uri="{FF2B5EF4-FFF2-40B4-BE49-F238E27FC236}">
                <a16:creationId xmlns:a16="http://schemas.microsoft.com/office/drawing/2014/main" id="{73505232-1264-98AB-E374-BCADE625EEE8}"/>
              </a:ext>
            </a:extLst>
          </p:cNvPr>
          <p:cNvSpPr/>
          <p:nvPr/>
        </p:nvSpPr>
        <p:spPr>
          <a:xfrm>
            <a:off x="1051560" y="43518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Responsible AI Officer</a:t>
            </a:r>
            <a:endParaRPr lang="en-US" sz="1400"/>
          </a:p>
        </p:txBody>
      </p:sp>
      <p:sp>
        <p:nvSpPr>
          <p:cNvPr id="65" name="Text 36">
            <a:extLst>
              <a:ext uri="{FF2B5EF4-FFF2-40B4-BE49-F238E27FC236}">
                <a16:creationId xmlns:a16="http://schemas.microsoft.com/office/drawing/2014/main" id="{49A94F40-E0AE-F7DA-32DD-840969FE5308}"/>
              </a:ext>
            </a:extLst>
          </p:cNvPr>
          <p:cNvSpPr/>
          <p:nvPr/>
        </p:nvSpPr>
        <p:spPr>
          <a:xfrm>
            <a:off x="4663440" y="43518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Impact assessments, fairness, content safety</a:t>
            </a:r>
            <a:endParaRPr lang="en-US" sz="1400"/>
          </a:p>
        </p:txBody>
      </p:sp>
      <p:sp>
        <p:nvSpPr>
          <p:cNvPr id="66" name="Shape 37">
            <a:extLst>
              <a:ext uri="{FF2B5EF4-FFF2-40B4-BE49-F238E27FC236}">
                <a16:creationId xmlns:a16="http://schemas.microsoft.com/office/drawing/2014/main" id="{8ECFA3AD-0DF3-901A-D792-5DA1D030C246}"/>
              </a:ext>
              <a:ext uri="{C183D7F6-B498-43B3-948B-1728B52AA6E4}">
                <adec:decorative xmlns:adec="http://schemas.microsoft.com/office/drawing/2017/decorative" val="1"/>
              </a:ext>
            </a:extLst>
          </p:cNvPr>
          <p:cNvSpPr/>
          <p:nvPr/>
        </p:nvSpPr>
        <p:spPr>
          <a:xfrm>
            <a:off x="457200" y="4809069"/>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67" name="Shape 38">
            <a:extLst>
              <a:ext uri="{FF2B5EF4-FFF2-40B4-BE49-F238E27FC236}">
                <a16:creationId xmlns:a16="http://schemas.microsoft.com/office/drawing/2014/main" id="{9484D3BA-956B-4A2C-EE2F-655B86B68483}"/>
              </a:ext>
              <a:ext uri="{C183D7F6-B498-43B3-948B-1728B52AA6E4}">
                <adec:decorative xmlns:adec="http://schemas.microsoft.com/office/drawing/2017/decorative" val="1"/>
              </a:ext>
            </a:extLst>
          </p:cNvPr>
          <p:cNvSpPr/>
          <p:nvPr/>
        </p:nvSpPr>
        <p:spPr>
          <a:xfrm>
            <a:off x="640080" y="4873077"/>
            <a:ext cx="292608" cy="292608"/>
          </a:xfrm>
          <a:prstGeom prst="ellipse">
            <a:avLst/>
          </a:prstGeom>
          <a:solidFill>
            <a:srgbClr val="002060"/>
          </a:solidFill>
          <a:ln w="12700">
            <a:noFill/>
            <a:prstDash val="solid"/>
          </a:ln>
        </p:spPr>
        <p:txBody>
          <a:bodyPr/>
          <a:lstStyle/>
          <a:p>
            <a:endParaRPr lang="en-AE" sz="1400"/>
          </a:p>
        </p:txBody>
      </p:sp>
      <p:sp>
        <p:nvSpPr>
          <p:cNvPr id="68" name="Text 39">
            <a:extLst>
              <a:ext uri="{FF2B5EF4-FFF2-40B4-BE49-F238E27FC236}">
                <a16:creationId xmlns:a16="http://schemas.microsoft.com/office/drawing/2014/main" id="{A20985FD-B29A-D65F-7090-727BDAD2D6DB}"/>
              </a:ext>
            </a:extLst>
          </p:cNvPr>
          <p:cNvSpPr/>
          <p:nvPr/>
        </p:nvSpPr>
        <p:spPr>
          <a:xfrm>
            <a:off x="640080" y="48730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7</a:t>
            </a:r>
            <a:endParaRPr lang="en-US" sz="1400"/>
          </a:p>
        </p:txBody>
      </p:sp>
      <p:sp>
        <p:nvSpPr>
          <p:cNvPr id="69" name="Text 40">
            <a:extLst>
              <a:ext uri="{FF2B5EF4-FFF2-40B4-BE49-F238E27FC236}">
                <a16:creationId xmlns:a16="http://schemas.microsoft.com/office/drawing/2014/main" id="{D8F151EE-6F67-F3DB-082C-5902AEB86858}"/>
              </a:ext>
            </a:extLst>
          </p:cNvPr>
          <p:cNvSpPr/>
          <p:nvPr/>
        </p:nvSpPr>
        <p:spPr>
          <a:xfrm>
            <a:off x="1051560" y="48090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Compliance Officer / Legal</a:t>
            </a:r>
            <a:endParaRPr lang="en-US" sz="1400"/>
          </a:p>
        </p:txBody>
      </p:sp>
      <p:sp>
        <p:nvSpPr>
          <p:cNvPr id="70" name="Text 41">
            <a:extLst>
              <a:ext uri="{FF2B5EF4-FFF2-40B4-BE49-F238E27FC236}">
                <a16:creationId xmlns:a16="http://schemas.microsoft.com/office/drawing/2014/main" id="{EF4623AB-A299-9576-6F75-FAC1742B3207}"/>
              </a:ext>
            </a:extLst>
          </p:cNvPr>
          <p:cNvSpPr/>
          <p:nvPr/>
        </p:nvSpPr>
        <p:spPr>
          <a:xfrm>
            <a:off x="4663440" y="48090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AI register, DPIA, frameworks, licensing</a:t>
            </a:r>
            <a:endParaRPr lang="en-US" sz="1400"/>
          </a:p>
        </p:txBody>
      </p:sp>
      <p:sp>
        <p:nvSpPr>
          <p:cNvPr id="71" name="Shape 42">
            <a:extLst>
              <a:ext uri="{FF2B5EF4-FFF2-40B4-BE49-F238E27FC236}">
                <a16:creationId xmlns:a16="http://schemas.microsoft.com/office/drawing/2014/main" id="{186390CD-B836-857A-2CE2-6CBC8496F8FC}"/>
              </a:ext>
              <a:ext uri="{C183D7F6-B498-43B3-948B-1728B52AA6E4}">
                <adec:decorative xmlns:adec="http://schemas.microsoft.com/office/drawing/2017/decorative" val="1"/>
              </a:ext>
            </a:extLst>
          </p:cNvPr>
          <p:cNvSpPr/>
          <p:nvPr/>
        </p:nvSpPr>
        <p:spPr>
          <a:xfrm>
            <a:off x="457200" y="5266269"/>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72" name="Shape 43">
            <a:extLst>
              <a:ext uri="{FF2B5EF4-FFF2-40B4-BE49-F238E27FC236}">
                <a16:creationId xmlns:a16="http://schemas.microsoft.com/office/drawing/2014/main" id="{5B87943C-56FB-A3DD-0034-6DD77BBB5DBD}"/>
              </a:ext>
              <a:ext uri="{C183D7F6-B498-43B3-948B-1728B52AA6E4}">
                <adec:decorative xmlns:adec="http://schemas.microsoft.com/office/drawing/2017/decorative" val="1"/>
              </a:ext>
            </a:extLst>
          </p:cNvPr>
          <p:cNvSpPr/>
          <p:nvPr/>
        </p:nvSpPr>
        <p:spPr>
          <a:xfrm>
            <a:off x="640080" y="5330277"/>
            <a:ext cx="292608" cy="292608"/>
          </a:xfrm>
          <a:prstGeom prst="ellipse">
            <a:avLst/>
          </a:prstGeom>
          <a:solidFill>
            <a:srgbClr val="002060"/>
          </a:solidFill>
          <a:ln w="12700">
            <a:noFill/>
            <a:prstDash val="solid"/>
          </a:ln>
        </p:spPr>
        <p:txBody>
          <a:bodyPr/>
          <a:lstStyle/>
          <a:p>
            <a:endParaRPr lang="en-AE" sz="1400"/>
          </a:p>
        </p:txBody>
      </p:sp>
      <p:sp>
        <p:nvSpPr>
          <p:cNvPr id="73" name="Text 44">
            <a:extLst>
              <a:ext uri="{FF2B5EF4-FFF2-40B4-BE49-F238E27FC236}">
                <a16:creationId xmlns:a16="http://schemas.microsoft.com/office/drawing/2014/main" id="{34A674C8-11F2-FBB8-D50C-00778158483F}"/>
              </a:ext>
            </a:extLst>
          </p:cNvPr>
          <p:cNvSpPr/>
          <p:nvPr/>
        </p:nvSpPr>
        <p:spPr>
          <a:xfrm>
            <a:off x="640080" y="53302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8</a:t>
            </a:r>
            <a:endParaRPr lang="en-US" sz="1400"/>
          </a:p>
        </p:txBody>
      </p:sp>
      <p:sp>
        <p:nvSpPr>
          <p:cNvPr id="74" name="Text 45">
            <a:extLst>
              <a:ext uri="{FF2B5EF4-FFF2-40B4-BE49-F238E27FC236}">
                <a16:creationId xmlns:a16="http://schemas.microsoft.com/office/drawing/2014/main" id="{97488BB4-F022-0031-D3D8-153B74811B31}"/>
              </a:ext>
            </a:extLst>
          </p:cNvPr>
          <p:cNvSpPr/>
          <p:nvPr/>
        </p:nvSpPr>
        <p:spPr>
          <a:xfrm>
            <a:off x="1051560" y="52662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FinOps Lead</a:t>
            </a:r>
            <a:endParaRPr lang="en-US" sz="1400"/>
          </a:p>
        </p:txBody>
      </p:sp>
      <p:sp>
        <p:nvSpPr>
          <p:cNvPr id="75" name="Text 46">
            <a:extLst>
              <a:ext uri="{FF2B5EF4-FFF2-40B4-BE49-F238E27FC236}">
                <a16:creationId xmlns:a16="http://schemas.microsoft.com/office/drawing/2014/main" id="{C7EC0A09-1B48-33FD-0184-664B715849AF}"/>
              </a:ext>
            </a:extLst>
          </p:cNvPr>
          <p:cNvSpPr/>
          <p:nvPr/>
        </p:nvSpPr>
        <p:spPr>
          <a:xfrm>
            <a:off x="4663440" y="52662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Budgets, unit economics, PTU and capacity, sustainability</a:t>
            </a:r>
            <a:endParaRPr lang="en-US" sz="1400"/>
          </a:p>
        </p:txBody>
      </p:sp>
      <p:sp>
        <p:nvSpPr>
          <p:cNvPr id="76" name="Shape 47">
            <a:extLst>
              <a:ext uri="{FF2B5EF4-FFF2-40B4-BE49-F238E27FC236}">
                <a16:creationId xmlns:a16="http://schemas.microsoft.com/office/drawing/2014/main" id="{396F5877-78E9-0665-AF36-77D98625F92A}"/>
              </a:ext>
              <a:ext uri="{C183D7F6-B498-43B3-948B-1728B52AA6E4}">
                <adec:decorative xmlns:adec="http://schemas.microsoft.com/office/drawing/2017/decorative" val="1"/>
              </a:ext>
            </a:extLst>
          </p:cNvPr>
          <p:cNvSpPr/>
          <p:nvPr/>
        </p:nvSpPr>
        <p:spPr>
          <a:xfrm>
            <a:off x="457200" y="5723469"/>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77" name="Shape 48">
            <a:extLst>
              <a:ext uri="{FF2B5EF4-FFF2-40B4-BE49-F238E27FC236}">
                <a16:creationId xmlns:a16="http://schemas.microsoft.com/office/drawing/2014/main" id="{A3BD95A9-3B2E-8432-2FB6-B86378E7BE4E}"/>
              </a:ext>
              <a:ext uri="{C183D7F6-B498-43B3-948B-1728B52AA6E4}">
                <adec:decorative xmlns:adec="http://schemas.microsoft.com/office/drawing/2017/decorative" val="1"/>
              </a:ext>
            </a:extLst>
          </p:cNvPr>
          <p:cNvSpPr/>
          <p:nvPr/>
        </p:nvSpPr>
        <p:spPr>
          <a:xfrm>
            <a:off x="640080" y="5787477"/>
            <a:ext cx="292608" cy="292608"/>
          </a:xfrm>
          <a:prstGeom prst="ellipse">
            <a:avLst/>
          </a:prstGeom>
          <a:solidFill>
            <a:srgbClr val="002060"/>
          </a:solidFill>
          <a:ln w="12700">
            <a:noFill/>
            <a:prstDash val="solid"/>
          </a:ln>
        </p:spPr>
        <p:txBody>
          <a:bodyPr/>
          <a:lstStyle/>
          <a:p>
            <a:endParaRPr lang="en-AE" sz="1400"/>
          </a:p>
        </p:txBody>
      </p:sp>
      <p:sp>
        <p:nvSpPr>
          <p:cNvPr id="78" name="Text 49">
            <a:extLst>
              <a:ext uri="{FF2B5EF4-FFF2-40B4-BE49-F238E27FC236}">
                <a16:creationId xmlns:a16="http://schemas.microsoft.com/office/drawing/2014/main" id="{1B020127-1C0C-6F78-925D-7EDC3EBF8DA8}"/>
              </a:ext>
            </a:extLst>
          </p:cNvPr>
          <p:cNvSpPr/>
          <p:nvPr/>
        </p:nvSpPr>
        <p:spPr>
          <a:xfrm>
            <a:off x="640080" y="5787477"/>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9</a:t>
            </a:r>
            <a:endParaRPr lang="en-US" sz="1400"/>
          </a:p>
        </p:txBody>
      </p:sp>
      <p:sp>
        <p:nvSpPr>
          <p:cNvPr id="79" name="Text 50">
            <a:extLst>
              <a:ext uri="{FF2B5EF4-FFF2-40B4-BE49-F238E27FC236}">
                <a16:creationId xmlns:a16="http://schemas.microsoft.com/office/drawing/2014/main" id="{080091FC-9AEE-E5C0-FBA2-2D1C226F7CD7}"/>
              </a:ext>
            </a:extLst>
          </p:cNvPr>
          <p:cNvSpPr/>
          <p:nvPr/>
        </p:nvSpPr>
        <p:spPr>
          <a:xfrm>
            <a:off x="1051560" y="5723469"/>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CoE Lead / SRE</a:t>
            </a:r>
            <a:endParaRPr lang="en-US" sz="1400"/>
          </a:p>
        </p:txBody>
      </p:sp>
      <p:sp>
        <p:nvSpPr>
          <p:cNvPr id="80" name="Text 51">
            <a:extLst>
              <a:ext uri="{FF2B5EF4-FFF2-40B4-BE49-F238E27FC236}">
                <a16:creationId xmlns:a16="http://schemas.microsoft.com/office/drawing/2014/main" id="{2C190F33-CC8B-9217-A7CA-8CAF8E0E109D}"/>
              </a:ext>
            </a:extLst>
          </p:cNvPr>
          <p:cNvSpPr/>
          <p:nvPr/>
        </p:nvSpPr>
        <p:spPr>
          <a:xfrm>
            <a:off x="4663440" y="5723469"/>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Patterns, observability, incidents, enablement</a:t>
            </a:r>
            <a:endParaRPr lang="en-US" sz="1400"/>
          </a:p>
        </p:txBody>
      </p:sp>
    </p:spTree>
    <p:extLst>
      <p:ext uri="{BB962C8B-B14F-4D97-AF65-F5344CB8AC3E}">
        <p14:creationId xmlns:p14="http://schemas.microsoft.com/office/powerpoint/2010/main" val="237056122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6C5F-2BB1-F41F-E23D-A3CE032ECB2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3A7FC1-16F5-04B3-EFF9-0C4132F5C175}"/>
              </a:ext>
            </a:extLst>
          </p:cNvPr>
          <p:cNvSpPr>
            <a:spLocks noGrp="1"/>
          </p:cNvSpPr>
          <p:nvPr>
            <p:ph type="title"/>
          </p:nvPr>
        </p:nvSpPr>
        <p:spPr>
          <a:xfrm>
            <a:off x="575481" y="599436"/>
            <a:ext cx="11018520" cy="1107996"/>
          </a:xfrm>
        </p:spPr>
        <p:txBody>
          <a:bodyPr/>
          <a:lstStyle/>
          <a:p>
            <a:r>
              <a:rPr lang="en-GB"/>
              <a:t>Table of Contents</a:t>
            </a:r>
            <a:br>
              <a:rPr lang="en-GB"/>
            </a:br>
            <a:endParaRPr lang="en-US"/>
          </a:p>
        </p:txBody>
      </p:sp>
      <p:sp>
        <p:nvSpPr>
          <p:cNvPr id="2" name="Text Placeholder 1">
            <a:extLst>
              <a:ext uri="{FF2B5EF4-FFF2-40B4-BE49-F238E27FC236}">
                <a16:creationId xmlns:a16="http://schemas.microsoft.com/office/drawing/2014/main" id="{E09B5595-CD11-4BB7-E8D8-0D33E7E7619C}"/>
              </a:ext>
            </a:extLst>
          </p:cNvPr>
          <p:cNvSpPr>
            <a:spLocks noGrp="1"/>
          </p:cNvSpPr>
          <p:nvPr>
            <p:ph type="body" sz="quarter" idx="12"/>
          </p:nvPr>
        </p:nvSpPr>
        <p:spPr>
          <a:xfrm>
            <a:off x="597999" y="1303223"/>
            <a:ext cx="11018520" cy="276999"/>
          </a:xfrm>
        </p:spPr>
        <p:txBody>
          <a:bodyPr/>
          <a:lstStyle/>
          <a:p>
            <a:r>
              <a:rPr lang="en-US">
                <a:latin typeface="Aptos" pitchFamily="34" charset="0"/>
                <a:ea typeface="Aptos" pitchFamily="34" charset="-122"/>
                <a:cs typeface="Aptos" pitchFamily="34" charset="-120"/>
              </a:rPr>
              <a:t>Lifecycle Phase Checklist</a:t>
            </a:r>
            <a:endParaRPr lang="en-AE"/>
          </a:p>
        </p:txBody>
      </p:sp>
      <p:sp>
        <p:nvSpPr>
          <p:cNvPr id="3" name="Footer Placeholder 2">
            <a:extLst>
              <a:ext uri="{FF2B5EF4-FFF2-40B4-BE49-F238E27FC236}">
                <a16:creationId xmlns:a16="http://schemas.microsoft.com/office/drawing/2014/main" id="{F7D715DB-C799-E5D7-8827-AC31C116DC1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CDDE4C7D-D64B-D5B5-1CEE-60A0C147E78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 14">
            <a:extLst>
              <a:ext uri="{FF2B5EF4-FFF2-40B4-BE49-F238E27FC236}">
                <a16:creationId xmlns:a16="http://schemas.microsoft.com/office/drawing/2014/main" id="{18031EFB-01D8-4694-6A99-8EA8A637D6F7}"/>
              </a:ext>
            </a:extLst>
          </p:cNvPr>
          <p:cNvSpPr/>
          <p:nvPr/>
        </p:nvSpPr>
        <p:spPr>
          <a:xfrm>
            <a:off x="575481" y="1834796"/>
            <a:ext cx="8686800" cy="4023360"/>
          </a:xfrm>
          <a:prstGeom prst="rect">
            <a:avLst/>
          </a:prstGeom>
          <a:noFill/>
          <a:ln/>
        </p:spPr>
        <p:txBody>
          <a:bodyPr wrap="square" lIns="0" tIns="0" rIns="0" bIns="0" rtlCol="0" anchor="t"/>
          <a:lstStyle/>
          <a:p>
            <a:pPr>
              <a:lnSpc>
                <a:spcPct val="120000"/>
              </a:lnSpc>
              <a:buSzPct val="100000"/>
            </a:pPr>
            <a:r>
              <a:rPr lang="en-US" sz="1400" dirty="0">
                <a:solidFill>
                  <a:srgbClr val="1F2937"/>
                </a:solidFill>
                <a:ea typeface="Aptos" pitchFamily="34" charset="-122"/>
                <a:cs typeface="Aptos" pitchFamily="34" charset="-120"/>
              </a:rPr>
              <a:t>From Principles to Practice</a:t>
            </a:r>
            <a:endParaRPr lang="en-US" sz="1400" dirty="0"/>
          </a:p>
          <a:p>
            <a:pPr>
              <a:lnSpc>
                <a:spcPct val="120000"/>
              </a:lnSpc>
              <a:buSzPct val="100000"/>
            </a:pPr>
            <a:r>
              <a:rPr lang="en-US" sz="1400" dirty="0">
                <a:solidFill>
                  <a:srgbClr val="1F2937"/>
                </a:solidFill>
                <a:ea typeface="Aptos" pitchFamily="34" charset="-122"/>
                <a:cs typeface="Aptos" pitchFamily="34" charset="-120"/>
              </a:rPr>
              <a:t>How Module 7 Aligns with rest of the modules</a:t>
            </a:r>
            <a:endParaRPr lang="en-US" sz="1400" dirty="0"/>
          </a:p>
          <a:p>
            <a:pPr>
              <a:lnSpc>
                <a:spcPct val="120000"/>
              </a:lnSpc>
              <a:buSzPct val="100000"/>
            </a:pPr>
            <a:r>
              <a:rPr lang="en-US" sz="1400" dirty="0">
                <a:solidFill>
                  <a:srgbClr val="1F2937"/>
                </a:solidFill>
                <a:ea typeface="Aptos" pitchFamily="34" charset="-122"/>
                <a:cs typeface="Aptos" pitchFamily="34" charset="-120"/>
              </a:rPr>
              <a:t>Ten Phases, One Coherent Playbook</a:t>
            </a:r>
            <a:endParaRPr lang="en-US" sz="1400" dirty="0"/>
          </a:p>
          <a:p>
            <a:pPr>
              <a:lnSpc>
                <a:spcPct val="120000"/>
              </a:lnSpc>
              <a:buSzPct val="100000"/>
            </a:pPr>
            <a:r>
              <a:rPr lang="en-US" sz="1400" dirty="0">
                <a:solidFill>
                  <a:srgbClr val="1F2937"/>
                </a:solidFill>
                <a:ea typeface="Aptos" pitchFamily="34" charset="-122"/>
                <a:cs typeface="Aptos" pitchFamily="34" charset="-120"/>
              </a:rPr>
              <a:t>Phase 1 – Strategy &amp; Use Case Definition</a:t>
            </a:r>
            <a:endParaRPr lang="en-US" sz="1400" dirty="0"/>
          </a:p>
          <a:p>
            <a:pPr>
              <a:lnSpc>
                <a:spcPct val="120000"/>
              </a:lnSpc>
              <a:buSzPct val="100000"/>
            </a:pPr>
            <a:r>
              <a:rPr lang="en-US" sz="1400" dirty="0">
                <a:solidFill>
                  <a:srgbClr val="1F2937"/>
                </a:solidFill>
                <a:ea typeface="Aptos" pitchFamily="34" charset="-122"/>
                <a:cs typeface="Aptos" pitchFamily="34" charset="-120"/>
              </a:rPr>
              <a:t>Phase 2 – Architecture &amp; Design</a:t>
            </a:r>
            <a:endParaRPr lang="en-US" sz="1400" dirty="0"/>
          </a:p>
          <a:p>
            <a:pPr>
              <a:lnSpc>
                <a:spcPct val="120000"/>
              </a:lnSpc>
              <a:buSzPct val="100000"/>
            </a:pPr>
            <a:r>
              <a:rPr lang="en-US" sz="1400" dirty="0">
                <a:solidFill>
                  <a:srgbClr val="1F2937"/>
                </a:solidFill>
                <a:ea typeface="Aptos" pitchFamily="34" charset="-122"/>
                <a:cs typeface="Aptos" pitchFamily="34" charset="-120"/>
              </a:rPr>
              <a:t>Phase 3 – Data Preparation</a:t>
            </a:r>
            <a:endParaRPr lang="en-US" sz="1400" dirty="0"/>
          </a:p>
          <a:p>
            <a:pPr>
              <a:lnSpc>
                <a:spcPct val="120000"/>
              </a:lnSpc>
              <a:buSzPct val="100000"/>
            </a:pPr>
            <a:r>
              <a:rPr lang="en-US" sz="1400" dirty="0">
                <a:solidFill>
                  <a:srgbClr val="1F2937"/>
                </a:solidFill>
                <a:ea typeface="Aptos" pitchFamily="34" charset="-122"/>
                <a:cs typeface="Aptos" pitchFamily="34" charset="-120"/>
              </a:rPr>
              <a:t>Phase 4 – Platform &amp; Infrastructure Setup</a:t>
            </a:r>
            <a:endParaRPr lang="en-US" sz="1400" dirty="0"/>
          </a:p>
          <a:p>
            <a:pPr>
              <a:lnSpc>
                <a:spcPct val="120000"/>
              </a:lnSpc>
              <a:buSzPct val="100000"/>
            </a:pPr>
            <a:r>
              <a:rPr lang="en-US" sz="1400" dirty="0">
                <a:solidFill>
                  <a:srgbClr val="1F2937"/>
                </a:solidFill>
                <a:ea typeface="Aptos" pitchFamily="34" charset="-122"/>
                <a:cs typeface="Aptos" pitchFamily="34" charset="-120"/>
              </a:rPr>
              <a:t>Phase 5 – Model Development &amp; Training</a:t>
            </a:r>
            <a:endParaRPr lang="en-US" sz="1400" dirty="0"/>
          </a:p>
          <a:p>
            <a:pPr>
              <a:lnSpc>
                <a:spcPct val="120000"/>
              </a:lnSpc>
              <a:buSzPct val="100000"/>
            </a:pPr>
            <a:r>
              <a:rPr lang="en-US" sz="1400" dirty="0">
                <a:solidFill>
                  <a:srgbClr val="1F2937"/>
                </a:solidFill>
                <a:ea typeface="Aptos" pitchFamily="34" charset="-122"/>
                <a:cs typeface="Aptos" pitchFamily="34" charset="-120"/>
              </a:rPr>
              <a:t>Phase 6 – Deployment &amp; Integration</a:t>
            </a:r>
            <a:endParaRPr lang="en-US" sz="1400" dirty="0"/>
          </a:p>
          <a:p>
            <a:pPr>
              <a:lnSpc>
                <a:spcPct val="120000"/>
              </a:lnSpc>
              <a:buSzPct val="100000"/>
            </a:pPr>
            <a:r>
              <a:rPr lang="en-US" sz="1400" dirty="0">
                <a:solidFill>
                  <a:srgbClr val="1F2937"/>
                </a:solidFill>
                <a:ea typeface="Aptos" pitchFamily="34" charset="-122"/>
                <a:cs typeface="Aptos" pitchFamily="34" charset="-120"/>
              </a:rPr>
              <a:t>Phase 7 – Testing &amp; Validation</a:t>
            </a:r>
            <a:endParaRPr lang="en-US" sz="1400" dirty="0"/>
          </a:p>
          <a:p>
            <a:pPr>
              <a:lnSpc>
                <a:spcPct val="120000"/>
              </a:lnSpc>
              <a:buSzPct val="100000"/>
            </a:pPr>
            <a:r>
              <a:rPr lang="en-US" sz="1400" dirty="0">
                <a:solidFill>
                  <a:srgbClr val="1F2937"/>
                </a:solidFill>
                <a:ea typeface="Aptos" pitchFamily="34" charset="-122"/>
                <a:cs typeface="Aptos" pitchFamily="34" charset="-120"/>
              </a:rPr>
              <a:t>Phase 8 – Operations &amp; Monitoring</a:t>
            </a:r>
            <a:endParaRPr lang="en-US" sz="1400" dirty="0"/>
          </a:p>
          <a:p>
            <a:pPr>
              <a:lnSpc>
                <a:spcPct val="120000"/>
              </a:lnSpc>
              <a:buSzPct val="100000"/>
            </a:pPr>
            <a:r>
              <a:rPr lang="en-US" sz="1400" dirty="0">
                <a:solidFill>
                  <a:srgbClr val="1F2937"/>
                </a:solidFill>
                <a:ea typeface="Aptos" pitchFamily="34" charset="-122"/>
                <a:cs typeface="Aptos" pitchFamily="34" charset="-120"/>
              </a:rPr>
              <a:t>Phase 9 – Responsible AI &amp; Compliance</a:t>
            </a:r>
            <a:endParaRPr lang="en-US" sz="1400" dirty="0"/>
          </a:p>
          <a:p>
            <a:pPr>
              <a:lnSpc>
                <a:spcPct val="120000"/>
              </a:lnSpc>
              <a:buSzPct val="100000"/>
            </a:pPr>
            <a:r>
              <a:rPr lang="en-US" sz="1400" dirty="0">
                <a:solidFill>
                  <a:srgbClr val="1F2937"/>
                </a:solidFill>
                <a:ea typeface="Aptos" pitchFamily="34" charset="-122"/>
                <a:cs typeface="Aptos" pitchFamily="34" charset="-120"/>
              </a:rPr>
              <a:t>Phase 10 – Continuous Improvement &amp; FinOps</a:t>
            </a:r>
            <a:endParaRPr lang="en-US" sz="1400" dirty="0"/>
          </a:p>
          <a:p>
            <a:pPr>
              <a:lnSpc>
                <a:spcPct val="120000"/>
              </a:lnSpc>
              <a:buSzPct val="100000"/>
            </a:pPr>
            <a:r>
              <a:rPr lang="en-US" sz="1400" dirty="0">
                <a:solidFill>
                  <a:srgbClr val="1F2937"/>
                </a:solidFill>
                <a:ea typeface="Aptos" pitchFamily="34" charset="-122"/>
                <a:cs typeface="Aptos" pitchFamily="34" charset="-120"/>
              </a:rPr>
              <a:t>Phase 11 – Change Management &amp; Adoption</a:t>
            </a:r>
            <a:endParaRPr lang="en-US" sz="1400" dirty="0"/>
          </a:p>
          <a:p>
            <a:pPr>
              <a:lnSpc>
                <a:spcPct val="120000"/>
              </a:lnSpc>
              <a:buSzPct val="100000"/>
            </a:pPr>
            <a:r>
              <a:rPr lang="en-US" sz="1400" dirty="0">
                <a:solidFill>
                  <a:srgbClr val="1F2937"/>
                </a:solidFill>
                <a:ea typeface="Aptos" pitchFamily="34" charset="-122"/>
                <a:cs typeface="Aptos" pitchFamily="34" charset="-120"/>
              </a:rPr>
              <a:t>Cross-Pillar Coverage Matrix</a:t>
            </a:r>
            <a:endParaRPr lang="en-US" sz="1400" dirty="0"/>
          </a:p>
          <a:p>
            <a:pPr>
              <a:lnSpc>
                <a:spcPct val="120000"/>
              </a:lnSpc>
              <a:buSzPct val="100000"/>
            </a:pPr>
            <a:r>
              <a:rPr lang="en-US" sz="1400" dirty="0">
                <a:solidFill>
                  <a:srgbClr val="1F2937"/>
                </a:solidFill>
                <a:ea typeface="Aptos" pitchFamily="34" charset="-122"/>
                <a:cs typeface="Aptos" pitchFamily="34" charset="-120"/>
              </a:rPr>
              <a:t>Roles, Risks &amp; Maturity Scoring</a:t>
            </a:r>
            <a:endParaRPr lang="en-US" sz="1400" dirty="0"/>
          </a:p>
          <a:p>
            <a:pPr>
              <a:lnSpc>
                <a:spcPct val="120000"/>
              </a:lnSpc>
              <a:buSzPct val="100000"/>
            </a:pPr>
            <a:r>
              <a:rPr lang="en-US" sz="1400" dirty="0">
                <a:solidFill>
                  <a:srgbClr val="1F2937"/>
                </a:solidFill>
                <a:ea typeface="Aptos" pitchFamily="34" charset="-122"/>
                <a:cs typeface="Aptos" pitchFamily="34" charset="-120"/>
              </a:rPr>
              <a:t>Workshop Facilitation Guide</a:t>
            </a:r>
            <a:endParaRPr lang="en-US" sz="1400" dirty="0"/>
          </a:p>
        </p:txBody>
      </p:sp>
    </p:spTree>
    <p:extLst>
      <p:ext uri="{BB962C8B-B14F-4D97-AF65-F5344CB8AC3E}">
        <p14:creationId xmlns:p14="http://schemas.microsoft.com/office/powerpoint/2010/main" val="37813167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299CA-0146-6351-669C-DAF999A1BE0F}"/>
              </a:ext>
            </a:extLst>
          </p:cNvPr>
          <p:cNvSpPr>
            <a:spLocks noGrp="1"/>
          </p:cNvSpPr>
          <p:nvPr>
            <p:ph type="title"/>
          </p:nvPr>
        </p:nvSpPr>
        <p:spPr/>
        <p:txBody>
          <a:bodyPr/>
          <a:lstStyle/>
          <a:p>
            <a:r>
              <a:rPr lang="en-GB"/>
              <a:t>From Principles to Practice</a:t>
            </a:r>
            <a:endParaRPr lang="en-AE"/>
          </a:p>
        </p:txBody>
      </p:sp>
      <p:sp>
        <p:nvSpPr>
          <p:cNvPr id="25" name="Text Placeholder 24">
            <a:extLst>
              <a:ext uri="{FF2B5EF4-FFF2-40B4-BE49-F238E27FC236}">
                <a16:creationId xmlns:a16="http://schemas.microsoft.com/office/drawing/2014/main" id="{E9DAD1BC-DFAE-08EC-2E4A-461AC3746299}"/>
              </a:ext>
            </a:extLst>
          </p:cNvPr>
          <p:cNvSpPr>
            <a:spLocks noGrp="1"/>
          </p:cNvSpPr>
          <p:nvPr>
            <p:ph type="body" sz="quarter" idx="12"/>
          </p:nvPr>
        </p:nvSpPr>
        <p:spPr/>
        <p:txBody>
          <a:bodyPr/>
          <a:lstStyle/>
          <a:p>
            <a:endParaRPr lang="en-AE"/>
          </a:p>
        </p:txBody>
      </p:sp>
      <p:sp>
        <p:nvSpPr>
          <p:cNvPr id="4" name="Text 7">
            <a:extLst>
              <a:ext uri="{FF2B5EF4-FFF2-40B4-BE49-F238E27FC236}">
                <a16:creationId xmlns:a16="http://schemas.microsoft.com/office/drawing/2014/main" id="{8F8C7CA9-65C4-CCD7-8395-C6A1B959A46E}"/>
              </a:ext>
            </a:extLst>
          </p:cNvPr>
          <p:cNvSpPr/>
          <p:nvPr/>
        </p:nvSpPr>
        <p:spPr>
          <a:xfrm>
            <a:off x="457200" y="1828800"/>
            <a:ext cx="11247120" cy="640080"/>
          </a:xfrm>
          <a:prstGeom prst="rect">
            <a:avLst/>
          </a:prstGeom>
          <a:noFill/>
          <a:ln/>
        </p:spPr>
        <p:txBody>
          <a:bodyPr wrap="square" rtlCol="0" anchor="ctr"/>
          <a:lstStyle/>
          <a:p>
            <a:pPr marL="0" indent="0">
              <a:buNone/>
            </a:pPr>
            <a:r>
              <a:rPr lang="en-US" sz="1400" i="1">
                <a:solidFill>
                  <a:srgbClr val="1A1A1A"/>
                </a:solidFill>
                <a:ea typeface="Calibri" pitchFamily="34" charset="-122"/>
                <a:cs typeface="Calibri" pitchFamily="34" charset="-120"/>
              </a:rPr>
              <a:t>Governance modules (1-6) define the what. Module 7 is the how: a lifecycle-phased, role-mapped, pillar-tagged checklist you can run in any workshop or audit.</a:t>
            </a:r>
            <a:endParaRPr lang="en-US" sz="1400"/>
          </a:p>
        </p:txBody>
      </p:sp>
      <p:sp>
        <p:nvSpPr>
          <p:cNvPr id="5" name="Shape 8">
            <a:extLst>
              <a:ext uri="{FF2B5EF4-FFF2-40B4-BE49-F238E27FC236}">
                <a16:creationId xmlns:a16="http://schemas.microsoft.com/office/drawing/2014/main" id="{1D086831-793D-EA7F-2E02-31D888349FD9}"/>
              </a:ext>
              <a:ext uri="{C183D7F6-B498-43B3-948B-1728B52AA6E4}">
                <adec:decorative xmlns:adec="http://schemas.microsoft.com/office/drawing/2017/decorative" val="1"/>
              </a:ext>
            </a:extLst>
          </p:cNvPr>
          <p:cNvSpPr/>
          <p:nvPr/>
        </p:nvSpPr>
        <p:spPr>
          <a:xfrm>
            <a:off x="457200" y="2834640"/>
            <a:ext cx="2697480" cy="292608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6" name="Shape 9">
            <a:extLst>
              <a:ext uri="{FF2B5EF4-FFF2-40B4-BE49-F238E27FC236}">
                <a16:creationId xmlns:a16="http://schemas.microsoft.com/office/drawing/2014/main" id="{E92A231D-6FEB-0DF9-9808-6C0919F87860}"/>
              </a:ext>
              <a:ext uri="{C183D7F6-B498-43B3-948B-1728B52AA6E4}">
                <adec:decorative xmlns:adec="http://schemas.microsoft.com/office/drawing/2017/decorative" val="1"/>
              </a:ext>
            </a:extLst>
          </p:cNvPr>
          <p:cNvSpPr/>
          <p:nvPr/>
        </p:nvSpPr>
        <p:spPr>
          <a:xfrm>
            <a:off x="457200" y="2834640"/>
            <a:ext cx="2697480" cy="109728"/>
          </a:xfrm>
          <a:prstGeom prst="rect">
            <a:avLst/>
          </a:prstGeom>
          <a:solidFill>
            <a:schemeClr val="accent2"/>
          </a:solidFill>
          <a:ln w="12700">
            <a:solidFill>
              <a:schemeClr val="accent2"/>
            </a:solidFill>
            <a:prstDash val="solid"/>
          </a:ln>
        </p:spPr>
        <p:txBody>
          <a:bodyPr/>
          <a:lstStyle/>
          <a:p>
            <a:endParaRPr lang="en-AE" sz="1400"/>
          </a:p>
        </p:txBody>
      </p:sp>
      <p:sp>
        <p:nvSpPr>
          <p:cNvPr id="7" name="Text 10">
            <a:extLst>
              <a:ext uri="{FF2B5EF4-FFF2-40B4-BE49-F238E27FC236}">
                <a16:creationId xmlns:a16="http://schemas.microsoft.com/office/drawing/2014/main" id="{FBC3A717-5617-343F-3680-C6F9E03FDE30}"/>
              </a:ext>
            </a:extLst>
          </p:cNvPr>
          <p:cNvSpPr/>
          <p:nvPr/>
        </p:nvSpPr>
        <p:spPr>
          <a:xfrm>
            <a:off x="640080" y="30175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01</a:t>
            </a:r>
            <a:endParaRPr lang="en-US" sz="1400"/>
          </a:p>
        </p:txBody>
      </p:sp>
      <p:sp>
        <p:nvSpPr>
          <p:cNvPr id="8" name="Text 11">
            <a:extLst>
              <a:ext uri="{FF2B5EF4-FFF2-40B4-BE49-F238E27FC236}">
                <a16:creationId xmlns:a16="http://schemas.microsoft.com/office/drawing/2014/main" id="{2D2AB452-2073-3ABC-8BD1-88ED4FC8765D}"/>
              </a:ext>
            </a:extLst>
          </p:cNvPr>
          <p:cNvSpPr/>
          <p:nvPr/>
        </p:nvSpPr>
        <p:spPr>
          <a:xfrm>
            <a:off x="640080" y="34747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Practical</a:t>
            </a:r>
            <a:endParaRPr lang="en-US" sz="1400"/>
          </a:p>
        </p:txBody>
      </p:sp>
      <p:sp>
        <p:nvSpPr>
          <p:cNvPr id="9" name="Text 12">
            <a:extLst>
              <a:ext uri="{FF2B5EF4-FFF2-40B4-BE49-F238E27FC236}">
                <a16:creationId xmlns:a16="http://schemas.microsoft.com/office/drawing/2014/main" id="{A8E6515D-BF64-87DB-48D0-BC9FB078F2C2}"/>
              </a:ext>
            </a:extLst>
          </p:cNvPr>
          <p:cNvSpPr/>
          <p:nvPr/>
        </p:nvSpPr>
        <p:spPr>
          <a:xfrm>
            <a:off x="640080" y="4023360"/>
            <a:ext cx="2468880" cy="146304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Every item is actionable, testable, and owner-mapped.</a:t>
            </a:r>
            <a:endParaRPr lang="en-US" sz="1400"/>
          </a:p>
        </p:txBody>
      </p:sp>
      <p:sp>
        <p:nvSpPr>
          <p:cNvPr id="10" name="Shape 13">
            <a:extLst>
              <a:ext uri="{FF2B5EF4-FFF2-40B4-BE49-F238E27FC236}">
                <a16:creationId xmlns:a16="http://schemas.microsoft.com/office/drawing/2014/main" id="{313EF797-7A0E-2E19-4DC4-66C52B7A3609}"/>
              </a:ext>
              <a:ext uri="{C183D7F6-B498-43B3-948B-1728B52AA6E4}">
                <adec:decorative xmlns:adec="http://schemas.microsoft.com/office/drawing/2017/decorative" val="1"/>
              </a:ext>
            </a:extLst>
          </p:cNvPr>
          <p:cNvSpPr/>
          <p:nvPr/>
        </p:nvSpPr>
        <p:spPr>
          <a:xfrm>
            <a:off x="3337560" y="2834640"/>
            <a:ext cx="2697480" cy="292608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11" name="Shape 14">
            <a:extLst>
              <a:ext uri="{FF2B5EF4-FFF2-40B4-BE49-F238E27FC236}">
                <a16:creationId xmlns:a16="http://schemas.microsoft.com/office/drawing/2014/main" id="{FC7CFA63-201F-B396-CD3D-1CEC19AD9EBE}"/>
              </a:ext>
              <a:ext uri="{C183D7F6-B498-43B3-948B-1728B52AA6E4}">
                <adec:decorative xmlns:adec="http://schemas.microsoft.com/office/drawing/2017/decorative" val="1"/>
              </a:ext>
            </a:extLst>
          </p:cNvPr>
          <p:cNvSpPr/>
          <p:nvPr/>
        </p:nvSpPr>
        <p:spPr>
          <a:xfrm>
            <a:off x="3337560" y="2834640"/>
            <a:ext cx="2697480" cy="109728"/>
          </a:xfrm>
          <a:prstGeom prst="rect">
            <a:avLst/>
          </a:prstGeom>
          <a:solidFill>
            <a:schemeClr val="accent2"/>
          </a:solidFill>
          <a:ln w="12700">
            <a:solidFill>
              <a:schemeClr val="accent2"/>
            </a:solidFill>
            <a:prstDash val="solid"/>
          </a:ln>
        </p:spPr>
        <p:txBody>
          <a:bodyPr/>
          <a:lstStyle/>
          <a:p>
            <a:endParaRPr lang="en-AE" sz="1400"/>
          </a:p>
        </p:txBody>
      </p:sp>
      <p:sp>
        <p:nvSpPr>
          <p:cNvPr id="12" name="Text 15">
            <a:extLst>
              <a:ext uri="{FF2B5EF4-FFF2-40B4-BE49-F238E27FC236}">
                <a16:creationId xmlns:a16="http://schemas.microsoft.com/office/drawing/2014/main" id="{3111645E-D16B-10D5-0C78-EE9F0D83E0B1}"/>
              </a:ext>
            </a:extLst>
          </p:cNvPr>
          <p:cNvSpPr/>
          <p:nvPr/>
        </p:nvSpPr>
        <p:spPr>
          <a:xfrm>
            <a:off x="3520440" y="30175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02</a:t>
            </a:r>
            <a:endParaRPr lang="en-US" sz="1400"/>
          </a:p>
        </p:txBody>
      </p:sp>
      <p:sp>
        <p:nvSpPr>
          <p:cNvPr id="13" name="Text 16">
            <a:extLst>
              <a:ext uri="{FF2B5EF4-FFF2-40B4-BE49-F238E27FC236}">
                <a16:creationId xmlns:a16="http://schemas.microsoft.com/office/drawing/2014/main" id="{05EF7975-71D2-13FE-B45B-5EE946E9D98E}"/>
              </a:ext>
            </a:extLst>
          </p:cNvPr>
          <p:cNvSpPr/>
          <p:nvPr/>
        </p:nvSpPr>
        <p:spPr>
          <a:xfrm>
            <a:off x="3520440" y="34747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Comprehensive</a:t>
            </a:r>
            <a:endParaRPr lang="en-US" sz="1400"/>
          </a:p>
        </p:txBody>
      </p:sp>
      <p:sp>
        <p:nvSpPr>
          <p:cNvPr id="14" name="Text 17">
            <a:extLst>
              <a:ext uri="{FF2B5EF4-FFF2-40B4-BE49-F238E27FC236}">
                <a16:creationId xmlns:a16="http://schemas.microsoft.com/office/drawing/2014/main" id="{7336982E-A83A-F3EE-4DFB-AD5CC7527A63}"/>
              </a:ext>
            </a:extLst>
          </p:cNvPr>
          <p:cNvSpPr/>
          <p:nvPr/>
        </p:nvSpPr>
        <p:spPr>
          <a:xfrm>
            <a:off x="3520440" y="4023360"/>
            <a:ext cx="2468880" cy="146304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Covers strategy &gt; design &gt; data &gt; platform &gt; ops &gt; RAI &gt; FinOps.</a:t>
            </a:r>
            <a:endParaRPr lang="en-US" sz="1400"/>
          </a:p>
        </p:txBody>
      </p:sp>
      <p:sp>
        <p:nvSpPr>
          <p:cNvPr id="15" name="Shape 18">
            <a:extLst>
              <a:ext uri="{FF2B5EF4-FFF2-40B4-BE49-F238E27FC236}">
                <a16:creationId xmlns:a16="http://schemas.microsoft.com/office/drawing/2014/main" id="{BB93A39F-DBE1-697C-2B04-3687058FB5BF}"/>
              </a:ext>
              <a:ext uri="{C183D7F6-B498-43B3-948B-1728B52AA6E4}">
                <adec:decorative xmlns:adec="http://schemas.microsoft.com/office/drawing/2017/decorative" val="1"/>
              </a:ext>
            </a:extLst>
          </p:cNvPr>
          <p:cNvSpPr/>
          <p:nvPr/>
        </p:nvSpPr>
        <p:spPr>
          <a:xfrm>
            <a:off x="6217920" y="2834640"/>
            <a:ext cx="2697480" cy="292608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16" name="Shape 19">
            <a:extLst>
              <a:ext uri="{FF2B5EF4-FFF2-40B4-BE49-F238E27FC236}">
                <a16:creationId xmlns:a16="http://schemas.microsoft.com/office/drawing/2014/main" id="{67B4821F-DEB2-9E89-6D14-01882B1C5502}"/>
              </a:ext>
              <a:ext uri="{C183D7F6-B498-43B3-948B-1728B52AA6E4}">
                <adec:decorative xmlns:adec="http://schemas.microsoft.com/office/drawing/2017/decorative" val="1"/>
              </a:ext>
            </a:extLst>
          </p:cNvPr>
          <p:cNvSpPr/>
          <p:nvPr/>
        </p:nvSpPr>
        <p:spPr>
          <a:xfrm>
            <a:off x="6217920" y="2834640"/>
            <a:ext cx="2697480" cy="109728"/>
          </a:xfrm>
          <a:prstGeom prst="rect">
            <a:avLst/>
          </a:prstGeom>
          <a:solidFill>
            <a:schemeClr val="accent2"/>
          </a:solidFill>
          <a:ln w="12700">
            <a:solidFill>
              <a:schemeClr val="accent2"/>
            </a:solidFill>
            <a:prstDash val="solid"/>
          </a:ln>
        </p:spPr>
        <p:txBody>
          <a:bodyPr/>
          <a:lstStyle/>
          <a:p>
            <a:endParaRPr lang="en-AE" sz="1400"/>
          </a:p>
        </p:txBody>
      </p:sp>
      <p:sp>
        <p:nvSpPr>
          <p:cNvPr id="17" name="Text 20">
            <a:extLst>
              <a:ext uri="{FF2B5EF4-FFF2-40B4-BE49-F238E27FC236}">
                <a16:creationId xmlns:a16="http://schemas.microsoft.com/office/drawing/2014/main" id="{621EA5BD-E3BB-2712-452F-0041E688D9BC}"/>
              </a:ext>
            </a:extLst>
          </p:cNvPr>
          <p:cNvSpPr/>
          <p:nvPr/>
        </p:nvSpPr>
        <p:spPr>
          <a:xfrm>
            <a:off x="6400800" y="30175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03</a:t>
            </a:r>
            <a:endParaRPr lang="en-US" sz="1400"/>
          </a:p>
        </p:txBody>
      </p:sp>
      <p:sp>
        <p:nvSpPr>
          <p:cNvPr id="18" name="Text 21">
            <a:extLst>
              <a:ext uri="{FF2B5EF4-FFF2-40B4-BE49-F238E27FC236}">
                <a16:creationId xmlns:a16="http://schemas.microsoft.com/office/drawing/2014/main" id="{F1ADA420-4DAB-9420-805B-236200C06F3B}"/>
              </a:ext>
            </a:extLst>
          </p:cNvPr>
          <p:cNvSpPr/>
          <p:nvPr/>
        </p:nvSpPr>
        <p:spPr>
          <a:xfrm>
            <a:off x="6400800" y="34747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Aligned</a:t>
            </a:r>
            <a:endParaRPr lang="en-US" sz="1400"/>
          </a:p>
        </p:txBody>
      </p:sp>
      <p:sp>
        <p:nvSpPr>
          <p:cNvPr id="19" name="Text 22">
            <a:extLst>
              <a:ext uri="{FF2B5EF4-FFF2-40B4-BE49-F238E27FC236}">
                <a16:creationId xmlns:a16="http://schemas.microsoft.com/office/drawing/2014/main" id="{17D162F7-96F1-27F7-756E-E9E7343B7778}"/>
              </a:ext>
            </a:extLst>
          </p:cNvPr>
          <p:cNvSpPr/>
          <p:nvPr/>
        </p:nvSpPr>
        <p:spPr>
          <a:xfrm>
            <a:off x="6400800" y="4023360"/>
            <a:ext cx="2468880" cy="146304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Rooted in Azure WAF for AI and the WAF AI Assessment categories.</a:t>
            </a:r>
            <a:endParaRPr lang="en-US" sz="1400"/>
          </a:p>
        </p:txBody>
      </p:sp>
      <p:sp>
        <p:nvSpPr>
          <p:cNvPr id="20" name="Shape 23">
            <a:extLst>
              <a:ext uri="{FF2B5EF4-FFF2-40B4-BE49-F238E27FC236}">
                <a16:creationId xmlns:a16="http://schemas.microsoft.com/office/drawing/2014/main" id="{FA41368E-77A3-8BDE-B8CF-8ACD181EB6A8}"/>
              </a:ext>
              <a:ext uri="{C183D7F6-B498-43B3-948B-1728B52AA6E4}">
                <adec:decorative xmlns:adec="http://schemas.microsoft.com/office/drawing/2017/decorative" val="1"/>
              </a:ext>
            </a:extLst>
          </p:cNvPr>
          <p:cNvSpPr/>
          <p:nvPr/>
        </p:nvSpPr>
        <p:spPr>
          <a:xfrm>
            <a:off x="9098280" y="2834640"/>
            <a:ext cx="2697480" cy="292608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21" name="Shape 24">
            <a:extLst>
              <a:ext uri="{FF2B5EF4-FFF2-40B4-BE49-F238E27FC236}">
                <a16:creationId xmlns:a16="http://schemas.microsoft.com/office/drawing/2014/main" id="{F2FB025F-231F-C315-59F0-3C3FA58C66DF}"/>
              </a:ext>
              <a:ext uri="{C183D7F6-B498-43B3-948B-1728B52AA6E4}">
                <adec:decorative xmlns:adec="http://schemas.microsoft.com/office/drawing/2017/decorative" val="1"/>
              </a:ext>
            </a:extLst>
          </p:cNvPr>
          <p:cNvSpPr/>
          <p:nvPr/>
        </p:nvSpPr>
        <p:spPr>
          <a:xfrm>
            <a:off x="9098280" y="2834640"/>
            <a:ext cx="2697480" cy="109728"/>
          </a:xfrm>
          <a:prstGeom prst="rect">
            <a:avLst/>
          </a:prstGeom>
          <a:solidFill>
            <a:schemeClr val="accent2"/>
          </a:solidFill>
          <a:ln w="12700">
            <a:solidFill>
              <a:schemeClr val="accent2"/>
            </a:solidFill>
            <a:prstDash val="solid"/>
          </a:ln>
        </p:spPr>
        <p:txBody>
          <a:bodyPr/>
          <a:lstStyle/>
          <a:p>
            <a:endParaRPr lang="en-AE" sz="1400"/>
          </a:p>
        </p:txBody>
      </p:sp>
      <p:sp>
        <p:nvSpPr>
          <p:cNvPr id="22" name="Text 25">
            <a:extLst>
              <a:ext uri="{FF2B5EF4-FFF2-40B4-BE49-F238E27FC236}">
                <a16:creationId xmlns:a16="http://schemas.microsoft.com/office/drawing/2014/main" id="{4BE7CC49-12CC-742F-28E0-3EFF34526931}"/>
              </a:ext>
            </a:extLst>
          </p:cNvPr>
          <p:cNvSpPr/>
          <p:nvPr/>
        </p:nvSpPr>
        <p:spPr>
          <a:xfrm>
            <a:off x="9281160" y="30175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04</a:t>
            </a:r>
            <a:endParaRPr lang="en-US" sz="1400"/>
          </a:p>
        </p:txBody>
      </p:sp>
      <p:sp>
        <p:nvSpPr>
          <p:cNvPr id="23" name="Text 26">
            <a:extLst>
              <a:ext uri="{FF2B5EF4-FFF2-40B4-BE49-F238E27FC236}">
                <a16:creationId xmlns:a16="http://schemas.microsoft.com/office/drawing/2014/main" id="{585ADB8D-E79F-AD70-B4F8-A0F7A899E3FF}"/>
              </a:ext>
            </a:extLst>
          </p:cNvPr>
          <p:cNvSpPr/>
          <p:nvPr/>
        </p:nvSpPr>
        <p:spPr>
          <a:xfrm>
            <a:off x="9281160" y="3474720"/>
            <a:ext cx="246888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Enterprise-ready</a:t>
            </a:r>
            <a:endParaRPr lang="en-US" sz="1400"/>
          </a:p>
        </p:txBody>
      </p:sp>
      <p:sp>
        <p:nvSpPr>
          <p:cNvPr id="24" name="Text 27">
            <a:extLst>
              <a:ext uri="{FF2B5EF4-FFF2-40B4-BE49-F238E27FC236}">
                <a16:creationId xmlns:a16="http://schemas.microsoft.com/office/drawing/2014/main" id="{BF51EEE6-7903-35EA-6C78-A7D31D5EF63D}"/>
              </a:ext>
            </a:extLst>
          </p:cNvPr>
          <p:cNvSpPr/>
          <p:nvPr/>
        </p:nvSpPr>
        <p:spPr>
          <a:xfrm>
            <a:off x="9281160" y="4023360"/>
            <a:ext cx="2468880" cy="146304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Pillar tags and RACI make it audit and CoE-ready on day one.</a:t>
            </a:r>
            <a:endParaRPr lang="en-US" sz="1400"/>
          </a:p>
        </p:txBody>
      </p:sp>
    </p:spTree>
    <p:extLst>
      <p:ext uri="{BB962C8B-B14F-4D97-AF65-F5344CB8AC3E}">
        <p14:creationId xmlns:p14="http://schemas.microsoft.com/office/powerpoint/2010/main" val="405286314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2E85C-2685-54C0-D5E1-C3F5BA20E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1F309-2758-EB15-92E9-DFDCAB322F64}"/>
              </a:ext>
            </a:extLst>
          </p:cNvPr>
          <p:cNvSpPr>
            <a:spLocks noGrp="1"/>
          </p:cNvSpPr>
          <p:nvPr>
            <p:ph type="title"/>
          </p:nvPr>
        </p:nvSpPr>
        <p:spPr>
          <a:xfrm>
            <a:off x="575480" y="599436"/>
            <a:ext cx="11616519" cy="1107996"/>
          </a:xfrm>
        </p:spPr>
        <p:txBody>
          <a:bodyPr/>
          <a:lstStyle/>
          <a:p>
            <a:r>
              <a:rPr lang="en-GB" dirty="0"/>
              <a:t>How this module aligns with the rest of the topics discussed</a:t>
            </a:r>
            <a:endParaRPr lang="en-AE" dirty="0"/>
          </a:p>
        </p:txBody>
      </p:sp>
      <p:sp>
        <p:nvSpPr>
          <p:cNvPr id="54" name="Text Placeholder 53">
            <a:extLst>
              <a:ext uri="{FF2B5EF4-FFF2-40B4-BE49-F238E27FC236}">
                <a16:creationId xmlns:a16="http://schemas.microsoft.com/office/drawing/2014/main" id="{2224F294-5091-A437-5504-A668664F8C8C}"/>
              </a:ext>
            </a:extLst>
          </p:cNvPr>
          <p:cNvSpPr>
            <a:spLocks noGrp="1"/>
          </p:cNvSpPr>
          <p:nvPr>
            <p:ph type="body" sz="quarter" idx="12"/>
          </p:nvPr>
        </p:nvSpPr>
        <p:spPr/>
        <p:txBody>
          <a:bodyPr/>
          <a:lstStyle/>
          <a:p>
            <a:endParaRPr lang="en-AE"/>
          </a:p>
        </p:txBody>
      </p:sp>
      <p:sp>
        <p:nvSpPr>
          <p:cNvPr id="3" name="Shape 7">
            <a:extLst>
              <a:ext uri="{FF2B5EF4-FFF2-40B4-BE49-F238E27FC236}">
                <a16:creationId xmlns:a16="http://schemas.microsoft.com/office/drawing/2014/main" id="{9CE1ABD6-C661-9C04-FBF0-0EA298B0314B}"/>
              </a:ext>
              <a:ext uri="{C183D7F6-B498-43B3-948B-1728B52AA6E4}">
                <adec:decorative xmlns:adec="http://schemas.microsoft.com/office/drawing/2017/decorative" val="1"/>
              </a:ext>
            </a:extLst>
          </p:cNvPr>
          <p:cNvSpPr/>
          <p:nvPr/>
        </p:nvSpPr>
        <p:spPr>
          <a:xfrm>
            <a:off x="457200" y="201168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25" name="Shape 8">
            <a:extLst>
              <a:ext uri="{FF2B5EF4-FFF2-40B4-BE49-F238E27FC236}">
                <a16:creationId xmlns:a16="http://schemas.microsoft.com/office/drawing/2014/main" id="{CD9FF977-0BC8-55D0-645B-69666252DC68}"/>
              </a:ext>
              <a:ext uri="{C183D7F6-B498-43B3-948B-1728B52AA6E4}">
                <adec:decorative xmlns:adec="http://schemas.microsoft.com/office/drawing/2017/decorative" val="1"/>
              </a:ext>
            </a:extLst>
          </p:cNvPr>
          <p:cNvSpPr/>
          <p:nvPr/>
        </p:nvSpPr>
        <p:spPr>
          <a:xfrm>
            <a:off x="640080" y="219456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26" name="Text 9">
            <a:extLst>
              <a:ext uri="{FF2B5EF4-FFF2-40B4-BE49-F238E27FC236}">
                <a16:creationId xmlns:a16="http://schemas.microsoft.com/office/drawing/2014/main" id="{09D4768D-7F0E-4955-481B-166B584FEBA0}"/>
              </a:ext>
            </a:extLst>
          </p:cNvPr>
          <p:cNvSpPr/>
          <p:nvPr/>
        </p:nvSpPr>
        <p:spPr>
          <a:xfrm>
            <a:off x="640080" y="224028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M1</a:t>
            </a:r>
            <a:endParaRPr lang="en-US" sz="1400"/>
          </a:p>
        </p:txBody>
      </p:sp>
      <p:sp>
        <p:nvSpPr>
          <p:cNvPr id="27" name="Text 10">
            <a:extLst>
              <a:ext uri="{FF2B5EF4-FFF2-40B4-BE49-F238E27FC236}">
                <a16:creationId xmlns:a16="http://schemas.microsoft.com/office/drawing/2014/main" id="{50894FDB-27E9-1BAE-BAF0-989AAFCA1FF4}"/>
              </a:ext>
            </a:extLst>
          </p:cNvPr>
          <p:cNvSpPr/>
          <p:nvPr/>
        </p:nvSpPr>
        <p:spPr>
          <a:xfrm>
            <a:off x="1508760" y="219456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Why AI Governance</a:t>
            </a:r>
            <a:endParaRPr lang="en-US" sz="1400"/>
          </a:p>
        </p:txBody>
      </p:sp>
      <p:sp>
        <p:nvSpPr>
          <p:cNvPr id="28" name="Text 11">
            <a:extLst>
              <a:ext uri="{FF2B5EF4-FFF2-40B4-BE49-F238E27FC236}">
                <a16:creationId xmlns:a16="http://schemas.microsoft.com/office/drawing/2014/main" id="{B908B556-B133-5916-B196-9EB0FA631B72}"/>
              </a:ext>
            </a:extLst>
          </p:cNvPr>
          <p:cNvSpPr/>
          <p:nvPr/>
        </p:nvSpPr>
        <p:spPr>
          <a:xfrm>
            <a:off x="731520" y="297180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Business case anchors Phase 1 (Strategy &amp; Use Case).</a:t>
            </a:r>
            <a:endParaRPr lang="en-US" sz="1400"/>
          </a:p>
        </p:txBody>
      </p:sp>
      <p:sp>
        <p:nvSpPr>
          <p:cNvPr id="29" name="Shape 12">
            <a:extLst>
              <a:ext uri="{FF2B5EF4-FFF2-40B4-BE49-F238E27FC236}">
                <a16:creationId xmlns:a16="http://schemas.microsoft.com/office/drawing/2014/main" id="{9E0A03AB-3290-2B80-0A58-61ABFE75E426}"/>
              </a:ext>
              <a:ext uri="{C183D7F6-B498-43B3-948B-1728B52AA6E4}">
                <adec:decorative xmlns:adec="http://schemas.microsoft.com/office/drawing/2017/decorative" val="1"/>
              </a:ext>
            </a:extLst>
          </p:cNvPr>
          <p:cNvSpPr/>
          <p:nvPr/>
        </p:nvSpPr>
        <p:spPr>
          <a:xfrm>
            <a:off x="4297680" y="201168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30" name="Shape 13">
            <a:extLst>
              <a:ext uri="{FF2B5EF4-FFF2-40B4-BE49-F238E27FC236}">
                <a16:creationId xmlns:a16="http://schemas.microsoft.com/office/drawing/2014/main" id="{59F5E4F2-3154-0358-B32A-C61D6C334175}"/>
              </a:ext>
              <a:ext uri="{C183D7F6-B498-43B3-948B-1728B52AA6E4}">
                <adec:decorative xmlns:adec="http://schemas.microsoft.com/office/drawing/2017/decorative" val="1"/>
              </a:ext>
            </a:extLst>
          </p:cNvPr>
          <p:cNvSpPr/>
          <p:nvPr/>
        </p:nvSpPr>
        <p:spPr>
          <a:xfrm>
            <a:off x="4480560" y="219456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31" name="Text 14">
            <a:extLst>
              <a:ext uri="{FF2B5EF4-FFF2-40B4-BE49-F238E27FC236}">
                <a16:creationId xmlns:a16="http://schemas.microsoft.com/office/drawing/2014/main" id="{BEE4F8BE-44C9-50D0-6542-C3D780450CC4}"/>
              </a:ext>
            </a:extLst>
          </p:cNvPr>
          <p:cNvSpPr/>
          <p:nvPr/>
        </p:nvSpPr>
        <p:spPr>
          <a:xfrm>
            <a:off x="4480560" y="224028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M2</a:t>
            </a:r>
            <a:endParaRPr lang="en-US" sz="1400"/>
          </a:p>
        </p:txBody>
      </p:sp>
      <p:sp>
        <p:nvSpPr>
          <p:cNvPr id="32" name="Text 15">
            <a:extLst>
              <a:ext uri="{FF2B5EF4-FFF2-40B4-BE49-F238E27FC236}">
                <a16:creationId xmlns:a16="http://schemas.microsoft.com/office/drawing/2014/main" id="{DC37E35E-40F9-0AD8-9C55-592B53921128}"/>
              </a:ext>
            </a:extLst>
          </p:cNvPr>
          <p:cNvSpPr/>
          <p:nvPr/>
        </p:nvSpPr>
        <p:spPr>
          <a:xfrm>
            <a:off x="5349240" y="219456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RACI</a:t>
            </a:r>
            <a:endParaRPr lang="en-US" sz="1400"/>
          </a:p>
        </p:txBody>
      </p:sp>
      <p:sp>
        <p:nvSpPr>
          <p:cNvPr id="33" name="Text 16">
            <a:extLst>
              <a:ext uri="{FF2B5EF4-FFF2-40B4-BE49-F238E27FC236}">
                <a16:creationId xmlns:a16="http://schemas.microsoft.com/office/drawing/2014/main" id="{82F38C2C-49AE-4AFA-E7F1-7CD56F070E62}"/>
              </a:ext>
            </a:extLst>
          </p:cNvPr>
          <p:cNvSpPr/>
          <p:nvPr/>
        </p:nvSpPr>
        <p:spPr>
          <a:xfrm>
            <a:off x="4572000" y="297180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Every checklist item carries explicit RACI.</a:t>
            </a:r>
            <a:endParaRPr lang="en-US" sz="1400"/>
          </a:p>
        </p:txBody>
      </p:sp>
      <p:sp>
        <p:nvSpPr>
          <p:cNvPr id="34" name="Shape 17">
            <a:extLst>
              <a:ext uri="{FF2B5EF4-FFF2-40B4-BE49-F238E27FC236}">
                <a16:creationId xmlns:a16="http://schemas.microsoft.com/office/drawing/2014/main" id="{0E4829AC-EB38-A871-C439-B7CD46143998}"/>
              </a:ext>
              <a:ext uri="{C183D7F6-B498-43B3-948B-1728B52AA6E4}">
                <adec:decorative xmlns:adec="http://schemas.microsoft.com/office/drawing/2017/decorative" val="1"/>
              </a:ext>
            </a:extLst>
          </p:cNvPr>
          <p:cNvSpPr/>
          <p:nvPr/>
        </p:nvSpPr>
        <p:spPr>
          <a:xfrm>
            <a:off x="8138160" y="201168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35" name="Shape 18">
            <a:extLst>
              <a:ext uri="{FF2B5EF4-FFF2-40B4-BE49-F238E27FC236}">
                <a16:creationId xmlns:a16="http://schemas.microsoft.com/office/drawing/2014/main" id="{C67EABA0-1E72-26B8-F0BA-BE201D639742}"/>
              </a:ext>
              <a:ext uri="{C183D7F6-B498-43B3-948B-1728B52AA6E4}">
                <adec:decorative xmlns:adec="http://schemas.microsoft.com/office/drawing/2017/decorative" val="1"/>
              </a:ext>
            </a:extLst>
          </p:cNvPr>
          <p:cNvSpPr/>
          <p:nvPr/>
        </p:nvSpPr>
        <p:spPr>
          <a:xfrm>
            <a:off x="8321040" y="219456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36" name="Text 19">
            <a:extLst>
              <a:ext uri="{FF2B5EF4-FFF2-40B4-BE49-F238E27FC236}">
                <a16:creationId xmlns:a16="http://schemas.microsoft.com/office/drawing/2014/main" id="{5094D1A3-08BF-0FE6-829D-60E88CAE2CCE}"/>
              </a:ext>
            </a:extLst>
          </p:cNvPr>
          <p:cNvSpPr/>
          <p:nvPr/>
        </p:nvSpPr>
        <p:spPr>
          <a:xfrm>
            <a:off x="8321040" y="224028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M3</a:t>
            </a:r>
            <a:endParaRPr lang="en-US" sz="1400"/>
          </a:p>
        </p:txBody>
      </p:sp>
      <p:sp>
        <p:nvSpPr>
          <p:cNvPr id="37" name="Text 20">
            <a:extLst>
              <a:ext uri="{FF2B5EF4-FFF2-40B4-BE49-F238E27FC236}">
                <a16:creationId xmlns:a16="http://schemas.microsoft.com/office/drawing/2014/main" id="{0B11493F-1446-ACFA-5CCC-21903B7BAFA0}"/>
              </a:ext>
            </a:extLst>
          </p:cNvPr>
          <p:cNvSpPr/>
          <p:nvPr/>
        </p:nvSpPr>
        <p:spPr>
          <a:xfrm>
            <a:off x="9189720" y="219456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Core Pillars</a:t>
            </a:r>
            <a:endParaRPr lang="en-US" sz="1400"/>
          </a:p>
        </p:txBody>
      </p:sp>
      <p:sp>
        <p:nvSpPr>
          <p:cNvPr id="38" name="Text 21">
            <a:extLst>
              <a:ext uri="{FF2B5EF4-FFF2-40B4-BE49-F238E27FC236}">
                <a16:creationId xmlns:a16="http://schemas.microsoft.com/office/drawing/2014/main" id="{E403F475-E7BC-DC71-E010-A402F1701727}"/>
              </a:ext>
            </a:extLst>
          </p:cNvPr>
          <p:cNvSpPr/>
          <p:nvPr/>
        </p:nvSpPr>
        <p:spPr>
          <a:xfrm>
            <a:off x="8412480" y="297180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RAI, SEC, COMP, FIN, MLO, DATA tagged per item.</a:t>
            </a:r>
            <a:endParaRPr lang="en-US" sz="1400"/>
          </a:p>
        </p:txBody>
      </p:sp>
      <p:sp>
        <p:nvSpPr>
          <p:cNvPr id="39" name="Shape 22">
            <a:extLst>
              <a:ext uri="{FF2B5EF4-FFF2-40B4-BE49-F238E27FC236}">
                <a16:creationId xmlns:a16="http://schemas.microsoft.com/office/drawing/2014/main" id="{C57DC0C7-B982-3888-68B7-3B4F395F28AD}"/>
              </a:ext>
              <a:ext uri="{C183D7F6-B498-43B3-948B-1728B52AA6E4}">
                <adec:decorative xmlns:adec="http://schemas.microsoft.com/office/drawing/2017/decorative" val="1"/>
              </a:ext>
            </a:extLst>
          </p:cNvPr>
          <p:cNvSpPr/>
          <p:nvPr/>
        </p:nvSpPr>
        <p:spPr>
          <a:xfrm>
            <a:off x="457200" y="411480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40" name="Shape 23">
            <a:extLst>
              <a:ext uri="{FF2B5EF4-FFF2-40B4-BE49-F238E27FC236}">
                <a16:creationId xmlns:a16="http://schemas.microsoft.com/office/drawing/2014/main" id="{337BE83C-E794-65D0-96BF-A382A32F5B78}"/>
              </a:ext>
              <a:ext uri="{C183D7F6-B498-43B3-948B-1728B52AA6E4}">
                <adec:decorative xmlns:adec="http://schemas.microsoft.com/office/drawing/2017/decorative" val="1"/>
              </a:ext>
            </a:extLst>
          </p:cNvPr>
          <p:cNvSpPr/>
          <p:nvPr/>
        </p:nvSpPr>
        <p:spPr>
          <a:xfrm>
            <a:off x="640080" y="429768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41" name="Text 24">
            <a:extLst>
              <a:ext uri="{FF2B5EF4-FFF2-40B4-BE49-F238E27FC236}">
                <a16:creationId xmlns:a16="http://schemas.microsoft.com/office/drawing/2014/main" id="{8A1E057C-88A2-E5EC-1812-6791F25F5428}"/>
              </a:ext>
            </a:extLst>
          </p:cNvPr>
          <p:cNvSpPr/>
          <p:nvPr/>
        </p:nvSpPr>
        <p:spPr>
          <a:xfrm>
            <a:off x="640080" y="434340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M4</a:t>
            </a:r>
            <a:endParaRPr lang="en-US" sz="1400"/>
          </a:p>
        </p:txBody>
      </p:sp>
      <p:sp>
        <p:nvSpPr>
          <p:cNvPr id="42" name="Text 25">
            <a:extLst>
              <a:ext uri="{FF2B5EF4-FFF2-40B4-BE49-F238E27FC236}">
                <a16:creationId xmlns:a16="http://schemas.microsoft.com/office/drawing/2014/main" id="{3F0F822E-400A-418E-876E-4533929E7C96}"/>
              </a:ext>
            </a:extLst>
          </p:cNvPr>
          <p:cNvSpPr/>
          <p:nvPr/>
        </p:nvSpPr>
        <p:spPr>
          <a:xfrm>
            <a:off x="1508760" y="429768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Agentic Ops</a:t>
            </a:r>
            <a:endParaRPr lang="en-US" sz="1400"/>
          </a:p>
        </p:txBody>
      </p:sp>
      <p:sp>
        <p:nvSpPr>
          <p:cNvPr id="43" name="Text 26">
            <a:extLst>
              <a:ext uri="{FF2B5EF4-FFF2-40B4-BE49-F238E27FC236}">
                <a16:creationId xmlns:a16="http://schemas.microsoft.com/office/drawing/2014/main" id="{4903A445-A32B-A949-7952-AFCD38C28506}"/>
              </a:ext>
            </a:extLst>
          </p:cNvPr>
          <p:cNvSpPr/>
          <p:nvPr/>
        </p:nvSpPr>
        <p:spPr>
          <a:xfrm>
            <a:off x="731520" y="507492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Phase 8 covers AgentOps: trace, cap, human-in-loop.</a:t>
            </a:r>
            <a:endParaRPr lang="en-US" sz="1400"/>
          </a:p>
        </p:txBody>
      </p:sp>
      <p:sp>
        <p:nvSpPr>
          <p:cNvPr id="44" name="Shape 27">
            <a:extLst>
              <a:ext uri="{FF2B5EF4-FFF2-40B4-BE49-F238E27FC236}">
                <a16:creationId xmlns:a16="http://schemas.microsoft.com/office/drawing/2014/main" id="{57BD5721-4940-5EC1-10BC-21C8BB21AC47}"/>
              </a:ext>
              <a:ext uri="{C183D7F6-B498-43B3-948B-1728B52AA6E4}">
                <adec:decorative xmlns:adec="http://schemas.microsoft.com/office/drawing/2017/decorative" val="1"/>
              </a:ext>
            </a:extLst>
          </p:cNvPr>
          <p:cNvSpPr/>
          <p:nvPr/>
        </p:nvSpPr>
        <p:spPr>
          <a:xfrm>
            <a:off x="4297680" y="411480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45" name="Shape 28">
            <a:extLst>
              <a:ext uri="{FF2B5EF4-FFF2-40B4-BE49-F238E27FC236}">
                <a16:creationId xmlns:a16="http://schemas.microsoft.com/office/drawing/2014/main" id="{D93D2266-2FB8-47FE-51B9-725F29DB44CF}"/>
              </a:ext>
              <a:ext uri="{C183D7F6-B498-43B3-948B-1728B52AA6E4}">
                <adec:decorative xmlns:adec="http://schemas.microsoft.com/office/drawing/2017/decorative" val="1"/>
              </a:ext>
            </a:extLst>
          </p:cNvPr>
          <p:cNvSpPr/>
          <p:nvPr/>
        </p:nvSpPr>
        <p:spPr>
          <a:xfrm>
            <a:off x="4480560" y="429768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46" name="Text 29">
            <a:extLst>
              <a:ext uri="{FF2B5EF4-FFF2-40B4-BE49-F238E27FC236}">
                <a16:creationId xmlns:a16="http://schemas.microsoft.com/office/drawing/2014/main" id="{29305A67-ABD9-96A3-8B46-3875953ACCD2}"/>
              </a:ext>
            </a:extLst>
          </p:cNvPr>
          <p:cNvSpPr/>
          <p:nvPr/>
        </p:nvSpPr>
        <p:spPr>
          <a:xfrm>
            <a:off x="4480560" y="434340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M5</a:t>
            </a:r>
            <a:endParaRPr lang="en-US" sz="1400"/>
          </a:p>
        </p:txBody>
      </p:sp>
      <p:sp>
        <p:nvSpPr>
          <p:cNvPr id="47" name="Text 30">
            <a:extLst>
              <a:ext uri="{FF2B5EF4-FFF2-40B4-BE49-F238E27FC236}">
                <a16:creationId xmlns:a16="http://schemas.microsoft.com/office/drawing/2014/main" id="{37235A1F-840B-B422-A2C2-8291801BE745}"/>
              </a:ext>
            </a:extLst>
          </p:cNvPr>
          <p:cNvSpPr/>
          <p:nvPr/>
        </p:nvSpPr>
        <p:spPr>
          <a:xfrm>
            <a:off x="5349240" y="429768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Platform (PaaS vs SaaS)</a:t>
            </a:r>
            <a:endParaRPr lang="en-US" sz="1400"/>
          </a:p>
        </p:txBody>
      </p:sp>
      <p:sp>
        <p:nvSpPr>
          <p:cNvPr id="48" name="Text 31">
            <a:extLst>
              <a:ext uri="{FF2B5EF4-FFF2-40B4-BE49-F238E27FC236}">
                <a16:creationId xmlns:a16="http://schemas.microsoft.com/office/drawing/2014/main" id="{406A9808-D919-8D29-D632-506285F113EA}"/>
              </a:ext>
            </a:extLst>
          </p:cNvPr>
          <p:cNvSpPr/>
          <p:nvPr/>
        </p:nvSpPr>
        <p:spPr>
          <a:xfrm>
            <a:off x="4572000" y="507492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Phase 4 platform selection and isolation.</a:t>
            </a:r>
            <a:endParaRPr lang="en-US" sz="1400"/>
          </a:p>
        </p:txBody>
      </p:sp>
      <p:sp>
        <p:nvSpPr>
          <p:cNvPr id="49" name="Shape 32">
            <a:extLst>
              <a:ext uri="{FF2B5EF4-FFF2-40B4-BE49-F238E27FC236}">
                <a16:creationId xmlns:a16="http://schemas.microsoft.com/office/drawing/2014/main" id="{7CFBEDF8-F3C8-5593-EF3A-C641D7DE1A4F}"/>
              </a:ext>
              <a:ext uri="{C183D7F6-B498-43B3-948B-1728B52AA6E4}">
                <adec:decorative xmlns:adec="http://schemas.microsoft.com/office/drawing/2017/decorative" val="1"/>
              </a:ext>
            </a:extLst>
          </p:cNvPr>
          <p:cNvSpPr/>
          <p:nvPr/>
        </p:nvSpPr>
        <p:spPr>
          <a:xfrm>
            <a:off x="8138160" y="4114800"/>
            <a:ext cx="3657600" cy="1920240"/>
          </a:xfrm>
          <a:prstGeom prst="roundRect">
            <a:avLst>
              <a:gd name="adj" fmla="val 3810"/>
            </a:avLst>
          </a:prstGeom>
          <a:solidFill>
            <a:srgbClr val="FFFFFF"/>
          </a:solidFill>
          <a:ln w="12700">
            <a:solidFill>
              <a:srgbClr val="D5DBE7"/>
            </a:solidFill>
            <a:prstDash val="solid"/>
          </a:ln>
        </p:spPr>
        <p:txBody>
          <a:bodyPr/>
          <a:lstStyle/>
          <a:p>
            <a:endParaRPr lang="en-AE" sz="1400"/>
          </a:p>
        </p:txBody>
      </p:sp>
      <p:sp>
        <p:nvSpPr>
          <p:cNvPr id="50" name="Shape 33">
            <a:extLst>
              <a:ext uri="{FF2B5EF4-FFF2-40B4-BE49-F238E27FC236}">
                <a16:creationId xmlns:a16="http://schemas.microsoft.com/office/drawing/2014/main" id="{3E808FB5-0C5A-CA5B-B3F7-CC1CE575B9D0}"/>
              </a:ext>
              <a:ext uri="{C183D7F6-B498-43B3-948B-1728B52AA6E4}">
                <adec:decorative xmlns:adec="http://schemas.microsoft.com/office/drawing/2017/decorative" val="1"/>
              </a:ext>
            </a:extLst>
          </p:cNvPr>
          <p:cNvSpPr/>
          <p:nvPr/>
        </p:nvSpPr>
        <p:spPr>
          <a:xfrm>
            <a:off x="8321040" y="4297680"/>
            <a:ext cx="731520" cy="731520"/>
          </a:xfrm>
          <a:prstGeom prst="ellipse">
            <a:avLst/>
          </a:prstGeom>
          <a:solidFill>
            <a:srgbClr val="1E2761"/>
          </a:solidFill>
          <a:ln w="12700">
            <a:solidFill>
              <a:srgbClr val="1E2761"/>
            </a:solidFill>
            <a:prstDash val="solid"/>
          </a:ln>
        </p:spPr>
        <p:txBody>
          <a:bodyPr/>
          <a:lstStyle/>
          <a:p>
            <a:endParaRPr lang="en-AE" sz="1400"/>
          </a:p>
        </p:txBody>
      </p:sp>
      <p:sp>
        <p:nvSpPr>
          <p:cNvPr id="51" name="Text 34">
            <a:extLst>
              <a:ext uri="{FF2B5EF4-FFF2-40B4-BE49-F238E27FC236}">
                <a16:creationId xmlns:a16="http://schemas.microsoft.com/office/drawing/2014/main" id="{5F3B6C3A-F2A4-07B6-D9B2-E6B8C21B2C1F}"/>
              </a:ext>
            </a:extLst>
          </p:cNvPr>
          <p:cNvSpPr/>
          <p:nvPr/>
        </p:nvSpPr>
        <p:spPr>
          <a:xfrm>
            <a:off x="8321040" y="4343400"/>
            <a:ext cx="731520" cy="640080"/>
          </a:xfrm>
          <a:prstGeom prst="rect">
            <a:avLst/>
          </a:prstGeom>
          <a:noFill/>
          <a:ln/>
        </p:spPr>
        <p:txBody>
          <a:bodyPr wrap="square" rtlCol="0" anchor="ctr"/>
          <a:lstStyle/>
          <a:p>
            <a:pPr marL="0" indent="0" algn="ctr">
              <a:buNone/>
            </a:pPr>
            <a:r>
              <a:rPr lang="en-US" sz="1400" b="1">
                <a:solidFill>
                  <a:srgbClr val="FFFFFF"/>
                </a:solidFill>
                <a:ea typeface="Georgia" pitchFamily="34" charset="-122"/>
                <a:cs typeface="Georgia" pitchFamily="34" charset="-120"/>
              </a:rPr>
              <a:t>M6</a:t>
            </a:r>
            <a:endParaRPr lang="en-US" sz="1400"/>
          </a:p>
        </p:txBody>
      </p:sp>
      <p:sp>
        <p:nvSpPr>
          <p:cNvPr id="52" name="Text 35">
            <a:extLst>
              <a:ext uri="{FF2B5EF4-FFF2-40B4-BE49-F238E27FC236}">
                <a16:creationId xmlns:a16="http://schemas.microsoft.com/office/drawing/2014/main" id="{EBC5CE13-C9C9-624A-50E6-18959D20B7D0}"/>
              </a:ext>
            </a:extLst>
          </p:cNvPr>
          <p:cNvSpPr/>
          <p:nvPr/>
        </p:nvSpPr>
        <p:spPr>
          <a:xfrm>
            <a:off x="9189720" y="4297680"/>
            <a:ext cx="251460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CoE Pillars</a:t>
            </a:r>
            <a:endParaRPr lang="en-US" sz="1400"/>
          </a:p>
        </p:txBody>
      </p:sp>
      <p:sp>
        <p:nvSpPr>
          <p:cNvPr id="53" name="Text 36">
            <a:extLst>
              <a:ext uri="{FF2B5EF4-FFF2-40B4-BE49-F238E27FC236}">
                <a16:creationId xmlns:a16="http://schemas.microsoft.com/office/drawing/2014/main" id="{D77495AD-562B-F25C-F8B9-76330344F58D}"/>
              </a:ext>
            </a:extLst>
          </p:cNvPr>
          <p:cNvSpPr/>
          <p:nvPr/>
        </p:nvSpPr>
        <p:spPr>
          <a:xfrm>
            <a:off x="8412480" y="5074920"/>
            <a:ext cx="3291840" cy="9144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Phase 10 feeds patterns, enablement, maturity.</a:t>
            </a:r>
            <a:endParaRPr lang="en-US" sz="1400"/>
          </a:p>
        </p:txBody>
      </p:sp>
    </p:spTree>
    <p:extLst>
      <p:ext uri="{BB962C8B-B14F-4D97-AF65-F5344CB8AC3E}">
        <p14:creationId xmlns:p14="http://schemas.microsoft.com/office/powerpoint/2010/main" val="32809929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EF7F-B3F9-E8A3-EB35-9D6F2FB18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D36FD-F2DB-D222-D750-0453B9694AF2}"/>
              </a:ext>
            </a:extLst>
          </p:cNvPr>
          <p:cNvSpPr>
            <a:spLocks noGrp="1"/>
          </p:cNvSpPr>
          <p:nvPr>
            <p:ph type="title"/>
          </p:nvPr>
        </p:nvSpPr>
        <p:spPr/>
        <p:txBody>
          <a:bodyPr/>
          <a:lstStyle/>
          <a:p>
            <a:r>
              <a:rPr lang="en-GB"/>
              <a:t>Ten phases, one coherent playbook</a:t>
            </a:r>
            <a:endParaRPr lang="en-AE"/>
          </a:p>
        </p:txBody>
      </p:sp>
      <p:sp>
        <p:nvSpPr>
          <p:cNvPr id="74" name="Text Placeholder 73">
            <a:extLst>
              <a:ext uri="{FF2B5EF4-FFF2-40B4-BE49-F238E27FC236}">
                <a16:creationId xmlns:a16="http://schemas.microsoft.com/office/drawing/2014/main" id="{BDE214F2-C30E-C5F7-692F-110276CE736F}"/>
              </a:ext>
            </a:extLst>
          </p:cNvPr>
          <p:cNvSpPr>
            <a:spLocks noGrp="1"/>
          </p:cNvSpPr>
          <p:nvPr>
            <p:ph type="body" sz="quarter" idx="12"/>
          </p:nvPr>
        </p:nvSpPr>
        <p:spPr/>
        <p:txBody>
          <a:bodyPr/>
          <a:lstStyle/>
          <a:p>
            <a:endParaRPr lang="en-AE"/>
          </a:p>
        </p:txBody>
      </p:sp>
      <p:sp>
        <p:nvSpPr>
          <p:cNvPr id="4" name="Shape 7">
            <a:extLst>
              <a:ext uri="{FF2B5EF4-FFF2-40B4-BE49-F238E27FC236}">
                <a16:creationId xmlns:a16="http://schemas.microsoft.com/office/drawing/2014/main" id="{012A59A0-2C77-E4A9-B069-58684ECA36DF}"/>
              </a:ext>
              <a:ext uri="{C183D7F6-B498-43B3-948B-1728B52AA6E4}">
                <adec:decorative xmlns:adec="http://schemas.microsoft.com/office/drawing/2017/decorative" val="1"/>
              </a:ext>
            </a:extLst>
          </p:cNvPr>
          <p:cNvSpPr/>
          <p:nvPr/>
        </p:nvSpPr>
        <p:spPr>
          <a:xfrm>
            <a:off x="457200" y="219456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5" name="Shape 8">
            <a:extLst>
              <a:ext uri="{FF2B5EF4-FFF2-40B4-BE49-F238E27FC236}">
                <a16:creationId xmlns:a16="http://schemas.microsoft.com/office/drawing/2014/main" id="{41517869-6A1F-5F92-06AC-5B6962E99B4D}"/>
              </a:ext>
              <a:ext uri="{C183D7F6-B498-43B3-948B-1728B52AA6E4}">
                <adec:decorative xmlns:adec="http://schemas.microsoft.com/office/drawing/2017/decorative" val="1"/>
              </a:ext>
            </a:extLst>
          </p:cNvPr>
          <p:cNvSpPr/>
          <p:nvPr/>
        </p:nvSpPr>
        <p:spPr>
          <a:xfrm>
            <a:off x="457200" y="219456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6" name="Text 9">
            <a:extLst>
              <a:ext uri="{FF2B5EF4-FFF2-40B4-BE49-F238E27FC236}">
                <a16:creationId xmlns:a16="http://schemas.microsoft.com/office/drawing/2014/main" id="{727CD40C-BAA6-7963-36F4-DD6A3B3C1489}"/>
              </a:ext>
            </a:extLst>
          </p:cNvPr>
          <p:cNvSpPr/>
          <p:nvPr/>
        </p:nvSpPr>
        <p:spPr>
          <a:xfrm>
            <a:off x="548640" y="242316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1</a:t>
            </a:r>
            <a:endParaRPr lang="en-US" sz="1400">
              <a:solidFill>
                <a:schemeClr val="bg1"/>
              </a:solidFill>
            </a:endParaRPr>
          </a:p>
        </p:txBody>
      </p:sp>
      <p:sp>
        <p:nvSpPr>
          <p:cNvPr id="7" name="Text 10">
            <a:extLst>
              <a:ext uri="{FF2B5EF4-FFF2-40B4-BE49-F238E27FC236}">
                <a16:creationId xmlns:a16="http://schemas.microsoft.com/office/drawing/2014/main" id="{6E2C1ED8-4787-34EA-D4BD-B0AB18110FB8}"/>
              </a:ext>
            </a:extLst>
          </p:cNvPr>
          <p:cNvSpPr/>
          <p:nvPr/>
        </p:nvSpPr>
        <p:spPr>
          <a:xfrm>
            <a:off x="548640" y="324612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Strategy &amp; Use Case</a:t>
            </a:r>
            <a:endParaRPr lang="en-US" sz="1400"/>
          </a:p>
        </p:txBody>
      </p:sp>
      <p:sp>
        <p:nvSpPr>
          <p:cNvPr id="8" name="Shape 11">
            <a:extLst>
              <a:ext uri="{FF2B5EF4-FFF2-40B4-BE49-F238E27FC236}">
                <a16:creationId xmlns:a16="http://schemas.microsoft.com/office/drawing/2014/main" id="{F065423A-A78B-D4D9-583F-E463E016B8FB}"/>
              </a:ext>
              <a:ext uri="{C183D7F6-B498-43B3-948B-1728B52AA6E4}">
                <adec:decorative xmlns:adec="http://schemas.microsoft.com/office/drawing/2017/decorative" val="1"/>
              </a:ext>
            </a:extLst>
          </p:cNvPr>
          <p:cNvSpPr/>
          <p:nvPr/>
        </p:nvSpPr>
        <p:spPr>
          <a:xfrm>
            <a:off x="2743200" y="219456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9" name="Shape 12">
            <a:extLst>
              <a:ext uri="{FF2B5EF4-FFF2-40B4-BE49-F238E27FC236}">
                <a16:creationId xmlns:a16="http://schemas.microsoft.com/office/drawing/2014/main" id="{79A7A386-CD12-DE32-06B1-B1B9C22ABCE0}"/>
              </a:ext>
              <a:ext uri="{C183D7F6-B498-43B3-948B-1728B52AA6E4}">
                <adec:decorative xmlns:adec="http://schemas.microsoft.com/office/drawing/2017/decorative" val="1"/>
              </a:ext>
            </a:extLst>
          </p:cNvPr>
          <p:cNvSpPr/>
          <p:nvPr/>
        </p:nvSpPr>
        <p:spPr>
          <a:xfrm>
            <a:off x="2743200" y="219456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10" name="Text 13">
            <a:extLst>
              <a:ext uri="{FF2B5EF4-FFF2-40B4-BE49-F238E27FC236}">
                <a16:creationId xmlns:a16="http://schemas.microsoft.com/office/drawing/2014/main" id="{F25C3DFC-0C90-36DC-37CA-524079895223}"/>
              </a:ext>
            </a:extLst>
          </p:cNvPr>
          <p:cNvSpPr/>
          <p:nvPr/>
        </p:nvSpPr>
        <p:spPr>
          <a:xfrm>
            <a:off x="2834640" y="242316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2</a:t>
            </a:r>
            <a:endParaRPr lang="en-US" sz="1400">
              <a:solidFill>
                <a:schemeClr val="bg1"/>
              </a:solidFill>
            </a:endParaRPr>
          </a:p>
        </p:txBody>
      </p:sp>
      <p:sp>
        <p:nvSpPr>
          <p:cNvPr id="11" name="Text 14">
            <a:extLst>
              <a:ext uri="{FF2B5EF4-FFF2-40B4-BE49-F238E27FC236}">
                <a16:creationId xmlns:a16="http://schemas.microsoft.com/office/drawing/2014/main" id="{CA9704B9-E2D6-7410-ACE1-649FF8973F93}"/>
              </a:ext>
            </a:extLst>
          </p:cNvPr>
          <p:cNvSpPr/>
          <p:nvPr/>
        </p:nvSpPr>
        <p:spPr>
          <a:xfrm>
            <a:off x="2834640" y="324612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Architecture &amp; Design</a:t>
            </a:r>
            <a:endParaRPr lang="en-US" sz="1400"/>
          </a:p>
        </p:txBody>
      </p:sp>
      <p:sp>
        <p:nvSpPr>
          <p:cNvPr id="12" name="Shape 15">
            <a:extLst>
              <a:ext uri="{FF2B5EF4-FFF2-40B4-BE49-F238E27FC236}">
                <a16:creationId xmlns:a16="http://schemas.microsoft.com/office/drawing/2014/main" id="{9D32B5D9-BEE0-0AFD-90D6-832EDC97284B}"/>
              </a:ext>
              <a:ext uri="{C183D7F6-B498-43B3-948B-1728B52AA6E4}">
                <adec:decorative xmlns:adec="http://schemas.microsoft.com/office/drawing/2017/decorative" val="1"/>
              </a:ext>
            </a:extLst>
          </p:cNvPr>
          <p:cNvSpPr/>
          <p:nvPr/>
        </p:nvSpPr>
        <p:spPr>
          <a:xfrm>
            <a:off x="5029200" y="219456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13" name="Shape 16">
            <a:extLst>
              <a:ext uri="{FF2B5EF4-FFF2-40B4-BE49-F238E27FC236}">
                <a16:creationId xmlns:a16="http://schemas.microsoft.com/office/drawing/2014/main" id="{F7AB9D77-62B2-CE27-A5F4-D1B2CF8EB86F}"/>
              </a:ext>
              <a:ext uri="{C183D7F6-B498-43B3-948B-1728B52AA6E4}">
                <adec:decorative xmlns:adec="http://schemas.microsoft.com/office/drawing/2017/decorative" val="1"/>
              </a:ext>
            </a:extLst>
          </p:cNvPr>
          <p:cNvSpPr/>
          <p:nvPr/>
        </p:nvSpPr>
        <p:spPr>
          <a:xfrm>
            <a:off x="5029200" y="219456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14" name="Text 17">
            <a:extLst>
              <a:ext uri="{FF2B5EF4-FFF2-40B4-BE49-F238E27FC236}">
                <a16:creationId xmlns:a16="http://schemas.microsoft.com/office/drawing/2014/main" id="{75262F74-78F2-B669-8B2C-EB5983179432}"/>
              </a:ext>
            </a:extLst>
          </p:cNvPr>
          <p:cNvSpPr/>
          <p:nvPr/>
        </p:nvSpPr>
        <p:spPr>
          <a:xfrm>
            <a:off x="5120640" y="242316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3</a:t>
            </a:r>
            <a:endParaRPr lang="en-US" sz="1400">
              <a:solidFill>
                <a:schemeClr val="bg1"/>
              </a:solidFill>
            </a:endParaRPr>
          </a:p>
        </p:txBody>
      </p:sp>
      <p:sp>
        <p:nvSpPr>
          <p:cNvPr id="15" name="Text 18">
            <a:extLst>
              <a:ext uri="{FF2B5EF4-FFF2-40B4-BE49-F238E27FC236}">
                <a16:creationId xmlns:a16="http://schemas.microsoft.com/office/drawing/2014/main" id="{C1506A5B-8A70-53AB-4BE6-AC0E360A627B}"/>
              </a:ext>
            </a:extLst>
          </p:cNvPr>
          <p:cNvSpPr/>
          <p:nvPr/>
        </p:nvSpPr>
        <p:spPr>
          <a:xfrm>
            <a:off x="5120640" y="324612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Data Preparation</a:t>
            </a:r>
            <a:endParaRPr lang="en-US" sz="1400"/>
          </a:p>
        </p:txBody>
      </p:sp>
      <p:sp>
        <p:nvSpPr>
          <p:cNvPr id="16" name="Shape 19">
            <a:extLst>
              <a:ext uri="{FF2B5EF4-FFF2-40B4-BE49-F238E27FC236}">
                <a16:creationId xmlns:a16="http://schemas.microsoft.com/office/drawing/2014/main" id="{41E881EC-7BDD-E2D2-58E1-8FF5A30B61B8}"/>
              </a:ext>
              <a:ext uri="{C183D7F6-B498-43B3-948B-1728B52AA6E4}">
                <adec:decorative xmlns:adec="http://schemas.microsoft.com/office/drawing/2017/decorative" val="1"/>
              </a:ext>
            </a:extLst>
          </p:cNvPr>
          <p:cNvSpPr/>
          <p:nvPr/>
        </p:nvSpPr>
        <p:spPr>
          <a:xfrm>
            <a:off x="7315200" y="219456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17" name="Shape 20">
            <a:extLst>
              <a:ext uri="{FF2B5EF4-FFF2-40B4-BE49-F238E27FC236}">
                <a16:creationId xmlns:a16="http://schemas.microsoft.com/office/drawing/2014/main" id="{67A60C72-EE7C-0A47-6E07-7241E98C7530}"/>
              </a:ext>
              <a:ext uri="{C183D7F6-B498-43B3-948B-1728B52AA6E4}">
                <adec:decorative xmlns:adec="http://schemas.microsoft.com/office/drawing/2017/decorative" val="1"/>
              </a:ext>
            </a:extLst>
          </p:cNvPr>
          <p:cNvSpPr/>
          <p:nvPr/>
        </p:nvSpPr>
        <p:spPr>
          <a:xfrm>
            <a:off x="7315200" y="219456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18" name="Text 21">
            <a:extLst>
              <a:ext uri="{FF2B5EF4-FFF2-40B4-BE49-F238E27FC236}">
                <a16:creationId xmlns:a16="http://schemas.microsoft.com/office/drawing/2014/main" id="{B2736D99-B4F2-2062-C9F9-ED9CB3397DD7}"/>
              </a:ext>
            </a:extLst>
          </p:cNvPr>
          <p:cNvSpPr/>
          <p:nvPr/>
        </p:nvSpPr>
        <p:spPr>
          <a:xfrm>
            <a:off x="7406640" y="242316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4</a:t>
            </a:r>
            <a:endParaRPr lang="en-US" sz="1400">
              <a:solidFill>
                <a:schemeClr val="bg1"/>
              </a:solidFill>
            </a:endParaRPr>
          </a:p>
        </p:txBody>
      </p:sp>
      <p:sp>
        <p:nvSpPr>
          <p:cNvPr id="19" name="Text 22">
            <a:extLst>
              <a:ext uri="{FF2B5EF4-FFF2-40B4-BE49-F238E27FC236}">
                <a16:creationId xmlns:a16="http://schemas.microsoft.com/office/drawing/2014/main" id="{9FA51F1D-D087-036A-C12B-012E8E6017E8}"/>
              </a:ext>
            </a:extLst>
          </p:cNvPr>
          <p:cNvSpPr/>
          <p:nvPr/>
        </p:nvSpPr>
        <p:spPr>
          <a:xfrm>
            <a:off x="7406640" y="324612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Platform &amp; Infra</a:t>
            </a:r>
            <a:endParaRPr lang="en-US" sz="1400"/>
          </a:p>
        </p:txBody>
      </p:sp>
      <p:sp>
        <p:nvSpPr>
          <p:cNvPr id="20" name="Shape 23">
            <a:extLst>
              <a:ext uri="{FF2B5EF4-FFF2-40B4-BE49-F238E27FC236}">
                <a16:creationId xmlns:a16="http://schemas.microsoft.com/office/drawing/2014/main" id="{1AA90E64-ED2A-3ED0-1A7B-A9B5F6179715}"/>
              </a:ext>
              <a:ext uri="{C183D7F6-B498-43B3-948B-1728B52AA6E4}">
                <adec:decorative xmlns:adec="http://schemas.microsoft.com/office/drawing/2017/decorative" val="1"/>
              </a:ext>
            </a:extLst>
          </p:cNvPr>
          <p:cNvSpPr/>
          <p:nvPr/>
        </p:nvSpPr>
        <p:spPr>
          <a:xfrm>
            <a:off x="9601200" y="219456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21" name="Shape 24">
            <a:extLst>
              <a:ext uri="{FF2B5EF4-FFF2-40B4-BE49-F238E27FC236}">
                <a16:creationId xmlns:a16="http://schemas.microsoft.com/office/drawing/2014/main" id="{3E93A1B5-2599-7256-477A-9CD8C89708C3}"/>
              </a:ext>
              <a:ext uri="{C183D7F6-B498-43B3-948B-1728B52AA6E4}">
                <adec:decorative xmlns:adec="http://schemas.microsoft.com/office/drawing/2017/decorative" val="1"/>
              </a:ext>
            </a:extLst>
          </p:cNvPr>
          <p:cNvSpPr/>
          <p:nvPr/>
        </p:nvSpPr>
        <p:spPr>
          <a:xfrm>
            <a:off x="9601200" y="219456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22" name="Text 25">
            <a:extLst>
              <a:ext uri="{FF2B5EF4-FFF2-40B4-BE49-F238E27FC236}">
                <a16:creationId xmlns:a16="http://schemas.microsoft.com/office/drawing/2014/main" id="{E0C90341-2C23-EAE0-FEA5-845344312DF3}"/>
              </a:ext>
            </a:extLst>
          </p:cNvPr>
          <p:cNvSpPr/>
          <p:nvPr/>
        </p:nvSpPr>
        <p:spPr>
          <a:xfrm>
            <a:off x="9692640" y="242316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5</a:t>
            </a:r>
            <a:endParaRPr lang="en-US" sz="1400">
              <a:solidFill>
                <a:schemeClr val="bg1"/>
              </a:solidFill>
            </a:endParaRPr>
          </a:p>
        </p:txBody>
      </p:sp>
      <p:sp>
        <p:nvSpPr>
          <p:cNvPr id="23" name="Text 26">
            <a:extLst>
              <a:ext uri="{FF2B5EF4-FFF2-40B4-BE49-F238E27FC236}">
                <a16:creationId xmlns:a16="http://schemas.microsoft.com/office/drawing/2014/main" id="{187C24D5-FE5B-D610-8824-D25005C609DC}"/>
              </a:ext>
            </a:extLst>
          </p:cNvPr>
          <p:cNvSpPr/>
          <p:nvPr/>
        </p:nvSpPr>
        <p:spPr>
          <a:xfrm>
            <a:off x="9692640" y="324612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Model Development</a:t>
            </a:r>
            <a:endParaRPr lang="en-US" sz="1400"/>
          </a:p>
        </p:txBody>
      </p:sp>
      <p:sp>
        <p:nvSpPr>
          <p:cNvPr id="24" name="Shape 27">
            <a:extLst>
              <a:ext uri="{FF2B5EF4-FFF2-40B4-BE49-F238E27FC236}">
                <a16:creationId xmlns:a16="http://schemas.microsoft.com/office/drawing/2014/main" id="{80531AB5-EE1C-E7FA-F85D-CF9DF05EDC40}"/>
              </a:ext>
              <a:ext uri="{C183D7F6-B498-43B3-948B-1728B52AA6E4}">
                <adec:decorative xmlns:adec="http://schemas.microsoft.com/office/drawing/2017/decorative" val="1"/>
              </a:ext>
            </a:extLst>
          </p:cNvPr>
          <p:cNvSpPr/>
          <p:nvPr/>
        </p:nvSpPr>
        <p:spPr>
          <a:xfrm>
            <a:off x="457200" y="411480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54" name="Shape 28">
            <a:extLst>
              <a:ext uri="{FF2B5EF4-FFF2-40B4-BE49-F238E27FC236}">
                <a16:creationId xmlns:a16="http://schemas.microsoft.com/office/drawing/2014/main" id="{7F7D27AA-ADCF-A719-D24B-9FE480A49D47}"/>
              </a:ext>
              <a:ext uri="{C183D7F6-B498-43B3-948B-1728B52AA6E4}">
                <adec:decorative xmlns:adec="http://schemas.microsoft.com/office/drawing/2017/decorative" val="1"/>
              </a:ext>
            </a:extLst>
          </p:cNvPr>
          <p:cNvSpPr/>
          <p:nvPr/>
        </p:nvSpPr>
        <p:spPr>
          <a:xfrm>
            <a:off x="457200" y="411480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55" name="Text 29">
            <a:extLst>
              <a:ext uri="{FF2B5EF4-FFF2-40B4-BE49-F238E27FC236}">
                <a16:creationId xmlns:a16="http://schemas.microsoft.com/office/drawing/2014/main" id="{45FEC435-72F6-2917-3CF3-28B930991502}"/>
              </a:ext>
            </a:extLst>
          </p:cNvPr>
          <p:cNvSpPr/>
          <p:nvPr/>
        </p:nvSpPr>
        <p:spPr>
          <a:xfrm>
            <a:off x="548640" y="434340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6</a:t>
            </a:r>
            <a:endParaRPr lang="en-US" sz="1400">
              <a:solidFill>
                <a:schemeClr val="bg1"/>
              </a:solidFill>
            </a:endParaRPr>
          </a:p>
        </p:txBody>
      </p:sp>
      <p:sp>
        <p:nvSpPr>
          <p:cNvPr id="56" name="Text 30">
            <a:extLst>
              <a:ext uri="{FF2B5EF4-FFF2-40B4-BE49-F238E27FC236}">
                <a16:creationId xmlns:a16="http://schemas.microsoft.com/office/drawing/2014/main" id="{929D9A84-9879-B193-3E6D-ABCD89281450}"/>
              </a:ext>
            </a:extLst>
          </p:cNvPr>
          <p:cNvSpPr/>
          <p:nvPr/>
        </p:nvSpPr>
        <p:spPr>
          <a:xfrm>
            <a:off x="548640" y="516636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Deployment &amp; Integration</a:t>
            </a:r>
            <a:endParaRPr lang="en-US" sz="1400"/>
          </a:p>
        </p:txBody>
      </p:sp>
      <p:sp>
        <p:nvSpPr>
          <p:cNvPr id="57" name="Shape 31">
            <a:extLst>
              <a:ext uri="{FF2B5EF4-FFF2-40B4-BE49-F238E27FC236}">
                <a16:creationId xmlns:a16="http://schemas.microsoft.com/office/drawing/2014/main" id="{EDDCF1E5-954C-EE58-C4C8-21F466BB081D}"/>
              </a:ext>
              <a:ext uri="{C183D7F6-B498-43B3-948B-1728B52AA6E4}">
                <adec:decorative xmlns:adec="http://schemas.microsoft.com/office/drawing/2017/decorative" val="1"/>
              </a:ext>
            </a:extLst>
          </p:cNvPr>
          <p:cNvSpPr/>
          <p:nvPr/>
        </p:nvSpPr>
        <p:spPr>
          <a:xfrm>
            <a:off x="2743200" y="411480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58" name="Shape 32">
            <a:extLst>
              <a:ext uri="{FF2B5EF4-FFF2-40B4-BE49-F238E27FC236}">
                <a16:creationId xmlns:a16="http://schemas.microsoft.com/office/drawing/2014/main" id="{5E437B90-6241-A85B-C99E-70F63AEB23BC}"/>
              </a:ext>
              <a:ext uri="{C183D7F6-B498-43B3-948B-1728B52AA6E4}">
                <adec:decorative xmlns:adec="http://schemas.microsoft.com/office/drawing/2017/decorative" val="1"/>
              </a:ext>
            </a:extLst>
          </p:cNvPr>
          <p:cNvSpPr/>
          <p:nvPr/>
        </p:nvSpPr>
        <p:spPr>
          <a:xfrm>
            <a:off x="2743200" y="411480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59" name="Text 33">
            <a:extLst>
              <a:ext uri="{FF2B5EF4-FFF2-40B4-BE49-F238E27FC236}">
                <a16:creationId xmlns:a16="http://schemas.microsoft.com/office/drawing/2014/main" id="{B3EFD6A3-B80B-D45C-0C0D-2E94D99E1F6A}"/>
              </a:ext>
            </a:extLst>
          </p:cNvPr>
          <p:cNvSpPr/>
          <p:nvPr/>
        </p:nvSpPr>
        <p:spPr>
          <a:xfrm>
            <a:off x="2834640" y="434340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7</a:t>
            </a:r>
            <a:endParaRPr lang="en-US" sz="1400">
              <a:solidFill>
                <a:schemeClr val="bg1"/>
              </a:solidFill>
            </a:endParaRPr>
          </a:p>
        </p:txBody>
      </p:sp>
      <p:sp>
        <p:nvSpPr>
          <p:cNvPr id="60" name="Text 34">
            <a:extLst>
              <a:ext uri="{FF2B5EF4-FFF2-40B4-BE49-F238E27FC236}">
                <a16:creationId xmlns:a16="http://schemas.microsoft.com/office/drawing/2014/main" id="{F8472211-2C0F-4D07-B3E8-51E74ECB3F99}"/>
              </a:ext>
            </a:extLst>
          </p:cNvPr>
          <p:cNvSpPr/>
          <p:nvPr/>
        </p:nvSpPr>
        <p:spPr>
          <a:xfrm>
            <a:off x="2834640" y="516636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Testing &amp; Validation</a:t>
            </a:r>
            <a:endParaRPr lang="en-US" sz="1400"/>
          </a:p>
        </p:txBody>
      </p:sp>
      <p:sp>
        <p:nvSpPr>
          <p:cNvPr id="61" name="Shape 35">
            <a:extLst>
              <a:ext uri="{FF2B5EF4-FFF2-40B4-BE49-F238E27FC236}">
                <a16:creationId xmlns:a16="http://schemas.microsoft.com/office/drawing/2014/main" id="{8EFFF1A9-A55C-FC1A-394B-8A61EBD21207}"/>
              </a:ext>
              <a:ext uri="{C183D7F6-B498-43B3-948B-1728B52AA6E4}">
                <adec:decorative xmlns:adec="http://schemas.microsoft.com/office/drawing/2017/decorative" val="1"/>
              </a:ext>
            </a:extLst>
          </p:cNvPr>
          <p:cNvSpPr/>
          <p:nvPr/>
        </p:nvSpPr>
        <p:spPr>
          <a:xfrm>
            <a:off x="5029200" y="411480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62" name="Shape 36">
            <a:extLst>
              <a:ext uri="{FF2B5EF4-FFF2-40B4-BE49-F238E27FC236}">
                <a16:creationId xmlns:a16="http://schemas.microsoft.com/office/drawing/2014/main" id="{1786026C-D8F1-C200-9987-A3B5B36E8125}"/>
              </a:ext>
              <a:ext uri="{C183D7F6-B498-43B3-948B-1728B52AA6E4}">
                <adec:decorative xmlns:adec="http://schemas.microsoft.com/office/drawing/2017/decorative" val="1"/>
              </a:ext>
            </a:extLst>
          </p:cNvPr>
          <p:cNvSpPr/>
          <p:nvPr/>
        </p:nvSpPr>
        <p:spPr>
          <a:xfrm>
            <a:off x="5029200" y="411480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63" name="Text 37">
            <a:extLst>
              <a:ext uri="{FF2B5EF4-FFF2-40B4-BE49-F238E27FC236}">
                <a16:creationId xmlns:a16="http://schemas.microsoft.com/office/drawing/2014/main" id="{0CD245D4-7D33-0DF4-F573-1A30E4E2CE62}"/>
              </a:ext>
            </a:extLst>
          </p:cNvPr>
          <p:cNvSpPr/>
          <p:nvPr/>
        </p:nvSpPr>
        <p:spPr>
          <a:xfrm>
            <a:off x="5120640" y="434340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8</a:t>
            </a:r>
            <a:endParaRPr lang="en-US" sz="1400">
              <a:solidFill>
                <a:schemeClr val="bg1"/>
              </a:solidFill>
            </a:endParaRPr>
          </a:p>
        </p:txBody>
      </p:sp>
      <p:sp>
        <p:nvSpPr>
          <p:cNvPr id="64" name="Text 38">
            <a:extLst>
              <a:ext uri="{FF2B5EF4-FFF2-40B4-BE49-F238E27FC236}">
                <a16:creationId xmlns:a16="http://schemas.microsoft.com/office/drawing/2014/main" id="{91075734-BD8F-611C-610D-0D028D501BD7}"/>
              </a:ext>
            </a:extLst>
          </p:cNvPr>
          <p:cNvSpPr/>
          <p:nvPr/>
        </p:nvSpPr>
        <p:spPr>
          <a:xfrm>
            <a:off x="5120640" y="516636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Operations &amp; Monitoring</a:t>
            </a:r>
            <a:endParaRPr lang="en-US" sz="1400"/>
          </a:p>
        </p:txBody>
      </p:sp>
      <p:sp>
        <p:nvSpPr>
          <p:cNvPr id="65" name="Shape 39">
            <a:extLst>
              <a:ext uri="{FF2B5EF4-FFF2-40B4-BE49-F238E27FC236}">
                <a16:creationId xmlns:a16="http://schemas.microsoft.com/office/drawing/2014/main" id="{6F9B1256-C79C-30DC-187B-833989E93D28}"/>
              </a:ext>
              <a:ext uri="{C183D7F6-B498-43B3-948B-1728B52AA6E4}">
                <adec:decorative xmlns:adec="http://schemas.microsoft.com/office/drawing/2017/decorative" val="1"/>
              </a:ext>
            </a:extLst>
          </p:cNvPr>
          <p:cNvSpPr/>
          <p:nvPr/>
        </p:nvSpPr>
        <p:spPr>
          <a:xfrm>
            <a:off x="7315200" y="411480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66" name="Shape 40">
            <a:extLst>
              <a:ext uri="{FF2B5EF4-FFF2-40B4-BE49-F238E27FC236}">
                <a16:creationId xmlns:a16="http://schemas.microsoft.com/office/drawing/2014/main" id="{3F81746F-9C1A-B425-7478-D17509739752}"/>
              </a:ext>
              <a:ext uri="{C183D7F6-B498-43B3-948B-1728B52AA6E4}">
                <adec:decorative xmlns:adec="http://schemas.microsoft.com/office/drawing/2017/decorative" val="1"/>
              </a:ext>
            </a:extLst>
          </p:cNvPr>
          <p:cNvSpPr/>
          <p:nvPr/>
        </p:nvSpPr>
        <p:spPr>
          <a:xfrm>
            <a:off x="7315200" y="411480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67" name="Text 41">
            <a:extLst>
              <a:ext uri="{FF2B5EF4-FFF2-40B4-BE49-F238E27FC236}">
                <a16:creationId xmlns:a16="http://schemas.microsoft.com/office/drawing/2014/main" id="{ADE8EB02-78EB-CAC2-60C9-5D22AC17D26D}"/>
              </a:ext>
            </a:extLst>
          </p:cNvPr>
          <p:cNvSpPr/>
          <p:nvPr/>
        </p:nvSpPr>
        <p:spPr>
          <a:xfrm>
            <a:off x="7406640" y="434340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9</a:t>
            </a:r>
            <a:endParaRPr lang="en-US" sz="1400">
              <a:solidFill>
                <a:schemeClr val="bg1"/>
              </a:solidFill>
            </a:endParaRPr>
          </a:p>
        </p:txBody>
      </p:sp>
      <p:sp>
        <p:nvSpPr>
          <p:cNvPr id="68" name="Text 42">
            <a:extLst>
              <a:ext uri="{FF2B5EF4-FFF2-40B4-BE49-F238E27FC236}">
                <a16:creationId xmlns:a16="http://schemas.microsoft.com/office/drawing/2014/main" id="{72F6B1FA-DA6A-E242-EC1B-83993265C47E}"/>
              </a:ext>
            </a:extLst>
          </p:cNvPr>
          <p:cNvSpPr/>
          <p:nvPr/>
        </p:nvSpPr>
        <p:spPr>
          <a:xfrm>
            <a:off x="7406640" y="516636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Responsible AI &amp; Compliance</a:t>
            </a:r>
            <a:endParaRPr lang="en-US" sz="1400"/>
          </a:p>
        </p:txBody>
      </p:sp>
      <p:sp>
        <p:nvSpPr>
          <p:cNvPr id="69" name="Shape 43">
            <a:extLst>
              <a:ext uri="{FF2B5EF4-FFF2-40B4-BE49-F238E27FC236}">
                <a16:creationId xmlns:a16="http://schemas.microsoft.com/office/drawing/2014/main" id="{4FFD6E1F-7EAD-BFC1-80D1-9416BE2AB119}"/>
              </a:ext>
              <a:ext uri="{C183D7F6-B498-43B3-948B-1728B52AA6E4}">
                <adec:decorative xmlns:adec="http://schemas.microsoft.com/office/drawing/2017/decorative" val="1"/>
              </a:ext>
            </a:extLst>
          </p:cNvPr>
          <p:cNvSpPr/>
          <p:nvPr/>
        </p:nvSpPr>
        <p:spPr>
          <a:xfrm>
            <a:off x="9601200" y="4114800"/>
            <a:ext cx="2103120" cy="1737360"/>
          </a:xfrm>
          <a:prstGeom prst="roundRect">
            <a:avLst>
              <a:gd name="adj" fmla="val 5263"/>
            </a:avLst>
          </a:prstGeom>
          <a:solidFill>
            <a:schemeClr val="accent2"/>
          </a:solidFill>
          <a:ln w="12700">
            <a:solidFill>
              <a:schemeClr val="accent2"/>
            </a:solidFill>
            <a:prstDash val="solid"/>
          </a:ln>
        </p:spPr>
        <p:txBody>
          <a:bodyPr/>
          <a:lstStyle/>
          <a:p>
            <a:endParaRPr lang="en-AE" sz="1400"/>
          </a:p>
        </p:txBody>
      </p:sp>
      <p:sp>
        <p:nvSpPr>
          <p:cNvPr id="70" name="Shape 44">
            <a:extLst>
              <a:ext uri="{FF2B5EF4-FFF2-40B4-BE49-F238E27FC236}">
                <a16:creationId xmlns:a16="http://schemas.microsoft.com/office/drawing/2014/main" id="{D7755F9A-1D1B-6D49-8C53-6952DE0A6B5D}"/>
              </a:ext>
              <a:ext uri="{C183D7F6-B498-43B3-948B-1728B52AA6E4}">
                <adec:decorative xmlns:adec="http://schemas.microsoft.com/office/drawing/2017/decorative" val="1"/>
              </a:ext>
            </a:extLst>
          </p:cNvPr>
          <p:cNvSpPr/>
          <p:nvPr/>
        </p:nvSpPr>
        <p:spPr>
          <a:xfrm>
            <a:off x="9601200" y="4114800"/>
            <a:ext cx="2103120" cy="137160"/>
          </a:xfrm>
          <a:prstGeom prst="rect">
            <a:avLst/>
          </a:prstGeom>
          <a:solidFill>
            <a:schemeClr val="accent2"/>
          </a:solidFill>
          <a:ln w="12700">
            <a:solidFill>
              <a:schemeClr val="accent2"/>
            </a:solidFill>
            <a:prstDash val="solid"/>
          </a:ln>
        </p:spPr>
        <p:txBody>
          <a:bodyPr/>
          <a:lstStyle/>
          <a:p>
            <a:endParaRPr lang="en-AE" sz="1400"/>
          </a:p>
        </p:txBody>
      </p:sp>
      <p:sp>
        <p:nvSpPr>
          <p:cNvPr id="71" name="Text 45">
            <a:extLst>
              <a:ext uri="{FF2B5EF4-FFF2-40B4-BE49-F238E27FC236}">
                <a16:creationId xmlns:a16="http://schemas.microsoft.com/office/drawing/2014/main" id="{393D0D89-89C9-98B5-641D-48FE64075307}"/>
              </a:ext>
            </a:extLst>
          </p:cNvPr>
          <p:cNvSpPr/>
          <p:nvPr/>
        </p:nvSpPr>
        <p:spPr>
          <a:xfrm>
            <a:off x="9692640" y="4343400"/>
            <a:ext cx="1920240" cy="82296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chemeClr val="bg1"/>
                </a:solidFill>
                <a:ea typeface="Georgia" pitchFamily="34" charset="-122"/>
                <a:cs typeface="Georgia" pitchFamily="34" charset="-120"/>
              </a:rPr>
              <a:t>10</a:t>
            </a:r>
            <a:endParaRPr lang="en-US" sz="1400">
              <a:solidFill>
                <a:schemeClr val="bg1"/>
              </a:solidFill>
            </a:endParaRPr>
          </a:p>
        </p:txBody>
      </p:sp>
      <p:sp>
        <p:nvSpPr>
          <p:cNvPr id="72" name="Text 46">
            <a:extLst>
              <a:ext uri="{FF2B5EF4-FFF2-40B4-BE49-F238E27FC236}">
                <a16:creationId xmlns:a16="http://schemas.microsoft.com/office/drawing/2014/main" id="{9A248B5C-AFC0-73B4-0169-B829E0D79565}"/>
              </a:ext>
            </a:extLst>
          </p:cNvPr>
          <p:cNvSpPr/>
          <p:nvPr/>
        </p:nvSpPr>
        <p:spPr>
          <a:xfrm>
            <a:off x="9692640" y="5166360"/>
            <a:ext cx="1920240" cy="640080"/>
          </a:xfrm>
          <a:prstGeom prst="rect">
            <a:avLst/>
          </a:prstGeom>
          <a:solidFill>
            <a:schemeClr val="accent2"/>
          </a:solidFill>
          <a:ln>
            <a:solidFill>
              <a:schemeClr val="accent2"/>
            </a:solidFill>
          </a:ln>
        </p:spPr>
        <p:txBody>
          <a:bodyPr wrap="square" rtlCol="0" anchor="ctr"/>
          <a:lstStyle/>
          <a:p>
            <a:pPr marL="0" indent="0" algn="ctr">
              <a:buNone/>
            </a:pPr>
            <a:r>
              <a:rPr lang="en-US" sz="1400" b="1">
                <a:solidFill>
                  <a:srgbClr val="FFFFFF"/>
                </a:solidFill>
                <a:ea typeface="Calibri" pitchFamily="34" charset="-122"/>
                <a:cs typeface="Calibri" pitchFamily="34" charset="-120"/>
              </a:rPr>
              <a:t>Improvement &amp; FinOps</a:t>
            </a:r>
            <a:endParaRPr lang="en-US" sz="1400"/>
          </a:p>
        </p:txBody>
      </p:sp>
      <p:sp>
        <p:nvSpPr>
          <p:cNvPr id="73" name="Text 47">
            <a:extLst>
              <a:ext uri="{FF2B5EF4-FFF2-40B4-BE49-F238E27FC236}">
                <a16:creationId xmlns:a16="http://schemas.microsoft.com/office/drawing/2014/main" id="{CE8220F1-D39E-9818-9EF1-C23C2492EAAB}"/>
              </a:ext>
            </a:extLst>
          </p:cNvPr>
          <p:cNvSpPr/>
          <p:nvPr/>
        </p:nvSpPr>
        <p:spPr>
          <a:xfrm>
            <a:off x="457200" y="6035040"/>
            <a:ext cx="11247120" cy="274320"/>
          </a:xfrm>
          <a:prstGeom prst="rect">
            <a:avLst/>
          </a:prstGeom>
          <a:noFill/>
          <a:ln/>
        </p:spPr>
        <p:txBody>
          <a:bodyPr wrap="square" rtlCol="0" anchor="ctr"/>
          <a:lstStyle/>
          <a:p>
            <a:pPr marL="0" indent="0" algn="ctr">
              <a:buNone/>
            </a:pPr>
            <a:r>
              <a:rPr lang="en-US" sz="1400" i="1">
                <a:solidFill>
                  <a:srgbClr val="6B7280"/>
                </a:solidFill>
                <a:ea typeface="Calibri" pitchFamily="34" charset="-122"/>
                <a:cs typeface="Calibri" pitchFamily="34" charset="-120"/>
              </a:rPr>
              <a:t>Each phase contains actionable items, pillar tags, RACI, and a risk if skipped.</a:t>
            </a:r>
            <a:endParaRPr lang="en-US" sz="1400"/>
          </a:p>
        </p:txBody>
      </p:sp>
    </p:spTree>
    <p:extLst>
      <p:ext uri="{BB962C8B-B14F-4D97-AF65-F5344CB8AC3E}">
        <p14:creationId xmlns:p14="http://schemas.microsoft.com/office/powerpoint/2010/main" val="328724158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BBE6BA4-2F40-EA10-9DAF-B55B07F2A028}"/>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08990BB4-83DA-FCA6-2B20-8E92796E85DB}"/>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A955C074-D7F1-8C9C-0B4E-FC8CB2A0D4C7}"/>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P1</a:t>
            </a:r>
            <a:endParaRPr lang="en-US" sz="9000"/>
          </a:p>
        </p:txBody>
      </p:sp>
      <p:sp>
        <p:nvSpPr>
          <p:cNvPr id="15" name="Text 8">
            <a:extLst>
              <a:ext uri="{FF2B5EF4-FFF2-40B4-BE49-F238E27FC236}">
                <a16:creationId xmlns:a16="http://schemas.microsoft.com/office/drawing/2014/main" id="{349BFCD5-1133-CF1D-1542-67AE3D36690D}"/>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01</a:t>
            </a:r>
            <a:endParaRPr lang="en-US" sz="1400">
              <a:solidFill>
                <a:schemeClr val="bg1"/>
              </a:solidFill>
            </a:endParaRPr>
          </a:p>
        </p:txBody>
      </p:sp>
      <p:sp>
        <p:nvSpPr>
          <p:cNvPr id="16" name="Text 9">
            <a:extLst>
              <a:ext uri="{FF2B5EF4-FFF2-40B4-BE49-F238E27FC236}">
                <a16:creationId xmlns:a16="http://schemas.microsoft.com/office/drawing/2014/main" id="{18EAA994-CF80-D145-81F0-9CA20D0631AD}"/>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Strategy &amp; Use Case Definition</a:t>
            </a:r>
            <a:endParaRPr lang="en-US" sz="2200"/>
          </a:p>
        </p:txBody>
      </p:sp>
      <p:sp>
        <p:nvSpPr>
          <p:cNvPr id="17" name="Text 10">
            <a:extLst>
              <a:ext uri="{FF2B5EF4-FFF2-40B4-BE49-F238E27FC236}">
                <a16:creationId xmlns:a16="http://schemas.microsoft.com/office/drawing/2014/main" id="{DFB167C6-7881-C717-744E-56A348CC00B1}"/>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073194E1-863E-0977-1D31-F667BB3A643C}"/>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RAI  |  COMP  |  FIN  |  CoE</a:t>
            </a:r>
            <a:endParaRPr lang="en-US" sz="1400"/>
          </a:p>
        </p:txBody>
      </p:sp>
      <p:sp>
        <p:nvSpPr>
          <p:cNvPr id="19" name="Text 12">
            <a:extLst>
              <a:ext uri="{FF2B5EF4-FFF2-40B4-BE49-F238E27FC236}">
                <a16:creationId xmlns:a16="http://schemas.microsoft.com/office/drawing/2014/main" id="{BD4E5577-78E6-A4A4-903F-73AE02B1DF03}"/>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354DCD7F-3F73-13A7-8D28-05994F2414D0}"/>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Strategy &amp; Use Case Definition</a:t>
            </a:r>
            <a:endParaRPr lang="en-US" sz="2600"/>
          </a:p>
        </p:txBody>
      </p:sp>
      <p:sp>
        <p:nvSpPr>
          <p:cNvPr id="21" name="Text 14">
            <a:extLst>
              <a:ext uri="{FF2B5EF4-FFF2-40B4-BE49-F238E27FC236}">
                <a16:creationId xmlns:a16="http://schemas.microsoft.com/office/drawing/2014/main" id="{238D48FA-DF58-9F99-FE40-ABC0FF801FA5}"/>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Define business outcome, KPIs, and definition of done before picking an AI pattern.</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Classify the use case (predictive ML / GenAI / agentic) and map to an approved pattern.</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Perform AI risk triage (impact x likelihood x reversibility); assign a risk tier.</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Validate against prohibited/restricted use list (EU AI Act, ISO 42001).</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Confirm data sources, sensitivity, users and geographies (residency scope).</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Secure executive sponsor, funding envelope and pilot-to-prod exit criteria.</a:t>
            </a:r>
            <a:endParaRPr lang="en-US" sz="1400"/>
          </a:p>
        </p:txBody>
      </p:sp>
      <p:sp>
        <p:nvSpPr>
          <p:cNvPr id="22" name="Shape 15">
            <a:extLst>
              <a:ext uri="{FF2B5EF4-FFF2-40B4-BE49-F238E27FC236}">
                <a16:creationId xmlns:a16="http://schemas.microsoft.com/office/drawing/2014/main" id="{10B667A3-9A67-9511-0D33-7F8D7F1A4DFC}"/>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solidFill>
                <a:schemeClr val="bg1"/>
              </a:solidFill>
            </a:endParaRPr>
          </a:p>
        </p:txBody>
      </p:sp>
      <p:sp>
        <p:nvSpPr>
          <p:cNvPr id="23" name="Text 16">
            <a:extLst>
              <a:ext uri="{FF2B5EF4-FFF2-40B4-BE49-F238E27FC236}">
                <a16:creationId xmlns:a16="http://schemas.microsoft.com/office/drawing/2014/main" id="{0D738901-DF31-D6D1-1112-820614C6B310}"/>
              </a:ext>
            </a:extLst>
          </p:cNvPr>
          <p:cNvSpPr/>
          <p:nvPr/>
        </p:nvSpPr>
        <p:spPr>
          <a:xfrm>
            <a:off x="4082062" y="5497406"/>
            <a:ext cx="7716561" cy="777240"/>
          </a:xfrm>
          <a:prstGeom prst="rect">
            <a:avLst/>
          </a:prstGeom>
          <a:noFill/>
          <a:ln/>
        </p:spPr>
        <p:txBody>
          <a:bodyPr wrap="square" rtlCol="0" anchor="ctr"/>
          <a:lstStyle/>
          <a:p>
            <a:pPr marL="0" indent="0">
              <a:buNone/>
            </a:pPr>
            <a:r>
              <a:rPr lang="en-US" sz="1400" b="1" kern="0" spc="200">
                <a:solidFill>
                  <a:schemeClr val="bg1"/>
                </a:solidFill>
                <a:ea typeface="Calibri" pitchFamily="34" charset="-122"/>
                <a:cs typeface="Calibri" pitchFamily="34" charset="-120"/>
              </a:rPr>
              <a:t>RISK IF SKIPPED  </a:t>
            </a:r>
            <a:r>
              <a:rPr lang="en-US" sz="1400">
                <a:solidFill>
                  <a:schemeClr val="bg1"/>
                </a:solidFill>
                <a:ea typeface="Calibri" pitchFamily="34" charset="-122"/>
                <a:cs typeface="Calibri" pitchFamily="34" charset="-120"/>
              </a:rPr>
              <a:t>Vanity projects, unmanaged risk and shadow AI reaching production.</a:t>
            </a:r>
            <a:endParaRPr lang="en-US" sz="1400">
              <a:solidFill>
                <a:schemeClr val="bg1"/>
              </a:solidFill>
            </a:endParaRPr>
          </a:p>
        </p:txBody>
      </p:sp>
    </p:spTree>
    <p:extLst>
      <p:ext uri="{BB962C8B-B14F-4D97-AF65-F5344CB8AC3E}">
        <p14:creationId xmlns:p14="http://schemas.microsoft.com/office/powerpoint/2010/main" val="339787792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962D2-97B9-79AA-80D2-E1E296B1017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071E8C7-E9C1-3F15-AAD2-0528C0F2760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EFA3E096-C8C8-ED6A-A88F-D6A575F88B6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FD22FE7E-FDEA-CA31-91C4-3F3977B46FEA}"/>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P2</a:t>
            </a:r>
            <a:endParaRPr lang="en-US" sz="9000"/>
          </a:p>
        </p:txBody>
      </p:sp>
      <p:sp>
        <p:nvSpPr>
          <p:cNvPr id="15" name="Text 8">
            <a:extLst>
              <a:ext uri="{FF2B5EF4-FFF2-40B4-BE49-F238E27FC236}">
                <a16:creationId xmlns:a16="http://schemas.microsoft.com/office/drawing/2014/main" id="{8BE32922-2A89-B37A-0B71-E163994620EC}"/>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02</a:t>
            </a:r>
            <a:endParaRPr lang="en-US" sz="1400">
              <a:solidFill>
                <a:schemeClr val="bg1"/>
              </a:solidFill>
            </a:endParaRPr>
          </a:p>
        </p:txBody>
      </p:sp>
      <p:sp>
        <p:nvSpPr>
          <p:cNvPr id="16" name="Text 9">
            <a:extLst>
              <a:ext uri="{FF2B5EF4-FFF2-40B4-BE49-F238E27FC236}">
                <a16:creationId xmlns:a16="http://schemas.microsoft.com/office/drawing/2014/main" id="{92B0E170-D9DB-35CE-DD4F-A71AF828929B}"/>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Architecture &amp; Design</a:t>
            </a:r>
            <a:endParaRPr lang="en-US" sz="2200"/>
          </a:p>
        </p:txBody>
      </p:sp>
      <p:sp>
        <p:nvSpPr>
          <p:cNvPr id="17" name="Text 10">
            <a:extLst>
              <a:ext uri="{FF2B5EF4-FFF2-40B4-BE49-F238E27FC236}">
                <a16:creationId xmlns:a16="http://schemas.microsoft.com/office/drawing/2014/main" id="{2AB0D2BD-AA01-82AF-64AA-6F666C19A301}"/>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3305ABCD-B61A-C5CB-B49E-26E58F77C2F4}"/>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MLO  |  SEC  |  FIN  |  RAI</a:t>
            </a:r>
            <a:endParaRPr lang="en-US" sz="1400"/>
          </a:p>
        </p:txBody>
      </p:sp>
      <p:sp>
        <p:nvSpPr>
          <p:cNvPr id="19" name="Text 12">
            <a:extLst>
              <a:ext uri="{FF2B5EF4-FFF2-40B4-BE49-F238E27FC236}">
                <a16:creationId xmlns:a16="http://schemas.microsoft.com/office/drawing/2014/main" id="{F33E31AF-C83E-C504-18C5-959489E4057B}"/>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9BA79E19-1E76-E591-7309-C60BE08FD1EF}"/>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Architecture &amp; Design</a:t>
            </a:r>
            <a:endParaRPr lang="en-US" sz="2600"/>
          </a:p>
        </p:txBody>
      </p:sp>
      <p:sp>
        <p:nvSpPr>
          <p:cNvPr id="21" name="Text 14">
            <a:extLst>
              <a:ext uri="{FF2B5EF4-FFF2-40B4-BE49-F238E27FC236}">
                <a16:creationId xmlns:a16="http://schemas.microsoft.com/office/drawing/2014/main" id="{1418A2CC-7EE2-C9B7-AE4F-C6B8F3A58A62}"/>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Document architecture pattern: RAG / fine-tune / multi-agent / tool-use / hybrid.</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Containerize discrete components; version-isolate models and orchestrators.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Place an AI Gateway / APIM in front of endpoints: auth, quota, PII redaction, metering.</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Define an orchestrator layer; version prompts, tools and policies independently.</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Zero Trust for Agents: per-tool scopes, HITL for high-impact tools, allow-lists.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Graceful degradation: fallback model, cache, deterministic path for outages.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Threat-model with STRIDE + OWASP LLM Top 10 + MITRE ATLAS</a:t>
            </a:r>
            <a:endParaRPr lang="en-US" sz="1400"/>
          </a:p>
        </p:txBody>
      </p:sp>
      <p:sp>
        <p:nvSpPr>
          <p:cNvPr id="22" name="Shape 15">
            <a:extLst>
              <a:ext uri="{FF2B5EF4-FFF2-40B4-BE49-F238E27FC236}">
                <a16:creationId xmlns:a16="http://schemas.microsoft.com/office/drawing/2014/main" id="{F2D1371F-5E6C-29F8-30ED-FF8A83E2681F}"/>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solidFill>
                <a:schemeClr val="bg1"/>
              </a:solidFill>
            </a:endParaRPr>
          </a:p>
        </p:txBody>
      </p:sp>
      <p:sp>
        <p:nvSpPr>
          <p:cNvPr id="23" name="Text 16">
            <a:extLst>
              <a:ext uri="{FF2B5EF4-FFF2-40B4-BE49-F238E27FC236}">
                <a16:creationId xmlns:a16="http://schemas.microsoft.com/office/drawing/2014/main" id="{6A0207CA-DC11-D15D-1637-81CE67947D61}"/>
              </a:ext>
            </a:extLst>
          </p:cNvPr>
          <p:cNvSpPr/>
          <p:nvPr/>
        </p:nvSpPr>
        <p:spPr>
          <a:xfrm>
            <a:off x="4082062" y="5497406"/>
            <a:ext cx="7716561" cy="777240"/>
          </a:xfrm>
          <a:prstGeom prst="rect">
            <a:avLst/>
          </a:prstGeom>
          <a:no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a:solidFill>
                  <a:schemeClr val="bg1"/>
                </a:solidFill>
                <a:ea typeface="Calibri" pitchFamily="34" charset="-122"/>
                <a:cs typeface="Calibri" pitchFamily="34" charset="-120"/>
              </a:rPr>
              <a:t>Untraceable behavior, agent exfiltration, cost spikes and SLA breaches.</a:t>
            </a:r>
            <a:endParaRPr lang="en-US" sz="1400">
              <a:solidFill>
                <a:schemeClr val="bg1"/>
              </a:solidFill>
            </a:endParaRPr>
          </a:p>
        </p:txBody>
      </p:sp>
    </p:spTree>
    <p:extLst>
      <p:ext uri="{BB962C8B-B14F-4D97-AF65-F5344CB8AC3E}">
        <p14:creationId xmlns:p14="http://schemas.microsoft.com/office/powerpoint/2010/main" val="166345302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31E1C-AA2F-98AA-7D89-95B1C90ECF9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D607751-7615-0122-4610-7590AA647021}"/>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9C58D252-E8EC-0DE8-3115-7961ABA9E98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5D4E8A0C-B852-021E-580E-C918D38364BD}"/>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P3</a:t>
            </a:r>
            <a:endParaRPr lang="en-US" sz="9000"/>
          </a:p>
        </p:txBody>
      </p:sp>
      <p:sp>
        <p:nvSpPr>
          <p:cNvPr id="15" name="Text 8">
            <a:extLst>
              <a:ext uri="{FF2B5EF4-FFF2-40B4-BE49-F238E27FC236}">
                <a16:creationId xmlns:a16="http://schemas.microsoft.com/office/drawing/2014/main" id="{9D6B7BA7-62F7-8C27-D3CD-82812368D27D}"/>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03</a:t>
            </a:r>
            <a:endParaRPr lang="en-US" sz="1400">
              <a:solidFill>
                <a:schemeClr val="bg1"/>
              </a:solidFill>
            </a:endParaRPr>
          </a:p>
        </p:txBody>
      </p:sp>
      <p:sp>
        <p:nvSpPr>
          <p:cNvPr id="16" name="Text 9">
            <a:extLst>
              <a:ext uri="{FF2B5EF4-FFF2-40B4-BE49-F238E27FC236}">
                <a16:creationId xmlns:a16="http://schemas.microsoft.com/office/drawing/2014/main" id="{015D070B-A542-4581-9B5C-6FA91871CD8F}"/>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Data Preparation</a:t>
            </a:r>
          </a:p>
          <a:p>
            <a:pPr marL="0" indent="0" algn="ctr">
              <a:buNone/>
            </a:pPr>
            <a:r>
              <a:rPr lang="en-US" sz="2200" b="1">
                <a:solidFill>
                  <a:srgbClr val="CADCFC"/>
                </a:solidFill>
              </a:rPr>
              <a:t>(Training + Grounding)</a:t>
            </a:r>
            <a:endParaRPr lang="en-US" sz="2200"/>
          </a:p>
        </p:txBody>
      </p:sp>
      <p:sp>
        <p:nvSpPr>
          <p:cNvPr id="17" name="Text 10">
            <a:extLst>
              <a:ext uri="{FF2B5EF4-FFF2-40B4-BE49-F238E27FC236}">
                <a16:creationId xmlns:a16="http://schemas.microsoft.com/office/drawing/2014/main" id="{E45001EB-5377-D273-3D98-55A78616784B}"/>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C1F3CCF8-E794-C75F-73C5-227C7EDAEE39}"/>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DATA  |  RAI  |  SEC  |  COMP</a:t>
            </a:r>
            <a:endParaRPr lang="en-US" sz="1400"/>
          </a:p>
        </p:txBody>
      </p:sp>
      <p:sp>
        <p:nvSpPr>
          <p:cNvPr id="19" name="Text 12">
            <a:extLst>
              <a:ext uri="{FF2B5EF4-FFF2-40B4-BE49-F238E27FC236}">
                <a16:creationId xmlns:a16="http://schemas.microsoft.com/office/drawing/2014/main" id="{5A6FFDF7-BB51-8E5B-FAC6-BC21F8A1EA43}"/>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7CCD3325-C54F-9C0F-3EA1-AF0F0225853F}"/>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Data Preparation (Training + Grounding)</a:t>
            </a:r>
            <a:endParaRPr lang="en-US" sz="2600"/>
          </a:p>
        </p:txBody>
      </p:sp>
      <p:sp>
        <p:nvSpPr>
          <p:cNvPr id="21" name="Text 14">
            <a:extLst>
              <a:ext uri="{FF2B5EF4-FFF2-40B4-BE49-F238E27FC236}">
                <a16:creationId xmlns:a16="http://schemas.microsoft.com/office/drawing/2014/main" id="{4FE3CCF5-60FA-6788-F561-851F79C413AF}"/>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Catalogue training datasets: lineage, owner, license, sensitivity.</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Profile for bias across protected attributes; document gaps.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De-identify / pseudonymize PII; apply field-level encryption.</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Retention, refresh and deletion policy incl. right-to-be-forgotten propagation.</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RAG chunking, hybrid index (keyword + vector), semantic ranker.</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Security-trim the index: propagate source ACLs to retrieval results.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Index maintenance: delta ingest, re-embed on model change, freshness SLO.</a:t>
            </a:r>
            <a:endParaRPr lang="en-US" sz="1400"/>
          </a:p>
        </p:txBody>
      </p:sp>
      <p:sp>
        <p:nvSpPr>
          <p:cNvPr id="22" name="Shape 15">
            <a:extLst>
              <a:ext uri="{FF2B5EF4-FFF2-40B4-BE49-F238E27FC236}">
                <a16:creationId xmlns:a16="http://schemas.microsoft.com/office/drawing/2014/main" id="{1629AB3B-24FF-213D-0722-EFFDB4F2F609}"/>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61399AC8-6EE3-C9B8-65C0-33D8242866B3}"/>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a:solidFill>
                  <a:schemeClr val="bg1"/>
                </a:solidFill>
                <a:ea typeface="Calibri" pitchFamily="34" charset="-122"/>
                <a:cs typeface="Calibri" pitchFamily="34" charset="-120"/>
              </a:rPr>
              <a:t>Data leakage via RAG, biased models, non-compliant retention.</a:t>
            </a:r>
            <a:endParaRPr lang="en-US" sz="1400">
              <a:solidFill>
                <a:schemeClr val="bg1"/>
              </a:solidFill>
            </a:endParaRPr>
          </a:p>
        </p:txBody>
      </p:sp>
    </p:spTree>
    <p:extLst>
      <p:ext uri="{BB962C8B-B14F-4D97-AF65-F5344CB8AC3E}">
        <p14:creationId xmlns:p14="http://schemas.microsoft.com/office/powerpoint/2010/main" val="218188166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F4B19-F741-A239-971E-DEC9BB0AC0D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EB38C93-DA70-D2BA-EE64-B0F32AA517B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D6F187FC-7BBF-57D8-E3A8-D9136175030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DBDBC753-C9B5-25A1-9833-90ABB8097B96}"/>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P4</a:t>
            </a:r>
            <a:endParaRPr lang="en-US" sz="9000"/>
          </a:p>
        </p:txBody>
      </p:sp>
      <p:sp>
        <p:nvSpPr>
          <p:cNvPr id="15" name="Text 8">
            <a:extLst>
              <a:ext uri="{FF2B5EF4-FFF2-40B4-BE49-F238E27FC236}">
                <a16:creationId xmlns:a16="http://schemas.microsoft.com/office/drawing/2014/main" id="{A3408D3A-2232-D04C-8EE2-F1718260C083}"/>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04</a:t>
            </a:r>
            <a:endParaRPr lang="en-US" sz="1400">
              <a:solidFill>
                <a:schemeClr val="bg1"/>
              </a:solidFill>
            </a:endParaRPr>
          </a:p>
        </p:txBody>
      </p:sp>
      <p:sp>
        <p:nvSpPr>
          <p:cNvPr id="16" name="Text 9">
            <a:extLst>
              <a:ext uri="{FF2B5EF4-FFF2-40B4-BE49-F238E27FC236}">
                <a16:creationId xmlns:a16="http://schemas.microsoft.com/office/drawing/2014/main" id="{5A3E0279-6A0B-3A5C-4CEA-32EEE7A42A7B}"/>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Platform &amp; Infrastructure Setup</a:t>
            </a:r>
            <a:endParaRPr lang="en-US" sz="2200"/>
          </a:p>
        </p:txBody>
      </p:sp>
      <p:sp>
        <p:nvSpPr>
          <p:cNvPr id="17" name="Text 10">
            <a:extLst>
              <a:ext uri="{FF2B5EF4-FFF2-40B4-BE49-F238E27FC236}">
                <a16:creationId xmlns:a16="http://schemas.microsoft.com/office/drawing/2014/main" id="{B70B031D-0195-CAE6-8AB6-6DBEE18237F6}"/>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9345C40E-70C3-6333-86FE-5CF748AAA611}"/>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FIN  |  SEC  |  MLO  |  DATA</a:t>
            </a:r>
            <a:endParaRPr lang="en-US" sz="1400"/>
          </a:p>
        </p:txBody>
      </p:sp>
      <p:sp>
        <p:nvSpPr>
          <p:cNvPr id="19" name="Text 12">
            <a:extLst>
              <a:ext uri="{FF2B5EF4-FFF2-40B4-BE49-F238E27FC236}">
                <a16:creationId xmlns:a16="http://schemas.microsoft.com/office/drawing/2014/main" id="{878A7110-E8CA-E558-4338-13C8435BAE16}"/>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F8EF52B1-58A9-E91E-5375-38F135E42E00}"/>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Data Preparation (Training + Grounding)</a:t>
            </a:r>
            <a:endParaRPr lang="en-US" sz="2600"/>
          </a:p>
        </p:txBody>
      </p:sp>
      <p:sp>
        <p:nvSpPr>
          <p:cNvPr id="21" name="Text 14">
            <a:extLst>
              <a:ext uri="{FF2B5EF4-FFF2-40B4-BE49-F238E27FC236}">
                <a16:creationId xmlns:a16="http://schemas.microsoft.com/office/drawing/2014/main" id="{E82A58C8-565D-84BD-8F4C-62847A4A3DAF}"/>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Training / fine-tune platform: managed vs self-hosted GPUs, quota, spot, checkpoints.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Hosting / inference platform: serverless, PTUs or containers by latency + cost.</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EDA / streaming platform for async agents: DLQ, replay, idempotency.</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Data platform: raw / curated / aggregated / vector tiers with lifecycle rules.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Network isolation: Private Endpoints, VNet, egress control, WAF.</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Secrets in KeyVault / HSM; auto-rotation; none in prompts or notebooks.</a:t>
            </a:r>
            <a:endParaRPr lang="en-US" sz="1400"/>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IaC-managed landing zones with policy-as-code enforcing RAI + SEC + FIN.</a:t>
            </a:r>
            <a:endParaRPr lang="en-US" sz="1400"/>
          </a:p>
        </p:txBody>
      </p:sp>
      <p:sp>
        <p:nvSpPr>
          <p:cNvPr id="22" name="Shape 15">
            <a:extLst>
              <a:ext uri="{FF2B5EF4-FFF2-40B4-BE49-F238E27FC236}">
                <a16:creationId xmlns:a16="http://schemas.microsoft.com/office/drawing/2014/main" id="{68A2EE15-C989-5043-FDDB-DA3568212F9B}"/>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607FEC24-B955-E764-13D0-8F479BDEB5D6}"/>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a:solidFill>
                  <a:schemeClr val="bg1"/>
                </a:solidFill>
                <a:ea typeface="Calibri" pitchFamily="34" charset="-122"/>
                <a:cs typeface="Calibri" pitchFamily="34" charset="-120"/>
              </a:rPr>
              <a:t>Idle GPU burn, credential compromise, uncontrolled storage and drift.</a:t>
            </a:r>
            <a:endParaRPr lang="en-US" sz="1400">
              <a:solidFill>
                <a:schemeClr val="bg1"/>
              </a:solidFill>
            </a:endParaRPr>
          </a:p>
        </p:txBody>
      </p:sp>
    </p:spTree>
    <p:extLst>
      <p:ext uri="{BB962C8B-B14F-4D97-AF65-F5344CB8AC3E}">
        <p14:creationId xmlns:p14="http://schemas.microsoft.com/office/powerpoint/2010/main" val="47348896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70EA-57A3-89F2-E9F9-9D9ACA63DA0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9FD31A6-E3F7-4B27-16B6-6E0A79D9BF4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35D903FD-B987-ADCE-BC88-A0E0F88B834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A0950A6B-E7D9-A1D9-B948-FF3279082E91}"/>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P5</a:t>
            </a:r>
            <a:endParaRPr lang="en-US" sz="9000"/>
          </a:p>
        </p:txBody>
      </p:sp>
      <p:sp>
        <p:nvSpPr>
          <p:cNvPr id="15" name="Text 8">
            <a:extLst>
              <a:ext uri="{FF2B5EF4-FFF2-40B4-BE49-F238E27FC236}">
                <a16:creationId xmlns:a16="http://schemas.microsoft.com/office/drawing/2014/main" id="{BC4C1AD5-0C8D-C1E9-9394-161433EB22A1}"/>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05</a:t>
            </a:r>
            <a:endParaRPr lang="en-US" sz="1400">
              <a:solidFill>
                <a:schemeClr val="bg1"/>
              </a:solidFill>
            </a:endParaRPr>
          </a:p>
        </p:txBody>
      </p:sp>
      <p:sp>
        <p:nvSpPr>
          <p:cNvPr id="16" name="Text 9">
            <a:extLst>
              <a:ext uri="{FF2B5EF4-FFF2-40B4-BE49-F238E27FC236}">
                <a16:creationId xmlns:a16="http://schemas.microsoft.com/office/drawing/2014/main" id="{EC889F59-0FA3-7013-836F-157636496804}"/>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Model Development &amp; Training</a:t>
            </a:r>
            <a:endParaRPr lang="en-US" sz="2200"/>
          </a:p>
        </p:txBody>
      </p:sp>
      <p:sp>
        <p:nvSpPr>
          <p:cNvPr id="17" name="Text 10">
            <a:extLst>
              <a:ext uri="{FF2B5EF4-FFF2-40B4-BE49-F238E27FC236}">
                <a16:creationId xmlns:a16="http://schemas.microsoft.com/office/drawing/2014/main" id="{538335AE-0792-0D86-C6E9-3AE675E033E1}"/>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D6B46B03-9139-F752-9428-76E1889E7FEE}"/>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MLO  |  RAI  |  SEC  |  FIN</a:t>
            </a:r>
            <a:endParaRPr lang="en-US" sz="1400"/>
          </a:p>
        </p:txBody>
      </p:sp>
      <p:sp>
        <p:nvSpPr>
          <p:cNvPr id="19" name="Text 12">
            <a:extLst>
              <a:ext uri="{FF2B5EF4-FFF2-40B4-BE49-F238E27FC236}">
                <a16:creationId xmlns:a16="http://schemas.microsoft.com/office/drawing/2014/main" id="{BC2A55DC-E50D-F7A0-F6BF-8426485B3660}"/>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3FC1EEC4-8CA2-C9AA-3AC5-3638D1F552B6}"/>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Model Development &amp; Training</a:t>
            </a:r>
            <a:endParaRPr lang="en-US" sz="2600"/>
          </a:p>
        </p:txBody>
      </p:sp>
      <p:sp>
        <p:nvSpPr>
          <p:cNvPr id="21" name="Text 14">
            <a:extLst>
              <a:ext uri="{FF2B5EF4-FFF2-40B4-BE49-F238E27FC236}">
                <a16:creationId xmlns:a16="http://schemas.microsoft.com/office/drawing/2014/main" id="{82374099-75DB-6602-67DD-2DCAC21DF03A}"/>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Everything in version control: code, prompts, agents, eval sets, notebooks.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Model / experiment registry with full metadata (dataset hash, metrics, owner).</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Model Card + Data Card per approved model (intended use, limits, results).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GenAI: version prompt templates, system messages and tools independently.</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Supply-chain security: sign models/containers; verify base-model provenance.</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Evaluation sets: golden + adversarial + jailbreak, checked in with the model.</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Track training cost ($/epoch, GPU-hours); enforce early-stopping budgets.</a:t>
            </a:r>
          </a:p>
        </p:txBody>
      </p:sp>
      <p:sp>
        <p:nvSpPr>
          <p:cNvPr id="22" name="Shape 15">
            <a:extLst>
              <a:ext uri="{FF2B5EF4-FFF2-40B4-BE49-F238E27FC236}">
                <a16:creationId xmlns:a16="http://schemas.microsoft.com/office/drawing/2014/main" id="{578A7BF7-E375-3EA2-0774-EC1E45D180C5}"/>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7F160A04-8545-182F-9447-0AB57F62268C}"/>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fr-FR" sz="1400" err="1">
                <a:solidFill>
                  <a:schemeClr val="bg1"/>
                </a:solidFill>
                <a:ea typeface="Calibri" pitchFamily="34" charset="-122"/>
                <a:cs typeface="Calibri" pitchFamily="34" charset="-120"/>
              </a:rPr>
              <a:t>Unreproducible</a:t>
            </a:r>
            <a:r>
              <a:rPr lang="fr-FR" sz="1400">
                <a:solidFill>
                  <a:schemeClr val="bg1"/>
                </a:solidFill>
                <a:ea typeface="Calibri" pitchFamily="34" charset="-122"/>
                <a:cs typeface="Calibri" pitchFamily="34" charset="-120"/>
              </a:rPr>
              <a:t> </a:t>
            </a:r>
            <a:r>
              <a:rPr lang="fr-FR" sz="1400" err="1">
                <a:solidFill>
                  <a:schemeClr val="bg1"/>
                </a:solidFill>
                <a:ea typeface="Calibri" pitchFamily="34" charset="-122"/>
                <a:cs typeface="Calibri" pitchFamily="34" charset="-120"/>
              </a:rPr>
              <a:t>results</a:t>
            </a:r>
            <a:r>
              <a:rPr lang="fr-FR" sz="1400">
                <a:solidFill>
                  <a:schemeClr val="bg1"/>
                </a:solidFill>
                <a:ea typeface="Calibri" pitchFamily="34" charset="-122"/>
                <a:cs typeface="Calibri" pitchFamily="34" charset="-120"/>
              </a:rPr>
              <a:t>, </a:t>
            </a:r>
            <a:r>
              <a:rPr lang="fr-FR" sz="1400" err="1">
                <a:solidFill>
                  <a:schemeClr val="bg1"/>
                </a:solidFill>
                <a:ea typeface="Calibri" pitchFamily="34" charset="-122"/>
                <a:cs typeface="Calibri" pitchFamily="34" charset="-120"/>
              </a:rPr>
              <a:t>poisoned</a:t>
            </a:r>
            <a:r>
              <a:rPr lang="fr-FR" sz="1400">
                <a:solidFill>
                  <a:schemeClr val="bg1"/>
                </a:solidFill>
                <a:ea typeface="Calibri" pitchFamily="34" charset="-122"/>
                <a:cs typeface="Calibri" pitchFamily="34" charset="-120"/>
              </a:rPr>
              <a:t> </a:t>
            </a:r>
            <a:r>
              <a:rPr lang="fr-FR" sz="1400" err="1">
                <a:solidFill>
                  <a:schemeClr val="bg1"/>
                </a:solidFill>
                <a:ea typeface="Calibri" pitchFamily="34" charset="-122"/>
                <a:cs typeface="Calibri" pitchFamily="34" charset="-120"/>
              </a:rPr>
              <a:t>models</a:t>
            </a:r>
            <a:r>
              <a:rPr lang="fr-FR" sz="1400">
                <a:solidFill>
                  <a:schemeClr val="bg1"/>
                </a:solidFill>
                <a:ea typeface="Calibri" pitchFamily="34" charset="-122"/>
                <a:cs typeface="Calibri" pitchFamily="34" charset="-120"/>
              </a:rPr>
              <a:t>, </a:t>
            </a:r>
            <a:r>
              <a:rPr lang="fr-FR" sz="1400" err="1">
                <a:solidFill>
                  <a:schemeClr val="bg1"/>
                </a:solidFill>
                <a:ea typeface="Calibri" pitchFamily="34" charset="-122"/>
                <a:cs typeface="Calibri" pitchFamily="34" charset="-120"/>
              </a:rPr>
              <a:t>license</a:t>
            </a:r>
            <a:r>
              <a:rPr lang="fr-FR" sz="1400">
                <a:solidFill>
                  <a:schemeClr val="bg1"/>
                </a:solidFill>
                <a:ea typeface="Calibri" pitchFamily="34" charset="-122"/>
                <a:cs typeface="Calibri" pitchFamily="34" charset="-120"/>
              </a:rPr>
              <a:t> violations, audit </a:t>
            </a:r>
            <a:r>
              <a:rPr lang="fr-FR" sz="1400" err="1">
                <a:solidFill>
                  <a:schemeClr val="bg1"/>
                </a:solidFill>
                <a:ea typeface="Calibri" pitchFamily="34" charset="-122"/>
                <a:cs typeface="Calibri" pitchFamily="34" charset="-120"/>
              </a:rPr>
              <a:t>failure</a:t>
            </a:r>
            <a:r>
              <a:rPr lang="en-US" sz="1400">
                <a:solidFill>
                  <a:schemeClr val="bg1"/>
                </a:solidFill>
                <a:ea typeface="Calibri" pitchFamily="34" charset="-122"/>
                <a:cs typeface="Calibri" pitchFamily="34" charset="-120"/>
              </a:rPr>
              <a:t>.</a:t>
            </a:r>
            <a:endParaRPr lang="en-US" sz="1400">
              <a:solidFill>
                <a:schemeClr val="bg1"/>
              </a:solidFill>
            </a:endParaRPr>
          </a:p>
        </p:txBody>
      </p:sp>
    </p:spTree>
    <p:extLst>
      <p:ext uri="{BB962C8B-B14F-4D97-AF65-F5344CB8AC3E}">
        <p14:creationId xmlns:p14="http://schemas.microsoft.com/office/powerpoint/2010/main" val="14858816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6E674-49E2-3F1A-250D-300CFCFDACE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094D205-2F94-02E5-CF5F-A1474C73206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33989516-7EAC-F7D6-B42B-B7D2A6F03CA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090076C0-264B-FA02-007B-C3025AC72420}"/>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P6</a:t>
            </a:r>
            <a:endParaRPr lang="en-US" sz="9000"/>
          </a:p>
        </p:txBody>
      </p:sp>
      <p:sp>
        <p:nvSpPr>
          <p:cNvPr id="15" name="Text 8">
            <a:extLst>
              <a:ext uri="{FF2B5EF4-FFF2-40B4-BE49-F238E27FC236}">
                <a16:creationId xmlns:a16="http://schemas.microsoft.com/office/drawing/2014/main" id="{D07681F0-1E98-220F-CF95-8A9346BADB1D}"/>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06</a:t>
            </a:r>
            <a:endParaRPr lang="en-US" sz="1400">
              <a:solidFill>
                <a:schemeClr val="bg1"/>
              </a:solidFill>
            </a:endParaRPr>
          </a:p>
        </p:txBody>
      </p:sp>
      <p:sp>
        <p:nvSpPr>
          <p:cNvPr id="16" name="Text 9">
            <a:extLst>
              <a:ext uri="{FF2B5EF4-FFF2-40B4-BE49-F238E27FC236}">
                <a16:creationId xmlns:a16="http://schemas.microsoft.com/office/drawing/2014/main" id="{2B8783DF-A3FC-874F-F325-896FDFF1ED71}"/>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Deployment &amp; Integration</a:t>
            </a:r>
            <a:endParaRPr lang="en-US" sz="2200"/>
          </a:p>
        </p:txBody>
      </p:sp>
      <p:sp>
        <p:nvSpPr>
          <p:cNvPr id="17" name="Text 10">
            <a:extLst>
              <a:ext uri="{FF2B5EF4-FFF2-40B4-BE49-F238E27FC236}">
                <a16:creationId xmlns:a16="http://schemas.microsoft.com/office/drawing/2014/main" id="{0EFDA7F5-BA24-37DD-850A-A978C7438D21}"/>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5785A7A0-D6B5-6689-5A65-C501A8F90AC6}"/>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MLO  |  RAI  |  SEC  |  FIN</a:t>
            </a:r>
            <a:endParaRPr lang="en-US" sz="1400"/>
          </a:p>
        </p:txBody>
      </p:sp>
      <p:sp>
        <p:nvSpPr>
          <p:cNvPr id="19" name="Text 12">
            <a:extLst>
              <a:ext uri="{FF2B5EF4-FFF2-40B4-BE49-F238E27FC236}">
                <a16:creationId xmlns:a16="http://schemas.microsoft.com/office/drawing/2014/main" id="{C891F5D3-5D1C-C75E-6369-BAD2A823BCE3}"/>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9CC40DE8-F1DC-BE62-A10C-C45900B5CA44}"/>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Deployment &amp; Integration</a:t>
            </a:r>
            <a:endParaRPr lang="en-US" sz="2600"/>
          </a:p>
        </p:txBody>
      </p:sp>
      <p:sp>
        <p:nvSpPr>
          <p:cNvPr id="21" name="Text 14">
            <a:extLst>
              <a:ext uri="{FF2B5EF4-FFF2-40B4-BE49-F238E27FC236}">
                <a16:creationId xmlns:a16="http://schemas.microsoft.com/office/drawing/2014/main" id="{C7431168-C58A-4A23-CA0E-4219EDC042E2}"/>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CI/CD pipelines for code, infra, data AND prompts/agents with approvals.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Safe deployment: blue/green or canary, auto-rollback on eval-gate failure.</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Pre-prod gates: eval suite + RAI + security scan + cost-per-request budget.</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Expose models only through the AI gateway; no direct endpoints.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Content filters (in/out), jailbreak shield, PII redaction, groundedness checks.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Agents: tool allow-list, rate + step + budget caps, kill switch.</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Rollback runbook, feature flags, shadow-mode for new models.</a:t>
            </a:r>
          </a:p>
        </p:txBody>
      </p:sp>
      <p:sp>
        <p:nvSpPr>
          <p:cNvPr id="22" name="Shape 15">
            <a:extLst>
              <a:ext uri="{FF2B5EF4-FFF2-40B4-BE49-F238E27FC236}">
                <a16:creationId xmlns:a16="http://schemas.microsoft.com/office/drawing/2014/main" id="{F7855EBA-62AE-5491-9B24-749698AA37A9}"/>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D5D7F850-4EA2-DFEA-2D69-8BF9390346AD}"/>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a:solidFill>
                  <a:schemeClr val="bg1"/>
                </a:solidFill>
                <a:ea typeface="Calibri" pitchFamily="34" charset="-122"/>
                <a:cs typeface="Calibri" pitchFamily="34" charset="-120"/>
              </a:rPr>
              <a:t>Bad-model blast radius, harmful outputs, runaway agents.</a:t>
            </a:r>
            <a:endParaRPr lang="en-US" sz="1400">
              <a:solidFill>
                <a:schemeClr val="bg1"/>
              </a:solidFill>
            </a:endParaRPr>
          </a:p>
        </p:txBody>
      </p:sp>
    </p:spTree>
    <p:extLst>
      <p:ext uri="{BB962C8B-B14F-4D97-AF65-F5344CB8AC3E}">
        <p14:creationId xmlns:p14="http://schemas.microsoft.com/office/powerpoint/2010/main" val="280407902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0E459-19B8-8899-DD99-EF75EE43DE0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26127C1-3F45-1444-6DB3-89AACEFC6DF9}"/>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A7B3EF9E-5614-31EA-437F-94A70425C3B4}"/>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CC662F35-02BB-8EDC-2B8C-FDB129055684}"/>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P7</a:t>
            </a:r>
            <a:endParaRPr lang="en-US" sz="9000"/>
          </a:p>
        </p:txBody>
      </p:sp>
      <p:sp>
        <p:nvSpPr>
          <p:cNvPr id="15" name="Text 8">
            <a:extLst>
              <a:ext uri="{FF2B5EF4-FFF2-40B4-BE49-F238E27FC236}">
                <a16:creationId xmlns:a16="http://schemas.microsoft.com/office/drawing/2014/main" id="{DAEC3B2D-42B6-0FBF-4E38-590E63E39C25}"/>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07</a:t>
            </a:r>
            <a:endParaRPr lang="en-US" sz="1400">
              <a:solidFill>
                <a:schemeClr val="bg1"/>
              </a:solidFill>
            </a:endParaRPr>
          </a:p>
        </p:txBody>
      </p:sp>
      <p:sp>
        <p:nvSpPr>
          <p:cNvPr id="16" name="Text 9">
            <a:extLst>
              <a:ext uri="{FF2B5EF4-FFF2-40B4-BE49-F238E27FC236}">
                <a16:creationId xmlns:a16="http://schemas.microsoft.com/office/drawing/2014/main" id="{5B709CA5-FE72-914B-575B-56C3BC64A104}"/>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Testing &amp; Validation</a:t>
            </a:r>
            <a:endParaRPr lang="en-US" sz="2200"/>
          </a:p>
        </p:txBody>
      </p:sp>
      <p:sp>
        <p:nvSpPr>
          <p:cNvPr id="17" name="Text 10">
            <a:extLst>
              <a:ext uri="{FF2B5EF4-FFF2-40B4-BE49-F238E27FC236}">
                <a16:creationId xmlns:a16="http://schemas.microsoft.com/office/drawing/2014/main" id="{D2F81D62-382D-D317-4A50-BC294498ABF8}"/>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C7ED1FA6-2690-422D-DF04-E25C0A990BCA}"/>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MLO  |  RAI  |  SEC  |  DATA</a:t>
            </a:r>
            <a:endParaRPr lang="en-US" sz="1400"/>
          </a:p>
        </p:txBody>
      </p:sp>
      <p:sp>
        <p:nvSpPr>
          <p:cNvPr id="19" name="Text 12">
            <a:extLst>
              <a:ext uri="{FF2B5EF4-FFF2-40B4-BE49-F238E27FC236}">
                <a16:creationId xmlns:a16="http://schemas.microsoft.com/office/drawing/2014/main" id="{8B48C97A-E228-C957-679C-66B748541798}"/>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775FC1B8-924B-44D6-E1CF-AD6E230D905A}"/>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Testing &amp; Validation</a:t>
            </a:r>
            <a:endParaRPr lang="en-US" sz="2600"/>
          </a:p>
        </p:txBody>
      </p:sp>
      <p:sp>
        <p:nvSpPr>
          <p:cNvPr id="21" name="Text 14">
            <a:extLst>
              <a:ext uri="{FF2B5EF4-FFF2-40B4-BE49-F238E27FC236}">
                <a16:creationId xmlns:a16="http://schemas.microsoft.com/office/drawing/2014/main" id="{B9E1787A-73FC-AF4D-F92B-4786FB6BFC1C}"/>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Define success metrics: accuracy, groundedness, relevance, latency, $/req, CSAT.</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Data ingestion tests: schema, volume, freshness, PII leakage, drift.</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Model evaluation: offline metrics + human eval + LLM-as-judge (calibrated).</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Responsible AI tests: fairness, toxicity, privacy leakage, copyright regurgitation.</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Red-team adversarial: prompt injection, jailbreak, tool abuse, SSRF via tools.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Inference tests: load, soak, chaos, region failover.</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Full-pipeline E2E: ingest &gt; index &gt; retrieve &gt; generate &gt; act.</a:t>
            </a:r>
          </a:p>
        </p:txBody>
      </p:sp>
      <p:sp>
        <p:nvSpPr>
          <p:cNvPr id="22" name="Shape 15">
            <a:extLst>
              <a:ext uri="{FF2B5EF4-FFF2-40B4-BE49-F238E27FC236}">
                <a16:creationId xmlns:a16="http://schemas.microsoft.com/office/drawing/2014/main" id="{E46AAA23-91D6-BB93-B742-14F900D444BB}"/>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0A8E1921-BC16-0A84-0417-5A24BFD636B8}"/>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US" sz="1400">
                <a:solidFill>
                  <a:schemeClr val="bg1"/>
                </a:solidFill>
                <a:ea typeface="Calibri" pitchFamily="34" charset="-122"/>
                <a:cs typeface="Calibri" pitchFamily="34" charset="-120"/>
              </a:rPr>
              <a:t>Silent quality collapse, exploitable agents, integration blind spots.</a:t>
            </a:r>
            <a:endParaRPr lang="en-US" sz="1400">
              <a:solidFill>
                <a:schemeClr val="bg1"/>
              </a:solidFill>
            </a:endParaRPr>
          </a:p>
        </p:txBody>
      </p:sp>
    </p:spTree>
    <p:extLst>
      <p:ext uri="{BB962C8B-B14F-4D97-AF65-F5344CB8AC3E}">
        <p14:creationId xmlns:p14="http://schemas.microsoft.com/office/powerpoint/2010/main" val="220720375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2EAF-C4A5-4441-F918-166621F41B5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85CED2-351D-8C40-113C-262F11BDDBF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64695D1F-0650-8A47-1749-CF83BF64CD1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0A2240EB-6C39-3E6F-16DC-033A04786270}"/>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P8</a:t>
            </a:r>
            <a:endParaRPr lang="en-US" sz="9000"/>
          </a:p>
        </p:txBody>
      </p:sp>
      <p:sp>
        <p:nvSpPr>
          <p:cNvPr id="15" name="Text 8">
            <a:extLst>
              <a:ext uri="{FF2B5EF4-FFF2-40B4-BE49-F238E27FC236}">
                <a16:creationId xmlns:a16="http://schemas.microsoft.com/office/drawing/2014/main" id="{DC07CB37-85A7-1294-3CF2-9F7527A50C55}"/>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08</a:t>
            </a:r>
            <a:endParaRPr lang="en-US" sz="1400">
              <a:solidFill>
                <a:schemeClr val="bg1"/>
              </a:solidFill>
            </a:endParaRPr>
          </a:p>
        </p:txBody>
      </p:sp>
      <p:sp>
        <p:nvSpPr>
          <p:cNvPr id="16" name="Text 9">
            <a:extLst>
              <a:ext uri="{FF2B5EF4-FFF2-40B4-BE49-F238E27FC236}">
                <a16:creationId xmlns:a16="http://schemas.microsoft.com/office/drawing/2014/main" id="{8B9D9289-31B4-1F13-D9D4-0E48C0B448B3}"/>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Operations &amp; Monitoring</a:t>
            </a:r>
            <a:endParaRPr lang="en-US" sz="2200"/>
          </a:p>
        </p:txBody>
      </p:sp>
      <p:sp>
        <p:nvSpPr>
          <p:cNvPr id="17" name="Text 10">
            <a:extLst>
              <a:ext uri="{FF2B5EF4-FFF2-40B4-BE49-F238E27FC236}">
                <a16:creationId xmlns:a16="http://schemas.microsoft.com/office/drawing/2014/main" id="{1ACF4A98-1621-76BB-89B3-9928593D1B0E}"/>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2DA5AB51-A373-EDA9-D5B3-3E9015D626A7}"/>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MLO  |  RAI  |  SEC  |  FIN</a:t>
            </a:r>
            <a:endParaRPr lang="en-US" sz="1400"/>
          </a:p>
        </p:txBody>
      </p:sp>
      <p:sp>
        <p:nvSpPr>
          <p:cNvPr id="19" name="Text 12">
            <a:extLst>
              <a:ext uri="{FF2B5EF4-FFF2-40B4-BE49-F238E27FC236}">
                <a16:creationId xmlns:a16="http://schemas.microsoft.com/office/drawing/2014/main" id="{F4B1EDB8-F0E6-A07D-8790-73A6B4B14F06}"/>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18B4F664-A69A-1D22-F31B-38F92356FB7C}"/>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Operations &amp; Monitoring (incl. AgentOps)</a:t>
            </a:r>
            <a:endParaRPr lang="en-US" sz="2600"/>
          </a:p>
        </p:txBody>
      </p:sp>
      <p:sp>
        <p:nvSpPr>
          <p:cNvPr id="21" name="Text 14">
            <a:extLst>
              <a:ext uri="{FF2B5EF4-FFF2-40B4-BE49-F238E27FC236}">
                <a16:creationId xmlns:a16="http://schemas.microsoft.com/office/drawing/2014/main" id="{1D0A6B05-1ECF-2991-1E50-66328031208B}"/>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Extend observability to prompts, completions, tokens, tool calls, retrieval hits.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Per-request telemetry: user, tenant, model, tokens, latency, cost, RAI verdicts.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Alerts: error rate, latency, groundedness drop, toxicity spike, cost, quota.</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AgentOps: trace plan-tool-observation-reflect; cap steps, tokens, spend per session.</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Human-in-the-loop gates for high-impact actions (writes, financial, comms).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Incident </a:t>
            </a:r>
            <a:r>
              <a:rPr lang="en-US" sz="1400" err="1">
                <a:solidFill>
                  <a:srgbClr val="1A1A1A"/>
                </a:solidFill>
                <a:ea typeface="Calibri" pitchFamily="34" charset="-122"/>
                <a:cs typeface="Calibri" pitchFamily="34" charset="-120"/>
              </a:rPr>
              <a:t>mgmt</a:t>
            </a:r>
            <a:r>
              <a:rPr lang="en-US" sz="1400">
                <a:solidFill>
                  <a:srgbClr val="1A1A1A"/>
                </a:solidFill>
                <a:ea typeface="Calibri" pitchFamily="34" charset="-122"/>
                <a:cs typeface="Calibri" pitchFamily="34" charset="-120"/>
              </a:rPr>
              <a:t>: model-incident severities, RAI-incident process, regulator playbook.</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Capacity &amp; quota monitoring with auto-scale validated quarterly.</a:t>
            </a:r>
          </a:p>
        </p:txBody>
      </p:sp>
      <p:sp>
        <p:nvSpPr>
          <p:cNvPr id="22" name="Shape 15">
            <a:extLst>
              <a:ext uri="{FF2B5EF4-FFF2-40B4-BE49-F238E27FC236}">
                <a16:creationId xmlns:a16="http://schemas.microsoft.com/office/drawing/2014/main" id="{B3FFC415-6098-388B-9EC0-E3C96CBA7F54}"/>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E05686A0-D1F6-D2CB-5D98-88914CA7B52F}"/>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GB" sz="1400">
                <a:solidFill>
                  <a:schemeClr val="bg1"/>
                </a:solidFill>
                <a:ea typeface="Calibri" pitchFamily="34" charset="-122"/>
                <a:cs typeface="Calibri" pitchFamily="34" charset="-120"/>
              </a:rPr>
              <a:t>Runaway loops, spend blowouts, late detection, missed breach windows</a:t>
            </a:r>
            <a:r>
              <a:rPr lang="en-US" sz="1400">
                <a:solidFill>
                  <a:schemeClr val="bg1"/>
                </a:solidFill>
                <a:ea typeface="Calibri" pitchFamily="34" charset="-122"/>
                <a:cs typeface="Calibri" pitchFamily="34" charset="-120"/>
              </a:rPr>
              <a:t>.</a:t>
            </a:r>
            <a:endParaRPr lang="en-US" sz="1400">
              <a:solidFill>
                <a:schemeClr val="bg1"/>
              </a:solidFill>
            </a:endParaRPr>
          </a:p>
        </p:txBody>
      </p:sp>
    </p:spTree>
    <p:extLst>
      <p:ext uri="{BB962C8B-B14F-4D97-AF65-F5344CB8AC3E}">
        <p14:creationId xmlns:p14="http://schemas.microsoft.com/office/powerpoint/2010/main" val="408277182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2000D-1F08-AA7A-F2C2-5953F92913C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1A1201F-5C44-8F73-D93F-08AF4613251D}"/>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64964FBE-1617-7317-A7AC-B8356FE90C8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268DDD25-FEC5-81CB-7E99-D5B52632E04A}"/>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P9</a:t>
            </a:r>
            <a:endParaRPr lang="en-US" sz="9000"/>
          </a:p>
        </p:txBody>
      </p:sp>
      <p:sp>
        <p:nvSpPr>
          <p:cNvPr id="15" name="Text 8">
            <a:extLst>
              <a:ext uri="{FF2B5EF4-FFF2-40B4-BE49-F238E27FC236}">
                <a16:creationId xmlns:a16="http://schemas.microsoft.com/office/drawing/2014/main" id="{5564610D-256C-DAE5-609F-CFCF0184AC92}"/>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09</a:t>
            </a:r>
            <a:endParaRPr lang="en-US" sz="1400">
              <a:solidFill>
                <a:schemeClr val="bg1"/>
              </a:solidFill>
            </a:endParaRPr>
          </a:p>
        </p:txBody>
      </p:sp>
      <p:sp>
        <p:nvSpPr>
          <p:cNvPr id="16" name="Text 9">
            <a:extLst>
              <a:ext uri="{FF2B5EF4-FFF2-40B4-BE49-F238E27FC236}">
                <a16:creationId xmlns:a16="http://schemas.microsoft.com/office/drawing/2014/main" id="{F4C43F20-8468-0A9A-DEFC-BFC196625196}"/>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Responsible AI &amp; Compliance</a:t>
            </a:r>
            <a:endParaRPr lang="en-US" sz="2200"/>
          </a:p>
        </p:txBody>
      </p:sp>
      <p:sp>
        <p:nvSpPr>
          <p:cNvPr id="17" name="Text 10">
            <a:extLst>
              <a:ext uri="{FF2B5EF4-FFF2-40B4-BE49-F238E27FC236}">
                <a16:creationId xmlns:a16="http://schemas.microsoft.com/office/drawing/2014/main" id="{C76E4823-B2B5-1D43-514C-7D2AF2956D23}"/>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512604DF-CD87-A202-DC88-222F53430783}"/>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COMP  |  RAI  |  SEC </a:t>
            </a:r>
            <a:endParaRPr lang="en-US" sz="1400"/>
          </a:p>
        </p:txBody>
      </p:sp>
      <p:sp>
        <p:nvSpPr>
          <p:cNvPr id="19" name="Text 12">
            <a:extLst>
              <a:ext uri="{FF2B5EF4-FFF2-40B4-BE49-F238E27FC236}">
                <a16:creationId xmlns:a16="http://schemas.microsoft.com/office/drawing/2014/main" id="{69B242CA-DBD9-6967-A709-CD822619775F}"/>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F80C13DC-D5AD-4DB1-537A-F69932D929C8}"/>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Responsible AI &amp; Compliance</a:t>
            </a:r>
            <a:endParaRPr lang="en-US" sz="2600"/>
          </a:p>
        </p:txBody>
      </p:sp>
      <p:sp>
        <p:nvSpPr>
          <p:cNvPr id="21" name="Text 14">
            <a:extLst>
              <a:ext uri="{FF2B5EF4-FFF2-40B4-BE49-F238E27FC236}">
                <a16:creationId xmlns:a16="http://schemas.microsoft.com/office/drawing/2014/main" id="{D82B6C2B-CF12-4BF9-A4CC-DDAFA402EE6A}"/>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Complete an RAI Impact Assessment per use case; sign-off before go-live.</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Maintain an AI system register with risk tier, owner, status (audit-ready).</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Transparency: AI disclosure, synthetic-content labels, C2PA provenance.</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Privacy: DPIA, lawful basis, data-subject rights (access / erase / port).</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Third-party due diligence: license, data use, tenancy, region, indemnities.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Ethics / RAI review board cadence and escalation path.</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Control mapping: EU AI Act, NIST AI RMF, ISO/IEC 42001, ISO 23894, SOC 2.</a:t>
            </a:r>
          </a:p>
        </p:txBody>
      </p:sp>
      <p:sp>
        <p:nvSpPr>
          <p:cNvPr id="22" name="Shape 15">
            <a:extLst>
              <a:ext uri="{FF2B5EF4-FFF2-40B4-BE49-F238E27FC236}">
                <a16:creationId xmlns:a16="http://schemas.microsoft.com/office/drawing/2014/main" id="{9BDE094B-13FC-7AF2-271B-22744F2B1070}"/>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D5291AE4-3DB4-AD7E-5AD2-B1FA9354C5CB}"/>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GB" sz="1400">
                <a:solidFill>
                  <a:schemeClr val="bg1"/>
                </a:solidFill>
                <a:ea typeface="Calibri" pitchFamily="34" charset="-122"/>
                <a:cs typeface="Calibri" pitchFamily="34" charset="-120"/>
              </a:rPr>
              <a:t>Regulatory penalties, user deception claims, audit failure.</a:t>
            </a:r>
            <a:endParaRPr lang="en-US" sz="1400">
              <a:solidFill>
                <a:schemeClr val="bg1"/>
              </a:solidFill>
            </a:endParaRPr>
          </a:p>
        </p:txBody>
      </p:sp>
    </p:spTree>
    <p:extLst>
      <p:ext uri="{BB962C8B-B14F-4D97-AF65-F5344CB8AC3E}">
        <p14:creationId xmlns:p14="http://schemas.microsoft.com/office/powerpoint/2010/main" val="216761372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69E87-C605-2CD1-ABB6-58CBF67ED8E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C692054-92BA-AF09-B81A-85A40A383BA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254A1515-8C69-281B-0D19-A16EFAD9D31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133DC0D7-8216-B496-2EAD-9CB824CCDE8A}"/>
              </a:ext>
            </a:extLst>
          </p:cNvPr>
          <p:cNvSpPr/>
          <p:nvPr/>
        </p:nvSpPr>
        <p:spPr>
          <a:xfrm>
            <a:off x="498969" y="582506"/>
            <a:ext cx="2560320" cy="1828800"/>
          </a:xfrm>
          <a:prstGeom prst="rect">
            <a:avLst/>
          </a:prstGeom>
          <a:noFill/>
          <a:ln/>
        </p:spPr>
        <p:txBody>
          <a:bodyPr wrap="square" rtlCol="0" anchor="ctr"/>
          <a:lstStyle/>
          <a:p>
            <a:pPr marL="0" indent="0" algn="ctr">
              <a:buNone/>
            </a:pPr>
            <a:r>
              <a:rPr lang="en-US" sz="9000" b="1">
                <a:solidFill>
                  <a:srgbClr val="FFFFFF"/>
                </a:solidFill>
                <a:ea typeface="Georgia" pitchFamily="34" charset="-122"/>
                <a:cs typeface="Georgia" pitchFamily="34" charset="-120"/>
              </a:rPr>
              <a:t>P10</a:t>
            </a:r>
            <a:endParaRPr lang="en-US" sz="9000"/>
          </a:p>
        </p:txBody>
      </p:sp>
      <p:sp>
        <p:nvSpPr>
          <p:cNvPr id="15" name="Text 8">
            <a:extLst>
              <a:ext uri="{FF2B5EF4-FFF2-40B4-BE49-F238E27FC236}">
                <a16:creationId xmlns:a16="http://schemas.microsoft.com/office/drawing/2014/main" id="{533BA143-5141-7272-95CD-946CA06B076E}"/>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10</a:t>
            </a:r>
            <a:endParaRPr lang="en-US" sz="1400">
              <a:solidFill>
                <a:schemeClr val="bg1"/>
              </a:solidFill>
            </a:endParaRPr>
          </a:p>
        </p:txBody>
      </p:sp>
      <p:sp>
        <p:nvSpPr>
          <p:cNvPr id="16" name="Text 9">
            <a:extLst>
              <a:ext uri="{FF2B5EF4-FFF2-40B4-BE49-F238E27FC236}">
                <a16:creationId xmlns:a16="http://schemas.microsoft.com/office/drawing/2014/main" id="{8802CD5D-EC71-386B-3F1D-2421C98A5D24}"/>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Continuous Improvement &amp; FinOps</a:t>
            </a:r>
            <a:endParaRPr lang="en-US" sz="2200"/>
          </a:p>
        </p:txBody>
      </p:sp>
      <p:sp>
        <p:nvSpPr>
          <p:cNvPr id="17" name="Text 10">
            <a:extLst>
              <a:ext uri="{FF2B5EF4-FFF2-40B4-BE49-F238E27FC236}">
                <a16:creationId xmlns:a16="http://schemas.microsoft.com/office/drawing/2014/main" id="{A659983A-5719-EB82-1A97-E641E9AF3F07}"/>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B96A9D0E-D22A-7092-3A7F-2640857E3D82}"/>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FIN  |  MLO  |  </a:t>
            </a:r>
            <a:r>
              <a:rPr lang="en-US" sz="1400" err="1">
                <a:solidFill>
                  <a:srgbClr val="CADCFC"/>
                </a:solidFill>
                <a:ea typeface="Calibri" pitchFamily="34" charset="-122"/>
                <a:cs typeface="Calibri" pitchFamily="34" charset="-120"/>
              </a:rPr>
              <a:t>CoE</a:t>
            </a:r>
            <a:r>
              <a:rPr lang="en-US" sz="1400">
                <a:solidFill>
                  <a:srgbClr val="CADCFC"/>
                </a:solidFill>
                <a:ea typeface="Calibri" pitchFamily="34" charset="-122"/>
                <a:cs typeface="Calibri" pitchFamily="34" charset="-120"/>
              </a:rPr>
              <a:t> | COMP </a:t>
            </a:r>
            <a:endParaRPr lang="en-US" sz="1400"/>
          </a:p>
        </p:txBody>
      </p:sp>
      <p:sp>
        <p:nvSpPr>
          <p:cNvPr id="19" name="Text 12">
            <a:extLst>
              <a:ext uri="{FF2B5EF4-FFF2-40B4-BE49-F238E27FC236}">
                <a16:creationId xmlns:a16="http://schemas.microsoft.com/office/drawing/2014/main" id="{F09361D4-9CDB-4ADC-1553-04EEDF7A68F4}"/>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68E4E45A-DE9C-CE3B-0FC8-8393942FB8AF}"/>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Continuous Improvement &amp; FinOps</a:t>
            </a:r>
            <a:endParaRPr lang="en-US" sz="2600"/>
          </a:p>
        </p:txBody>
      </p:sp>
      <p:sp>
        <p:nvSpPr>
          <p:cNvPr id="21" name="Text 14">
            <a:extLst>
              <a:ext uri="{FF2B5EF4-FFF2-40B4-BE49-F238E27FC236}">
                <a16:creationId xmlns:a16="http://schemas.microsoft.com/office/drawing/2014/main" id="{53C6EC52-21AB-CAED-D5E7-3CFFADA3327F}"/>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Scheduled model / prompt refresh driven by drift and KPI signals.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Incident retrospectives feed the </a:t>
            </a:r>
            <a:r>
              <a:rPr lang="en-US" sz="1400" err="1">
                <a:solidFill>
                  <a:srgbClr val="1A1A1A"/>
                </a:solidFill>
                <a:ea typeface="Calibri" pitchFamily="34" charset="-122"/>
                <a:cs typeface="Calibri" pitchFamily="34" charset="-120"/>
              </a:rPr>
              <a:t>CoE</a:t>
            </a:r>
            <a:r>
              <a:rPr lang="en-US" sz="1400">
                <a:solidFill>
                  <a:srgbClr val="1A1A1A"/>
                </a:solidFill>
                <a:ea typeface="Calibri" pitchFamily="34" charset="-122"/>
                <a:cs typeface="Calibri" pitchFamily="34" charset="-120"/>
              </a:rPr>
              <a:t> pattern catalogue.</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FinOps: show-back / charge-back; $/request, $/active-user, $/outcome.</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Optimize: cache, batch, distill, route easy prompts to cheaper models.</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Reserved / PTU commitments reviewed quarterly vs utilization.</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Sustainability: track energy / carbon per workload.</a:t>
            </a:r>
          </a:p>
          <a:p>
            <a:pPr marL="342900" indent="-342900">
              <a:lnSpc>
                <a:spcPct val="200000"/>
              </a:lnSpc>
              <a:spcAft>
                <a:spcPts val="600"/>
              </a:spcAft>
              <a:buSzPct val="100000"/>
              <a:buChar char="■"/>
            </a:pPr>
            <a:r>
              <a:rPr lang="en-US" sz="1400">
                <a:solidFill>
                  <a:srgbClr val="1A1A1A"/>
                </a:solidFill>
                <a:ea typeface="Calibri" pitchFamily="34" charset="-122"/>
                <a:cs typeface="Calibri" pitchFamily="34" charset="-120"/>
              </a:rPr>
              <a:t>Decommissioning playbook: retire model, purge index, revoke identities, archive.</a:t>
            </a:r>
          </a:p>
        </p:txBody>
      </p:sp>
      <p:sp>
        <p:nvSpPr>
          <p:cNvPr id="22" name="Shape 15">
            <a:extLst>
              <a:ext uri="{FF2B5EF4-FFF2-40B4-BE49-F238E27FC236}">
                <a16:creationId xmlns:a16="http://schemas.microsoft.com/office/drawing/2014/main" id="{F4D4AFCD-1EBB-D3DC-1A3B-682DCCC3639D}"/>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7DB75606-5961-C0BA-B7F4-946D275239AB}"/>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GB" sz="1400">
                <a:solidFill>
                  <a:schemeClr val="bg1"/>
                </a:solidFill>
                <a:ea typeface="Calibri" pitchFamily="34" charset="-122"/>
                <a:cs typeface="Calibri" pitchFamily="34" charset="-120"/>
              </a:rPr>
              <a:t>Stale models, invisible cost creep, zombie systems, repeated mistakes.</a:t>
            </a:r>
            <a:endParaRPr lang="en-US" sz="1400">
              <a:solidFill>
                <a:schemeClr val="bg1"/>
              </a:solidFill>
            </a:endParaRPr>
          </a:p>
        </p:txBody>
      </p:sp>
    </p:spTree>
    <p:extLst>
      <p:ext uri="{BB962C8B-B14F-4D97-AF65-F5344CB8AC3E}">
        <p14:creationId xmlns:p14="http://schemas.microsoft.com/office/powerpoint/2010/main" val="72502865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69E87-C605-2CD1-ABB6-58CBF67ED8E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C692054-92BA-AF09-B81A-85A40A383BA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254A1515-8C69-281B-0D19-A16EFAD9D31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4" name="Text 7">
            <a:extLst>
              <a:ext uri="{FF2B5EF4-FFF2-40B4-BE49-F238E27FC236}">
                <a16:creationId xmlns:a16="http://schemas.microsoft.com/office/drawing/2014/main" id="{133DC0D7-8216-B496-2EAD-9CB824CCDE8A}"/>
              </a:ext>
            </a:extLst>
          </p:cNvPr>
          <p:cNvSpPr/>
          <p:nvPr/>
        </p:nvSpPr>
        <p:spPr>
          <a:xfrm>
            <a:off x="498969" y="582506"/>
            <a:ext cx="2560320" cy="1828800"/>
          </a:xfrm>
          <a:prstGeom prst="rect">
            <a:avLst/>
          </a:prstGeom>
          <a:noFill/>
          <a:ln/>
        </p:spPr>
        <p:txBody>
          <a:bodyPr wrap="square" rtlCol="0" anchor="ctr"/>
          <a:lstStyle/>
          <a:p>
            <a:pPr marL="0" indent="0" algn="ctr">
              <a:buNone/>
            </a:pPr>
            <a:r>
              <a:rPr lang="en-US" sz="7200" b="1">
                <a:solidFill>
                  <a:srgbClr val="FFFFFF"/>
                </a:solidFill>
                <a:ea typeface="Georgia" pitchFamily="34" charset="-122"/>
                <a:cs typeface="Georgia" pitchFamily="34" charset="-120"/>
              </a:rPr>
              <a:t>P11</a:t>
            </a:r>
            <a:endParaRPr lang="en-US" sz="9000"/>
          </a:p>
        </p:txBody>
      </p:sp>
      <p:sp>
        <p:nvSpPr>
          <p:cNvPr id="15" name="Text 8">
            <a:extLst>
              <a:ext uri="{FF2B5EF4-FFF2-40B4-BE49-F238E27FC236}">
                <a16:creationId xmlns:a16="http://schemas.microsoft.com/office/drawing/2014/main" id="{533BA143-5141-7272-95CD-946CA06B076E}"/>
              </a:ext>
            </a:extLst>
          </p:cNvPr>
          <p:cNvSpPr/>
          <p:nvPr/>
        </p:nvSpPr>
        <p:spPr>
          <a:xfrm>
            <a:off x="590409" y="2319866"/>
            <a:ext cx="2468880" cy="45720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PHASE 11</a:t>
            </a:r>
            <a:endParaRPr lang="en-US" sz="1400">
              <a:solidFill>
                <a:schemeClr val="bg1"/>
              </a:solidFill>
            </a:endParaRPr>
          </a:p>
        </p:txBody>
      </p:sp>
      <p:sp>
        <p:nvSpPr>
          <p:cNvPr id="16" name="Text 9">
            <a:extLst>
              <a:ext uri="{FF2B5EF4-FFF2-40B4-BE49-F238E27FC236}">
                <a16:creationId xmlns:a16="http://schemas.microsoft.com/office/drawing/2014/main" id="{8802CD5D-EC71-386B-3F1D-2421C98A5D24}"/>
              </a:ext>
            </a:extLst>
          </p:cNvPr>
          <p:cNvSpPr/>
          <p:nvPr/>
        </p:nvSpPr>
        <p:spPr>
          <a:xfrm>
            <a:off x="498969" y="2777066"/>
            <a:ext cx="2560320" cy="1463040"/>
          </a:xfrm>
          <a:prstGeom prst="rect">
            <a:avLst/>
          </a:prstGeom>
          <a:noFill/>
          <a:ln/>
        </p:spPr>
        <p:txBody>
          <a:bodyPr wrap="square" rtlCol="0" anchor="ctr"/>
          <a:lstStyle/>
          <a:p>
            <a:pPr marL="0" indent="0" algn="ctr">
              <a:buNone/>
            </a:pPr>
            <a:r>
              <a:rPr lang="en-US" sz="2200" b="1">
                <a:solidFill>
                  <a:srgbClr val="CADCFC"/>
                </a:solidFill>
                <a:ea typeface="Georgia" pitchFamily="34" charset="-122"/>
                <a:cs typeface="Georgia" pitchFamily="34" charset="-120"/>
              </a:rPr>
              <a:t>Change Management &amp; Adoption</a:t>
            </a:r>
            <a:endParaRPr lang="en-US" sz="2200"/>
          </a:p>
        </p:txBody>
      </p:sp>
      <p:sp>
        <p:nvSpPr>
          <p:cNvPr id="17" name="Text 10">
            <a:extLst>
              <a:ext uri="{FF2B5EF4-FFF2-40B4-BE49-F238E27FC236}">
                <a16:creationId xmlns:a16="http://schemas.microsoft.com/office/drawing/2014/main" id="{A659983A-5719-EB82-1A97-E641E9AF3F07}"/>
              </a:ext>
            </a:extLst>
          </p:cNvPr>
          <p:cNvSpPr/>
          <p:nvPr/>
        </p:nvSpPr>
        <p:spPr>
          <a:xfrm>
            <a:off x="590409" y="5085926"/>
            <a:ext cx="2468880" cy="274320"/>
          </a:xfrm>
          <a:prstGeom prst="rect">
            <a:avLst/>
          </a:prstGeom>
          <a:noFill/>
          <a:ln/>
        </p:spPr>
        <p:txBody>
          <a:bodyPr wrap="square" rtlCol="0" anchor="ctr"/>
          <a:lstStyle/>
          <a:p>
            <a:pPr marL="0" indent="0" algn="ctr">
              <a:buNone/>
            </a:pPr>
            <a:r>
              <a:rPr lang="en-US" sz="1400" b="1" kern="0" spc="200">
                <a:solidFill>
                  <a:schemeClr val="bg1"/>
                </a:solidFill>
                <a:ea typeface="Calibri" pitchFamily="34" charset="-122"/>
                <a:cs typeface="Calibri" pitchFamily="34" charset="-120"/>
              </a:rPr>
              <a:t>PILLARS</a:t>
            </a:r>
            <a:endParaRPr lang="en-US" sz="1400">
              <a:solidFill>
                <a:schemeClr val="bg1"/>
              </a:solidFill>
            </a:endParaRPr>
          </a:p>
        </p:txBody>
      </p:sp>
      <p:sp>
        <p:nvSpPr>
          <p:cNvPr id="18" name="Text 11">
            <a:extLst>
              <a:ext uri="{FF2B5EF4-FFF2-40B4-BE49-F238E27FC236}">
                <a16:creationId xmlns:a16="http://schemas.microsoft.com/office/drawing/2014/main" id="{B96A9D0E-D22A-7092-3A7F-2640857E3D82}"/>
              </a:ext>
            </a:extLst>
          </p:cNvPr>
          <p:cNvSpPr/>
          <p:nvPr/>
        </p:nvSpPr>
        <p:spPr>
          <a:xfrm>
            <a:off x="590409" y="4880186"/>
            <a:ext cx="2468880" cy="1463040"/>
          </a:xfrm>
          <a:prstGeom prst="rect">
            <a:avLst/>
          </a:prstGeom>
          <a:noFill/>
          <a:ln/>
        </p:spPr>
        <p:txBody>
          <a:bodyPr wrap="square" rtlCol="0" anchor="ctr"/>
          <a:lstStyle/>
          <a:p>
            <a:pPr marL="0" indent="0" algn="ctr">
              <a:buNone/>
            </a:pPr>
            <a:r>
              <a:rPr lang="en-US" sz="1400">
                <a:solidFill>
                  <a:srgbClr val="CADCFC"/>
                </a:solidFill>
                <a:ea typeface="Calibri" pitchFamily="34" charset="-122"/>
                <a:cs typeface="Calibri" pitchFamily="34" charset="-120"/>
              </a:rPr>
              <a:t>CoE  |  RAI  |  MLO  |  SEC</a:t>
            </a:r>
            <a:endParaRPr lang="en-US" sz="1400"/>
          </a:p>
        </p:txBody>
      </p:sp>
      <p:sp>
        <p:nvSpPr>
          <p:cNvPr id="19" name="Text 12">
            <a:extLst>
              <a:ext uri="{FF2B5EF4-FFF2-40B4-BE49-F238E27FC236}">
                <a16:creationId xmlns:a16="http://schemas.microsoft.com/office/drawing/2014/main" id="{F09361D4-9CDB-4ADC-1553-04EEDF7A68F4}"/>
              </a:ext>
            </a:extLst>
          </p:cNvPr>
          <p:cNvSpPr/>
          <p:nvPr/>
        </p:nvSpPr>
        <p:spPr>
          <a:xfrm>
            <a:off x="3899182" y="422486"/>
            <a:ext cx="8055751" cy="320040"/>
          </a:xfrm>
          <a:prstGeom prst="rect">
            <a:avLst/>
          </a:prstGeom>
          <a:noFill/>
          <a:ln/>
        </p:spPr>
        <p:txBody>
          <a:bodyPr wrap="square" rtlCol="0" anchor="ctr"/>
          <a:lstStyle/>
          <a:p>
            <a:pPr marL="0" indent="0">
              <a:buNone/>
            </a:pPr>
            <a:r>
              <a:rPr lang="en-US" sz="1400" b="1" kern="0" spc="200">
                <a:solidFill>
                  <a:schemeClr val="accent2"/>
                </a:solidFill>
                <a:ea typeface="Calibri" pitchFamily="34" charset="-122"/>
                <a:cs typeface="Calibri" pitchFamily="34" charset="-120"/>
              </a:rPr>
              <a:t>KEY CHECKLIST ITEMS</a:t>
            </a:r>
            <a:endParaRPr lang="en-US" sz="1400">
              <a:solidFill>
                <a:schemeClr val="accent2"/>
              </a:solidFill>
            </a:endParaRPr>
          </a:p>
        </p:txBody>
      </p:sp>
      <p:sp>
        <p:nvSpPr>
          <p:cNvPr id="20" name="Text 13">
            <a:extLst>
              <a:ext uri="{FF2B5EF4-FFF2-40B4-BE49-F238E27FC236}">
                <a16:creationId xmlns:a16="http://schemas.microsoft.com/office/drawing/2014/main" id="{68E4E45A-DE9C-CE3B-0FC8-8393942FB8AF}"/>
              </a:ext>
            </a:extLst>
          </p:cNvPr>
          <p:cNvSpPr/>
          <p:nvPr/>
        </p:nvSpPr>
        <p:spPr>
          <a:xfrm>
            <a:off x="3899182" y="742526"/>
            <a:ext cx="8055751" cy="548640"/>
          </a:xfrm>
          <a:prstGeom prst="rect">
            <a:avLst/>
          </a:prstGeom>
          <a:noFill/>
          <a:ln/>
        </p:spPr>
        <p:txBody>
          <a:bodyPr wrap="square" rtlCol="0" anchor="ctr"/>
          <a:lstStyle/>
          <a:p>
            <a:pPr marL="0" indent="0">
              <a:buNone/>
            </a:pPr>
            <a:r>
              <a:rPr lang="en-US" sz="2600" b="1">
                <a:solidFill>
                  <a:srgbClr val="1E2761"/>
                </a:solidFill>
                <a:ea typeface="Georgia" pitchFamily="34" charset="-122"/>
                <a:cs typeface="Georgia" pitchFamily="34" charset="-120"/>
              </a:rPr>
              <a:t>Change Management &amp; Adoption</a:t>
            </a:r>
            <a:endParaRPr lang="en-US" sz="2600"/>
          </a:p>
        </p:txBody>
      </p:sp>
      <p:sp>
        <p:nvSpPr>
          <p:cNvPr id="21" name="Text 14">
            <a:extLst>
              <a:ext uri="{FF2B5EF4-FFF2-40B4-BE49-F238E27FC236}">
                <a16:creationId xmlns:a16="http://schemas.microsoft.com/office/drawing/2014/main" id="{53C6EC52-21AB-CAED-D5E7-3CFFADA3327F}"/>
              </a:ext>
            </a:extLst>
          </p:cNvPr>
          <p:cNvSpPr/>
          <p:nvPr/>
        </p:nvSpPr>
        <p:spPr>
          <a:xfrm>
            <a:off x="3899182" y="1336886"/>
            <a:ext cx="8055751" cy="4023360"/>
          </a:xfrm>
          <a:prstGeom prst="rect">
            <a:avLst/>
          </a:prstGeom>
          <a:noFill/>
          <a:ln/>
        </p:spPr>
        <p:txBody>
          <a:bodyPr wrap="square" lIns="0" tIns="0" rIns="0" bIns="0" rtlCol="0" anchor="t"/>
          <a:lstStyle/>
          <a:p>
            <a:pPr marL="342900" indent="-342900">
              <a:lnSpc>
                <a:spcPct val="160000"/>
              </a:lnSpc>
              <a:spcAft>
                <a:spcPts val="0"/>
              </a:spcAft>
              <a:buSzPct val="100000"/>
              <a:buChar char="■"/>
            </a:pPr>
            <a:r>
              <a:rPr lang="en-US" sz="1400">
                <a:solidFill>
                  <a:srgbClr val="1A1A1A"/>
                </a:solidFill>
                <a:ea typeface="Calibri" pitchFamily="34" charset="-122"/>
                <a:cs typeface="Calibri" pitchFamily="34" charset="-120"/>
              </a:rPr>
              <a:t>Conduct stakeholder impact assessment: map affected roles, workflows, and decision rights.</a:t>
            </a:r>
          </a:p>
          <a:p>
            <a:pPr marL="342900" indent="-342900">
              <a:lnSpc>
                <a:spcPct val="160000"/>
              </a:lnSpc>
              <a:spcAft>
                <a:spcPts val="0"/>
              </a:spcAft>
              <a:buSzPct val="100000"/>
              <a:buChar char="■"/>
            </a:pPr>
            <a:r>
              <a:rPr lang="en-US" sz="1400">
                <a:solidFill>
                  <a:srgbClr val="1A1A1A"/>
                </a:solidFill>
                <a:ea typeface="Calibri" pitchFamily="34" charset="-122"/>
                <a:cs typeface="Calibri" pitchFamily="34" charset="-120"/>
              </a:rPr>
              <a:t>Define an AI literacy and upskilling plan by role (executive, data, engineering, operations).</a:t>
            </a:r>
          </a:p>
          <a:p>
            <a:pPr marL="342900" indent="-342900">
              <a:lnSpc>
                <a:spcPct val="160000"/>
              </a:lnSpc>
              <a:spcAft>
                <a:spcPts val="0"/>
              </a:spcAft>
              <a:buSzPct val="100000"/>
              <a:buChar char="■"/>
            </a:pPr>
            <a:r>
              <a:rPr lang="en-US" sz="1400">
                <a:solidFill>
                  <a:srgbClr val="1A1A1A"/>
                </a:solidFill>
                <a:ea typeface="Calibri" pitchFamily="34" charset="-122"/>
                <a:cs typeface="Calibri" pitchFamily="34" charset="-120"/>
              </a:rPr>
              <a:t>Secure visible executive sponsorship; communicate the why before the how.</a:t>
            </a:r>
          </a:p>
          <a:p>
            <a:pPr marL="342900" indent="-342900">
              <a:lnSpc>
                <a:spcPct val="160000"/>
              </a:lnSpc>
              <a:spcAft>
                <a:spcPts val="0"/>
              </a:spcAft>
              <a:buSzPct val="100000"/>
              <a:buChar char="■"/>
            </a:pPr>
            <a:r>
              <a:rPr lang="en-US" sz="1400">
                <a:solidFill>
                  <a:srgbClr val="1A1A1A"/>
                </a:solidFill>
                <a:ea typeface="Calibri" pitchFamily="34" charset="-122"/>
                <a:cs typeface="Calibri" pitchFamily="34" charset="-120"/>
              </a:rPr>
              <a:t>Establish governance champions in each business unit to drive checklist adoption.</a:t>
            </a:r>
          </a:p>
          <a:p>
            <a:pPr marL="342900" indent="-342900">
              <a:lnSpc>
                <a:spcPct val="160000"/>
              </a:lnSpc>
              <a:spcAft>
                <a:spcPts val="0"/>
              </a:spcAft>
              <a:buSzPct val="100000"/>
              <a:buChar char="■"/>
            </a:pPr>
            <a:r>
              <a:rPr lang="en-US" sz="1400">
                <a:solidFill>
                  <a:srgbClr val="1A1A1A"/>
                </a:solidFill>
                <a:ea typeface="Calibri" pitchFamily="34" charset="-122"/>
                <a:cs typeface="Calibri" pitchFamily="34" charset="-120"/>
              </a:rPr>
              <a:t>Create a phased rollout plan: pilot team, early adopters, broad deployment with feedback loops.</a:t>
            </a:r>
          </a:p>
          <a:p>
            <a:pPr marL="342900" indent="-342900">
              <a:lnSpc>
                <a:spcPct val="160000"/>
              </a:lnSpc>
              <a:spcAft>
                <a:spcPts val="0"/>
              </a:spcAft>
              <a:buSzPct val="100000"/>
              <a:buChar char="■"/>
            </a:pPr>
            <a:r>
              <a:rPr lang="en-US" sz="1400">
                <a:solidFill>
                  <a:srgbClr val="1A1A1A"/>
                </a:solidFill>
                <a:ea typeface="Calibri" pitchFamily="34" charset="-122"/>
                <a:cs typeface="Calibri" pitchFamily="34" charset="-120"/>
              </a:rPr>
              <a:t>Track adoption metrics: checklist completion rate, time-to-compliance, resistance signals.</a:t>
            </a:r>
          </a:p>
          <a:p>
            <a:pPr marL="342900" indent="-342900">
              <a:lnSpc>
                <a:spcPct val="160000"/>
              </a:lnSpc>
              <a:spcAft>
                <a:spcPts val="0"/>
              </a:spcAft>
              <a:buSzPct val="100000"/>
              <a:buChar char="■"/>
            </a:pPr>
            <a:r>
              <a:rPr lang="en-US" sz="1400">
                <a:solidFill>
                  <a:srgbClr val="1A1A1A"/>
                </a:solidFill>
                <a:ea typeface="Calibri" pitchFamily="34" charset="-122"/>
                <a:cs typeface="Calibri" pitchFamily="34" charset="-120"/>
              </a:rPr>
              <a:t>Address resistance proactively with role evolution narratives, retraining, and quick wins.</a:t>
            </a:r>
          </a:p>
        </p:txBody>
      </p:sp>
      <p:sp>
        <p:nvSpPr>
          <p:cNvPr id="22" name="Shape 15">
            <a:extLst>
              <a:ext uri="{FF2B5EF4-FFF2-40B4-BE49-F238E27FC236}">
                <a16:creationId xmlns:a16="http://schemas.microsoft.com/office/drawing/2014/main" id="{F4D4AFCD-1EBB-D3DC-1A3B-682DCCC3639D}"/>
              </a:ext>
              <a:ext uri="{C183D7F6-B498-43B3-948B-1728B52AA6E4}">
                <adec:decorative xmlns:adec="http://schemas.microsoft.com/office/drawing/2017/decorative" val="1"/>
              </a:ext>
            </a:extLst>
          </p:cNvPr>
          <p:cNvSpPr/>
          <p:nvPr/>
        </p:nvSpPr>
        <p:spPr>
          <a:xfrm>
            <a:off x="3899182" y="5451686"/>
            <a:ext cx="8055751" cy="868680"/>
          </a:xfrm>
          <a:prstGeom prst="roundRect">
            <a:avLst>
              <a:gd name="adj" fmla="val 6316"/>
            </a:avLst>
          </a:prstGeom>
          <a:solidFill>
            <a:schemeClr val="accent2"/>
          </a:solidFill>
          <a:ln w="12700">
            <a:solidFill>
              <a:schemeClr val="accent2"/>
            </a:solidFill>
            <a:prstDash val="solid"/>
          </a:ln>
        </p:spPr>
        <p:txBody>
          <a:bodyPr/>
          <a:lstStyle/>
          <a:p>
            <a:endParaRPr lang="en-AE"/>
          </a:p>
        </p:txBody>
      </p:sp>
      <p:sp>
        <p:nvSpPr>
          <p:cNvPr id="23" name="Text 16">
            <a:extLst>
              <a:ext uri="{FF2B5EF4-FFF2-40B4-BE49-F238E27FC236}">
                <a16:creationId xmlns:a16="http://schemas.microsoft.com/office/drawing/2014/main" id="{7DB75606-5961-C0BA-B7F4-946D275239AB}"/>
              </a:ext>
            </a:extLst>
          </p:cNvPr>
          <p:cNvSpPr/>
          <p:nvPr/>
        </p:nvSpPr>
        <p:spPr>
          <a:xfrm>
            <a:off x="4082062" y="5497406"/>
            <a:ext cx="7716561" cy="777240"/>
          </a:xfrm>
          <a:prstGeom prst="rect">
            <a:avLst/>
          </a:prstGeom>
          <a:noFill/>
          <a:ln>
            <a:solidFill>
              <a:schemeClr val="accent2"/>
            </a:solidFill>
          </a:ln>
        </p:spPr>
        <p:txBody>
          <a:bodyPr wrap="square" rtlCol="0" anchor="ctr"/>
          <a:lstStyle/>
          <a:p>
            <a:r>
              <a:rPr lang="en-US" sz="1400" b="1" kern="0" spc="200">
                <a:solidFill>
                  <a:schemeClr val="bg1"/>
                </a:solidFill>
                <a:ea typeface="Calibri" pitchFamily="34" charset="-122"/>
                <a:cs typeface="Calibri" pitchFamily="34" charset="-120"/>
              </a:rPr>
              <a:t>RISK IF SKIPPED </a:t>
            </a:r>
            <a:r>
              <a:rPr lang="en-GB" sz="1400">
                <a:solidFill>
                  <a:schemeClr val="bg1"/>
                </a:solidFill>
                <a:ea typeface="Calibri" pitchFamily="34" charset="-122"/>
                <a:cs typeface="Calibri" pitchFamily="34" charset="-120"/>
              </a:rPr>
              <a:t>Governance becomes shelf-ware; teams bypass controls, shadow AI proliferates, and hard-won frameworks never reach production.</a:t>
            </a:r>
            <a:endParaRPr lang="en-US" sz="1400">
              <a:solidFill>
                <a:schemeClr val="bg1"/>
              </a:solidFill>
            </a:endParaRPr>
          </a:p>
        </p:txBody>
      </p:sp>
    </p:spTree>
    <p:extLst>
      <p:ext uri="{BB962C8B-B14F-4D97-AF65-F5344CB8AC3E}">
        <p14:creationId xmlns:p14="http://schemas.microsoft.com/office/powerpoint/2010/main" val="725028656"/>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250E0D-D0EE-0C9F-C7AA-1C325A9D9D34}"/>
              </a:ext>
            </a:extLst>
          </p:cNvPr>
          <p:cNvSpPr>
            <a:spLocks noGrp="1"/>
          </p:cNvSpPr>
          <p:nvPr>
            <p:ph type="title"/>
          </p:nvPr>
        </p:nvSpPr>
        <p:spPr>
          <a:xfrm>
            <a:off x="575481" y="599436"/>
            <a:ext cx="11018520" cy="553998"/>
          </a:xfrm>
        </p:spPr>
        <p:txBody>
          <a:bodyPr/>
          <a:lstStyle/>
          <a:p>
            <a:r>
              <a:rPr lang="en-US" b="1">
                <a:ea typeface="Georgia" pitchFamily="34" charset="-122"/>
                <a:cs typeface="Georgia" pitchFamily="34" charset="-120"/>
              </a:rPr>
              <a:t>Every phase touches multiple pillars</a:t>
            </a:r>
            <a:endParaRPr lang="en-AE"/>
          </a:p>
        </p:txBody>
      </p:sp>
      <p:sp>
        <p:nvSpPr>
          <p:cNvPr id="2" name="Footer Placeholder 1">
            <a:extLst>
              <a:ext uri="{FF2B5EF4-FFF2-40B4-BE49-F238E27FC236}">
                <a16:creationId xmlns:a16="http://schemas.microsoft.com/office/drawing/2014/main" id="{9A296BED-0E25-0501-0D20-7C0DC92A989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 name="Slide Number Placeholder 2">
            <a:extLst>
              <a:ext uri="{FF2B5EF4-FFF2-40B4-BE49-F238E27FC236}">
                <a16:creationId xmlns:a16="http://schemas.microsoft.com/office/drawing/2014/main" id="{9F4B3207-F0A3-F4D0-D5A9-7445F5179FD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60" name="Text 7">
            <a:extLst>
              <a:ext uri="{FF2B5EF4-FFF2-40B4-BE49-F238E27FC236}">
                <a16:creationId xmlns:a16="http://schemas.microsoft.com/office/drawing/2014/main" id="{FA2C3043-930B-B8A7-5062-4BBBBCC4F65E}"/>
              </a:ext>
            </a:extLst>
          </p:cNvPr>
          <p:cNvSpPr/>
          <p:nvPr/>
        </p:nvSpPr>
        <p:spPr>
          <a:xfrm>
            <a:off x="210312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P1</a:t>
            </a:r>
            <a:endParaRPr lang="en-US" sz="1400"/>
          </a:p>
        </p:txBody>
      </p:sp>
      <p:sp>
        <p:nvSpPr>
          <p:cNvPr id="161" name="Text 8">
            <a:extLst>
              <a:ext uri="{FF2B5EF4-FFF2-40B4-BE49-F238E27FC236}">
                <a16:creationId xmlns:a16="http://schemas.microsoft.com/office/drawing/2014/main" id="{98234D80-BFAD-A176-D1C6-42147A3C52A7}"/>
              </a:ext>
            </a:extLst>
          </p:cNvPr>
          <p:cNvSpPr/>
          <p:nvPr/>
        </p:nvSpPr>
        <p:spPr>
          <a:xfrm>
            <a:off x="306324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P2</a:t>
            </a:r>
            <a:endParaRPr lang="en-US" sz="1400"/>
          </a:p>
        </p:txBody>
      </p:sp>
      <p:sp>
        <p:nvSpPr>
          <p:cNvPr id="162" name="Text 9">
            <a:extLst>
              <a:ext uri="{FF2B5EF4-FFF2-40B4-BE49-F238E27FC236}">
                <a16:creationId xmlns:a16="http://schemas.microsoft.com/office/drawing/2014/main" id="{B6E84BB4-2024-0FD9-D515-E7CCCC681E2E}"/>
              </a:ext>
            </a:extLst>
          </p:cNvPr>
          <p:cNvSpPr/>
          <p:nvPr/>
        </p:nvSpPr>
        <p:spPr>
          <a:xfrm>
            <a:off x="402336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P3</a:t>
            </a:r>
            <a:endParaRPr lang="en-US" sz="1400"/>
          </a:p>
        </p:txBody>
      </p:sp>
      <p:sp>
        <p:nvSpPr>
          <p:cNvPr id="163" name="Text 10">
            <a:extLst>
              <a:ext uri="{FF2B5EF4-FFF2-40B4-BE49-F238E27FC236}">
                <a16:creationId xmlns:a16="http://schemas.microsoft.com/office/drawing/2014/main" id="{6A0478D0-84A1-5F19-2A0C-ACC3E3DD2260}"/>
              </a:ext>
            </a:extLst>
          </p:cNvPr>
          <p:cNvSpPr/>
          <p:nvPr/>
        </p:nvSpPr>
        <p:spPr>
          <a:xfrm>
            <a:off x="498348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P4</a:t>
            </a:r>
            <a:endParaRPr lang="en-US" sz="1400"/>
          </a:p>
        </p:txBody>
      </p:sp>
      <p:sp>
        <p:nvSpPr>
          <p:cNvPr id="164" name="Text 11">
            <a:extLst>
              <a:ext uri="{FF2B5EF4-FFF2-40B4-BE49-F238E27FC236}">
                <a16:creationId xmlns:a16="http://schemas.microsoft.com/office/drawing/2014/main" id="{EBDC45FC-301A-1836-9423-F86C0528E1B3}"/>
              </a:ext>
            </a:extLst>
          </p:cNvPr>
          <p:cNvSpPr/>
          <p:nvPr/>
        </p:nvSpPr>
        <p:spPr>
          <a:xfrm>
            <a:off x="594360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P5</a:t>
            </a:r>
            <a:endParaRPr lang="en-US" sz="1400"/>
          </a:p>
        </p:txBody>
      </p:sp>
      <p:sp>
        <p:nvSpPr>
          <p:cNvPr id="165" name="Text 12">
            <a:extLst>
              <a:ext uri="{FF2B5EF4-FFF2-40B4-BE49-F238E27FC236}">
                <a16:creationId xmlns:a16="http://schemas.microsoft.com/office/drawing/2014/main" id="{C6E60A71-E4DB-AF4D-CDEB-8260EE70C897}"/>
              </a:ext>
            </a:extLst>
          </p:cNvPr>
          <p:cNvSpPr/>
          <p:nvPr/>
        </p:nvSpPr>
        <p:spPr>
          <a:xfrm>
            <a:off x="690372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P6</a:t>
            </a:r>
            <a:endParaRPr lang="en-US" sz="1400"/>
          </a:p>
        </p:txBody>
      </p:sp>
      <p:sp>
        <p:nvSpPr>
          <p:cNvPr id="166" name="Text 13">
            <a:extLst>
              <a:ext uri="{FF2B5EF4-FFF2-40B4-BE49-F238E27FC236}">
                <a16:creationId xmlns:a16="http://schemas.microsoft.com/office/drawing/2014/main" id="{96247E60-71AC-85D7-38FF-DA7870AED7A7}"/>
              </a:ext>
            </a:extLst>
          </p:cNvPr>
          <p:cNvSpPr/>
          <p:nvPr/>
        </p:nvSpPr>
        <p:spPr>
          <a:xfrm>
            <a:off x="786384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P7</a:t>
            </a:r>
            <a:endParaRPr lang="en-US" sz="1400"/>
          </a:p>
        </p:txBody>
      </p:sp>
      <p:sp>
        <p:nvSpPr>
          <p:cNvPr id="167" name="Text 14">
            <a:extLst>
              <a:ext uri="{FF2B5EF4-FFF2-40B4-BE49-F238E27FC236}">
                <a16:creationId xmlns:a16="http://schemas.microsoft.com/office/drawing/2014/main" id="{F78471CB-BF13-E2D7-7D7C-CBCCC794E4E8}"/>
              </a:ext>
            </a:extLst>
          </p:cNvPr>
          <p:cNvSpPr/>
          <p:nvPr/>
        </p:nvSpPr>
        <p:spPr>
          <a:xfrm>
            <a:off x="882396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P8</a:t>
            </a:r>
            <a:endParaRPr lang="en-US" sz="1400"/>
          </a:p>
        </p:txBody>
      </p:sp>
      <p:sp>
        <p:nvSpPr>
          <p:cNvPr id="168" name="Text 15">
            <a:extLst>
              <a:ext uri="{FF2B5EF4-FFF2-40B4-BE49-F238E27FC236}">
                <a16:creationId xmlns:a16="http://schemas.microsoft.com/office/drawing/2014/main" id="{66AAF07E-BF5F-EAC3-D023-C3C030A28E25}"/>
              </a:ext>
            </a:extLst>
          </p:cNvPr>
          <p:cNvSpPr/>
          <p:nvPr/>
        </p:nvSpPr>
        <p:spPr>
          <a:xfrm>
            <a:off x="978408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P9</a:t>
            </a:r>
            <a:endParaRPr lang="en-US" sz="1400"/>
          </a:p>
        </p:txBody>
      </p:sp>
      <p:sp>
        <p:nvSpPr>
          <p:cNvPr id="169" name="Text 16">
            <a:extLst>
              <a:ext uri="{FF2B5EF4-FFF2-40B4-BE49-F238E27FC236}">
                <a16:creationId xmlns:a16="http://schemas.microsoft.com/office/drawing/2014/main" id="{0E7C9BCC-228B-B576-51BD-605E6DF7FEFF}"/>
              </a:ext>
            </a:extLst>
          </p:cNvPr>
          <p:cNvSpPr/>
          <p:nvPr/>
        </p:nvSpPr>
        <p:spPr>
          <a:xfrm>
            <a:off x="10744200" y="1737360"/>
            <a:ext cx="960120" cy="365760"/>
          </a:xfrm>
          <a:prstGeom prst="rect">
            <a:avLst/>
          </a:prstGeom>
          <a:noFill/>
          <a:ln/>
        </p:spPr>
        <p:txBody>
          <a:bodyPr wrap="square" rtlCol="0" anchor="ctr"/>
          <a:lstStyle/>
          <a:p>
            <a:pPr marL="0" indent="0" algn="ctr">
              <a:buNone/>
            </a:pPr>
            <a:r>
              <a:rPr lang="en-US" sz="1400" b="1">
                <a:solidFill>
                  <a:srgbClr val="1E2761"/>
                </a:solidFill>
                <a:ea typeface="Calibri" pitchFamily="34" charset="-122"/>
                <a:cs typeface="Calibri" pitchFamily="34" charset="-120"/>
              </a:rPr>
              <a:t>P10</a:t>
            </a:r>
            <a:endParaRPr lang="en-US" sz="1400"/>
          </a:p>
        </p:txBody>
      </p:sp>
      <p:sp>
        <p:nvSpPr>
          <p:cNvPr id="170" name="Text 17">
            <a:extLst>
              <a:ext uri="{FF2B5EF4-FFF2-40B4-BE49-F238E27FC236}">
                <a16:creationId xmlns:a16="http://schemas.microsoft.com/office/drawing/2014/main" id="{B1A65CF2-EB61-62BE-F160-0A8B412C4939}"/>
              </a:ext>
            </a:extLst>
          </p:cNvPr>
          <p:cNvSpPr/>
          <p:nvPr/>
        </p:nvSpPr>
        <p:spPr>
          <a:xfrm>
            <a:off x="1280160" y="2103120"/>
            <a:ext cx="777240" cy="384048"/>
          </a:xfrm>
          <a:prstGeom prst="rect">
            <a:avLst/>
          </a:prstGeom>
          <a:noFill/>
          <a:ln/>
        </p:spPr>
        <p:txBody>
          <a:bodyPr wrap="square" rtlCol="0" anchor="ctr"/>
          <a:lstStyle/>
          <a:p>
            <a:pPr marL="0" indent="0" algn="r">
              <a:buNone/>
            </a:pPr>
            <a:r>
              <a:rPr lang="en-US" sz="1400" b="1">
                <a:solidFill>
                  <a:srgbClr val="1E2761"/>
                </a:solidFill>
                <a:ea typeface="Calibri" pitchFamily="34" charset="-122"/>
                <a:cs typeface="Calibri" pitchFamily="34" charset="-120"/>
              </a:rPr>
              <a:t>RAI</a:t>
            </a:r>
            <a:endParaRPr lang="en-US" sz="1400"/>
          </a:p>
        </p:txBody>
      </p:sp>
      <p:sp>
        <p:nvSpPr>
          <p:cNvPr id="171" name="Shape 18">
            <a:extLst>
              <a:ext uri="{FF2B5EF4-FFF2-40B4-BE49-F238E27FC236}">
                <a16:creationId xmlns:a16="http://schemas.microsoft.com/office/drawing/2014/main" id="{EBB6A857-7AC2-E8BF-04D1-A85A1CC00FD1}"/>
              </a:ext>
              <a:ext uri="{C183D7F6-B498-43B3-948B-1728B52AA6E4}">
                <adec:decorative xmlns:adec="http://schemas.microsoft.com/office/drawing/2017/decorative" val="1"/>
              </a:ext>
            </a:extLst>
          </p:cNvPr>
          <p:cNvSpPr/>
          <p:nvPr/>
        </p:nvSpPr>
        <p:spPr>
          <a:xfrm>
            <a:off x="2130552" y="213055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72" name="Text 19">
            <a:extLst>
              <a:ext uri="{FF2B5EF4-FFF2-40B4-BE49-F238E27FC236}">
                <a16:creationId xmlns:a16="http://schemas.microsoft.com/office/drawing/2014/main" id="{E352FA10-6217-5E56-6FFF-28F51F1D6EBD}"/>
              </a:ext>
            </a:extLst>
          </p:cNvPr>
          <p:cNvSpPr/>
          <p:nvPr/>
        </p:nvSpPr>
        <p:spPr>
          <a:xfrm>
            <a:off x="213055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73" name="Shape 20">
            <a:extLst>
              <a:ext uri="{FF2B5EF4-FFF2-40B4-BE49-F238E27FC236}">
                <a16:creationId xmlns:a16="http://schemas.microsoft.com/office/drawing/2014/main" id="{76E6309F-AFD3-CED7-0D8B-156961C1E589}"/>
              </a:ext>
              <a:ext uri="{C183D7F6-B498-43B3-948B-1728B52AA6E4}">
                <adec:decorative xmlns:adec="http://schemas.microsoft.com/office/drawing/2017/decorative" val="1"/>
              </a:ext>
            </a:extLst>
          </p:cNvPr>
          <p:cNvSpPr/>
          <p:nvPr/>
        </p:nvSpPr>
        <p:spPr>
          <a:xfrm>
            <a:off x="3090672" y="2130552"/>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174" name="Text 21">
            <a:extLst>
              <a:ext uri="{FF2B5EF4-FFF2-40B4-BE49-F238E27FC236}">
                <a16:creationId xmlns:a16="http://schemas.microsoft.com/office/drawing/2014/main" id="{1138F64D-E002-7693-119D-4D3C45A9FA75}"/>
              </a:ext>
            </a:extLst>
          </p:cNvPr>
          <p:cNvSpPr/>
          <p:nvPr/>
        </p:nvSpPr>
        <p:spPr>
          <a:xfrm>
            <a:off x="309067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175" name="Shape 22">
            <a:extLst>
              <a:ext uri="{FF2B5EF4-FFF2-40B4-BE49-F238E27FC236}">
                <a16:creationId xmlns:a16="http://schemas.microsoft.com/office/drawing/2014/main" id="{027E5DEF-56E8-B4BD-6065-C24302D94099}"/>
              </a:ext>
              <a:ext uri="{C183D7F6-B498-43B3-948B-1728B52AA6E4}">
                <adec:decorative xmlns:adec="http://schemas.microsoft.com/office/drawing/2017/decorative" val="1"/>
              </a:ext>
            </a:extLst>
          </p:cNvPr>
          <p:cNvSpPr/>
          <p:nvPr/>
        </p:nvSpPr>
        <p:spPr>
          <a:xfrm>
            <a:off x="4050792" y="213055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76" name="Text 23">
            <a:extLst>
              <a:ext uri="{FF2B5EF4-FFF2-40B4-BE49-F238E27FC236}">
                <a16:creationId xmlns:a16="http://schemas.microsoft.com/office/drawing/2014/main" id="{448BB0D4-B965-C98F-70B0-299C0B7A0B36}"/>
              </a:ext>
            </a:extLst>
          </p:cNvPr>
          <p:cNvSpPr/>
          <p:nvPr/>
        </p:nvSpPr>
        <p:spPr>
          <a:xfrm>
            <a:off x="405079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77" name="Shape 24">
            <a:extLst>
              <a:ext uri="{FF2B5EF4-FFF2-40B4-BE49-F238E27FC236}">
                <a16:creationId xmlns:a16="http://schemas.microsoft.com/office/drawing/2014/main" id="{01E6B621-9302-A240-2730-D1443B0B97E1}"/>
              </a:ext>
              <a:ext uri="{C183D7F6-B498-43B3-948B-1728B52AA6E4}">
                <adec:decorative xmlns:adec="http://schemas.microsoft.com/office/drawing/2017/decorative" val="1"/>
              </a:ext>
            </a:extLst>
          </p:cNvPr>
          <p:cNvSpPr/>
          <p:nvPr/>
        </p:nvSpPr>
        <p:spPr>
          <a:xfrm>
            <a:off x="5010912" y="2130552"/>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178" name="Text 25">
            <a:extLst>
              <a:ext uri="{FF2B5EF4-FFF2-40B4-BE49-F238E27FC236}">
                <a16:creationId xmlns:a16="http://schemas.microsoft.com/office/drawing/2014/main" id="{16BB99AA-9E52-E78F-A90C-BA6E749A0136}"/>
              </a:ext>
            </a:extLst>
          </p:cNvPr>
          <p:cNvSpPr/>
          <p:nvPr/>
        </p:nvSpPr>
        <p:spPr>
          <a:xfrm>
            <a:off x="5010912" y="2130552"/>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179" name="Shape 26">
            <a:extLst>
              <a:ext uri="{FF2B5EF4-FFF2-40B4-BE49-F238E27FC236}">
                <a16:creationId xmlns:a16="http://schemas.microsoft.com/office/drawing/2014/main" id="{112EAD67-3FE7-03AE-3A8E-E774A568CD49}"/>
              </a:ext>
              <a:ext uri="{C183D7F6-B498-43B3-948B-1728B52AA6E4}">
                <adec:decorative xmlns:adec="http://schemas.microsoft.com/office/drawing/2017/decorative" val="1"/>
              </a:ext>
            </a:extLst>
          </p:cNvPr>
          <p:cNvSpPr/>
          <p:nvPr/>
        </p:nvSpPr>
        <p:spPr>
          <a:xfrm>
            <a:off x="5971032" y="213055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80" name="Text 27">
            <a:extLst>
              <a:ext uri="{FF2B5EF4-FFF2-40B4-BE49-F238E27FC236}">
                <a16:creationId xmlns:a16="http://schemas.microsoft.com/office/drawing/2014/main" id="{35AC94DD-A7DF-47F2-A736-D9164463FF9A}"/>
              </a:ext>
            </a:extLst>
          </p:cNvPr>
          <p:cNvSpPr/>
          <p:nvPr/>
        </p:nvSpPr>
        <p:spPr>
          <a:xfrm>
            <a:off x="597103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81" name="Shape 28">
            <a:extLst>
              <a:ext uri="{FF2B5EF4-FFF2-40B4-BE49-F238E27FC236}">
                <a16:creationId xmlns:a16="http://schemas.microsoft.com/office/drawing/2014/main" id="{ACBD1932-C68B-A456-E30F-A0476B9915C7}"/>
              </a:ext>
              <a:ext uri="{C183D7F6-B498-43B3-948B-1728B52AA6E4}">
                <adec:decorative xmlns:adec="http://schemas.microsoft.com/office/drawing/2017/decorative" val="1"/>
              </a:ext>
            </a:extLst>
          </p:cNvPr>
          <p:cNvSpPr/>
          <p:nvPr/>
        </p:nvSpPr>
        <p:spPr>
          <a:xfrm>
            <a:off x="6931152" y="213055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82" name="Text 29">
            <a:extLst>
              <a:ext uri="{FF2B5EF4-FFF2-40B4-BE49-F238E27FC236}">
                <a16:creationId xmlns:a16="http://schemas.microsoft.com/office/drawing/2014/main" id="{BE89FC6E-D9EA-F310-47E0-8415D4CE1D0D}"/>
              </a:ext>
            </a:extLst>
          </p:cNvPr>
          <p:cNvSpPr/>
          <p:nvPr/>
        </p:nvSpPr>
        <p:spPr>
          <a:xfrm>
            <a:off x="693115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83" name="Shape 30">
            <a:extLst>
              <a:ext uri="{FF2B5EF4-FFF2-40B4-BE49-F238E27FC236}">
                <a16:creationId xmlns:a16="http://schemas.microsoft.com/office/drawing/2014/main" id="{175254CD-B3FF-8E01-0DD8-F234632CC688}"/>
              </a:ext>
              <a:ext uri="{C183D7F6-B498-43B3-948B-1728B52AA6E4}">
                <adec:decorative xmlns:adec="http://schemas.microsoft.com/office/drawing/2017/decorative" val="1"/>
              </a:ext>
            </a:extLst>
          </p:cNvPr>
          <p:cNvSpPr/>
          <p:nvPr/>
        </p:nvSpPr>
        <p:spPr>
          <a:xfrm>
            <a:off x="7891272" y="213055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84" name="Text 31">
            <a:extLst>
              <a:ext uri="{FF2B5EF4-FFF2-40B4-BE49-F238E27FC236}">
                <a16:creationId xmlns:a16="http://schemas.microsoft.com/office/drawing/2014/main" id="{DBF71CF6-6A98-24A7-5180-2036AA46B242}"/>
              </a:ext>
            </a:extLst>
          </p:cNvPr>
          <p:cNvSpPr/>
          <p:nvPr/>
        </p:nvSpPr>
        <p:spPr>
          <a:xfrm>
            <a:off x="789127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85" name="Shape 32">
            <a:extLst>
              <a:ext uri="{FF2B5EF4-FFF2-40B4-BE49-F238E27FC236}">
                <a16:creationId xmlns:a16="http://schemas.microsoft.com/office/drawing/2014/main" id="{BB08193B-583A-84B4-16C3-0F2B38CFCE97}"/>
              </a:ext>
              <a:ext uri="{C183D7F6-B498-43B3-948B-1728B52AA6E4}">
                <adec:decorative xmlns:adec="http://schemas.microsoft.com/office/drawing/2017/decorative" val="1"/>
              </a:ext>
            </a:extLst>
          </p:cNvPr>
          <p:cNvSpPr/>
          <p:nvPr/>
        </p:nvSpPr>
        <p:spPr>
          <a:xfrm>
            <a:off x="8851392" y="213055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86" name="Text 33">
            <a:extLst>
              <a:ext uri="{FF2B5EF4-FFF2-40B4-BE49-F238E27FC236}">
                <a16:creationId xmlns:a16="http://schemas.microsoft.com/office/drawing/2014/main" id="{279A2B75-5F02-B02F-31E3-153B469EBF72}"/>
              </a:ext>
            </a:extLst>
          </p:cNvPr>
          <p:cNvSpPr/>
          <p:nvPr/>
        </p:nvSpPr>
        <p:spPr>
          <a:xfrm>
            <a:off x="885139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87" name="Shape 34">
            <a:extLst>
              <a:ext uri="{FF2B5EF4-FFF2-40B4-BE49-F238E27FC236}">
                <a16:creationId xmlns:a16="http://schemas.microsoft.com/office/drawing/2014/main" id="{A42920B2-CA1C-D8AC-1255-6D42EC73408B}"/>
              </a:ext>
              <a:ext uri="{C183D7F6-B498-43B3-948B-1728B52AA6E4}">
                <adec:decorative xmlns:adec="http://schemas.microsoft.com/office/drawing/2017/decorative" val="1"/>
              </a:ext>
            </a:extLst>
          </p:cNvPr>
          <p:cNvSpPr/>
          <p:nvPr/>
        </p:nvSpPr>
        <p:spPr>
          <a:xfrm>
            <a:off x="9811512" y="213055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88" name="Text 35">
            <a:extLst>
              <a:ext uri="{FF2B5EF4-FFF2-40B4-BE49-F238E27FC236}">
                <a16:creationId xmlns:a16="http://schemas.microsoft.com/office/drawing/2014/main" id="{6F0BFFBC-E5BE-FF97-9162-0D0B5C3DC59B}"/>
              </a:ext>
            </a:extLst>
          </p:cNvPr>
          <p:cNvSpPr/>
          <p:nvPr/>
        </p:nvSpPr>
        <p:spPr>
          <a:xfrm>
            <a:off x="981151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89" name="Shape 36">
            <a:extLst>
              <a:ext uri="{FF2B5EF4-FFF2-40B4-BE49-F238E27FC236}">
                <a16:creationId xmlns:a16="http://schemas.microsoft.com/office/drawing/2014/main" id="{5A8F0425-E82A-2127-3974-D1A386407AAB}"/>
              </a:ext>
              <a:ext uri="{C183D7F6-B498-43B3-948B-1728B52AA6E4}">
                <adec:decorative xmlns:adec="http://schemas.microsoft.com/office/drawing/2017/decorative" val="1"/>
              </a:ext>
            </a:extLst>
          </p:cNvPr>
          <p:cNvSpPr/>
          <p:nvPr/>
        </p:nvSpPr>
        <p:spPr>
          <a:xfrm>
            <a:off x="10771632" y="2130552"/>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190" name="Text 37">
            <a:extLst>
              <a:ext uri="{FF2B5EF4-FFF2-40B4-BE49-F238E27FC236}">
                <a16:creationId xmlns:a16="http://schemas.microsoft.com/office/drawing/2014/main" id="{AD80903B-3F2D-1BF6-6A5F-D15635BC9ED7}"/>
              </a:ext>
            </a:extLst>
          </p:cNvPr>
          <p:cNvSpPr/>
          <p:nvPr/>
        </p:nvSpPr>
        <p:spPr>
          <a:xfrm>
            <a:off x="10771632" y="213055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191" name="Text 38">
            <a:extLst>
              <a:ext uri="{FF2B5EF4-FFF2-40B4-BE49-F238E27FC236}">
                <a16:creationId xmlns:a16="http://schemas.microsoft.com/office/drawing/2014/main" id="{EEC69D37-DE50-A034-4C15-5AD8C4E1BB86}"/>
              </a:ext>
            </a:extLst>
          </p:cNvPr>
          <p:cNvSpPr/>
          <p:nvPr/>
        </p:nvSpPr>
        <p:spPr>
          <a:xfrm>
            <a:off x="1280160" y="2487168"/>
            <a:ext cx="777240" cy="384048"/>
          </a:xfrm>
          <a:prstGeom prst="rect">
            <a:avLst/>
          </a:prstGeom>
          <a:noFill/>
          <a:ln/>
        </p:spPr>
        <p:txBody>
          <a:bodyPr wrap="square" rtlCol="0" anchor="ctr"/>
          <a:lstStyle/>
          <a:p>
            <a:pPr marL="0" indent="0" algn="r">
              <a:buNone/>
            </a:pPr>
            <a:r>
              <a:rPr lang="en-US" sz="1400" b="1">
                <a:solidFill>
                  <a:srgbClr val="1E2761"/>
                </a:solidFill>
                <a:ea typeface="Calibri" pitchFamily="34" charset="-122"/>
                <a:cs typeface="Calibri" pitchFamily="34" charset="-120"/>
              </a:rPr>
              <a:t>SEC</a:t>
            </a:r>
            <a:endParaRPr lang="en-US" sz="1400"/>
          </a:p>
        </p:txBody>
      </p:sp>
      <p:sp>
        <p:nvSpPr>
          <p:cNvPr id="192" name="Shape 39">
            <a:extLst>
              <a:ext uri="{FF2B5EF4-FFF2-40B4-BE49-F238E27FC236}">
                <a16:creationId xmlns:a16="http://schemas.microsoft.com/office/drawing/2014/main" id="{FE600ADC-F81A-3E47-F665-A56D0AA38F7E}"/>
              </a:ext>
              <a:ext uri="{C183D7F6-B498-43B3-948B-1728B52AA6E4}">
                <adec:decorative xmlns:adec="http://schemas.microsoft.com/office/drawing/2017/decorative" val="1"/>
              </a:ext>
            </a:extLst>
          </p:cNvPr>
          <p:cNvSpPr/>
          <p:nvPr/>
        </p:nvSpPr>
        <p:spPr>
          <a:xfrm>
            <a:off x="2130552" y="251460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193" name="Text 40">
            <a:extLst>
              <a:ext uri="{FF2B5EF4-FFF2-40B4-BE49-F238E27FC236}">
                <a16:creationId xmlns:a16="http://schemas.microsoft.com/office/drawing/2014/main" id="{8F9392EE-0B0A-8C3E-2AA1-5AFCD8615DA6}"/>
              </a:ext>
            </a:extLst>
          </p:cNvPr>
          <p:cNvSpPr/>
          <p:nvPr/>
        </p:nvSpPr>
        <p:spPr>
          <a:xfrm>
            <a:off x="213055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194" name="Shape 41">
            <a:extLst>
              <a:ext uri="{FF2B5EF4-FFF2-40B4-BE49-F238E27FC236}">
                <a16:creationId xmlns:a16="http://schemas.microsoft.com/office/drawing/2014/main" id="{05AC1239-6E03-C881-9D59-24CF0C7B2991}"/>
              </a:ext>
              <a:ext uri="{C183D7F6-B498-43B3-948B-1728B52AA6E4}">
                <adec:decorative xmlns:adec="http://schemas.microsoft.com/office/drawing/2017/decorative" val="1"/>
              </a:ext>
            </a:extLst>
          </p:cNvPr>
          <p:cNvSpPr/>
          <p:nvPr/>
        </p:nvSpPr>
        <p:spPr>
          <a:xfrm>
            <a:off x="3090672" y="251460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95" name="Text 42">
            <a:extLst>
              <a:ext uri="{FF2B5EF4-FFF2-40B4-BE49-F238E27FC236}">
                <a16:creationId xmlns:a16="http://schemas.microsoft.com/office/drawing/2014/main" id="{0B0B1A57-4536-91D2-62EA-0395002CA061}"/>
              </a:ext>
            </a:extLst>
          </p:cNvPr>
          <p:cNvSpPr/>
          <p:nvPr/>
        </p:nvSpPr>
        <p:spPr>
          <a:xfrm>
            <a:off x="309067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96" name="Shape 43">
            <a:extLst>
              <a:ext uri="{FF2B5EF4-FFF2-40B4-BE49-F238E27FC236}">
                <a16:creationId xmlns:a16="http://schemas.microsoft.com/office/drawing/2014/main" id="{DC0FB360-8B93-9BE7-68E8-F03565C0D005}"/>
              </a:ext>
              <a:ext uri="{C183D7F6-B498-43B3-948B-1728B52AA6E4}">
                <adec:decorative xmlns:adec="http://schemas.microsoft.com/office/drawing/2017/decorative" val="1"/>
              </a:ext>
            </a:extLst>
          </p:cNvPr>
          <p:cNvSpPr/>
          <p:nvPr/>
        </p:nvSpPr>
        <p:spPr>
          <a:xfrm>
            <a:off x="4050792" y="251460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97" name="Text 44">
            <a:extLst>
              <a:ext uri="{FF2B5EF4-FFF2-40B4-BE49-F238E27FC236}">
                <a16:creationId xmlns:a16="http://schemas.microsoft.com/office/drawing/2014/main" id="{DD3E46B5-4538-1825-3FD9-84E735B3FE43}"/>
              </a:ext>
            </a:extLst>
          </p:cNvPr>
          <p:cNvSpPr/>
          <p:nvPr/>
        </p:nvSpPr>
        <p:spPr>
          <a:xfrm>
            <a:off x="405079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198" name="Shape 45">
            <a:extLst>
              <a:ext uri="{FF2B5EF4-FFF2-40B4-BE49-F238E27FC236}">
                <a16:creationId xmlns:a16="http://schemas.microsoft.com/office/drawing/2014/main" id="{BE7C78A9-61E3-9080-C6B4-3F0FD5CEC939}"/>
              </a:ext>
              <a:ext uri="{C183D7F6-B498-43B3-948B-1728B52AA6E4}">
                <adec:decorative xmlns:adec="http://schemas.microsoft.com/office/drawing/2017/decorative" val="1"/>
              </a:ext>
            </a:extLst>
          </p:cNvPr>
          <p:cNvSpPr/>
          <p:nvPr/>
        </p:nvSpPr>
        <p:spPr>
          <a:xfrm>
            <a:off x="5010912" y="251460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199" name="Text 46">
            <a:extLst>
              <a:ext uri="{FF2B5EF4-FFF2-40B4-BE49-F238E27FC236}">
                <a16:creationId xmlns:a16="http://schemas.microsoft.com/office/drawing/2014/main" id="{FDC0BB0C-DDE0-EDF3-45AD-7EB9F1F05B98}"/>
              </a:ext>
            </a:extLst>
          </p:cNvPr>
          <p:cNvSpPr/>
          <p:nvPr/>
        </p:nvSpPr>
        <p:spPr>
          <a:xfrm>
            <a:off x="501091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00" name="Shape 47">
            <a:extLst>
              <a:ext uri="{FF2B5EF4-FFF2-40B4-BE49-F238E27FC236}">
                <a16:creationId xmlns:a16="http://schemas.microsoft.com/office/drawing/2014/main" id="{03FDF75B-8F54-8540-FB73-4E63B670B9B8}"/>
              </a:ext>
              <a:ext uri="{C183D7F6-B498-43B3-948B-1728B52AA6E4}">
                <adec:decorative xmlns:adec="http://schemas.microsoft.com/office/drawing/2017/decorative" val="1"/>
              </a:ext>
            </a:extLst>
          </p:cNvPr>
          <p:cNvSpPr/>
          <p:nvPr/>
        </p:nvSpPr>
        <p:spPr>
          <a:xfrm>
            <a:off x="5971032" y="251460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01" name="Text 48">
            <a:extLst>
              <a:ext uri="{FF2B5EF4-FFF2-40B4-BE49-F238E27FC236}">
                <a16:creationId xmlns:a16="http://schemas.microsoft.com/office/drawing/2014/main" id="{6E7DE100-C1ED-DE40-69DF-26FD6FC9C29B}"/>
              </a:ext>
            </a:extLst>
          </p:cNvPr>
          <p:cNvSpPr/>
          <p:nvPr/>
        </p:nvSpPr>
        <p:spPr>
          <a:xfrm>
            <a:off x="597103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02" name="Shape 49">
            <a:extLst>
              <a:ext uri="{FF2B5EF4-FFF2-40B4-BE49-F238E27FC236}">
                <a16:creationId xmlns:a16="http://schemas.microsoft.com/office/drawing/2014/main" id="{2A5520DD-EC0E-A7DB-C804-B46327C31F21}"/>
              </a:ext>
              <a:ext uri="{C183D7F6-B498-43B3-948B-1728B52AA6E4}">
                <adec:decorative xmlns:adec="http://schemas.microsoft.com/office/drawing/2017/decorative" val="1"/>
              </a:ext>
            </a:extLst>
          </p:cNvPr>
          <p:cNvSpPr/>
          <p:nvPr/>
        </p:nvSpPr>
        <p:spPr>
          <a:xfrm>
            <a:off x="6931152" y="251460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03" name="Text 50">
            <a:extLst>
              <a:ext uri="{FF2B5EF4-FFF2-40B4-BE49-F238E27FC236}">
                <a16:creationId xmlns:a16="http://schemas.microsoft.com/office/drawing/2014/main" id="{29D0E419-3C11-6C02-62B0-5E46685A6480}"/>
              </a:ext>
            </a:extLst>
          </p:cNvPr>
          <p:cNvSpPr/>
          <p:nvPr/>
        </p:nvSpPr>
        <p:spPr>
          <a:xfrm>
            <a:off x="693115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04" name="Shape 51">
            <a:extLst>
              <a:ext uri="{FF2B5EF4-FFF2-40B4-BE49-F238E27FC236}">
                <a16:creationId xmlns:a16="http://schemas.microsoft.com/office/drawing/2014/main" id="{61E060A0-5220-195B-4D3F-75FC42A8AB04}"/>
              </a:ext>
              <a:ext uri="{C183D7F6-B498-43B3-948B-1728B52AA6E4}">
                <adec:decorative xmlns:adec="http://schemas.microsoft.com/office/drawing/2017/decorative" val="1"/>
              </a:ext>
            </a:extLst>
          </p:cNvPr>
          <p:cNvSpPr/>
          <p:nvPr/>
        </p:nvSpPr>
        <p:spPr>
          <a:xfrm>
            <a:off x="7891272" y="251460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05" name="Text 52">
            <a:extLst>
              <a:ext uri="{FF2B5EF4-FFF2-40B4-BE49-F238E27FC236}">
                <a16:creationId xmlns:a16="http://schemas.microsoft.com/office/drawing/2014/main" id="{9E83B9F0-6006-FE72-B3F5-48CF53F50900}"/>
              </a:ext>
            </a:extLst>
          </p:cNvPr>
          <p:cNvSpPr/>
          <p:nvPr/>
        </p:nvSpPr>
        <p:spPr>
          <a:xfrm>
            <a:off x="789127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06" name="Shape 53">
            <a:extLst>
              <a:ext uri="{FF2B5EF4-FFF2-40B4-BE49-F238E27FC236}">
                <a16:creationId xmlns:a16="http://schemas.microsoft.com/office/drawing/2014/main" id="{1A613B78-C84F-01DB-E6C9-8F502D290FA6}"/>
              </a:ext>
              <a:ext uri="{C183D7F6-B498-43B3-948B-1728B52AA6E4}">
                <adec:decorative xmlns:adec="http://schemas.microsoft.com/office/drawing/2017/decorative" val="1"/>
              </a:ext>
            </a:extLst>
          </p:cNvPr>
          <p:cNvSpPr/>
          <p:nvPr/>
        </p:nvSpPr>
        <p:spPr>
          <a:xfrm>
            <a:off x="8851392" y="251460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07" name="Text 54">
            <a:extLst>
              <a:ext uri="{FF2B5EF4-FFF2-40B4-BE49-F238E27FC236}">
                <a16:creationId xmlns:a16="http://schemas.microsoft.com/office/drawing/2014/main" id="{C1DB5931-C525-3AB5-BC99-BDF880C7042E}"/>
              </a:ext>
            </a:extLst>
          </p:cNvPr>
          <p:cNvSpPr/>
          <p:nvPr/>
        </p:nvSpPr>
        <p:spPr>
          <a:xfrm>
            <a:off x="885139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08" name="Shape 55">
            <a:extLst>
              <a:ext uri="{FF2B5EF4-FFF2-40B4-BE49-F238E27FC236}">
                <a16:creationId xmlns:a16="http://schemas.microsoft.com/office/drawing/2014/main" id="{E72407C1-4BA8-CFDD-B43C-19AA2B4BD482}"/>
              </a:ext>
              <a:ext uri="{C183D7F6-B498-43B3-948B-1728B52AA6E4}">
                <adec:decorative xmlns:adec="http://schemas.microsoft.com/office/drawing/2017/decorative" val="1"/>
              </a:ext>
            </a:extLst>
          </p:cNvPr>
          <p:cNvSpPr/>
          <p:nvPr/>
        </p:nvSpPr>
        <p:spPr>
          <a:xfrm>
            <a:off x="9811512" y="251460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09" name="Text 56">
            <a:extLst>
              <a:ext uri="{FF2B5EF4-FFF2-40B4-BE49-F238E27FC236}">
                <a16:creationId xmlns:a16="http://schemas.microsoft.com/office/drawing/2014/main" id="{D5C889B0-78F4-A743-9544-B428D422118E}"/>
              </a:ext>
            </a:extLst>
          </p:cNvPr>
          <p:cNvSpPr/>
          <p:nvPr/>
        </p:nvSpPr>
        <p:spPr>
          <a:xfrm>
            <a:off x="981151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10" name="Shape 57">
            <a:extLst>
              <a:ext uri="{FF2B5EF4-FFF2-40B4-BE49-F238E27FC236}">
                <a16:creationId xmlns:a16="http://schemas.microsoft.com/office/drawing/2014/main" id="{85D398AF-A934-51A3-A53A-1FA79E5C5E2B}"/>
              </a:ext>
              <a:ext uri="{C183D7F6-B498-43B3-948B-1728B52AA6E4}">
                <adec:decorative xmlns:adec="http://schemas.microsoft.com/office/drawing/2017/decorative" val="1"/>
              </a:ext>
            </a:extLst>
          </p:cNvPr>
          <p:cNvSpPr/>
          <p:nvPr/>
        </p:nvSpPr>
        <p:spPr>
          <a:xfrm>
            <a:off x="10771632" y="251460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11" name="Text 58">
            <a:extLst>
              <a:ext uri="{FF2B5EF4-FFF2-40B4-BE49-F238E27FC236}">
                <a16:creationId xmlns:a16="http://schemas.microsoft.com/office/drawing/2014/main" id="{00B601CE-70EE-68E7-A975-36865759B1E3}"/>
              </a:ext>
            </a:extLst>
          </p:cNvPr>
          <p:cNvSpPr/>
          <p:nvPr/>
        </p:nvSpPr>
        <p:spPr>
          <a:xfrm>
            <a:off x="10771632" y="251460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12" name="Text 59">
            <a:extLst>
              <a:ext uri="{FF2B5EF4-FFF2-40B4-BE49-F238E27FC236}">
                <a16:creationId xmlns:a16="http://schemas.microsoft.com/office/drawing/2014/main" id="{25E00374-6D1E-5879-257E-4E10FAC808EA}"/>
              </a:ext>
            </a:extLst>
          </p:cNvPr>
          <p:cNvSpPr/>
          <p:nvPr/>
        </p:nvSpPr>
        <p:spPr>
          <a:xfrm>
            <a:off x="1280160" y="2871216"/>
            <a:ext cx="777240" cy="384048"/>
          </a:xfrm>
          <a:prstGeom prst="rect">
            <a:avLst/>
          </a:prstGeom>
          <a:noFill/>
          <a:ln/>
        </p:spPr>
        <p:txBody>
          <a:bodyPr wrap="square" rtlCol="0" anchor="ctr"/>
          <a:lstStyle/>
          <a:p>
            <a:pPr marL="0" indent="0" algn="r">
              <a:buNone/>
            </a:pPr>
            <a:r>
              <a:rPr lang="en-US" sz="1400" b="1">
                <a:solidFill>
                  <a:srgbClr val="1E2761"/>
                </a:solidFill>
                <a:ea typeface="Calibri" pitchFamily="34" charset="-122"/>
                <a:cs typeface="Calibri" pitchFamily="34" charset="-120"/>
              </a:rPr>
              <a:t>COMP</a:t>
            </a:r>
            <a:endParaRPr lang="en-US" sz="1400"/>
          </a:p>
        </p:txBody>
      </p:sp>
      <p:sp>
        <p:nvSpPr>
          <p:cNvPr id="213" name="Shape 60">
            <a:extLst>
              <a:ext uri="{FF2B5EF4-FFF2-40B4-BE49-F238E27FC236}">
                <a16:creationId xmlns:a16="http://schemas.microsoft.com/office/drawing/2014/main" id="{27379506-209D-08BF-1214-7F2428BC6699}"/>
              </a:ext>
              <a:ext uri="{C183D7F6-B498-43B3-948B-1728B52AA6E4}">
                <adec:decorative xmlns:adec="http://schemas.microsoft.com/office/drawing/2017/decorative" val="1"/>
              </a:ext>
            </a:extLst>
          </p:cNvPr>
          <p:cNvSpPr/>
          <p:nvPr/>
        </p:nvSpPr>
        <p:spPr>
          <a:xfrm>
            <a:off x="2130552" y="2898648"/>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14" name="Text 61">
            <a:extLst>
              <a:ext uri="{FF2B5EF4-FFF2-40B4-BE49-F238E27FC236}">
                <a16:creationId xmlns:a16="http://schemas.microsoft.com/office/drawing/2014/main" id="{5F59F05C-2CF3-9C9A-E69D-117FA8D9C171}"/>
              </a:ext>
            </a:extLst>
          </p:cNvPr>
          <p:cNvSpPr/>
          <p:nvPr/>
        </p:nvSpPr>
        <p:spPr>
          <a:xfrm>
            <a:off x="213055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15" name="Shape 62">
            <a:extLst>
              <a:ext uri="{FF2B5EF4-FFF2-40B4-BE49-F238E27FC236}">
                <a16:creationId xmlns:a16="http://schemas.microsoft.com/office/drawing/2014/main" id="{E30C5C6F-94C5-8E96-DF6B-CB219FD7EFA3}"/>
              </a:ext>
              <a:ext uri="{C183D7F6-B498-43B3-948B-1728B52AA6E4}">
                <adec:decorative xmlns:adec="http://schemas.microsoft.com/office/drawing/2017/decorative" val="1"/>
              </a:ext>
            </a:extLst>
          </p:cNvPr>
          <p:cNvSpPr/>
          <p:nvPr/>
        </p:nvSpPr>
        <p:spPr>
          <a:xfrm>
            <a:off x="3090672" y="2898648"/>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16" name="Text 63">
            <a:extLst>
              <a:ext uri="{FF2B5EF4-FFF2-40B4-BE49-F238E27FC236}">
                <a16:creationId xmlns:a16="http://schemas.microsoft.com/office/drawing/2014/main" id="{5151DF4A-1EB0-C9FE-26A3-9086D3F6DCBF}"/>
              </a:ext>
            </a:extLst>
          </p:cNvPr>
          <p:cNvSpPr/>
          <p:nvPr/>
        </p:nvSpPr>
        <p:spPr>
          <a:xfrm>
            <a:off x="309067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17" name="Shape 64">
            <a:extLst>
              <a:ext uri="{FF2B5EF4-FFF2-40B4-BE49-F238E27FC236}">
                <a16:creationId xmlns:a16="http://schemas.microsoft.com/office/drawing/2014/main" id="{D222F51A-2050-920F-32B1-F970DF38AA4F}"/>
              </a:ext>
              <a:ext uri="{C183D7F6-B498-43B3-948B-1728B52AA6E4}">
                <adec:decorative xmlns:adec="http://schemas.microsoft.com/office/drawing/2017/decorative" val="1"/>
              </a:ext>
            </a:extLst>
          </p:cNvPr>
          <p:cNvSpPr/>
          <p:nvPr/>
        </p:nvSpPr>
        <p:spPr>
          <a:xfrm>
            <a:off x="4050792" y="2898648"/>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18" name="Text 65">
            <a:extLst>
              <a:ext uri="{FF2B5EF4-FFF2-40B4-BE49-F238E27FC236}">
                <a16:creationId xmlns:a16="http://schemas.microsoft.com/office/drawing/2014/main" id="{EFDE0F4A-B522-9627-ACF8-A298ABEABCF3}"/>
              </a:ext>
            </a:extLst>
          </p:cNvPr>
          <p:cNvSpPr/>
          <p:nvPr/>
        </p:nvSpPr>
        <p:spPr>
          <a:xfrm>
            <a:off x="405079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19" name="Shape 66">
            <a:extLst>
              <a:ext uri="{FF2B5EF4-FFF2-40B4-BE49-F238E27FC236}">
                <a16:creationId xmlns:a16="http://schemas.microsoft.com/office/drawing/2014/main" id="{407F3406-D910-2863-7291-2AB25F6A2D39}"/>
              </a:ext>
              <a:ext uri="{C183D7F6-B498-43B3-948B-1728B52AA6E4}">
                <adec:decorative xmlns:adec="http://schemas.microsoft.com/office/drawing/2017/decorative" val="1"/>
              </a:ext>
            </a:extLst>
          </p:cNvPr>
          <p:cNvSpPr/>
          <p:nvPr/>
        </p:nvSpPr>
        <p:spPr>
          <a:xfrm>
            <a:off x="5010912" y="2898648"/>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20" name="Text 67">
            <a:extLst>
              <a:ext uri="{FF2B5EF4-FFF2-40B4-BE49-F238E27FC236}">
                <a16:creationId xmlns:a16="http://schemas.microsoft.com/office/drawing/2014/main" id="{4C0E0441-5AFD-B8AC-9BB8-F2F0030D568F}"/>
              </a:ext>
            </a:extLst>
          </p:cNvPr>
          <p:cNvSpPr/>
          <p:nvPr/>
        </p:nvSpPr>
        <p:spPr>
          <a:xfrm>
            <a:off x="501091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21" name="Shape 68">
            <a:extLst>
              <a:ext uri="{FF2B5EF4-FFF2-40B4-BE49-F238E27FC236}">
                <a16:creationId xmlns:a16="http://schemas.microsoft.com/office/drawing/2014/main" id="{FBAC8568-76AD-F5C2-6BA1-E9426B410CE6}"/>
              </a:ext>
              <a:ext uri="{C183D7F6-B498-43B3-948B-1728B52AA6E4}">
                <adec:decorative xmlns:adec="http://schemas.microsoft.com/office/drawing/2017/decorative" val="1"/>
              </a:ext>
            </a:extLst>
          </p:cNvPr>
          <p:cNvSpPr/>
          <p:nvPr/>
        </p:nvSpPr>
        <p:spPr>
          <a:xfrm>
            <a:off x="5971032" y="2898648"/>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22" name="Text 69">
            <a:extLst>
              <a:ext uri="{FF2B5EF4-FFF2-40B4-BE49-F238E27FC236}">
                <a16:creationId xmlns:a16="http://schemas.microsoft.com/office/drawing/2014/main" id="{6E486987-2C25-6456-C31B-8488E56AFACC}"/>
              </a:ext>
            </a:extLst>
          </p:cNvPr>
          <p:cNvSpPr/>
          <p:nvPr/>
        </p:nvSpPr>
        <p:spPr>
          <a:xfrm>
            <a:off x="597103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23" name="Shape 70">
            <a:extLst>
              <a:ext uri="{FF2B5EF4-FFF2-40B4-BE49-F238E27FC236}">
                <a16:creationId xmlns:a16="http://schemas.microsoft.com/office/drawing/2014/main" id="{3071B356-E3B8-A7EC-8296-9F0A672AF6E7}"/>
              </a:ext>
              <a:ext uri="{C183D7F6-B498-43B3-948B-1728B52AA6E4}">
                <adec:decorative xmlns:adec="http://schemas.microsoft.com/office/drawing/2017/decorative" val="1"/>
              </a:ext>
            </a:extLst>
          </p:cNvPr>
          <p:cNvSpPr/>
          <p:nvPr/>
        </p:nvSpPr>
        <p:spPr>
          <a:xfrm>
            <a:off x="6931152" y="2898648"/>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24" name="Text 71">
            <a:extLst>
              <a:ext uri="{FF2B5EF4-FFF2-40B4-BE49-F238E27FC236}">
                <a16:creationId xmlns:a16="http://schemas.microsoft.com/office/drawing/2014/main" id="{A6D71D3C-45C1-7EA8-16EA-673990C16DEB}"/>
              </a:ext>
            </a:extLst>
          </p:cNvPr>
          <p:cNvSpPr/>
          <p:nvPr/>
        </p:nvSpPr>
        <p:spPr>
          <a:xfrm>
            <a:off x="693115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25" name="Shape 72">
            <a:extLst>
              <a:ext uri="{FF2B5EF4-FFF2-40B4-BE49-F238E27FC236}">
                <a16:creationId xmlns:a16="http://schemas.microsoft.com/office/drawing/2014/main" id="{7B19628A-1F11-ED68-2663-997D844E07BF}"/>
              </a:ext>
              <a:ext uri="{C183D7F6-B498-43B3-948B-1728B52AA6E4}">
                <adec:decorative xmlns:adec="http://schemas.microsoft.com/office/drawing/2017/decorative" val="1"/>
              </a:ext>
            </a:extLst>
          </p:cNvPr>
          <p:cNvSpPr/>
          <p:nvPr/>
        </p:nvSpPr>
        <p:spPr>
          <a:xfrm>
            <a:off x="7891272" y="2898648"/>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26" name="Text 73">
            <a:extLst>
              <a:ext uri="{FF2B5EF4-FFF2-40B4-BE49-F238E27FC236}">
                <a16:creationId xmlns:a16="http://schemas.microsoft.com/office/drawing/2014/main" id="{2D06977F-24D8-0455-4C9D-BEE8141403FF}"/>
              </a:ext>
            </a:extLst>
          </p:cNvPr>
          <p:cNvSpPr/>
          <p:nvPr/>
        </p:nvSpPr>
        <p:spPr>
          <a:xfrm>
            <a:off x="7891272" y="2898648"/>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27" name="Shape 74">
            <a:extLst>
              <a:ext uri="{FF2B5EF4-FFF2-40B4-BE49-F238E27FC236}">
                <a16:creationId xmlns:a16="http://schemas.microsoft.com/office/drawing/2014/main" id="{A1AB0A7A-554F-C497-31B8-D60CAA3960BF}"/>
              </a:ext>
              <a:ext uri="{C183D7F6-B498-43B3-948B-1728B52AA6E4}">
                <adec:decorative xmlns:adec="http://schemas.microsoft.com/office/drawing/2017/decorative" val="1"/>
              </a:ext>
            </a:extLst>
          </p:cNvPr>
          <p:cNvSpPr/>
          <p:nvPr/>
        </p:nvSpPr>
        <p:spPr>
          <a:xfrm>
            <a:off x="8851392" y="2898648"/>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28" name="Text 75">
            <a:extLst>
              <a:ext uri="{FF2B5EF4-FFF2-40B4-BE49-F238E27FC236}">
                <a16:creationId xmlns:a16="http://schemas.microsoft.com/office/drawing/2014/main" id="{ADAC7AED-1C2C-E00B-EDC9-46E1E8FE603F}"/>
              </a:ext>
            </a:extLst>
          </p:cNvPr>
          <p:cNvSpPr/>
          <p:nvPr/>
        </p:nvSpPr>
        <p:spPr>
          <a:xfrm>
            <a:off x="885139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29" name="Shape 76">
            <a:extLst>
              <a:ext uri="{FF2B5EF4-FFF2-40B4-BE49-F238E27FC236}">
                <a16:creationId xmlns:a16="http://schemas.microsoft.com/office/drawing/2014/main" id="{D7569254-213B-824C-553E-98A0D1162F07}"/>
              </a:ext>
              <a:ext uri="{C183D7F6-B498-43B3-948B-1728B52AA6E4}">
                <adec:decorative xmlns:adec="http://schemas.microsoft.com/office/drawing/2017/decorative" val="1"/>
              </a:ext>
            </a:extLst>
          </p:cNvPr>
          <p:cNvSpPr/>
          <p:nvPr/>
        </p:nvSpPr>
        <p:spPr>
          <a:xfrm>
            <a:off x="9811512" y="2898648"/>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30" name="Text 77">
            <a:extLst>
              <a:ext uri="{FF2B5EF4-FFF2-40B4-BE49-F238E27FC236}">
                <a16:creationId xmlns:a16="http://schemas.microsoft.com/office/drawing/2014/main" id="{0305DC3E-2FD3-87F2-BBEF-DF63F1D361B9}"/>
              </a:ext>
            </a:extLst>
          </p:cNvPr>
          <p:cNvSpPr/>
          <p:nvPr/>
        </p:nvSpPr>
        <p:spPr>
          <a:xfrm>
            <a:off x="981151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31" name="Shape 78">
            <a:extLst>
              <a:ext uri="{FF2B5EF4-FFF2-40B4-BE49-F238E27FC236}">
                <a16:creationId xmlns:a16="http://schemas.microsoft.com/office/drawing/2014/main" id="{01955DF8-A2AC-DBFD-39EB-247985BCFD4A}"/>
              </a:ext>
              <a:ext uri="{C183D7F6-B498-43B3-948B-1728B52AA6E4}">
                <adec:decorative xmlns:adec="http://schemas.microsoft.com/office/drawing/2017/decorative" val="1"/>
              </a:ext>
            </a:extLst>
          </p:cNvPr>
          <p:cNvSpPr/>
          <p:nvPr/>
        </p:nvSpPr>
        <p:spPr>
          <a:xfrm>
            <a:off x="10771632" y="2898648"/>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32" name="Text 79">
            <a:extLst>
              <a:ext uri="{FF2B5EF4-FFF2-40B4-BE49-F238E27FC236}">
                <a16:creationId xmlns:a16="http://schemas.microsoft.com/office/drawing/2014/main" id="{CF10EDBB-824F-9CA1-C31E-6CCBC3D458D5}"/>
              </a:ext>
            </a:extLst>
          </p:cNvPr>
          <p:cNvSpPr/>
          <p:nvPr/>
        </p:nvSpPr>
        <p:spPr>
          <a:xfrm>
            <a:off x="10771632" y="2898648"/>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33" name="Text 80">
            <a:extLst>
              <a:ext uri="{FF2B5EF4-FFF2-40B4-BE49-F238E27FC236}">
                <a16:creationId xmlns:a16="http://schemas.microsoft.com/office/drawing/2014/main" id="{1482F6C1-ADB1-2C26-8655-091460F9F6DA}"/>
              </a:ext>
            </a:extLst>
          </p:cNvPr>
          <p:cNvSpPr/>
          <p:nvPr/>
        </p:nvSpPr>
        <p:spPr>
          <a:xfrm>
            <a:off x="1280160" y="3255264"/>
            <a:ext cx="777240" cy="384048"/>
          </a:xfrm>
          <a:prstGeom prst="rect">
            <a:avLst/>
          </a:prstGeom>
          <a:noFill/>
          <a:ln/>
        </p:spPr>
        <p:txBody>
          <a:bodyPr wrap="square" rtlCol="0" anchor="ctr"/>
          <a:lstStyle/>
          <a:p>
            <a:pPr marL="0" indent="0" algn="r">
              <a:buNone/>
            </a:pPr>
            <a:r>
              <a:rPr lang="en-US" sz="1400" b="1">
                <a:solidFill>
                  <a:srgbClr val="1E2761"/>
                </a:solidFill>
                <a:ea typeface="Calibri" pitchFamily="34" charset="-122"/>
                <a:cs typeface="Calibri" pitchFamily="34" charset="-120"/>
              </a:rPr>
              <a:t>FIN</a:t>
            </a:r>
            <a:endParaRPr lang="en-US" sz="1400"/>
          </a:p>
        </p:txBody>
      </p:sp>
      <p:sp>
        <p:nvSpPr>
          <p:cNvPr id="234" name="Shape 81">
            <a:extLst>
              <a:ext uri="{FF2B5EF4-FFF2-40B4-BE49-F238E27FC236}">
                <a16:creationId xmlns:a16="http://schemas.microsoft.com/office/drawing/2014/main" id="{64A73558-67B0-3899-3FA6-04A1B63E40C7}"/>
              </a:ext>
              <a:ext uri="{C183D7F6-B498-43B3-948B-1728B52AA6E4}">
                <adec:decorative xmlns:adec="http://schemas.microsoft.com/office/drawing/2017/decorative" val="1"/>
              </a:ext>
            </a:extLst>
          </p:cNvPr>
          <p:cNvSpPr/>
          <p:nvPr/>
        </p:nvSpPr>
        <p:spPr>
          <a:xfrm>
            <a:off x="2130552" y="3282696"/>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35" name="Text 82">
            <a:extLst>
              <a:ext uri="{FF2B5EF4-FFF2-40B4-BE49-F238E27FC236}">
                <a16:creationId xmlns:a16="http://schemas.microsoft.com/office/drawing/2014/main" id="{D2A9F61E-F928-F098-7B44-760286D6324F}"/>
              </a:ext>
            </a:extLst>
          </p:cNvPr>
          <p:cNvSpPr/>
          <p:nvPr/>
        </p:nvSpPr>
        <p:spPr>
          <a:xfrm>
            <a:off x="213055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36" name="Shape 83">
            <a:extLst>
              <a:ext uri="{FF2B5EF4-FFF2-40B4-BE49-F238E27FC236}">
                <a16:creationId xmlns:a16="http://schemas.microsoft.com/office/drawing/2014/main" id="{B7342615-E2D9-3DE5-E9DE-E3564BA8F8A0}"/>
              </a:ext>
              <a:ext uri="{C183D7F6-B498-43B3-948B-1728B52AA6E4}">
                <adec:decorative xmlns:adec="http://schemas.microsoft.com/office/drawing/2017/decorative" val="1"/>
              </a:ext>
            </a:extLst>
          </p:cNvPr>
          <p:cNvSpPr/>
          <p:nvPr/>
        </p:nvSpPr>
        <p:spPr>
          <a:xfrm>
            <a:off x="3090672" y="3282696"/>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37" name="Text 84">
            <a:extLst>
              <a:ext uri="{FF2B5EF4-FFF2-40B4-BE49-F238E27FC236}">
                <a16:creationId xmlns:a16="http://schemas.microsoft.com/office/drawing/2014/main" id="{F092EE55-8CE2-9BF5-D238-2D3E6CF4A477}"/>
              </a:ext>
            </a:extLst>
          </p:cNvPr>
          <p:cNvSpPr/>
          <p:nvPr/>
        </p:nvSpPr>
        <p:spPr>
          <a:xfrm>
            <a:off x="309067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38" name="Shape 85">
            <a:extLst>
              <a:ext uri="{FF2B5EF4-FFF2-40B4-BE49-F238E27FC236}">
                <a16:creationId xmlns:a16="http://schemas.microsoft.com/office/drawing/2014/main" id="{2E01AD3E-8789-3007-A908-6CE0A2CE33B9}"/>
              </a:ext>
              <a:ext uri="{C183D7F6-B498-43B3-948B-1728B52AA6E4}">
                <adec:decorative xmlns:adec="http://schemas.microsoft.com/office/drawing/2017/decorative" val="1"/>
              </a:ext>
            </a:extLst>
          </p:cNvPr>
          <p:cNvSpPr/>
          <p:nvPr/>
        </p:nvSpPr>
        <p:spPr>
          <a:xfrm>
            <a:off x="4050792" y="3282696"/>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39" name="Text 86">
            <a:extLst>
              <a:ext uri="{FF2B5EF4-FFF2-40B4-BE49-F238E27FC236}">
                <a16:creationId xmlns:a16="http://schemas.microsoft.com/office/drawing/2014/main" id="{8D419FB6-1299-CB4E-8F30-16A86E7D69B9}"/>
              </a:ext>
            </a:extLst>
          </p:cNvPr>
          <p:cNvSpPr/>
          <p:nvPr/>
        </p:nvSpPr>
        <p:spPr>
          <a:xfrm>
            <a:off x="4050792" y="3282696"/>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40" name="Shape 87">
            <a:extLst>
              <a:ext uri="{FF2B5EF4-FFF2-40B4-BE49-F238E27FC236}">
                <a16:creationId xmlns:a16="http://schemas.microsoft.com/office/drawing/2014/main" id="{FEFF9AD1-0FCC-753E-1E9A-DD307095E00A}"/>
              </a:ext>
              <a:ext uri="{C183D7F6-B498-43B3-948B-1728B52AA6E4}">
                <adec:decorative xmlns:adec="http://schemas.microsoft.com/office/drawing/2017/decorative" val="1"/>
              </a:ext>
            </a:extLst>
          </p:cNvPr>
          <p:cNvSpPr/>
          <p:nvPr/>
        </p:nvSpPr>
        <p:spPr>
          <a:xfrm>
            <a:off x="5010912" y="3282696"/>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41" name="Text 88">
            <a:extLst>
              <a:ext uri="{FF2B5EF4-FFF2-40B4-BE49-F238E27FC236}">
                <a16:creationId xmlns:a16="http://schemas.microsoft.com/office/drawing/2014/main" id="{AC84414C-BBE4-5ADC-30FA-4C8CE244410B}"/>
              </a:ext>
            </a:extLst>
          </p:cNvPr>
          <p:cNvSpPr/>
          <p:nvPr/>
        </p:nvSpPr>
        <p:spPr>
          <a:xfrm>
            <a:off x="501091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42" name="Shape 89">
            <a:extLst>
              <a:ext uri="{FF2B5EF4-FFF2-40B4-BE49-F238E27FC236}">
                <a16:creationId xmlns:a16="http://schemas.microsoft.com/office/drawing/2014/main" id="{7A39515D-CB19-2644-039F-53CF47D78B7E}"/>
              </a:ext>
              <a:ext uri="{C183D7F6-B498-43B3-948B-1728B52AA6E4}">
                <adec:decorative xmlns:adec="http://schemas.microsoft.com/office/drawing/2017/decorative" val="1"/>
              </a:ext>
            </a:extLst>
          </p:cNvPr>
          <p:cNvSpPr/>
          <p:nvPr/>
        </p:nvSpPr>
        <p:spPr>
          <a:xfrm>
            <a:off x="5971032" y="3282696"/>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43" name="Text 90">
            <a:extLst>
              <a:ext uri="{FF2B5EF4-FFF2-40B4-BE49-F238E27FC236}">
                <a16:creationId xmlns:a16="http://schemas.microsoft.com/office/drawing/2014/main" id="{34CE8BA2-0955-57CD-7736-BA3C0C4E7E2B}"/>
              </a:ext>
            </a:extLst>
          </p:cNvPr>
          <p:cNvSpPr/>
          <p:nvPr/>
        </p:nvSpPr>
        <p:spPr>
          <a:xfrm>
            <a:off x="597103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44" name="Shape 91">
            <a:extLst>
              <a:ext uri="{FF2B5EF4-FFF2-40B4-BE49-F238E27FC236}">
                <a16:creationId xmlns:a16="http://schemas.microsoft.com/office/drawing/2014/main" id="{CFFF4FBF-EBC2-F22A-1003-00DD8F336014}"/>
              </a:ext>
              <a:ext uri="{C183D7F6-B498-43B3-948B-1728B52AA6E4}">
                <adec:decorative xmlns:adec="http://schemas.microsoft.com/office/drawing/2017/decorative" val="1"/>
              </a:ext>
            </a:extLst>
          </p:cNvPr>
          <p:cNvSpPr/>
          <p:nvPr/>
        </p:nvSpPr>
        <p:spPr>
          <a:xfrm>
            <a:off x="6931152" y="3282696"/>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45" name="Text 92">
            <a:extLst>
              <a:ext uri="{FF2B5EF4-FFF2-40B4-BE49-F238E27FC236}">
                <a16:creationId xmlns:a16="http://schemas.microsoft.com/office/drawing/2014/main" id="{8FE8DCF0-8611-E9FD-365F-7303DB1DCA69}"/>
              </a:ext>
            </a:extLst>
          </p:cNvPr>
          <p:cNvSpPr/>
          <p:nvPr/>
        </p:nvSpPr>
        <p:spPr>
          <a:xfrm>
            <a:off x="693115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46" name="Shape 93">
            <a:extLst>
              <a:ext uri="{FF2B5EF4-FFF2-40B4-BE49-F238E27FC236}">
                <a16:creationId xmlns:a16="http://schemas.microsoft.com/office/drawing/2014/main" id="{82137031-5BFC-68DE-6868-742CCA2DF12B}"/>
              </a:ext>
              <a:ext uri="{C183D7F6-B498-43B3-948B-1728B52AA6E4}">
                <adec:decorative xmlns:adec="http://schemas.microsoft.com/office/drawing/2017/decorative" val="1"/>
              </a:ext>
            </a:extLst>
          </p:cNvPr>
          <p:cNvSpPr/>
          <p:nvPr/>
        </p:nvSpPr>
        <p:spPr>
          <a:xfrm>
            <a:off x="7891272" y="3282696"/>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47" name="Text 94">
            <a:extLst>
              <a:ext uri="{FF2B5EF4-FFF2-40B4-BE49-F238E27FC236}">
                <a16:creationId xmlns:a16="http://schemas.microsoft.com/office/drawing/2014/main" id="{E4C6C41E-65E8-9224-6FEC-E1AF0047DAE8}"/>
              </a:ext>
            </a:extLst>
          </p:cNvPr>
          <p:cNvSpPr/>
          <p:nvPr/>
        </p:nvSpPr>
        <p:spPr>
          <a:xfrm>
            <a:off x="789127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48" name="Shape 95">
            <a:extLst>
              <a:ext uri="{FF2B5EF4-FFF2-40B4-BE49-F238E27FC236}">
                <a16:creationId xmlns:a16="http://schemas.microsoft.com/office/drawing/2014/main" id="{DABD0136-3C58-3532-3AE1-9CEE9E4F480E}"/>
              </a:ext>
              <a:ext uri="{C183D7F6-B498-43B3-948B-1728B52AA6E4}">
                <adec:decorative xmlns:adec="http://schemas.microsoft.com/office/drawing/2017/decorative" val="1"/>
              </a:ext>
            </a:extLst>
          </p:cNvPr>
          <p:cNvSpPr/>
          <p:nvPr/>
        </p:nvSpPr>
        <p:spPr>
          <a:xfrm>
            <a:off x="8851392" y="3282696"/>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49" name="Text 96">
            <a:extLst>
              <a:ext uri="{FF2B5EF4-FFF2-40B4-BE49-F238E27FC236}">
                <a16:creationId xmlns:a16="http://schemas.microsoft.com/office/drawing/2014/main" id="{E40A683E-BA7F-D318-9D5D-6E8A38825E52}"/>
              </a:ext>
            </a:extLst>
          </p:cNvPr>
          <p:cNvSpPr/>
          <p:nvPr/>
        </p:nvSpPr>
        <p:spPr>
          <a:xfrm>
            <a:off x="885139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50" name="Shape 97">
            <a:extLst>
              <a:ext uri="{FF2B5EF4-FFF2-40B4-BE49-F238E27FC236}">
                <a16:creationId xmlns:a16="http://schemas.microsoft.com/office/drawing/2014/main" id="{A572120F-098F-76F1-D0B3-1FB1EEC8B863}"/>
              </a:ext>
              <a:ext uri="{C183D7F6-B498-43B3-948B-1728B52AA6E4}">
                <adec:decorative xmlns:adec="http://schemas.microsoft.com/office/drawing/2017/decorative" val="1"/>
              </a:ext>
            </a:extLst>
          </p:cNvPr>
          <p:cNvSpPr/>
          <p:nvPr/>
        </p:nvSpPr>
        <p:spPr>
          <a:xfrm>
            <a:off x="9811512" y="3282696"/>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51" name="Text 98">
            <a:extLst>
              <a:ext uri="{FF2B5EF4-FFF2-40B4-BE49-F238E27FC236}">
                <a16:creationId xmlns:a16="http://schemas.microsoft.com/office/drawing/2014/main" id="{1650DAD7-542E-73AC-51D0-ECBDB6758E60}"/>
              </a:ext>
            </a:extLst>
          </p:cNvPr>
          <p:cNvSpPr/>
          <p:nvPr/>
        </p:nvSpPr>
        <p:spPr>
          <a:xfrm>
            <a:off x="9811512" y="3282696"/>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52" name="Shape 99">
            <a:extLst>
              <a:ext uri="{FF2B5EF4-FFF2-40B4-BE49-F238E27FC236}">
                <a16:creationId xmlns:a16="http://schemas.microsoft.com/office/drawing/2014/main" id="{A0822142-3160-5CE7-2C7F-0668B843F4BA}"/>
              </a:ext>
              <a:ext uri="{C183D7F6-B498-43B3-948B-1728B52AA6E4}">
                <adec:decorative xmlns:adec="http://schemas.microsoft.com/office/drawing/2017/decorative" val="1"/>
              </a:ext>
            </a:extLst>
          </p:cNvPr>
          <p:cNvSpPr/>
          <p:nvPr/>
        </p:nvSpPr>
        <p:spPr>
          <a:xfrm>
            <a:off x="10771632" y="3282696"/>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53" name="Text 100">
            <a:extLst>
              <a:ext uri="{FF2B5EF4-FFF2-40B4-BE49-F238E27FC236}">
                <a16:creationId xmlns:a16="http://schemas.microsoft.com/office/drawing/2014/main" id="{9DE2D0B3-18CD-505D-03C4-02BB1976C3F0}"/>
              </a:ext>
            </a:extLst>
          </p:cNvPr>
          <p:cNvSpPr/>
          <p:nvPr/>
        </p:nvSpPr>
        <p:spPr>
          <a:xfrm>
            <a:off x="10771632" y="3282696"/>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54" name="Text 101">
            <a:extLst>
              <a:ext uri="{FF2B5EF4-FFF2-40B4-BE49-F238E27FC236}">
                <a16:creationId xmlns:a16="http://schemas.microsoft.com/office/drawing/2014/main" id="{6D4540B7-BF5C-C7C9-51DD-9F437978E223}"/>
              </a:ext>
            </a:extLst>
          </p:cNvPr>
          <p:cNvSpPr/>
          <p:nvPr/>
        </p:nvSpPr>
        <p:spPr>
          <a:xfrm>
            <a:off x="1280160" y="3639312"/>
            <a:ext cx="777240" cy="384048"/>
          </a:xfrm>
          <a:prstGeom prst="rect">
            <a:avLst/>
          </a:prstGeom>
          <a:noFill/>
          <a:ln/>
        </p:spPr>
        <p:txBody>
          <a:bodyPr wrap="square" rtlCol="0" anchor="ctr"/>
          <a:lstStyle/>
          <a:p>
            <a:pPr marL="0" indent="0" algn="r">
              <a:buNone/>
            </a:pPr>
            <a:r>
              <a:rPr lang="en-US" sz="1400" b="1">
                <a:solidFill>
                  <a:srgbClr val="1E2761"/>
                </a:solidFill>
                <a:ea typeface="Calibri" pitchFamily="34" charset="-122"/>
                <a:cs typeface="Calibri" pitchFamily="34" charset="-120"/>
              </a:rPr>
              <a:t>MLO</a:t>
            </a:r>
            <a:endParaRPr lang="en-US" sz="1400"/>
          </a:p>
        </p:txBody>
      </p:sp>
      <p:sp>
        <p:nvSpPr>
          <p:cNvPr id="255" name="Shape 102">
            <a:extLst>
              <a:ext uri="{FF2B5EF4-FFF2-40B4-BE49-F238E27FC236}">
                <a16:creationId xmlns:a16="http://schemas.microsoft.com/office/drawing/2014/main" id="{D85AFA9F-E524-D444-47B2-B6D0F253077A}"/>
              </a:ext>
              <a:ext uri="{C183D7F6-B498-43B3-948B-1728B52AA6E4}">
                <adec:decorative xmlns:adec="http://schemas.microsoft.com/office/drawing/2017/decorative" val="1"/>
              </a:ext>
            </a:extLst>
          </p:cNvPr>
          <p:cNvSpPr/>
          <p:nvPr/>
        </p:nvSpPr>
        <p:spPr>
          <a:xfrm>
            <a:off x="2130552" y="3666744"/>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56" name="Text 103">
            <a:extLst>
              <a:ext uri="{FF2B5EF4-FFF2-40B4-BE49-F238E27FC236}">
                <a16:creationId xmlns:a16="http://schemas.microsoft.com/office/drawing/2014/main" id="{ED9E0B5F-84A1-D823-9221-88D1BEEAEAAF}"/>
              </a:ext>
            </a:extLst>
          </p:cNvPr>
          <p:cNvSpPr/>
          <p:nvPr/>
        </p:nvSpPr>
        <p:spPr>
          <a:xfrm>
            <a:off x="2130552" y="3666744"/>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57" name="Shape 104">
            <a:extLst>
              <a:ext uri="{FF2B5EF4-FFF2-40B4-BE49-F238E27FC236}">
                <a16:creationId xmlns:a16="http://schemas.microsoft.com/office/drawing/2014/main" id="{A355295D-6EF8-6347-F23C-4A6DA0F22ACB}"/>
              </a:ext>
              <a:ext uri="{C183D7F6-B498-43B3-948B-1728B52AA6E4}">
                <adec:decorative xmlns:adec="http://schemas.microsoft.com/office/drawing/2017/decorative" val="1"/>
              </a:ext>
            </a:extLst>
          </p:cNvPr>
          <p:cNvSpPr/>
          <p:nvPr/>
        </p:nvSpPr>
        <p:spPr>
          <a:xfrm>
            <a:off x="3090672" y="3666744"/>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58" name="Text 105">
            <a:extLst>
              <a:ext uri="{FF2B5EF4-FFF2-40B4-BE49-F238E27FC236}">
                <a16:creationId xmlns:a16="http://schemas.microsoft.com/office/drawing/2014/main" id="{9EE2BB60-E108-8A50-48C8-B8384242FBE9}"/>
              </a:ext>
            </a:extLst>
          </p:cNvPr>
          <p:cNvSpPr/>
          <p:nvPr/>
        </p:nvSpPr>
        <p:spPr>
          <a:xfrm>
            <a:off x="309067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59" name="Shape 106">
            <a:extLst>
              <a:ext uri="{FF2B5EF4-FFF2-40B4-BE49-F238E27FC236}">
                <a16:creationId xmlns:a16="http://schemas.microsoft.com/office/drawing/2014/main" id="{6FB3452A-3B65-1E5F-9011-8D895B231A04}"/>
              </a:ext>
              <a:ext uri="{C183D7F6-B498-43B3-948B-1728B52AA6E4}">
                <adec:decorative xmlns:adec="http://schemas.microsoft.com/office/drawing/2017/decorative" val="1"/>
              </a:ext>
            </a:extLst>
          </p:cNvPr>
          <p:cNvSpPr/>
          <p:nvPr/>
        </p:nvSpPr>
        <p:spPr>
          <a:xfrm>
            <a:off x="4050792" y="3666744"/>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60" name="Text 107">
            <a:extLst>
              <a:ext uri="{FF2B5EF4-FFF2-40B4-BE49-F238E27FC236}">
                <a16:creationId xmlns:a16="http://schemas.microsoft.com/office/drawing/2014/main" id="{B2A2A308-8506-AF1C-4365-73F2F2644085}"/>
              </a:ext>
            </a:extLst>
          </p:cNvPr>
          <p:cNvSpPr/>
          <p:nvPr/>
        </p:nvSpPr>
        <p:spPr>
          <a:xfrm>
            <a:off x="405079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61" name="Shape 108">
            <a:extLst>
              <a:ext uri="{FF2B5EF4-FFF2-40B4-BE49-F238E27FC236}">
                <a16:creationId xmlns:a16="http://schemas.microsoft.com/office/drawing/2014/main" id="{9A744928-1969-CAB8-D860-A0EFE6177C4D}"/>
              </a:ext>
              <a:ext uri="{C183D7F6-B498-43B3-948B-1728B52AA6E4}">
                <adec:decorative xmlns:adec="http://schemas.microsoft.com/office/drawing/2017/decorative" val="1"/>
              </a:ext>
            </a:extLst>
          </p:cNvPr>
          <p:cNvSpPr/>
          <p:nvPr/>
        </p:nvSpPr>
        <p:spPr>
          <a:xfrm>
            <a:off x="5010912" y="3666744"/>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62" name="Text 109">
            <a:extLst>
              <a:ext uri="{FF2B5EF4-FFF2-40B4-BE49-F238E27FC236}">
                <a16:creationId xmlns:a16="http://schemas.microsoft.com/office/drawing/2014/main" id="{191777A7-E136-8939-DC93-6ECBB67D8689}"/>
              </a:ext>
            </a:extLst>
          </p:cNvPr>
          <p:cNvSpPr/>
          <p:nvPr/>
        </p:nvSpPr>
        <p:spPr>
          <a:xfrm>
            <a:off x="501091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63" name="Shape 110">
            <a:extLst>
              <a:ext uri="{FF2B5EF4-FFF2-40B4-BE49-F238E27FC236}">
                <a16:creationId xmlns:a16="http://schemas.microsoft.com/office/drawing/2014/main" id="{8C93189C-51C7-50BB-9F60-86FC8AC0431B}"/>
              </a:ext>
              <a:ext uri="{C183D7F6-B498-43B3-948B-1728B52AA6E4}">
                <adec:decorative xmlns:adec="http://schemas.microsoft.com/office/drawing/2017/decorative" val="1"/>
              </a:ext>
            </a:extLst>
          </p:cNvPr>
          <p:cNvSpPr/>
          <p:nvPr/>
        </p:nvSpPr>
        <p:spPr>
          <a:xfrm>
            <a:off x="5971032" y="3666744"/>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64" name="Text 111">
            <a:extLst>
              <a:ext uri="{FF2B5EF4-FFF2-40B4-BE49-F238E27FC236}">
                <a16:creationId xmlns:a16="http://schemas.microsoft.com/office/drawing/2014/main" id="{8FEFC1FD-A39B-EA97-BCE8-F7139017D19A}"/>
              </a:ext>
            </a:extLst>
          </p:cNvPr>
          <p:cNvSpPr/>
          <p:nvPr/>
        </p:nvSpPr>
        <p:spPr>
          <a:xfrm>
            <a:off x="597103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65" name="Shape 112">
            <a:extLst>
              <a:ext uri="{FF2B5EF4-FFF2-40B4-BE49-F238E27FC236}">
                <a16:creationId xmlns:a16="http://schemas.microsoft.com/office/drawing/2014/main" id="{4708BC82-31A1-5FEB-C642-0167EE6AEE11}"/>
              </a:ext>
              <a:ext uri="{C183D7F6-B498-43B3-948B-1728B52AA6E4}">
                <adec:decorative xmlns:adec="http://schemas.microsoft.com/office/drawing/2017/decorative" val="1"/>
              </a:ext>
            </a:extLst>
          </p:cNvPr>
          <p:cNvSpPr/>
          <p:nvPr/>
        </p:nvSpPr>
        <p:spPr>
          <a:xfrm>
            <a:off x="6931152" y="3666744"/>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66" name="Text 113">
            <a:extLst>
              <a:ext uri="{FF2B5EF4-FFF2-40B4-BE49-F238E27FC236}">
                <a16:creationId xmlns:a16="http://schemas.microsoft.com/office/drawing/2014/main" id="{2D592868-CE97-8189-976C-06D79350C76A}"/>
              </a:ext>
            </a:extLst>
          </p:cNvPr>
          <p:cNvSpPr/>
          <p:nvPr/>
        </p:nvSpPr>
        <p:spPr>
          <a:xfrm>
            <a:off x="693115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67" name="Shape 114">
            <a:extLst>
              <a:ext uri="{FF2B5EF4-FFF2-40B4-BE49-F238E27FC236}">
                <a16:creationId xmlns:a16="http://schemas.microsoft.com/office/drawing/2014/main" id="{62224EAF-DCE9-3581-106B-4CCAB8C4D9AD}"/>
              </a:ext>
              <a:ext uri="{C183D7F6-B498-43B3-948B-1728B52AA6E4}">
                <adec:decorative xmlns:adec="http://schemas.microsoft.com/office/drawing/2017/decorative" val="1"/>
              </a:ext>
            </a:extLst>
          </p:cNvPr>
          <p:cNvSpPr/>
          <p:nvPr/>
        </p:nvSpPr>
        <p:spPr>
          <a:xfrm>
            <a:off x="7891272" y="3666744"/>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68" name="Text 115">
            <a:extLst>
              <a:ext uri="{FF2B5EF4-FFF2-40B4-BE49-F238E27FC236}">
                <a16:creationId xmlns:a16="http://schemas.microsoft.com/office/drawing/2014/main" id="{64D71332-D346-1281-67F0-5EE513BA6DE9}"/>
              </a:ext>
            </a:extLst>
          </p:cNvPr>
          <p:cNvSpPr/>
          <p:nvPr/>
        </p:nvSpPr>
        <p:spPr>
          <a:xfrm>
            <a:off x="789127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69" name="Shape 116">
            <a:extLst>
              <a:ext uri="{FF2B5EF4-FFF2-40B4-BE49-F238E27FC236}">
                <a16:creationId xmlns:a16="http://schemas.microsoft.com/office/drawing/2014/main" id="{8D62E7FA-9E20-87D3-DB56-A4FBC0E0E509}"/>
              </a:ext>
              <a:ext uri="{C183D7F6-B498-43B3-948B-1728B52AA6E4}">
                <adec:decorative xmlns:adec="http://schemas.microsoft.com/office/drawing/2017/decorative" val="1"/>
              </a:ext>
            </a:extLst>
          </p:cNvPr>
          <p:cNvSpPr/>
          <p:nvPr/>
        </p:nvSpPr>
        <p:spPr>
          <a:xfrm>
            <a:off x="8851392" y="3666744"/>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70" name="Text 117">
            <a:extLst>
              <a:ext uri="{FF2B5EF4-FFF2-40B4-BE49-F238E27FC236}">
                <a16:creationId xmlns:a16="http://schemas.microsoft.com/office/drawing/2014/main" id="{46BEA327-56E0-8D57-9825-1A341D922F75}"/>
              </a:ext>
            </a:extLst>
          </p:cNvPr>
          <p:cNvSpPr/>
          <p:nvPr/>
        </p:nvSpPr>
        <p:spPr>
          <a:xfrm>
            <a:off x="885139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71" name="Shape 118">
            <a:extLst>
              <a:ext uri="{FF2B5EF4-FFF2-40B4-BE49-F238E27FC236}">
                <a16:creationId xmlns:a16="http://schemas.microsoft.com/office/drawing/2014/main" id="{3AD6E239-4730-C576-358D-177FF2C8F479}"/>
              </a:ext>
              <a:ext uri="{C183D7F6-B498-43B3-948B-1728B52AA6E4}">
                <adec:decorative xmlns:adec="http://schemas.microsoft.com/office/drawing/2017/decorative" val="1"/>
              </a:ext>
            </a:extLst>
          </p:cNvPr>
          <p:cNvSpPr/>
          <p:nvPr/>
        </p:nvSpPr>
        <p:spPr>
          <a:xfrm>
            <a:off x="9811512" y="3666744"/>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72" name="Text 119">
            <a:extLst>
              <a:ext uri="{FF2B5EF4-FFF2-40B4-BE49-F238E27FC236}">
                <a16:creationId xmlns:a16="http://schemas.microsoft.com/office/drawing/2014/main" id="{834B8E9B-BCD0-E18A-C2D8-435505FCD203}"/>
              </a:ext>
            </a:extLst>
          </p:cNvPr>
          <p:cNvSpPr/>
          <p:nvPr/>
        </p:nvSpPr>
        <p:spPr>
          <a:xfrm>
            <a:off x="9811512" y="3666744"/>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73" name="Shape 120">
            <a:extLst>
              <a:ext uri="{FF2B5EF4-FFF2-40B4-BE49-F238E27FC236}">
                <a16:creationId xmlns:a16="http://schemas.microsoft.com/office/drawing/2014/main" id="{38BE66B5-457C-1C60-4DE4-59CCE6086DA8}"/>
              </a:ext>
              <a:ext uri="{C183D7F6-B498-43B3-948B-1728B52AA6E4}">
                <adec:decorative xmlns:adec="http://schemas.microsoft.com/office/drawing/2017/decorative" val="1"/>
              </a:ext>
            </a:extLst>
          </p:cNvPr>
          <p:cNvSpPr/>
          <p:nvPr/>
        </p:nvSpPr>
        <p:spPr>
          <a:xfrm>
            <a:off x="10771632" y="3666744"/>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74" name="Text 121">
            <a:extLst>
              <a:ext uri="{FF2B5EF4-FFF2-40B4-BE49-F238E27FC236}">
                <a16:creationId xmlns:a16="http://schemas.microsoft.com/office/drawing/2014/main" id="{F7C0C3C7-6F44-63DD-6144-2A0F321E63DF}"/>
              </a:ext>
            </a:extLst>
          </p:cNvPr>
          <p:cNvSpPr/>
          <p:nvPr/>
        </p:nvSpPr>
        <p:spPr>
          <a:xfrm>
            <a:off x="10771632" y="3666744"/>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75" name="Text 122">
            <a:extLst>
              <a:ext uri="{FF2B5EF4-FFF2-40B4-BE49-F238E27FC236}">
                <a16:creationId xmlns:a16="http://schemas.microsoft.com/office/drawing/2014/main" id="{3823CDDB-70FC-3581-315C-B9FD785A24D4}"/>
              </a:ext>
            </a:extLst>
          </p:cNvPr>
          <p:cNvSpPr/>
          <p:nvPr/>
        </p:nvSpPr>
        <p:spPr>
          <a:xfrm>
            <a:off x="1280160" y="4023360"/>
            <a:ext cx="777240" cy="384048"/>
          </a:xfrm>
          <a:prstGeom prst="rect">
            <a:avLst/>
          </a:prstGeom>
          <a:noFill/>
          <a:ln/>
        </p:spPr>
        <p:txBody>
          <a:bodyPr wrap="square" rtlCol="0" anchor="ctr"/>
          <a:lstStyle/>
          <a:p>
            <a:pPr marL="0" indent="0" algn="r">
              <a:buNone/>
            </a:pPr>
            <a:r>
              <a:rPr lang="en-US" sz="1400" b="1">
                <a:solidFill>
                  <a:srgbClr val="1E2761"/>
                </a:solidFill>
                <a:ea typeface="Calibri" pitchFamily="34" charset="-122"/>
                <a:cs typeface="Calibri" pitchFamily="34" charset="-120"/>
              </a:rPr>
              <a:t>DATA</a:t>
            </a:r>
            <a:endParaRPr lang="en-US" sz="1400"/>
          </a:p>
        </p:txBody>
      </p:sp>
      <p:sp>
        <p:nvSpPr>
          <p:cNvPr id="276" name="Shape 123">
            <a:extLst>
              <a:ext uri="{FF2B5EF4-FFF2-40B4-BE49-F238E27FC236}">
                <a16:creationId xmlns:a16="http://schemas.microsoft.com/office/drawing/2014/main" id="{50EAE458-553A-44ED-3B56-F88375897434}"/>
              </a:ext>
              <a:ext uri="{C183D7F6-B498-43B3-948B-1728B52AA6E4}">
                <adec:decorative xmlns:adec="http://schemas.microsoft.com/office/drawing/2017/decorative" val="1"/>
              </a:ext>
            </a:extLst>
          </p:cNvPr>
          <p:cNvSpPr/>
          <p:nvPr/>
        </p:nvSpPr>
        <p:spPr>
          <a:xfrm>
            <a:off x="2130552" y="4050792"/>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77" name="Text 124">
            <a:extLst>
              <a:ext uri="{FF2B5EF4-FFF2-40B4-BE49-F238E27FC236}">
                <a16:creationId xmlns:a16="http://schemas.microsoft.com/office/drawing/2014/main" id="{F413DAF5-819B-2081-10DE-C68D118E67D6}"/>
              </a:ext>
            </a:extLst>
          </p:cNvPr>
          <p:cNvSpPr/>
          <p:nvPr/>
        </p:nvSpPr>
        <p:spPr>
          <a:xfrm>
            <a:off x="2130552" y="405079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78" name="Shape 125">
            <a:extLst>
              <a:ext uri="{FF2B5EF4-FFF2-40B4-BE49-F238E27FC236}">
                <a16:creationId xmlns:a16="http://schemas.microsoft.com/office/drawing/2014/main" id="{0DAF2CAB-76E1-EA4C-7D16-41C9065403FA}"/>
              </a:ext>
              <a:ext uri="{C183D7F6-B498-43B3-948B-1728B52AA6E4}">
                <adec:decorative xmlns:adec="http://schemas.microsoft.com/office/drawing/2017/decorative" val="1"/>
              </a:ext>
            </a:extLst>
          </p:cNvPr>
          <p:cNvSpPr/>
          <p:nvPr/>
        </p:nvSpPr>
        <p:spPr>
          <a:xfrm>
            <a:off x="3090672" y="4050792"/>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79" name="Text 126">
            <a:extLst>
              <a:ext uri="{FF2B5EF4-FFF2-40B4-BE49-F238E27FC236}">
                <a16:creationId xmlns:a16="http://schemas.microsoft.com/office/drawing/2014/main" id="{5CF24883-9D01-7C0C-9ACF-37CD9612D767}"/>
              </a:ext>
            </a:extLst>
          </p:cNvPr>
          <p:cNvSpPr/>
          <p:nvPr/>
        </p:nvSpPr>
        <p:spPr>
          <a:xfrm>
            <a:off x="3090672" y="4050792"/>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80" name="Shape 127">
            <a:extLst>
              <a:ext uri="{FF2B5EF4-FFF2-40B4-BE49-F238E27FC236}">
                <a16:creationId xmlns:a16="http://schemas.microsoft.com/office/drawing/2014/main" id="{BA8AD1E8-6474-877E-9046-70701D16F2D9}"/>
              </a:ext>
              <a:ext uri="{C183D7F6-B498-43B3-948B-1728B52AA6E4}">
                <adec:decorative xmlns:adec="http://schemas.microsoft.com/office/drawing/2017/decorative" val="1"/>
              </a:ext>
            </a:extLst>
          </p:cNvPr>
          <p:cNvSpPr/>
          <p:nvPr/>
        </p:nvSpPr>
        <p:spPr>
          <a:xfrm>
            <a:off x="4050792" y="405079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81" name="Text 128">
            <a:extLst>
              <a:ext uri="{FF2B5EF4-FFF2-40B4-BE49-F238E27FC236}">
                <a16:creationId xmlns:a16="http://schemas.microsoft.com/office/drawing/2014/main" id="{69F9F402-9A16-346D-E1CC-05F9665F3395}"/>
              </a:ext>
            </a:extLst>
          </p:cNvPr>
          <p:cNvSpPr/>
          <p:nvPr/>
        </p:nvSpPr>
        <p:spPr>
          <a:xfrm>
            <a:off x="4050792" y="405079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82" name="Shape 129">
            <a:extLst>
              <a:ext uri="{FF2B5EF4-FFF2-40B4-BE49-F238E27FC236}">
                <a16:creationId xmlns:a16="http://schemas.microsoft.com/office/drawing/2014/main" id="{A1DD4F1F-7D04-265C-B310-A7EBD9993C0D}"/>
              </a:ext>
              <a:ext uri="{C183D7F6-B498-43B3-948B-1728B52AA6E4}">
                <adec:decorative xmlns:adec="http://schemas.microsoft.com/office/drawing/2017/decorative" val="1"/>
              </a:ext>
            </a:extLst>
          </p:cNvPr>
          <p:cNvSpPr/>
          <p:nvPr/>
        </p:nvSpPr>
        <p:spPr>
          <a:xfrm>
            <a:off x="5010912" y="4050792"/>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83" name="Text 130">
            <a:extLst>
              <a:ext uri="{FF2B5EF4-FFF2-40B4-BE49-F238E27FC236}">
                <a16:creationId xmlns:a16="http://schemas.microsoft.com/office/drawing/2014/main" id="{D9E2CB80-BD79-1855-0945-0A885C1198FE}"/>
              </a:ext>
            </a:extLst>
          </p:cNvPr>
          <p:cNvSpPr/>
          <p:nvPr/>
        </p:nvSpPr>
        <p:spPr>
          <a:xfrm>
            <a:off x="5010912" y="405079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84" name="Shape 131">
            <a:extLst>
              <a:ext uri="{FF2B5EF4-FFF2-40B4-BE49-F238E27FC236}">
                <a16:creationId xmlns:a16="http://schemas.microsoft.com/office/drawing/2014/main" id="{C6A64EC9-C13F-0625-7043-0AB60D27F2F7}"/>
              </a:ext>
              <a:ext uri="{C183D7F6-B498-43B3-948B-1728B52AA6E4}">
                <adec:decorative xmlns:adec="http://schemas.microsoft.com/office/drawing/2017/decorative" val="1"/>
              </a:ext>
            </a:extLst>
          </p:cNvPr>
          <p:cNvSpPr/>
          <p:nvPr/>
        </p:nvSpPr>
        <p:spPr>
          <a:xfrm>
            <a:off x="5971032" y="4050792"/>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85" name="Text 132">
            <a:extLst>
              <a:ext uri="{FF2B5EF4-FFF2-40B4-BE49-F238E27FC236}">
                <a16:creationId xmlns:a16="http://schemas.microsoft.com/office/drawing/2014/main" id="{C8950A8C-B6FB-2A16-AD33-E150BD2C8511}"/>
              </a:ext>
            </a:extLst>
          </p:cNvPr>
          <p:cNvSpPr/>
          <p:nvPr/>
        </p:nvSpPr>
        <p:spPr>
          <a:xfrm>
            <a:off x="5971032" y="405079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86" name="Shape 133">
            <a:extLst>
              <a:ext uri="{FF2B5EF4-FFF2-40B4-BE49-F238E27FC236}">
                <a16:creationId xmlns:a16="http://schemas.microsoft.com/office/drawing/2014/main" id="{F6A29E3E-EDDA-9FA6-3E25-9BD94A1ED3F5}"/>
              </a:ext>
              <a:ext uri="{C183D7F6-B498-43B3-948B-1728B52AA6E4}">
                <adec:decorative xmlns:adec="http://schemas.microsoft.com/office/drawing/2017/decorative" val="1"/>
              </a:ext>
            </a:extLst>
          </p:cNvPr>
          <p:cNvSpPr/>
          <p:nvPr/>
        </p:nvSpPr>
        <p:spPr>
          <a:xfrm>
            <a:off x="6931152" y="4050792"/>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87" name="Text 134">
            <a:extLst>
              <a:ext uri="{FF2B5EF4-FFF2-40B4-BE49-F238E27FC236}">
                <a16:creationId xmlns:a16="http://schemas.microsoft.com/office/drawing/2014/main" id="{F5384328-2A65-9CBF-E063-BA0406F84794}"/>
              </a:ext>
            </a:extLst>
          </p:cNvPr>
          <p:cNvSpPr/>
          <p:nvPr/>
        </p:nvSpPr>
        <p:spPr>
          <a:xfrm>
            <a:off x="6931152" y="4050792"/>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88" name="Shape 135">
            <a:extLst>
              <a:ext uri="{FF2B5EF4-FFF2-40B4-BE49-F238E27FC236}">
                <a16:creationId xmlns:a16="http://schemas.microsoft.com/office/drawing/2014/main" id="{1658C4C6-471C-24EF-66CC-88EA39A76959}"/>
              </a:ext>
              <a:ext uri="{C183D7F6-B498-43B3-948B-1728B52AA6E4}">
                <adec:decorative xmlns:adec="http://schemas.microsoft.com/office/drawing/2017/decorative" val="1"/>
              </a:ext>
            </a:extLst>
          </p:cNvPr>
          <p:cNvSpPr/>
          <p:nvPr/>
        </p:nvSpPr>
        <p:spPr>
          <a:xfrm>
            <a:off x="7891272" y="4050792"/>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89" name="Text 136">
            <a:extLst>
              <a:ext uri="{FF2B5EF4-FFF2-40B4-BE49-F238E27FC236}">
                <a16:creationId xmlns:a16="http://schemas.microsoft.com/office/drawing/2014/main" id="{877B1560-0CB1-EB20-A340-00051024D3AC}"/>
              </a:ext>
            </a:extLst>
          </p:cNvPr>
          <p:cNvSpPr/>
          <p:nvPr/>
        </p:nvSpPr>
        <p:spPr>
          <a:xfrm>
            <a:off x="7891272" y="405079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90" name="Shape 137">
            <a:extLst>
              <a:ext uri="{FF2B5EF4-FFF2-40B4-BE49-F238E27FC236}">
                <a16:creationId xmlns:a16="http://schemas.microsoft.com/office/drawing/2014/main" id="{35FA1F67-91AA-0EF7-F9E5-13F10FA837E3}"/>
              </a:ext>
              <a:ext uri="{C183D7F6-B498-43B3-948B-1728B52AA6E4}">
                <adec:decorative xmlns:adec="http://schemas.microsoft.com/office/drawing/2017/decorative" val="1"/>
              </a:ext>
            </a:extLst>
          </p:cNvPr>
          <p:cNvSpPr/>
          <p:nvPr/>
        </p:nvSpPr>
        <p:spPr>
          <a:xfrm>
            <a:off x="8851392" y="4050792"/>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91" name="Text 138">
            <a:extLst>
              <a:ext uri="{FF2B5EF4-FFF2-40B4-BE49-F238E27FC236}">
                <a16:creationId xmlns:a16="http://schemas.microsoft.com/office/drawing/2014/main" id="{2EFC5A3E-0D5A-C266-90E2-5232C8850D97}"/>
              </a:ext>
            </a:extLst>
          </p:cNvPr>
          <p:cNvSpPr/>
          <p:nvPr/>
        </p:nvSpPr>
        <p:spPr>
          <a:xfrm>
            <a:off x="8851392" y="4050792"/>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92" name="Shape 139">
            <a:extLst>
              <a:ext uri="{FF2B5EF4-FFF2-40B4-BE49-F238E27FC236}">
                <a16:creationId xmlns:a16="http://schemas.microsoft.com/office/drawing/2014/main" id="{F2AF7FEF-B852-557B-CAE5-D66B6C57CCB0}"/>
              </a:ext>
              <a:ext uri="{C183D7F6-B498-43B3-948B-1728B52AA6E4}">
                <adec:decorative xmlns:adec="http://schemas.microsoft.com/office/drawing/2017/decorative" val="1"/>
              </a:ext>
            </a:extLst>
          </p:cNvPr>
          <p:cNvSpPr/>
          <p:nvPr/>
        </p:nvSpPr>
        <p:spPr>
          <a:xfrm>
            <a:off x="9811512" y="4050792"/>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293" name="Text 140">
            <a:extLst>
              <a:ext uri="{FF2B5EF4-FFF2-40B4-BE49-F238E27FC236}">
                <a16:creationId xmlns:a16="http://schemas.microsoft.com/office/drawing/2014/main" id="{BB840289-A77E-3F45-E69C-55752FFA8DE5}"/>
              </a:ext>
            </a:extLst>
          </p:cNvPr>
          <p:cNvSpPr/>
          <p:nvPr/>
        </p:nvSpPr>
        <p:spPr>
          <a:xfrm>
            <a:off x="9811512" y="4050792"/>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294" name="Shape 141">
            <a:extLst>
              <a:ext uri="{FF2B5EF4-FFF2-40B4-BE49-F238E27FC236}">
                <a16:creationId xmlns:a16="http://schemas.microsoft.com/office/drawing/2014/main" id="{48A24DF5-A0E6-7112-8F55-000E66E4A361}"/>
              </a:ext>
              <a:ext uri="{C183D7F6-B498-43B3-948B-1728B52AA6E4}">
                <adec:decorative xmlns:adec="http://schemas.microsoft.com/office/drawing/2017/decorative" val="1"/>
              </a:ext>
            </a:extLst>
          </p:cNvPr>
          <p:cNvSpPr/>
          <p:nvPr/>
        </p:nvSpPr>
        <p:spPr>
          <a:xfrm>
            <a:off x="10771632" y="4050792"/>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295" name="Text 142">
            <a:extLst>
              <a:ext uri="{FF2B5EF4-FFF2-40B4-BE49-F238E27FC236}">
                <a16:creationId xmlns:a16="http://schemas.microsoft.com/office/drawing/2014/main" id="{B2E6E84F-6002-FDA4-61AB-AFA6A98DA3B7}"/>
              </a:ext>
            </a:extLst>
          </p:cNvPr>
          <p:cNvSpPr/>
          <p:nvPr/>
        </p:nvSpPr>
        <p:spPr>
          <a:xfrm>
            <a:off x="10771632" y="4050792"/>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296" name="Text 143">
            <a:extLst>
              <a:ext uri="{FF2B5EF4-FFF2-40B4-BE49-F238E27FC236}">
                <a16:creationId xmlns:a16="http://schemas.microsoft.com/office/drawing/2014/main" id="{40A387F0-91D4-A214-C6AD-54F96945F608}"/>
              </a:ext>
            </a:extLst>
          </p:cNvPr>
          <p:cNvSpPr/>
          <p:nvPr/>
        </p:nvSpPr>
        <p:spPr>
          <a:xfrm>
            <a:off x="1280160" y="4407408"/>
            <a:ext cx="777240" cy="384048"/>
          </a:xfrm>
          <a:prstGeom prst="rect">
            <a:avLst/>
          </a:prstGeom>
          <a:noFill/>
          <a:ln/>
        </p:spPr>
        <p:txBody>
          <a:bodyPr wrap="square" rtlCol="0" anchor="ctr"/>
          <a:lstStyle/>
          <a:p>
            <a:pPr marL="0" indent="0" algn="r">
              <a:buNone/>
            </a:pPr>
            <a:r>
              <a:rPr lang="en-US" sz="1400" b="1">
                <a:solidFill>
                  <a:srgbClr val="1E2761"/>
                </a:solidFill>
                <a:ea typeface="Calibri" pitchFamily="34" charset="-122"/>
                <a:cs typeface="Calibri" pitchFamily="34" charset="-120"/>
              </a:rPr>
              <a:t>CoE</a:t>
            </a:r>
            <a:endParaRPr lang="en-US" sz="1400"/>
          </a:p>
        </p:txBody>
      </p:sp>
      <p:sp>
        <p:nvSpPr>
          <p:cNvPr id="297" name="Shape 144">
            <a:extLst>
              <a:ext uri="{FF2B5EF4-FFF2-40B4-BE49-F238E27FC236}">
                <a16:creationId xmlns:a16="http://schemas.microsoft.com/office/drawing/2014/main" id="{CAD37497-1195-5962-D559-72DEEEAF8449}"/>
              </a:ext>
              <a:ext uri="{C183D7F6-B498-43B3-948B-1728B52AA6E4}">
                <adec:decorative xmlns:adec="http://schemas.microsoft.com/office/drawing/2017/decorative" val="1"/>
              </a:ext>
            </a:extLst>
          </p:cNvPr>
          <p:cNvSpPr/>
          <p:nvPr/>
        </p:nvSpPr>
        <p:spPr>
          <a:xfrm>
            <a:off x="2130552" y="443484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298" name="Text 145">
            <a:extLst>
              <a:ext uri="{FF2B5EF4-FFF2-40B4-BE49-F238E27FC236}">
                <a16:creationId xmlns:a16="http://schemas.microsoft.com/office/drawing/2014/main" id="{BC1B1E0F-C153-3C9F-C48A-0A292A0B2AB3}"/>
              </a:ext>
            </a:extLst>
          </p:cNvPr>
          <p:cNvSpPr/>
          <p:nvPr/>
        </p:nvSpPr>
        <p:spPr>
          <a:xfrm>
            <a:off x="2130552" y="443484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299" name="Shape 146">
            <a:extLst>
              <a:ext uri="{FF2B5EF4-FFF2-40B4-BE49-F238E27FC236}">
                <a16:creationId xmlns:a16="http://schemas.microsoft.com/office/drawing/2014/main" id="{05F939AA-E178-7D85-2FB5-2C556526E9E5}"/>
              </a:ext>
              <a:ext uri="{C183D7F6-B498-43B3-948B-1728B52AA6E4}">
                <adec:decorative xmlns:adec="http://schemas.microsoft.com/office/drawing/2017/decorative" val="1"/>
              </a:ext>
            </a:extLst>
          </p:cNvPr>
          <p:cNvSpPr/>
          <p:nvPr/>
        </p:nvSpPr>
        <p:spPr>
          <a:xfrm>
            <a:off x="3090672" y="443484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300" name="Text 147">
            <a:extLst>
              <a:ext uri="{FF2B5EF4-FFF2-40B4-BE49-F238E27FC236}">
                <a16:creationId xmlns:a16="http://schemas.microsoft.com/office/drawing/2014/main" id="{A92F155A-D246-A105-FE43-F1CD034A6A96}"/>
              </a:ext>
            </a:extLst>
          </p:cNvPr>
          <p:cNvSpPr/>
          <p:nvPr/>
        </p:nvSpPr>
        <p:spPr>
          <a:xfrm>
            <a:off x="3090672" y="443484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301" name="Shape 148">
            <a:extLst>
              <a:ext uri="{FF2B5EF4-FFF2-40B4-BE49-F238E27FC236}">
                <a16:creationId xmlns:a16="http://schemas.microsoft.com/office/drawing/2014/main" id="{9AE283D2-0010-D1C0-87B2-A18F656ACFCB}"/>
              </a:ext>
              <a:ext uri="{C183D7F6-B498-43B3-948B-1728B52AA6E4}">
                <adec:decorative xmlns:adec="http://schemas.microsoft.com/office/drawing/2017/decorative" val="1"/>
              </a:ext>
            </a:extLst>
          </p:cNvPr>
          <p:cNvSpPr/>
          <p:nvPr/>
        </p:nvSpPr>
        <p:spPr>
          <a:xfrm>
            <a:off x="4050792" y="4434840"/>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302" name="Text 149">
            <a:extLst>
              <a:ext uri="{FF2B5EF4-FFF2-40B4-BE49-F238E27FC236}">
                <a16:creationId xmlns:a16="http://schemas.microsoft.com/office/drawing/2014/main" id="{E76FC33A-5EB0-4673-485E-419000957A4C}"/>
              </a:ext>
            </a:extLst>
          </p:cNvPr>
          <p:cNvSpPr/>
          <p:nvPr/>
        </p:nvSpPr>
        <p:spPr>
          <a:xfrm>
            <a:off x="4050792" y="4434840"/>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303" name="Shape 150">
            <a:extLst>
              <a:ext uri="{FF2B5EF4-FFF2-40B4-BE49-F238E27FC236}">
                <a16:creationId xmlns:a16="http://schemas.microsoft.com/office/drawing/2014/main" id="{7FFF690A-CA17-6180-DD55-304087134387}"/>
              </a:ext>
              <a:ext uri="{C183D7F6-B498-43B3-948B-1728B52AA6E4}">
                <adec:decorative xmlns:adec="http://schemas.microsoft.com/office/drawing/2017/decorative" val="1"/>
              </a:ext>
            </a:extLst>
          </p:cNvPr>
          <p:cNvSpPr/>
          <p:nvPr/>
        </p:nvSpPr>
        <p:spPr>
          <a:xfrm>
            <a:off x="5010912" y="443484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304" name="Text 151">
            <a:extLst>
              <a:ext uri="{FF2B5EF4-FFF2-40B4-BE49-F238E27FC236}">
                <a16:creationId xmlns:a16="http://schemas.microsoft.com/office/drawing/2014/main" id="{33B76529-ADCC-003A-6121-E3FB8D55C490}"/>
              </a:ext>
            </a:extLst>
          </p:cNvPr>
          <p:cNvSpPr/>
          <p:nvPr/>
        </p:nvSpPr>
        <p:spPr>
          <a:xfrm>
            <a:off x="5010912" y="443484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305" name="Shape 152">
            <a:extLst>
              <a:ext uri="{FF2B5EF4-FFF2-40B4-BE49-F238E27FC236}">
                <a16:creationId xmlns:a16="http://schemas.microsoft.com/office/drawing/2014/main" id="{31A01A7B-ABC6-D741-E3B9-27AFBC19EA90}"/>
              </a:ext>
              <a:ext uri="{C183D7F6-B498-43B3-948B-1728B52AA6E4}">
                <adec:decorative xmlns:adec="http://schemas.microsoft.com/office/drawing/2017/decorative" val="1"/>
              </a:ext>
            </a:extLst>
          </p:cNvPr>
          <p:cNvSpPr/>
          <p:nvPr/>
        </p:nvSpPr>
        <p:spPr>
          <a:xfrm>
            <a:off x="5971032" y="4434840"/>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306" name="Text 153">
            <a:extLst>
              <a:ext uri="{FF2B5EF4-FFF2-40B4-BE49-F238E27FC236}">
                <a16:creationId xmlns:a16="http://schemas.microsoft.com/office/drawing/2014/main" id="{28D2321D-E373-BCEB-144C-ED5E8165C44D}"/>
              </a:ext>
            </a:extLst>
          </p:cNvPr>
          <p:cNvSpPr/>
          <p:nvPr/>
        </p:nvSpPr>
        <p:spPr>
          <a:xfrm>
            <a:off x="5971032" y="4434840"/>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307" name="Shape 154">
            <a:extLst>
              <a:ext uri="{FF2B5EF4-FFF2-40B4-BE49-F238E27FC236}">
                <a16:creationId xmlns:a16="http://schemas.microsoft.com/office/drawing/2014/main" id="{CDC0AB6B-455C-3587-A7FB-4D1FB6EAFF71}"/>
              </a:ext>
              <a:ext uri="{C183D7F6-B498-43B3-948B-1728B52AA6E4}">
                <adec:decorative xmlns:adec="http://schemas.microsoft.com/office/drawing/2017/decorative" val="1"/>
              </a:ext>
            </a:extLst>
          </p:cNvPr>
          <p:cNvSpPr/>
          <p:nvPr/>
        </p:nvSpPr>
        <p:spPr>
          <a:xfrm>
            <a:off x="6931152" y="443484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308" name="Text 155">
            <a:extLst>
              <a:ext uri="{FF2B5EF4-FFF2-40B4-BE49-F238E27FC236}">
                <a16:creationId xmlns:a16="http://schemas.microsoft.com/office/drawing/2014/main" id="{02FA0513-7EC0-D1A0-E1E4-33BECD4BE0B0}"/>
              </a:ext>
            </a:extLst>
          </p:cNvPr>
          <p:cNvSpPr/>
          <p:nvPr/>
        </p:nvSpPr>
        <p:spPr>
          <a:xfrm>
            <a:off x="6931152" y="443484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309" name="Shape 156">
            <a:extLst>
              <a:ext uri="{FF2B5EF4-FFF2-40B4-BE49-F238E27FC236}">
                <a16:creationId xmlns:a16="http://schemas.microsoft.com/office/drawing/2014/main" id="{D98DC5E6-D9C0-D999-FF23-06BAE459823E}"/>
              </a:ext>
              <a:ext uri="{C183D7F6-B498-43B3-948B-1728B52AA6E4}">
                <adec:decorative xmlns:adec="http://schemas.microsoft.com/office/drawing/2017/decorative" val="1"/>
              </a:ext>
            </a:extLst>
          </p:cNvPr>
          <p:cNvSpPr/>
          <p:nvPr/>
        </p:nvSpPr>
        <p:spPr>
          <a:xfrm>
            <a:off x="7891272" y="4434840"/>
            <a:ext cx="905256" cy="329184"/>
          </a:xfrm>
          <a:prstGeom prst="rect">
            <a:avLst/>
          </a:prstGeom>
          <a:solidFill>
            <a:srgbClr val="CADCFC"/>
          </a:solidFill>
          <a:ln w="12700">
            <a:solidFill>
              <a:srgbClr val="FFFFFF"/>
            </a:solidFill>
            <a:prstDash val="solid"/>
          </a:ln>
        </p:spPr>
        <p:txBody>
          <a:bodyPr/>
          <a:lstStyle/>
          <a:p>
            <a:endParaRPr lang="en-AE" sz="1400"/>
          </a:p>
        </p:txBody>
      </p:sp>
      <p:sp>
        <p:nvSpPr>
          <p:cNvPr id="310" name="Text 157">
            <a:extLst>
              <a:ext uri="{FF2B5EF4-FFF2-40B4-BE49-F238E27FC236}">
                <a16:creationId xmlns:a16="http://schemas.microsoft.com/office/drawing/2014/main" id="{7EF04B59-4974-CAA5-EE66-8AAAD1AF4A8A}"/>
              </a:ext>
            </a:extLst>
          </p:cNvPr>
          <p:cNvSpPr/>
          <p:nvPr/>
        </p:nvSpPr>
        <p:spPr>
          <a:xfrm>
            <a:off x="7891272" y="4434840"/>
            <a:ext cx="905256" cy="329184"/>
          </a:xfrm>
          <a:prstGeom prst="rect">
            <a:avLst/>
          </a:prstGeom>
          <a:noFill/>
          <a:ln/>
        </p:spPr>
        <p:txBody>
          <a:bodyPr wrap="square" rtlCol="0" anchor="ctr"/>
          <a:lstStyle/>
          <a:p>
            <a:pPr marL="0" indent="0" algn="ctr">
              <a:buNone/>
            </a:pPr>
            <a:r>
              <a:rPr lang="en-US" sz="1400" b="1">
                <a:solidFill>
                  <a:srgbClr val="1A1A1A"/>
                </a:solidFill>
                <a:ea typeface="Calibri" pitchFamily="34" charset="-122"/>
                <a:cs typeface="Calibri" pitchFamily="34" charset="-120"/>
              </a:rPr>
              <a:t>L</a:t>
            </a:r>
            <a:endParaRPr lang="en-US" sz="1400"/>
          </a:p>
        </p:txBody>
      </p:sp>
      <p:sp>
        <p:nvSpPr>
          <p:cNvPr id="311" name="Shape 158">
            <a:extLst>
              <a:ext uri="{FF2B5EF4-FFF2-40B4-BE49-F238E27FC236}">
                <a16:creationId xmlns:a16="http://schemas.microsoft.com/office/drawing/2014/main" id="{20A6FF15-35A1-6F9C-4454-E008D7FB71F5}"/>
              </a:ext>
              <a:ext uri="{C183D7F6-B498-43B3-948B-1728B52AA6E4}">
                <adec:decorative xmlns:adec="http://schemas.microsoft.com/office/drawing/2017/decorative" val="1"/>
              </a:ext>
            </a:extLst>
          </p:cNvPr>
          <p:cNvSpPr/>
          <p:nvPr/>
        </p:nvSpPr>
        <p:spPr>
          <a:xfrm>
            <a:off x="8851392" y="443484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312" name="Text 159">
            <a:extLst>
              <a:ext uri="{FF2B5EF4-FFF2-40B4-BE49-F238E27FC236}">
                <a16:creationId xmlns:a16="http://schemas.microsoft.com/office/drawing/2014/main" id="{C771A72F-AD1C-D339-1AE2-B10FEAF0D69C}"/>
              </a:ext>
            </a:extLst>
          </p:cNvPr>
          <p:cNvSpPr/>
          <p:nvPr/>
        </p:nvSpPr>
        <p:spPr>
          <a:xfrm>
            <a:off x="8851392" y="443484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313" name="Shape 160">
            <a:extLst>
              <a:ext uri="{FF2B5EF4-FFF2-40B4-BE49-F238E27FC236}">
                <a16:creationId xmlns:a16="http://schemas.microsoft.com/office/drawing/2014/main" id="{5F24EC5F-0221-FF98-C9A6-3F6013D146B9}"/>
              </a:ext>
              <a:ext uri="{C183D7F6-B498-43B3-948B-1728B52AA6E4}">
                <adec:decorative xmlns:adec="http://schemas.microsoft.com/office/drawing/2017/decorative" val="1"/>
              </a:ext>
            </a:extLst>
          </p:cNvPr>
          <p:cNvSpPr/>
          <p:nvPr/>
        </p:nvSpPr>
        <p:spPr>
          <a:xfrm>
            <a:off x="9811512" y="4434840"/>
            <a:ext cx="905256" cy="329184"/>
          </a:xfrm>
          <a:prstGeom prst="rect">
            <a:avLst/>
          </a:prstGeom>
          <a:solidFill>
            <a:srgbClr val="1C7293"/>
          </a:solidFill>
          <a:ln w="12700">
            <a:solidFill>
              <a:srgbClr val="FFFFFF"/>
            </a:solidFill>
            <a:prstDash val="solid"/>
          </a:ln>
        </p:spPr>
        <p:txBody>
          <a:bodyPr/>
          <a:lstStyle/>
          <a:p>
            <a:endParaRPr lang="en-AE" sz="1400"/>
          </a:p>
        </p:txBody>
      </p:sp>
      <p:sp>
        <p:nvSpPr>
          <p:cNvPr id="314" name="Text 161">
            <a:extLst>
              <a:ext uri="{FF2B5EF4-FFF2-40B4-BE49-F238E27FC236}">
                <a16:creationId xmlns:a16="http://schemas.microsoft.com/office/drawing/2014/main" id="{FC73035C-0AE2-6CCD-C2F3-DD7F96472C8E}"/>
              </a:ext>
            </a:extLst>
          </p:cNvPr>
          <p:cNvSpPr/>
          <p:nvPr/>
        </p:nvSpPr>
        <p:spPr>
          <a:xfrm>
            <a:off x="9811512" y="443484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a:t>
            </a:r>
            <a:endParaRPr lang="en-US" sz="1400"/>
          </a:p>
        </p:txBody>
      </p:sp>
      <p:sp>
        <p:nvSpPr>
          <p:cNvPr id="315" name="Shape 162">
            <a:extLst>
              <a:ext uri="{FF2B5EF4-FFF2-40B4-BE49-F238E27FC236}">
                <a16:creationId xmlns:a16="http://schemas.microsoft.com/office/drawing/2014/main" id="{4686752C-B3CB-FF1E-01E2-14BE266E4447}"/>
              </a:ext>
              <a:ext uri="{C183D7F6-B498-43B3-948B-1728B52AA6E4}">
                <adec:decorative xmlns:adec="http://schemas.microsoft.com/office/drawing/2017/decorative" val="1"/>
              </a:ext>
            </a:extLst>
          </p:cNvPr>
          <p:cNvSpPr/>
          <p:nvPr/>
        </p:nvSpPr>
        <p:spPr>
          <a:xfrm>
            <a:off x="10771632" y="4434840"/>
            <a:ext cx="905256" cy="329184"/>
          </a:xfrm>
          <a:prstGeom prst="rect">
            <a:avLst/>
          </a:prstGeom>
          <a:solidFill>
            <a:srgbClr val="1E2761"/>
          </a:solidFill>
          <a:ln w="12700">
            <a:solidFill>
              <a:srgbClr val="FFFFFF"/>
            </a:solidFill>
            <a:prstDash val="solid"/>
          </a:ln>
        </p:spPr>
        <p:txBody>
          <a:bodyPr/>
          <a:lstStyle/>
          <a:p>
            <a:endParaRPr lang="en-AE" sz="1400"/>
          </a:p>
        </p:txBody>
      </p:sp>
      <p:sp>
        <p:nvSpPr>
          <p:cNvPr id="316" name="Text 163">
            <a:extLst>
              <a:ext uri="{FF2B5EF4-FFF2-40B4-BE49-F238E27FC236}">
                <a16:creationId xmlns:a16="http://schemas.microsoft.com/office/drawing/2014/main" id="{B7A2E372-D393-C705-860D-36D13B315BFA}"/>
              </a:ext>
            </a:extLst>
          </p:cNvPr>
          <p:cNvSpPr/>
          <p:nvPr/>
        </p:nvSpPr>
        <p:spPr>
          <a:xfrm>
            <a:off x="10771632" y="4434840"/>
            <a:ext cx="905256" cy="329184"/>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H</a:t>
            </a:r>
            <a:endParaRPr lang="en-US" sz="1400"/>
          </a:p>
        </p:txBody>
      </p:sp>
      <p:sp>
        <p:nvSpPr>
          <p:cNvPr id="317" name="Shape 164">
            <a:extLst>
              <a:ext uri="{FF2B5EF4-FFF2-40B4-BE49-F238E27FC236}">
                <a16:creationId xmlns:a16="http://schemas.microsoft.com/office/drawing/2014/main" id="{7C899BAE-92F2-E391-0A91-92CB7D43193B}"/>
              </a:ext>
              <a:ext uri="{C183D7F6-B498-43B3-948B-1728B52AA6E4}">
                <adec:decorative xmlns:adec="http://schemas.microsoft.com/office/drawing/2017/decorative" val="1"/>
              </a:ext>
            </a:extLst>
          </p:cNvPr>
          <p:cNvSpPr/>
          <p:nvPr/>
        </p:nvSpPr>
        <p:spPr>
          <a:xfrm>
            <a:off x="2205848" y="5157216"/>
            <a:ext cx="365760" cy="274320"/>
          </a:xfrm>
          <a:prstGeom prst="rect">
            <a:avLst/>
          </a:prstGeom>
          <a:solidFill>
            <a:srgbClr val="1E2761"/>
          </a:solidFill>
          <a:ln w="12700">
            <a:solidFill>
              <a:srgbClr val="FFFFFF"/>
            </a:solidFill>
            <a:prstDash val="solid"/>
          </a:ln>
        </p:spPr>
        <p:txBody>
          <a:bodyPr/>
          <a:lstStyle/>
          <a:p>
            <a:endParaRPr lang="en-AE" sz="1400"/>
          </a:p>
        </p:txBody>
      </p:sp>
      <p:sp>
        <p:nvSpPr>
          <p:cNvPr id="318" name="Text 165">
            <a:extLst>
              <a:ext uri="{FF2B5EF4-FFF2-40B4-BE49-F238E27FC236}">
                <a16:creationId xmlns:a16="http://schemas.microsoft.com/office/drawing/2014/main" id="{CE71C197-9AEC-4999-B525-0D53F1613AF5}"/>
              </a:ext>
            </a:extLst>
          </p:cNvPr>
          <p:cNvSpPr/>
          <p:nvPr/>
        </p:nvSpPr>
        <p:spPr>
          <a:xfrm>
            <a:off x="2663048" y="5157216"/>
            <a:ext cx="1554480" cy="274320"/>
          </a:xfrm>
          <a:prstGeom prst="rect">
            <a:avLst/>
          </a:prstGeom>
          <a:noFill/>
          <a:ln/>
        </p:spPr>
        <p:txBody>
          <a:bodyPr wrap="square" rtlCol="0" anchor="ctr"/>
          <a:lstStyle/>
          <a:p>
            <a:pPr marL="0" indent="0" algn="ctr">
              <a:buNone/>
            </a:pPr>
            <a:r>
              <a:rPr lang="en-US" sz="1400">
                <a:solidFill>
                  <a:srgbClr val="1A1A1A"/>
                </a:solidFill>
                <a:ea typeface="Calibri" pitchFamily="34" charset="-122"/>
                <a:cs typeface="Calibri" pitchFamily="34" charset="-120"/>
              </a:rPr>
              <a:t>H  High coverage</a:t>
            </a:r>
            <a:endParaRPr lang="en-US" sz="1400"/>
          </a:p>
        </p:txBody>
      </p:sp>
      <p:sp>
        <p:nvSpPr>
          <p:cNvPr id="319" name="Shape 166">
            <a:extLst>
              <a:ext uri="{FF2B5EF4-FFF2-40B4-BE49-F238E27FC236}">
                <a16:creationId xmlns:a16="http://schemas.microsoft.com/office/drawing/2014/main" id="{395C8F31-8A93-4478-E88C-CF91EBA0F605}"/>
              </a:ext>
              <a:ext uri="{C183D7F6-B498-43B3-948B-1728B52AA6E4}">
                <adec:decorative xmlns:adec="http://schemas.microsoft.com/office/drawing/2017/decorative" val="1"/>
              </a:ext>
            </a:extLst>
          </p:cNvPr>
          <p:cNvSpPr/>
          <p:nvPr/>
        </p:nvSpPr>
        <p:spPr>
          <a:xfrm>
            <a:off x="4590288" y="5143167"/>
            <a:ext cx="365760" cy="274320"/>
          </a:xfrm>
          <a:prstGeom prst="rect">
            <a:avLst/>
          </a:prstGeom>
          <a:solidFill>
            <a:srgbClr val="1C7293"/>
          </a:solidFill>
          <a:ln w="12700">
            <a:solidFill>
              <a:srgbClr val="FFFFFF"/>
            </a:solidFill>
            <a:prstDash val="solid"/>
          </a:ln>
        </p:spPr>
        <p:txBody>
          <a:bodyPr/>
          <a:lstStyle/>
          <a:p>
            <a:pPr algn="ctr"/>
            <a:endParaRPr lang="en-AE" sz="1400"/>
          </a:p>
        </p:txBody>
      </p:sp>
      <p:sp>
        <p:nvSpPr>
          <p:cNvPr id="320" name="Text 167">
            <a:extLst>
              <a:ext uri="{FF2B5EF4-FFF2-40B4-BE49-F238E27FC236}">
                <a16:creationId xmlns:a16="http://schemas.microsoft.com/office/drawing/2014/main" id="{CF2463CE-33F8-1553-1612-F9261B058E6F}"/>
              </a:ext>
            </a:extLst>
          </p:cNvPr>
          <p:cNvSpPr/>
          <p:nvPr/>
        </p:nvSpPr>
        <p:spPr>
          <a:xfrm>
            <a:off x="4963160" y="5140486"/>
            <a:ext cx="1940560" cy="274320"/>
          </a:xfrm>
          <a:prstGeom prst="rect">
            <a:avLst/>
          </a:prstGeom>
          <a:noFill/>
          <a:ln/>
        </p:spPr>
        <p:txBody>
          <a:bodyPr wrap="square" rtlCol="0" anchor="ctr"/>
          <a:lstStyle/>
          <a:p>
            <a:pPr marL="0" indent="0" algn="ctr">
              <a:buNone/>
            </a:pPr>
            <a:r>
              <a:rPr lang="en-US" sz="1400">
                <a:solidFill>
                  <a:srgbClr val="1A1A1A"/>
                </a:solidFill>
                <a:ea typeface="Calibri" pitchFamily="34" charset="-122"/>
                <a:cs typeface="Calibri" pitchFamily="34" charset="-120"/>
              </a:rPr>
              <a:t>M  Medium coverage</a:t>
            </a:r>
            <a:endParaRPr lang="en-US" sz="1400"/>
          </a:p>
        </p:txBody>
      </p:sp>
      <p:sp>
        <p:nvSpPr>
          <p:cNvPr id="321" name="Shape 168">
            <a:extLst>
              <a:ext uri="{FF2B5EF4-FFF2-40B4-BE49-F238E27FC236}">
                <a16:creationId xmlns:a16="http://schemas.microsoft.com/office/drawing/2014/main" id="{763A54C0-DD4E-3297-4897-55DC481E1321}"/>
              </a:ext>
              <a:ext uri="{C183D7F6-B498-43B3-948B-1728B52AA6E4}">
                <adec:decorative xmlns:adec="http://schemas.microsoft.com/office/drawing/2017/decorative" val="1"/>
              </a:ext>
            </a:extLst>
          </p:cNvPr>
          <p:cNvSpPr/>
          <p:nvPr/>
        </p:nvSpPr>
        <p:spPr>
          <a:xfrm>
            <a:off x="7098453" y="5140486"/>
            <a:ext cx="365760" cy="274320"/>
          </a:xfrm>
          <a:prstGeom prst="rect">
            <a:avLst/>
          </a:prstGeom>
          <a:solidFill>
            <a:srgbClr val="CADCFC"/>
          </a:solidFill>
          <a:ln w="12700">
            <a:solidFill>
              <a:srgbClr val="FFFFFF"/>
            </a:solidFill>
            <a:prstDash val="solid"/>
          </a:ln>
        </p:spPr>
        <p:txBody>
          <a:bodyPr/>
          <a:lstStyle/>
          <a:p>
            <a:pPr algn="ctr"/>
            <a:endParaRPr lang="en-AE" sz="1400"/>
          </a:p>
        </p:txBody>
      </p:sp>
      <p:sp>
        <p:nvSpPr>
          <p:cNvPr id="322" name="Text 169">
            <a:extLst>
              <a:ext uri="{FF2B5EF4-FFF2-40B4-BE49-F238E27FC236}">
                <a16:creationId xmlns:a16="http://schemas.microsoft.com/office/drawing/2014/main" id="{20484F54-3475-4216-E2F1-EB6F6BD38EF4}"/>
              </a:ext>
            </a:extLst>
          </p:cNvPr>
          <p:cNvSpPr/>
          <p:nvPr/>
        </p:nvSpPr>
        <p:spPr>
          <a:xfrm>
            <a:off x="7566660" y="5140486"/>
            <a:ext cx="1554480" cy="274320"/>
          </a:xfrm>
          <a:prstGeom prst="rect">
            <a:avLst/>
          </a:prstGeom>
          <a:noFill/>
          <a:ln/>
        </p:spPr>
        <p:txBody>
          <a:bodyPr wrap="square" rtlCol="0" anchor="ctr"/>
          <a:lstStyle/>
          <a:p>
            <a:pPr marL="0" indent="0" algn="ctr">
              <a:buNone/>
            </a:pPr>
            <a:r>
              <a:rPr lang="en-US" sz="1400">
                <a:solidFill>
                  <a:srgbClr val="1A1A1A"/>
                </a:solidFill>
                <a:ea typeface="Calibri" pitchFamily="34" charset="-122"/>
                <a:cs typeface="Calibri" pitchFamily="34" charset="-120"/>
              </a:rPr>
              <a:t>L  Low coverage</a:t>
            </a:r>
            <a:endParaRPr lang="en-US" sz="1400"/>
          </a:p>
        </p:txBody>
      </p:sp>
      <p:sp>
        <p:nvSpPr>
          <p:cNvPr id="323" name="Text 170">
            <a:extLst>
              <a:ext uri="{FF2B5EF4-FFF2-40B4-BE49-F238E27FC236}">
                <a16:creationId xmlns:a16="http://schemas.microsoft.com/office/drawing/2014/main" id="{3FAC5697-5341-92E0-4846-753A7ED66F6D}"/>
              </a:ext>
            </a:extLst>
          </p:cNvPr>
          <p:cNvSpPr/>
          <p:nvPr/>
        </p:nvSpPr>
        <p:spPr>
          <a:xfrm>
            <a:off x="457200" y="6035040"/>
            <a:ext cx="11247120" cy="274320"/>
          </a:xfrm>
          <a:prstGeom prst="rect">
            <a:avLst/>
          </a:prstGeom>
          <a:noFill/>
          <a:ln/>
        </p:spPr>
        <p:txBody>
          <a:bodyPr wrap="square" rtlCol="0" anchor="ctr"/>
          <a:lstStyle/>
          <a:p>
            <a:pPr marL="0" indent="0" algn="ctr">
              <a:buNone/>
            </a:pPr>
            <a:r>
              <a:rPr lang="en-US" sz="1400" i="1">
                <a:solidFill>
                  <a:srgbClr val="6B7280"/>
                </a:solidFill>
                <a:ea typeface="Calibri" pitchFamily="34" charset="-122"/>
                <a:cs typeface="Calibri" pitchFamily="34" charset="-120"/>
              </a:rPr>
              <a:t>Every checklist item maps to at least one pillar; the Excel workbook rolls this up automatically.</a:t>
            </a:r>
            <a:endParaRPr lang="en-US" sz="1400"/>
          </a:p>
        </p:txBody>
      </p:sp>
    </p:spTree>
    <p:extLst>
      <p:ext uri="{BB962C8B-B14F-4D97-AF65-F5344CB8AC3E}">
        <p14:creationId xmlns:p14="http://schemas.microsoft.com/office/powerpoint/2010/main" val="253154381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EAD07-D63A-6430-10A8-8D4F038D67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4E5E2D-20CC-3393-BB4A-1E3E0AF0157D}"/>
              </a:ext>
            </a:extLst>
          </p:cNvPr>
          <p:cNvSpPr>
            <a:spLocks noGrp="1"/>
          </p:cNvSpPr>
          <p:nvPr>
            <p:ph type="title"/>
          </p:nvPr>
        </p:nvSpPr>
        <p:spPr>
          <a:xfrm>
            <a:off x="575481" y="599437"/>
            <a:ext cx="11018520" cy="3323987"/>
          </a:xfrm>
        </p:spPr>
        <p:txBody>
          <a:bodyPr/>
          <a:lstStyle/>
          <a:p>
            <a:r>
              <a:rPr lang="en-GB"/>
              <a:t>Who owns what, across the lifecycle</a:t>
            </a:r>
            <a:br>
              <a:rPr lang="en-GB"/>
            </a:br>
            <a:br>
              <a:rPr lang="en-US"/>
            </a:br>
            <a:br>
              <a:rPr lang="en-US"/>
            </a:br>
            <a:br>
              <a:rPr lang="en-US"/>
            </a:br>
            <a:br>
              <a:rPr lang="en-US"/>
            </a:br>
            <a:endParaRPr lang="en-AE"/>
          </a:p>
        </p:txBody>
      </p:sp>
      <p:sp>
        <p:nvSpPr>
          <p:cNvPr id="3" name="Footer Placeholder 2">
            <a:extLst>
              <a:ext uri="{FF2B5EF4-FFF2-40B4-BE49-F238E27FC236}">
                <a16:creationId xmlns:a16="http://schemas.microsoft.com/office/drawing/2014/main" id="{C6C9C373-997F-5CCD-1992-1746F14F158E}"/>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FFEA165B-15E0-62F6-811D-C99D601F6E4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6" name="Shape 7">
            <a:extLst>
              <a:ext uri="{FF2B5EF4-FFF2-40B4-BE49-F238E27FC236}">
                <a16:creationId xmlns:a16="http://schemas.microsoft.com/office/drawing/2014/main" id="{689750B2-8D16-F5C3-3990-4D17F95A1784}"/>
              </a:ext>
              <a:ext uri="{C183D7F6-B498-43B3-948B-1728B52AA6E4}">
                <adec:decorative xmlns:adec="http://schemas.microsoft.com/office/drawing/2017/decorative" val="1"/>
              </a:ext>
            </a:extLst>
          </p:cNvPr>
          <p:cNvSpPr/>
          <p:nvPr/>
        </p:nvSpPr>
        <p:spPr>
          <a:xfrm>
            <a:off x="457200" y="1828800"/>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37" name="Shape 8">
            <a:extLst>
              <a:ext uri="{FF2B5EF4-FFF2-40B4-BE49-F238E27FC236}">
                <a16:creationId xmlns:a16="http://schemas.microsoft.com/office/drawing/2014/main" id="{D24CCA95-B231-B8CE-FB94-2EFCB2FE9B7F}"/>
              </a:ext>
              <a:ext uri="{C183D7F6-B498-43B3-948B-1728B52AA6E4}">
                <adec:decorative xmlns:adec="http://schemas.microsoft.com/office/drawing/2017/decorative" val="1"/>
              </a:ext>
            </a:extLst>
          </p:cNvPr>
          <p:cNvSpPr/>
          <p:nvPr/>
        </p:nvSpPr>
        <p:spPr>
          <a:xfrm>
            <a:off x="640080" y="1892808"/>
            <a:ext cx="292608" cy="292608"/>
          </a:xfrm>
          <a:prstGeom prst="ellipse">
            <a:avLst/>
          </a:prstGeom>
          <a:solidFill>
            <a:srgbClr val="002060"/>
          </a:solidFill>
          <a:ln w="12700">
            <a:noFill/>
            <a:prstDash val="solid"/>
          </a:ln>
        </p:spPr>
        <p:txBody>
          <a:bodyPr/>
          <a:lstStyle/>
          <a:p>
            <a:endParaRPr lang="en-AE" sz="1400"/>
          </a:p>
        </p:txBody>
      </p:sp>
      <p:sp>
        <p:nvSpPr>
          <p:cNvPr id="38" name="Text 9">
            <a:extLst>
              <a:ext uri="{FF2B5EF4-FFF2-40B4-BE49-F238E27FC236}">
                <a16:creationId xmlns:a16="http://schemas.microsoft.com/office/drawing/2014/main" id="{09EDDA03-CF16-E4BD-7352-44FD5DD67865}"/>
              </a:ext>
            </a:extLst>
          </p:cNvPr>
          <p:cNvSpPr/>
          <p:nvPr/>
        </p:nvSpPr>
        <p:spPr>
          <a:xfrm>
            <a:off x="640080" y="18928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1</a:t>
            </a:r>
            <a:endParaRPr lang="en-US" sz="1400"/>
          </a:p>
        </p:txBody>
      </p:sp>
      <p:sp>
        <p:nvSpPr>
          <p:cNvPr id="39" name="Text 10">
            <a:extLst>
              <a:ext uri="{FF2B5EF4-FFF2-40B4-BE49-F238E27FC236}">
                <a16:creationId xmlns:a16="http://schemas.microsoft.com/office/drawing/2014/main" id="{DC7E8845-3787-BCDE-4C3E-3C9BD71A8EC8}"/>
              </a:ext>
            </a:extLst>
          </p:cNvPr>
          <p:cNvSpPr/>
          <p:nvPr/>
        </p:nvSpPr>
        <p:spPr>
          <a:xfrm>
            <a:off x="1051560" y="18288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BizOwner / ProductMgr</a:t>
            </a:r>
            <a:endParaRPr lang="en-US" sz="1400"/>
          </a:p>
        </p:txBody>
      </p:sp>
      <p:sp>
        <p:nvSpPr>
          <p:cNvPr id="40" name="Text 11">
            <a:extLst>
              <a:ext uri="{FF2B5EF4-FFF2-40B4-BE49-F238E27FC236}">
                <a16:creationId xmlns:a16="http://schemas.microsoft.com/office/drawing/2014/main" id="{EA576504-C91A-D484-E77E-ED1172FE0687}"/>
              </a:ext>
            </a:extLst>
          </p:cNvPr>
          <p:cNvSpPr/>
          <p:nvPr/>
        </p:nvSpPr>
        <p:spPr>
          <a:xfrm>
            <a:off x="4663440" y="18288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Outcome, KPIs, funding, go/no-go</a:t>
            </a:r>
            <a:endParaRPr lang="en-US" sz="1400"/>
          </a:p>
        </p:txBody>
      </p:sp>
      <p:sp>
        <p:nvSpPr>
          <p:cNvPr id="41" name="Shape 12">
            <a:extLst>
              <a:ext uri="{FF2B5EF4-FFF2-40B4-BE49-F238E27FC236}">
                <a16:creationId xmlns:a16="http://schemas.microsoft.com/office/drawing/2014/main" id="{658B672F-823D-0A1B-19B7-3D2213EE4131}"/>
              </a:ext>
              <a:ext uri="{C183D7F6-B498-43B3-948B-1728B52AA6E4}">
                <adec:decorative xmlns:adec="http://schemas.microsoft.com/office/drawing/2017/decorative" val="1"/>
              </a:ext>
            </a:extLst>
          </p:cNvPr>
          <p:cNvSpPr/>
          <p:nvPr/>
        </p:nvSpPr>
        <p:spPr>
          <a:xfrm>
            <a:off x="457200" y="2286000"/>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42" name="Shape 13">
            <a:extLst>
              <a:ext uri="{FF2B5EF4-FFF2-40B4-BE49-F238E27FC236}">
                <a16:creationId xmlns:a16="http://schemas.microsoft.com/office/drawing/2014/main" id="{DC606A13-05A4-EAF3-7B50-978BB969BBCE}"/>
              </a:ext>
              <a:ext uri="{C183D7F6-B498-43B3-948B-1728B52AA6E4}">
                <adec:decorative xmlns:adec="http://schemas.microsoft.com/office/drawing/2017/decorative" val="1"/>
              </a:ext>
            </a:extLst>
          </p:cNvPr>
          <p:cNvSpPr/>
          <p:nvPr/>
        </p:nvSpPr>
        <p:spPr>
          <a:xfrm>
            <a:off x="640080" y="2350008"/>
            <a:ext cx="292608" cy="292608"/>
          </a:xfrm>
          <a:prstGeom prst="ellipse">
            <a:avLst/>
          </a:prstGeom>
          <a:solidFill>
            <a:srgbClr val="002060"/>
          </a:solidFill>
          <a:ln w="12700">
            <a:noFill/>
            <a:prstDash val="solid"/>
          </a:ln>
        </p:spPr>
        <p:txBody>
          <a:bodyPr/>
          <a:lstStyle/>
          <a:p>
            <a:endParaRPr lang="en-AE" sz="1400"/>
          </a:p>
        </p:txBody>
      </p:sp>
      <p:sp>
        <p:nvSpPr>
          <p:cNvPr id="43" name="Text 14">
            <a:extLst>
              <a:ext uri="{FF2B5EF4-FFF2-40B4-BE49-F238E27FC236}">
                <a16:creationId xmlns:a16="http://schemas.microsoft.com/office/drawing/2014/main" id="{B6CFDB7D-92E1-8301-EB7A-06355975BE75}"/>
              </a:ext>
            </a:extLst>
          </p:cNvPr>
          <p:cNvSpPr/>
          <p:nvPr/>
        </p:nvSpPr>
        <p:spPr>
          <a:xfrm>
            <a:off x="640080" y="23500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2</a:t>
            </a:r>
            <a:endParaRPr lang="en-US" sz="1400"/>
          </a:p>
        </p:txBody>
      </p:sp>
      <p:sp>
        <p:nvSpPr>
          <p:cNvPr id="44" name="Text 15">
            <a:extLst>
              <a:ext uri="{FF2B5EF4-FFF2-40B4-BE49-F238E27FC236}">
                <a16:creationId xmlns:a16="http://schemas.microsoft.com/office/drawing/2014/main" id="{5B50ACC3-FCC6-CB56-92A7-5683398344F9}"/>
              </a:ext>
            </a:extLst>
          </p:cNvPr>
          <p:cNvSpPr/>
          <p:nvPr/>
        </p:nvSpPr>
        <p:spPr>
          <a:xfrm>
            <a:off x="1051560" y="22860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AI Architect</a:t>
            </a:r>
            <a:endParaRPr lang="en-US" sz="1400"/>
          </a:p>
        </p:txBody>
      </p:sp>
      <p:sp>
        <p:nvSpPr>
          <p:cNvPr id="45" name="Text 16">
            <a:extLst>
              <a:ext uri="{FF2B5EF4-FFF2-40B4-BE49-F238E27FC236}">
                <a16:creationId xmlns:a16="http://schemas.microsoft.com/office/drawing/2014/main" id="{5306AA08-78BD-8DA6-87FC-35EF04520DB2}"/>
              </a:ext>
            </a:extLst>
          </p:cNvPr>
          <p:cNvSpPr/>
          <p:nvPr/>
        </p:nvSpPr>
        <p:spPr>
          <a:xfrm>
            <a:off x="4663440" y="22860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Pattern, gateway, orchestrator, quota strategy</a:t>
            </a:r>
            <a:endParaRPr lang="en-US" sz="1400"/>
          </a:p>
        </p:txBody>
      </p:sp>
      <p:sp>
        <p:nvSpPr>
          <p:cNvPr id="46" name="Shape 17">
            <a:extLst>
              <a:ext uri="{FF2B5EF4-FFF2-40B4-BE49-F238E27FC236}">
                <a16:creationId xmlns:a16="http://schemas.microsoft.com/office/drawing/2014/main" id="{0C00B739-2261-9FEC-C126-C7C3D2F94D74}"/>
              </a:ext>
              <a:ext uri="{C183D7F6-B498-43B3-948B-1728B52AA6E4}">
                <adec:decorative xmlns:adec="http://schemas.microsoft.com/office/drawing/2017/decorative" val="1"/>
              </a:ext>
            </a:extLst>
          </p:cNvPr>
          <p:cNvSpPr/>
          <p:nvPr/>
        </p:nvSpPr>
        <p:spPr>
          <a:xfrm>
            <a:off x="457200" y="2743200"/>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47" name="Shape 18">
            <a:extLst>
              <a:ext uri="{FF2B5EF4-FFF2-40B4-BE49-F238E27FC236}">
                <a16:creationId xmlns:a16="http://schemas.microsoft.com/office/drawing/2014/main" id="{1F0B0D4E-D529-CAF4-A662-8DF07ADD5EC9}"/>
              </a:ext>
              <a:ext uri="{C183D7F6-B498-43B3-948B-1728B52AA6E4}">
                <adec:decorative xmlns:adec="http://schemas.microsoft.com/office/drawing/2017/decorative" val="1"/>
              </a:ext>
            </a:extLst>
          </p:cNvPr>
          <p:cNvSpPr/>
          <p:nvPr/>
        </p:nvSpPr>
        <p:spPr>
          <a:xfrm>
            <a:off x="640080" y="2807208"/>
            <a:ext cx="292608" cy="292608"/>
          </a:xfrm>
          <a:prstGeom prst="ellipse">
            <a:avLst/>
          </a:prstGeom>
          <a:solidFill>
            <a:srgbClr val="002060"/>
          </a:solidFill>
          <a:ln w="12700">
            <a:noFill/>
            <a:prstDash val="solid"/>
          </a:ln>
        </p:spPr>
        <p:txBody>
          <a:bodyPr/>
          <a:lstStyle/>
          <a:p>
            <a:endParaRPr lang="en-AE" sz="1400"/>
          </a:p>
        </p:txBody>
      </p:sp>
      <p:sp>
        <p:nvSpPr>
          <p:cNvPr id="48" name="Text 19">
            <a:extLst>
              <a:ext uri="{FF2B5EF4-FFF2-40B4-BE49-F238E27FC236}">
                <a16:creationId xmlns:a16="http://schemas.microsoft.com/office/drawing/2014/main" id="{555D552B-36DD-7A31-394B-DFF6612B03F0}"/>
              </a:ext>
            </a:extLst>
          </p:cNvPr>
          <p:cNvSpPr/>
          <p:nvPr/>
        </p:nvSpPr>
        <p:spPr>
          <a:xfrm>
            <a:off x="640080" y="28072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3</a:t>
            </a:r>
            <a:endParaRPr lang="en-US" sz="1400"/>
          </a:p>
        </p:txBody>
      </p:sp>
      <p:sp>
        <p:nvSpPr>
          <p:cNvPr id="49" name="Text 20">
            <a:extLst>
              <a:ext uri="{FF2B5EF4-FFF2-40B4-BE49-F238E27FC236}">
                <a16:creationId xmlns:a16="http://schemas.microsoft.com/office/drawing/2014/main" id="{9D03DA3D-24DD-8CF7-014C-BE787903CB3C}"/>
              </a:ext>
            </a:extLst>
          </p:cNvPr>
          <p:cNvSpPr/>
          <p:nvPr/>
        </p:nvSpPr>
        <p:spPr>
          <a:xfrm>
            <a:off x="1051560" y="27432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Data Engineer / Scientist</a:t>
            </a:r>
            <a:endParaRPr lang="en-US" sz="1400"/>
          </a:p>
        </p:txBody>
      </p:sp>
      <p:sp>
        <p:nvSpPr>
          <p:cNvPr id="50" name="Text 21">
            <a:extLst>
              <a:ext uri="{FF2B5EF4-FFF2-40B4-BE49-F238E27FC236}">
                <a16:creationId xmlns:a16="http://schemas.microsoft.com/office/drawing/2014/main" id="{65399CFA-5CC8-2F62-A812-AE617AF2C6A8}"/>
              </a:ext>
            </a:extLst>
          </p:cNvPr>
          <p:cNvSpPr/>
          <p:nvPr/>
        </p:nvSpPr>
        <p:spPr>
          <a:xfrm>
            <a:off x="4663440" y="27432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Training data, grounding, features, evaluation</a:t>
            </a:r>
            <a:endParaRPr lang="en-US" sz="1400"/>
          </a:p>
        </p:txBody>
      </p:sp>
      <p:sp>
        <p:nvSpPr>
          <p:cNvPr id="51" name="Shape 22">
            <a:extLst>
              <a:ext uri="{FF2B5EF4-FFF2-40B4-BE49-F238E27FC236}">
                <a16:creationId xmlns:a16="http://schemas.microsoft.com/office/drawing/2014/main" id="{2342C878-EFED-8916-B6EC-CDD65B68EC32}"/>
              </a:ext>
              <a:ext uri="{C183D7F6-B498-43B3-948B-1728B52AA6E4}">
                <adec:decorative xmlns:adec="http://schemas.microsoft.com/office/drawing/2017/decorative" val="1"/>
              </a:ext>
            </a:extLst>
          </p:cNvPr>
          <p:cNvSpPr/>
          <p:nvPr/>
        </p:nvSpPr>
        <p:spPr>
          <a:xfrm>
            <a:off x="457200" y="3200400"/>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52" name="Shape 23">
            <a:extLst>
              <a:ext uri="{FF2B5EF4-FFF2-40B4-BE49-F238E27FC236}">
                <a16:creationId xmlns:a16="http://schemas.microsoft.com/office/drawing/2014/main" id="{04B2B0DB-C9A1-9A1B-8FF1-4D2CB83CEBF1}"/>
              </a:ext>
              <a:ext uri="{C183D7F6-B498-43B3-948B-1728B52AA6E4}">
                <adec:decorative xmlns:adec="http://schemas.microsoft.com/office/drawing/2017/decorative" val="1"/>
              </a:ext>
            </a:extLst>
          </p:cNvPr>
          <p:cNvSpPr/>
          <p:nvPr/>
        </p:nvSpPr>
        <p:spPr>
          <a:xfrm>
            <a:off x="640080" y="3264408"/>
            <a:ext cx="292608" cy="292608"/>
          </a:xfrm>
          <a:prstGeom prst="ellipse">
            <a:avLst/>
          </a:prstGeom>
          <a:solidFill>
            <a:srgbClr val="002060"/>
          </a:solidFill>
          <a:ln w="12700">
            <a:noFill/>
            <a:prstDash val="solid"/>
          </a:ln>
        </p:spPr>
        <p:txBody>
          <a:bodyPr/>
          <a:lstStyle/>
          <a:p>
            <a:endParaRPr lang="en-AE" sz="1400"/>
          </a:p>
        </p:txBody>
      </p:sp>
      <p:sp>
        <p:nvSpPr>
          <p:cNvPr id="53" name="Text 24">
            <a:extLst>
              <a:ext uri="{FF2B5EF4-FFF2-40B4-BE49-F238E27FC236}">
                <a16:creationId xmlns:a16="http://schemas.microsoft.com/office/drawing/2014/main" id="{5B6085B2-FCB8-B30A-FE4C-014E8F1C0475}"/>
              </a:ext>
            </a:extLst>
          </p:cNvPr>
          <p:cNvSpPr/>
          <p:nvPr/>
        </p:nvSpPr>
        <p:spPr>
          <a:xfrm>
            <a:off x="640080" y="32644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4</a:t>
            </a:r>
            <a:endParaRPr lang="en-US" sz="1400"/>
          </a:p>
        </p:txBody>
      </p:sp>
      <p:sp>
        <p:nvSpPr>
          <p:cNvPr id="54" name="Text 25">
            <a:extLst>
              <a:ext uri="{FF2B5EF4-FFF2-40B4-BE49-F238E27FC236}">
                <a16:creationId xmlns:a16="http://schemas.microsoft.com/office/drawing/2014/main" id="{B6B2BE1E-F380-277F-E582-B79B2EF5E424}"/>
              </a:ext>
            </a:extLst>
          </p:cNvPr>
          <p:cNvSpPr/>
          <p:nvPr/>
        </p:nvSpPr>
        <p:spPr>
          <a:xfrm>
            <a:off x="1051560" y="32004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MLOps / GenAIOps Engineer</a:t>
            </a:r>
            <a:endParaRPr lang="en-US" sz="1400"/>
          </a:p>
        </p:txBody>
      </p:sp>
      <p:sp>
        <p:nvSpPr>
          <p:cNvPr id="55" name="Text 26">
            <a:extLst>
              <a:ext uri="{FF2B5EF4-FFF2-40B4-BE49-F238E27FC236}">
                <a16:creationId xmlns:a16="http://schemas.microsoft.com/office/drawing/2014/main" id="{EBA6F8F3-E5A5-29DB-7AE9-41DBB52D36D0}"/>
              </a:ext>
            </a:extLst>
          </p:cNvPr>
          <p:cNvSpPr/>
          <p:nvPr/>
        </p:nvSpPr>
        <p:spPr>
          <a:xfrm>
            <a:off x="4663440" y="32004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Registry, CI/CD, canary, drift, model decay</a:t>
            </a:r>
            <a:endParaRPr lang="en-US" sz="1400"/>
          </a:p>
        </p:txBody>
      </p:sp>
      <p:sp>
        <p:nvSpPr>
          <p:cNvPr id="56" name="Shape 27">
            <a:extLst>
              <a:ext uri="{FF2B5EF4-FFF2-40B4-BE49-F238E27FC236}">
                <a16:creationId xmlns:a16="http://schemas.microsoft.com/office/drawing/2014/main" id="{AEF455E2-21CD-B4CC-40BA-F128AEDAEE56}"/>
              </a:ext>
              <a:ext uri="{C183D7F6-B498-43B3-948B-1728B52AA6E4}">
                <adec:decorative xmlns:adec="http://schemas.microsoft.com/office/drawing/2017/decorative" val="1"/>
              </a:ext>
            </a:extLst>
          </p:cNvPr>
          <p:cNvSpPr/>
          <p:nvPr/>
        </p:nvSpPr>
        <p:spPr>
          <a:xfrm>
            <a:off x="457200" y="3657600"/>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57" name="Shape 28">
            <a:extLst>
              <a:ext uri="{FF2B5EF4-FFF2-40B4-BE49-F238E27FC236}">
                <a16:creationId xmlns:a16="http://schemas.microsoft.com/office/drawing/2014/main" id="{FA8EA4A7-AE70-A463-E79B-AFDE929A0757}"/>
              </a:ext>
              <a:ext uri="{C183D7F6-B498-43B3-948B-1728B52AA6E4}">
                <adec:decorative xmlns:adec="http://schemas.microsoft.com/office/drawing/2017/decorative" val="1"/>
              </a:ext>
            </a:extLst>
          </p:cNvPr>
          <p:cNvSpPr/>
          <p:nvPr/>
        </p:nvSpPr>
        <p:spPr>
          <a:xfrm>
            <a:off x="640080" y="3721608"/>
            <a:ext cx="292608" cy="292608"/>
          </a:xfrm>
          <a:prstGeom prst="ellipse">
            <a:avLst/>
          </a:prstGeom>
          <a:solidFill>
            <a:srgbClr val="002060"/>
          </a:solidFill>
          <a:ln w="12700">
            <a:noFill/>
            <a:prstDash val="solid"/>
          </a:ln>
        </p:spPr>
        <p:txBody>
          <a:bodyPr/>
          <a:lstStyle/>
          <a:p>
            <a:endParaRPr lang="en-AE" sz="1400"/>
          </a:p>
        </p:txBody>
      </p:sp>
      <p:sp>
        <p:nvSpPr>
          <p:cNvPr id="58" name="Text 29">
            <a:extLst>
              <a:ext uri="{FF2B5EF4-FFF2-40B4-BE49-F238E27FC236}">
                <a16:creationId xmlns:a16="http://schemas.microsoft.com/office/drawing/2014/main" id="{21F723BF-1DA1-A3D7-7297-5EEEDD95C901}"/>
              </a:ext>
            </a:extLst>
          </p:cNvPr>
          <p:cNvSpPr/>
          <p:nvPr/>
        </p:nvSpPr>
        <p:spPr>
          <a:xfrm>
            <a:off x="640080" y="37216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5</a:t>
            </a:r>
            <a:endParaRPr lang="en-US" sz="1400"/>
          </a:p>
        </p:txBody>
      </p:sp>
      <p:sp>
        <p:nvSpPr>
          <p:cNvPr id="59" name="Text 30">
            <a:extLst>
              <a:ext uri="{FF2B5EF4-FFF2-40B4-BE49-F238E27FC236}">
                <a16:creationId xmlns:a16="http://schemas.microsoft.com/office/drawing/2014/main" id="{55D5ECAA-9B2A-133D-24FD-D8654E0B7F2F}"/>
              </a:ext>
            </a:extLst>
          </p:cNvPr>
          <p:cNvSpPr/>
          <p:nvPr/>
        </p:nvSpPr>
        <p:spPr>
          <a:xfrm>
            <a:off x="1051560" y="36576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Platform / Sec Engineer</a:t>
            </a:r>
            <a:endParaRPr lang="en-US" sz="1400"/>
          </a:p>
        </p:txBody>
      </p:sp>
      <p:sp>
        <p:nvSpPr>
          <p:cNvPr id="60" name="Text 31">
            <a:extLst>
              <a:ext uri="{FF2B5EF4-FFF2-40B4-BE49-F238E27FC236}">
                <a16:creationId xmlns:a16="http://schemas.microsoft.com/office/drawing/2014/main" id="{76D22C38-78F9-A6B3-4599-DC6E70AD6B62}"/>
              </a:ext>
            </a:extLst>
          </p:cNvPr>
          <p:cNvSpPr/>
          <p:nvPr/>
        </p:nvSpPr>
        <p:spPr>
          <a:xfrm>
            <a:off x="4663440" y="36576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Landing zone, network, identity, threat model, Zero Trust</a:t>
            </a:r>
            <a:endParaRPr lang="en-US" sz="1400"/>
          </a:p>
        </p:txBody>
      </p:sp>
      <p:sp>
        <p:nvSpPr>
          <p:cNvPr id="61" name="Shape 32">
            <a:extLst>
              <a:ext uri="{FF2B5EF4-FFF2-40B4-BE49-F238E27FC236}">
                <a16:creationId xmlns:a16="http://schemas.microsoft.com/office/drawing/2014/main" id="{E248B8D5-8C58-4D1F-7958-C1E320EB156F}"/>
              </a:ext>
              <a:ext uri="{C183D7F6-B498-43B3-948B-1728B52AA6E4}">
                <adec:decorative xmlns:adec="http://schemas.microsoft.com/office/drawing/2017/decorative" val="1"/>
              </a:ext>
            </a:extLst>
          </p:cNvPr>
          <p:cNvSpPr/>
          <p:nvPr/>
        </p:nvSpPr>
        <p:spPr>
          <a:xfrm>
            <a:off x="457200" y="4114800"/>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62" name="Shape 33">
            <a:extLst>
              <a:ext uri="{FF2B5EF4-FFF2-40B4-BE49-F238E27FC236}">
                <a16:creationId xmlns:a16="http://schemas.microsoft.com/office/drawing/2014/main" id="{5D7E22ED-61FF-4E17-76C8-66686BEB95CC}"/>
              </a:ext>
              <a:ext uri="{C183D7F6-B498-43B3-948B-1728B52AA6E4}">
                <adec:decorative xmlns:adec="http://schemas.microsoft.com/office/drawing/2017/decorative" val="1"/>
              </a:ext>
            </a:extLst>
          </p:cNvPr>
          <p:cNvSpPr/>
          <p:nvPr/>
        </p:nvSpPr>
        <p:spPr>
          <a:xfrm>
            <a:off x="640080" y="4178808"/>
            <a:ext cx="292608" cy="292608"/>
          </a:xfrm>
          <a:prstGeom prst="ellipse">
            <a:avLst/>
          </a:prstGeom>
          <a:solidFill>
            <a:srgbClr val="002060"/>
          </a:solidFill>
          <a:ln w="12700">
            <a:noFill/>
            <a:prstDash val="solid"/>
          </a:ln>
        </p:spPr>
        <p:txBody>
          <a:bodyPr/>
          <a:lstStyle/>
          <a:p>
            <a:endParaRPr lang="en-AE" sz="1400"/>
          </a:p>
        </p:txBody>
      </p:sp>
      <p:sp>
        <p:nvSpPr>
          <p:cNvPr id="63" name="Text 34">
            <a:extLst>
              <a:ext uri="{FF2B5EF4-FFF2-40B4-BE49-F238E27FC236}">
                <a16:creationId xmlns:a16="http://schemas.microsoft.com/office/drawing/2014/main" id="{0BBF3F5F-A002-C857-1F58-7BFD6FC7247B}"/>
              </a:ext>
            </a:extLst>
          </p:cNvPr>
          <p:cNvSpPr/>
          <p:nvPr/>
        </p:nvSpPr>
        <p:spPr>
          <a:xfrm>
            <a:off x="640080" y="41788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6</a:t>
            </a:r>
            <a:endParaRPr lang="en-US" sz="1400"/>
          </a:p>
        </p:txBody>
      </p:sp>
      <p:sp>
        <p:nvSpPr>
          <p:cNvPr id="64" name="Text 35">
            <a:extLst>
              <a:ext uri="{FF2B5EF4-FFF2-40B4-BE49-F238E27FC236}">
                <a16:creationId xmlns:a16="http://schemas.microsoft.com/office/drawing/2014/main" id="{DAA8C663-830E-69DB-153D-0FE8E9F09BD3}"/>
              </a:ext>
            </a:extLst>
          </p:cNvPr>
          <p:cNvSpPr/>
          <p:nvPr/>
        </p:nvSpPr>
        <p:spPr>
          <a:xfrm>
            <a:off x="1051560" y="41148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Responsible AI Officer</a:t>
            </a:r>
            <a:endParaRPr lang="en-US" sz="1400"/>
          </a:p>
        </p:txBody>
      </p:sp>
      <p:sp>
        <p:nvSpPr>
          <p:cNvPr id="65" name="Text 36">
            <a:extLst>
              <a:ext uri="{FF2B5EF4-FFF2-40B4-BE49-F238E27FC236}">
                <a16:creationId xmlns:a16="http://schemas.microsoft.com/office/drawing/2014/main" id="{6C30E7F1-FDD0-6D68-79E9-320772066CEE}"/>
              </a:ext>
            </a:extLst>
          </p:cNvPr>
          <p:cNvSpPr/>
          <p:nvPr/>
        </p:nvSpPr>
        <p:spPr>
          <a:xfrm>
            <a:off x="4663440" y="41148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Impact assessments, fairness, content safety</a:t>
            </a:r>
            <a:endParaRPr lang="en-US" sz="1400"/>
          </a:p>
        </p:txBody>
      </p:sp>
      <p:sp>
        <p:nvSpPr>
          <p:cNvPr id="66" name="Shape 37">
            <a:extLst>
              <a:ext uri="{FF2B5EF4-FFF2-40B4-BE49-F238E27FC236}">
                <a16:creationId xmlns:a16="http://schemas.microsoft.com/office/drawing/2014/main" id="{BB51DE3B-970E-ADCC-599F-E6423ED67277}"/>
              </a:ext>
              <a:ext uri="{C183D7F6-B498-43B3-948B-1728B52AA6E4}">
                <adec:decorative xmlns:adec="http://schemas.microsoft.com/office/drawing/2017/decorative" val="1"/>
              </a:ext>
            </a:extLst>
          </p:cNvPr>
          <p:cNvSpPr/>
          <p:nvPr/>
        </p:nvSpPr>
        <p:spPr>
          <a:xfrm>
            <a:off x="457200" y="4572000"/>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67" name="Shape 38">
            <a:extLst>
              <a:ext uri="{FF2B5EF4-FFF2-40B4-BE49-F238E27FC236}">
                <a16:creationId xmlns:a16="http://schemas.microsoft.com/office/drawing/2014/main" id="{0B9580F2-0293-0395-1E38-473BA06E41D3}"/>
              </a:ext>
              <a:ext uri="{C183D7F6-B498-43B3-948B-1728B52AA6E4}">
                <adec:decorative xmlns:adec="http://schemas.microsoft.com/office/drawing/2017/decorative" val="1"/>
              </a:ext>
            </a:extLst>
          </p:cNvPr>
          <p:cNvSpPr/>
          <p:nvPr/>
        </p:nvSpPr>
        <p:spPr>
          <a:xfrm>
            <a:off x="640080" y="4636008"/>
            <a:ext cx="292608" cy="292608"/>
          </a:xfrm>
          <a:prstGeom prst="ellipse">
            <a:avLst/>
          </a:prstGeom>
          <a:solidFill>
            <a:srgbClr val="002060"/>
          </a:solidFill>
          <a:ln w="12700">
            <a:noFill/>
            <a:prstDash val="solid"/>
          </a:ln>
        </p:spPr>
        <p:txBody>
          <a:bodyPr/>
          <a:lstStyle/>
          <a:p>
            <a:endParaRPr lang="en-AE" sz="1400"/>
          </a:p>
        </p:txBody>
      </p:sp>
      <p:sp>
        <p:nvSpPr>
          <p:cNvPr id="68" name="Text 39">
            <a:extLst>
              <a:ext uri="{FF2B5EF4-FFF2-40B4-BE49-F238E27FC236}">
                <a16:creationId xmlns:a16="http://schemas.microsoft.com/office/drawing/2014/main" id="{ED3F6E29-F530-B1E6-F32D-62D0C4EA38E7}"/>
              </a:ext>
            </a:extLst>
          </p:cNvPr>
          <p:cNvSpPr/>
          <p:nvPr/>
        </p:nvSpPr>
        <p:spPr>
          <a:xfrm>
            <a:off x="640080" y="46360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7</a:t>
            </a:r>
            <a:endParaRPr lang="en-US" sz="1400"/>
          </a:p>
        </p:txBody>
      </p:sp>
      <p:sp>
        <p:nvSpPr>
          <p:cNvPr id="69" name="Text 40">
            <a:extLst>
              <a:ext uri="{FF2B5EF4-FFF2-40B4-BE49-F238E27FC236}">
                <a16:creationId xmlns:a16="http://schemas.microsoft.com/office/drawing/2014/main" id="{197C5B40-4D5E-C6F8-5008-F69FD6B42D49}"/>
              </a:ext>
            </a:extLst>
          </p:cNvPr>
          <p:cNvSpPr/>
          <p:nvPr/>
        </p:nvSpPr>
        <p:spPr>
          <a:xfrm>
            <a:off x="1051560" y="45720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Compliance Officer / Legal</a:t>
            </a:r>
            <a:endParaRPr lang="en-US" sz="1400"/>
          </a:p>
        </p:txBody>
      </p:sp>
      <p:sp>
        <p:nvSpPr>
          <p:cNvPr id="70" name="Text 41">
            <a:extLst>
              <a:ext uri="{FF2B5EF4-FFF2-40B4-BE49-F238E27FC236}">
                <a16:creationId xmlns:a16="http://schemas.microsoft.com/office/drawing/2014/main" id="{FC3E46D3-0AAB-EF49-DEC9-952A0FDBD107}"/>
              </a:ext>
            </a:extLst>
          </p:cNvPr>
          <p:cNvSpPr/>
          <p:nvPr/>
        </p:nvSpPr>
        <p:spPr>
          <a:xfrm>
            <a:off x="4663440" y="45720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AI register, DPIA, frameworks, licensing</a:t>
            </a:r>
            <a:endParaRPr lang="en-US" sz="1400"/>
          </a:p>
        </p:txBody>
      </p:sp>
      <p:sp>
        <p:nvSpPr>
          <p:cNvPr id="71" name="Shape 42">
            <a:extLst>
              <a:ext uri="{FF2B5EF4-FFF2-40B4-BE49-F238E27FC236}">
                <a16:creationId xmlns:a16="http://schemas.microsoft.com/office/drawing/2014/main" id="{DE73D7B2-C5A7-19CC-E02C-079024C5B645}"/>
              </a:ext>
              <a:ext uri="{C183D7F6-B498-43B3-948B-1728B52AA6E4}">
                <adec:decorative xmlns:adec="http://schemas.microsoft.com/office/drawing/2017/decorative" val="1"/>
              </a:ext>
            </a:extLst>
          </p:cNvPr>
          <p:cNvSpPr/>
          <p:nvPr/>
        </p:nvSpPr>
        <p:spPr>
          <a:xfrm>
            <a:off x="457200" y="5029200"/>
            <a:ext cx="11247120" cy="411480"/>
          </a:xfrm>
          <a:prstGeom prst="rect">
            <a:avLst/>
          </a:prstGeom>
          <a:solidFill>
            <a:srgbClr val="F5F7FB"/>
          </a:solidFill>
          <a:ln w="6350">
            <a:solidFill>
              <a:srgbClr val="D5DBE7"/>
            </a:solidFill>
            <a:prstDash val="solid"/>
          </a:ln>
        </p:spPr>
        <p:txBody>
          <a:bodyPr/>
          <a:lstStyle/>
          <a:p>
            <a:endParaRPr lang="en-AE" sz="1400"/>
          </a:p>
        </p:txBody>
      </p:sp>
      <p:sp>
        <p:nvSpPr>
          <p:cNvPr id="72" name="Shape 43">
            <a:extLst>
              <a:ext uri="{FF2B5EF4-FFF2-40B4-BE49-F238E27FC236}">
                <a16:creationId xmlns:a16="http://schemas.microsoft.com/office/drawing/2014/main" id="{05DB5DF6-6179-DF66-1440-AD3BEB63AE8E}"/>
              </a:ext>
              <a:ext uri="{C183D7F6-B498-43B3-948B-1728B52AA6E4}">
                <adec:decorative xmlns:adec="http://schemas.microsoft.com/office/drawing/2017/decorative" val="1"/>
              </a:ext>
            </a:extLst>
          </p:cNvPr>
          <p:cNvSpPr/>
          <p:nvPr/>
        </p:nvSpPr>
        <p:spPr>
          <a:xfrm>
            <a:off x="640080" y="5093208"/>
            <a:ext cx="292608" cy="292608"/>
          </a:xfrm>
          <a:prstGeom prst="ellipse">
            <a:avLst/>
          </a:prstGeom>
          <a:solidFill>
            <a:srgbClr val="002060"/>
          </a:solidFill>
          <a:ln w="12700">
            <a:noFill/>
            <a:prstDash val="solid"/>
          </a:ln>
        </p:spPr>
        <p:txBody>
          <a:bodyPr/>
          <a:lstStyle/>
          <a:p>
            <a:endParaRPr lang="en-AE" sz="1400"/>
          </a:p>
        </p:txBody>
      </p:sp>
      <p:sp>
        <p:nvSpPr>
          <p:cNvPr id="73" name="Text 44">
            <a:extLst>
              <a:ext uri="{FF2B5EF4-FFF2-40B4-BE49-F238E27FC236}">
                <a16:creationId xmlns:a16="http://schemas.microsoft.com/office/drawing/2014/main" id="{2458C28E-1A14-95D3-DA24-196F66AA064A}"/>
              </a:ext>
            </a:extLst>
          </p:cNvPr>
          <p:cNvSpPr/>
          <p:nvPr/>
        </p:nvSpPr>
        <p:spPr>
          <a:xfrm>
            <a:off x="640080" y="50932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8</a:t>
            </a:r>
            <a:endParaRPr lang="en-US" sz="1400"/>
          </a:p>
        </p:txBody>
      </p:sp>
      <p:sp>
        <p:nvSpPr>
          <p:cNvPr id="74" name="Text 45">
            <a:extLst>
              <a:ext uri="{FF2B5EF4-FFF2-40B4-BE49-F238E27FC236}">
                <a16:creationId xmlns:a16="http://schemas.microsoft.com/office/drawing/2014/main" id="{317B6914-A8A5-7C61-AA79-9863B1C55F9D}"/>
              </a:ext>
            </a:extLst>
          </p:cNvPr>
          <p:cNvSpPr/>
          <p:nvPr/>
        </p:nvSpPr>
        <p:spPr>
          <a:xfrm>
            <a:off x="1051560" y="50292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FinOps Lead</a:t>
            </a:r>
            <a:endParaRPr lang="en-US" sz="1400"/>
          </a:p>
        </p:txBody>
      </p:sp>
      <p:sp>
        <p:nvSpPr>
          <p:cNvPr id="75" name="Text 46">
            <a:extLst>
              <a:ext uri="{FF2B5EF4-FFF2-40B4-BE49-F238E27FC236}">
                <a16:creationId xmlns:a16="http://schemas.microsoft.com/office/drawing/2014/main" id="{F1A246ED-99E3-3844-4067-9A685CE70ED6}"/>
              </a:ext>
            </a:extLst>
          </p:cNvPr>
          <p:cNvSpPr/>
          <p:nvPr/>
        </p:nvSpPr>
        <p:spPr>
          <a:xfrm>
            <a:off x="4663440" y="50292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Budgets, unit economics, PTU and capacity, sustainability</a:t>
            </a:r>
            <a:endParaRPr lang="en-US" sz="1400"/>
          </a:p>
        </p:txBody>
      </p:sp>
      <p:sp>
        <p:nvSpPr>
          <p:cNvPr id="76" name="Shape 47">
            <a:extLst>
              <a:ext uri="{FF2B5EF4-FFF2-40B4-BE49-F238E27FC236}">
                <a16:creationId xmlns:a16="http://schemas.microsoft.com/office/drawing/2014/main" id="{2A4FA95F-EACA-19E5-DB2D-3876A2460746}"/>
              </a:ext>
              <a:ext uri="{C183D7F6-B498-43B3-948B-1728B52AA6E4}">
                <adec:decorative xmlns:adec="http://schemas.microsoft.com/office/drawing/2017/decorative" val="1"/>
              </a:ext>
            </a:extLst>
          </p:cNvPr>
          <p:cNvSpPr/>
          <p:nvPr/>
        </p:nvSpPr>
        <p:spPr>
          <a:xfrm>
            <a:off x="457200" y="5486400"/>
            <a:ext cx="11247120" cy="411480"/>
          </a:xfrm>
          <a:prstGeom prst="rect">
            <a:avLst/>
          </a:prstGeom>
          <a:solidFill>
            <a:srgbClr val="FFFFFF"/>
          </a:solidFill>
          <a:ln w="6350">
            <a:solidFill>
              <a:srgbClr val="D5DBE7"/>
            </a:solidFill>
            <a:prstDash val="solid"/>
          </a:ln>
        </p:spPr>
        <p:txBody>
          <a:bodyPr/>
          <a:lstStyle/>
          <a:p>
            <a:endParaRPr lang="en-AE" sz="1400"/>
          </a:p>
        </p:txBody>
      </p:sp>
      <p:sp>
        <p:nvSpPr>
          <p:cNvPr id="77" name="Shape 48">
            <a:extLst>
              <a:ext uri="{FF2B5EF4-FFF2-40B4-BE49-F238E27FC236}">
                <a16:creationId xmlns:a16="http://schemas.microsoft.com/office/drawing/2014/main" id="{582AF4A7-ACBB-5169-7F9C-42A345F2AB01}"/>
              </a:ext>
              <a:ext uri="{C183D7F6-B498-43B3-948B-1728B52AA6E4}">
                <adec:decorative xmlns:adec="http://schemas.microsoft.com/office/drawing/2017/decorative" val="1"/>
              </a:ext>
            </a:extLst>
          </p:cNvPr>
          <p:cNvSpPr/>
          <p:nvPr/>
        </p:nvSpPr>
        <p:spPr>
          <a:xfrm>
            <a:off x="640080" y="5550408"/>
            <a:ext cx="292608" cy="292608"/>
          </a:xfrm>
          <a:prstGeom prst="ellipse">
            <a:avLst/>
          </a:prstGeom>
          <a:solidFill>
            <a:srgbClr val="002060"/>
          </a:solidFill>
          <a:ln w="12700">
            <a:noFill/>
            <a:prstDash val="solid"/>
          </a:ln>
        </p:spPr>
        <p:txBody>
          <a:bodyPr/>
          <a:lstStyle/>
          <a:p>
            <a:endParaRPr lang="en-AE" sz="1400"/>
          </a:p>
        </p:txBody>
      </p:sp>
      <p:sp>
        <p:nvSpPr>
          <p:cNvPr id="78" name="Text 49">
            <a:extLst>
              <a:ext uri="{FF2B5EF4-FFF2-40B4-BE49-F238E27FC236}">
                <a16:creationId xmlns:a16="http://schemas.microsoft.com/office/drawing/2014/main" id="{062108BE-620B-8F9E-F009-48BA96926ED0}"/>
              </a:ext>
            </a:extLst>
          </p:cNvPr>
          <p:cNvSpPr/>
          <p:nvPr/>
        </p:nvSpPr>
        <p:spPr>
          <a:xfrm>
            <a:off x="640080" y="5550408"/>
            <a:ext cx="292608" cy="292608"/>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9</a:t>
            </a:r>
            <a:endParaRPr lang="en-US" sz="1400"/>
          </a:p>
        </p:txBody>
      </p:sp>
      <p:sp>
        <p:nvSpPr>
          <p:cNvPr id="79" name="Text 50">
            <a:extLst>
              <a:ext uri="{FF2B5EF4-FFF2-40B4-BE49-F238E27FC236}">
                <a16:creationId xmlns:a16="http://schemas.microsoft.com/office/drawing/2014/main" id="{E8D5EA91-77C9-917E-CAE1-6EABBDEAB58C}"/>
              </a:ext>
            </a:extLst>
          </p:cNvPr>
          <p:cNvSpPr/>
          <p:nvPr/>
        </p:nvSpPr>
        <p:spPr>
          <a:xfrm>
            <a:off x="1051560" y="5486400"/>
            <a:ext cx="3566160" cy="411480"/>
          </a:xfrm>
          <a:prstGeom prst="rect">
            <a:avLst/>
          </a:prstGeom>
          <a:noFill/>
          <a:ln/>
        </p:spPr>
        <p:txBody>
          <a:bodyPr wrap="square" rtlCol="0" anchor="ctr"/>
          <a:lstStyle/>
          <a:p>
            <a:pPr marL="0" indent="0">
              <a:buNone/>
            </a:pPr>
            <a:r>
              <a:rPr lang="en-US" sz="1400" b="1">
                <a:solidFill>
                  <a:srgbClr val="1E2761"/>
                </a:solidFill>
                <a:ea typeface="Calibri" pitchFamily="34" charset="-122"/>
                <a:cs typeface="Calibri" pitchFamily="34" charset="-120"/>
              </a:rPr>
              <a:t>CoE Lead / SRE</a:t>
            </a:r>
            <a:endParaRPr lang="en-US" sz="1400"/>
          </a:p>
        </p:txBody>
      </p:sp>
      <p:sp>
        <p:nvSpPr>
          <p:cNvPr id="80" name="Text 51">
            <a:extLst>
              <a:ext uri="{FF2B5EF4-FFF2-40B4-BE49-F238E27FC236}">
                <a16:creationId xmlns:a16="http://schemas.microsoft.com/office/drawing/2014/main" id="{0B1F725A-C79F-2814-F0F3-0106335EFE03}"/>
              </a:ext>
            </a:extLst>
          </p:cNvPr>
          <p:cNvSpPr/>
          <p:nvPr/>
        </p:nvSpPr>
        <p:spPr>
          <a:xfrm>
            <a:off x="4663440" y="5486400"/>
            <a:ext cx="6949440" cy="4114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Patterns, observability, incidents, enablement</a:t>
            </a:r>
            <a:endParaRPr lang="en-US" sz="1400"/>
          </a:p>
        </p:txBody>
      </p:sp>
    </p:spTree>
    <p:extLst>
      <p:ext uri="{BB962C8B-B14F-4D97-AF65-F5344CB8AC3E}">
        <p14:creationId xmlns:p14="http://schemas.microsoft.com/office/powerpoint/2010/main" val="235330484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9226E-55D2-B86A-76E9-F598FD61928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E00D6FB-F2A6-F529-978D-323E9E23E58F}"/>
              </a:ext>
            </a:extLst>
          </p:cNvPr>
          <p:cNvSpPr>
            <a:spLocks noGrp="1"/>
          </p:cNvSpPr>
          <p:nvPr>
            <p:ph type="title"/>
          </p:nvPr>
        </p:nvSpPr>
        <p:spPr>
          <a:xfrm>
            <a:off x="575481" y="599437"/>
            <a:ext cx="11018520" cy="553998"/>
          </a:xfrm>
        </p:spPr>
        <p:txBody>
          <a:bodyPr/>
          <a:lstStyle/>
          <a:p>
            <a:r>
              <a:rPr lang="en-GB"/>
              <a:t>Top Risks by Governance Pillar</a:t>
            </a:r>
            <a:endParaRPr lang="en-AE"/>
          </a:p>
        </p:txBody>
      </p:sp>
      <p:sp>
        <p:nvSpPr>
          <p:cNvPr id="3" name="Footer Placeholder 2">
            <a:extLst>
              <a:ext uri="{FF2B5EF4-FFF2-40B4-BE49-F238E27FC236}">
                <a16:creationId xmlns:a16="http://schemas.microsoft.com/office/drawing/2014/main" id="{A771B633-C253-B437-C4B8-B438085C3D1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D275799D-EBEE-A6B5-86D8-59A1669A58A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Shape 7">
            <a:extLst>
              <a:ext uri="{FF2B5EF4-FFF2-40B4-BE49-F238E27FC236}">
                <a16:creationId xmlns:a16="http://schemas.microsoft.com/office/drawing/2014/main" id="{F040D466-EFEB-068B-A3EE-0E633B5DEBCF}"/>
              </a:ext>
              <a:ext uri="{C183D7F6-B498-43B3-948B-1728B52AA6E4}">
                <adec:decorative xmlns:adec="http://schemas.microsoft.com/office/drawing/2017/decorative" val="1"/>
              </a:ext>
            </a:extLst>
          </p:cNvPr>
          <p:cNvSpPr/>
          <p:nvPr/>
        </p:nvSpPr>
        <p:spPr>
          <a:xfrm>
            <a:off x="457200" y="1783080"/>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6" name="Shape 8">
            <a:extLst>
              <a:ext uri="{FF2B5EF4-FFF2-40B4-BE49-F238E27FC236}">
                <a16:creationId xmlns:a16="http://schemas.microsoft.com/office/drawing/2014/main" id="{DE828DA0-DCDC-0C44-EAB1-08AE9F1A45C6}"/>
              </a:ext>
              <a:ext uri="{C183D7F6-B498-43B3-948B-1728B52AA6E4}">
                <adec:decorative xmlns:adec="http://schemas.microsoft.com/office/drawing/2017/decorative" val="1"/>
              </a:ext>
            </a:extLst>
          </p:cNvPr>
          <p:cNvSpPr/>
          <p:nvPr/>
        </p:nvSpPr>
        <p:spPr>
          <a:xfrm>
            <a:off x="457200" y="1783080"/>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7" name="Text 9">
            <a:extLst>
              <a:ext uri="{FF2B5EF4-FFF2-40B4-BE49-F238E27FC236}">
                <a16:creationId xmlns:a16="http://schemas.microsoft.com/office/drawing/2014/main" id="{D9EFF4CC-F2E2-A4D3-B4EB-7C5977AA4DF9}"/>
              </a:ext>
            </a:extLst>
          </p:cNvPr>
          <p:cNvSpPr/>
          <p:nvPr/>
        </p:nvSpPr>
        <p:spPr>
          <a:xfrm>
            <a:off x="457200" y="1783080"/>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RAI</a:t>
            </a:r>
            <a:endParaRPr lang="en-US" sz="1400"/>
          </a:p>
        </p:txBody>
      </p:sp>
      <p:sp>
        <p:nvSpPr>
          <p:cNvPr id="8" name="Text 10">
            <a:extLst>
              <a:ext uri="{FF2B5EF4-FFF2-40B4-BE49-F238E27FC236}">
                <a16:creationId xmlns:a16="http://schemas.microsoft.com/office/drawing/2014/main" id="{AC826F79-7D7B-0B06-3389-A26BE3425231}"/>
              </a:ext>
            </a:extLst>
          </p:cNvPr>
          <p:cNvSpPr/>
          <p:nvPr/>
        </p:nvSpPr>
        <p:spPr>
          <a:xfrm>
            <a:off x="1463040" y="1783080"/>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Fairness harm, hallucinated or harmful content, loss of trust.</a:t>
            </a:r>
            <a:endParaRPr lang="en-US" sz="1400"/>
          </a:p>
        </p:txBody>
      </p:sp>
      <p:sp>
        <p:nvSpPr>
          <p:cNvPr id="9" name="Shape 11">
            <a:extLst>
              <a:ext uri="{FF2B5EF4-FFF2-40B4-BE49-F238E27FC236}">
                <a16:creationId xmlns:a16="http://schemas.microsoft.com/office/drawing/2014/main" id="{E2C7D4FB-240B-8AC4-F136-C053A5EE63E6}"/>
              </a:ext>
              <a:ext uri="{C183D7F6-B498-43B3-948B-1728B52AA6E4}">
                <adec:decorative xmlns:adec="http://schemas.microsoft.com/office/drawing/2017/decorative" val="1"/>
              </a:ext>
            </a:extLst>
          </p:cNvPr>
          <p:cNvSpPr/>
          <p:nvPr/>
        </p:nvSpPr>
        <p:spPr>
          <a:xfrm>
            <a:off x="457200" y="2350008"/>
            <a:ext cx="11247120" cy="493776"/>
          </a:xfrm>
          <a:prstGeom prst="rect">
            <a:avLst/>
          </a:prstGeom>
          <a:solidFill>
            <a:srgbClr val="F5F7FB"/>
          </a:solidFill>
          <a:ln w="6350">
            <a:solidFill>
              <a:srgbClr val="D5DBE7"/>
            </a:solidFill>
            <a:prstDash val="solid"/>
          </a:ln>
        </p:spPr>
        <p:txBody>
          <a:bodyPr/>
          <a:lstStyle/>
          <a:p>
            <a:endParaRPr lang="en-AE" sz="1400"/>
          </a:p>
        </p:txBody>
      </p:sp>
      <p:sp>
        <p:nvSpPr>
          <p:cNvPr id="10" name="Shape 12">
            <a:extLst>
              <a:ext uri="{FF2B5EF4-FFF2-40B4-BE49-F238E27FC236}">
                <a16:creationId xmlns:a16="http://schemas.microsoft.com/office/drawing/2014/main" id="{8E318D40-F5AC-20B0-3C36-98DF9029E142}"/>
              </a:ext>
              <a:ext uri="{C183D7F6-B498-43B3-948B-1728B52AA6E4}">
                <adec:decorative xmlns:adec="http://schemas.microsoft.com/office/drawing/2017/decorative" val="1"/>
              </a:ext>
            </a:extLst>
          </p:cNvPr>
          <p:cNvSpPr/>
          <p:nvPr/>
        </p:nvSpPr>
        <p:spPr>
          <a:xfrm>
            <a:off x="457200" y="2350008"/>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11" name="Text 13">
            <a:extLst>
              <a:ext uri="{FF2B5EF4-FFF2-40B4-BE49-F238E27FC236}">
                <a16:creationId xmlns:a16="http://schemas.microsoft.com/office/drawing/2014/main" id="{DB9F4CCA-BFA8-3425-5AA6-9786B846DCD2}"/>
              </a:ext>
            </a:extLst>
          </p:cNvPr>
          <p:cNvSpPr/>
          <p:nvPr/>
        </p:nvSpPr>
        <p:spPr>
          <a:xfrm>
            <a:off x="457200" y="2350008"/>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SEC</a:t>
            </a:r>
            <a:endParaRPr lang="en-US" sz="1400"/>
          </a:p>
        </p:txBody>
      </p:sp>
      <p:sp>
        <p:nvSpPr>
          <p:cNvPr id="12" name="Text 14">
            <a:extLst>
              <a:ext uri="{FF2B5EF4-FFF2-40B4-BE49-F238E27FC236}">
                <a16:creationId xmlns:a16="http://schemas.microsoft.com/office/drawing/2014/main" id="{C406535F-5B8A-9FDE-9BCA-9306ACD8A936}"/>
              </a:ext>
            </a:extLst>
          </p:cNvPr>
          <p:cNvSpPr/>
          <p:nvPr/>
        </p:nvSpPr>
        <p:spPr>
          <a:xfrm>
            <a:off x="1463040" y="2350008"/>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Prompt injection, agent exfiltration, credential and tool abuse.</a:t>
            </a:r>
            <a:endParaRPr lang="en-US" sz="1400"/>
          </a:p>
        </p:txBody>
      </p:sp>
      <p:sp>
        <p:nvSpPr>
          <p:cNvPr id="13" name="Shape 15">
            <a:extLst>
              <a:ext uri="{FF2B5EF4-FFF2-40B4-BE49-F238E27FC236}">
                <a16:creationId xmlns:a16="http://schemas.microsoft.com/office/drawing/2014/main" id="{E028EF55-0E24-C821-AD8F-0095FD02FCDC}"/>
              </a:ext>
              <a:ext uri="{C183D7F6-B498-43B3-948B-1728B52AA6E4}">
                <adec:decorative xmlns:adec="http://schemas.microsoft.com/office/drawing/2017/decorative" val="1"/>
              </a:ext>
            </a:extLst>
          </p:cNvPr>
          <p:cNvSpPr/>
          <p:nvPr/>
        </p:nvSpPr>
        <p:spPr>
          <a:xfrm>
            <a:off x="457200" y="2916936"/>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14" name="Shape 16">
            <a:extLst>
              <a:ext uri="{FF2B5EF4-FFF2-40B4-BE49-F238E27FC236}">
                <a16:creationId xmlns:a16="http://schemas.microsoft.com/office/drawing/2014/main" id="{A294D81A-CCFC-5A0B-0631-A61723AA6042}"/>
              </a:ext>
              <a:ext uri="{C183D7F6-B498-43B3-948B-1728B52AA6E4}">
                <adec:decorative xmlns:adec="http://schemas.microsoft.com/office/drawing/2017/decorative" val="1"/>
              </a:ext>
            </a:extLst>
          </p:cNvPr>
          <p:cNvSpPr/>
          <p:nvPr/>
        </p:nvSpPr>
        <p:spPr>
          <a:xfrm>
            <a:off x="457200" y="2916936"/>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15" name="Text 17">
            <a:extLst>
              <a:ext uri="{FF2B5EF4-FFF2-40B4-BE49-F238E27FC236}">
                <a16:creationId xmlns:a16="http://schemas.microsoft.com/office/drawing/2014/main" id="{1C4E74D6-D6B7-21BD-20A0-3BA8FB917191}"/>
              </a:ext>
            </a:extLst>
          </p:cNvPr>
          <p:cNvSpPr/>
          <p:nvPr/>
        </p:nvSpPr>
        <p:spPr>
          <a:xfrm>
            <a:off x="457200" y="2916936"/>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COMP</a:t>
            </a:r>
            <a:endParaRPr lang="en-US" sz="1400"/>
          </a:p>
        </p:txBody>
      </p:sp>
      <p:sp>
        <p:nvSpPr>
          <p:cNvPr id="16" name="Text 18">
            <a:extLst>
              <a:ext uri="{FF2B5EF4-FFF2-40B4-BE49-F238E27FC236}">
                <a16:creationId xmlns:a16="http://schemas.microsoft.com/office/drawing/2014/main" id="{E90549FA-9D6E-54A5-DD69-08FA762EFA8D}"/>
              </a:ext>
            </a:extLst>
          </p:cNvPr>
          <p:cNvSpPr/>
          <p:nvPr/>
        </p:nvSpPr>
        <p:spPr>
          <a:xfrm>
            <a:off x="1463040" y="2916936"/>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EU AI Act, GDPR / PDPL, ISO 42001 non-conformity, audit failure.</a:t>
            </a:r>
            <a:endParaRPr lang="en-US" sz="1400"/>
          </a:p>
        </p:txBody>
      </p:sp>
      <p:sp>
        <p:nvSpPr>
          <p:cNvPr id="17" name="Shape 19">
            <a:extLst>
              <a:ext uri="{FF2B5EF4-FFF2-40B4-BE49-F238E27FC236}">
                <a16:creationId xmlns:a16="http://schemas.microsoft.com/office/drawing/2014/main" id="{FCD0FBD8-043D-BE20-8D56-E4DABA9BB467}"/>
              </a:ext>
              <a:ext uri="{C183D7F6-B498-43B3-948B-1728B52AA6E4}">
                <adec:decorative xmlns:adec="http://schemas.microsoft.com/office/drawing/2017/decorative" val="1"/>
              </a:ext>
            </a:extLst>
          </p:cNvPr>
          <p:cNvSpPr/>
          <p:nvPr/>
        </p:nvSpPr>
        <p:spPr>
          <a:xfrm>
            <a:off x="457200" y="3483864"/>
            <a:ext cx="11247120" cy="493776"/>
          </a:xfrm>
          <a:prstGeom prst="rect">
            <a:avLst/>
          </a:prstGeom>
          <a:solidFill>
            <a:srgbClr val="F5F7FB"/>
          </a:solidFill>
          <a:ln w="6350">
            <a:solidFill>
              <a:srgbClr val="D5DBE7"/>
            </a:solidFill>
            <a:prstDash val="solid"/>
          </a:ln>
        </p:spPr>
        <p:txBody>
          <a:bodyPr/>
          <a:lstStyle/>
          <a:p>
            <a:endParaRPr lang="en-AE" sz="1400"/>
          </a:p>
        </p:txBody>
      </p:sp>
      <p:sp>
        <p:nvSpPr>
          <p:cNvPr id="18" name="Shape 20">
            <a:extLst>
              <a:ext uri="{FF2B5EF4-FFF2-40B4-BE49-F238E27FC236}">
                <a16:creationId xmlns:a16="http://schemas.microsoft.com/office/drawing/2014/main" id="{23BB14B8-381B-94BA-CCCD-177DF3FD0FC9}"/>
              </a:ext>
              <a:ext uri="{C183D7F6-B498-43B3-948B-1728B52AA6E4}">
                <adec:decorative xmlns:adec="http://schemas.microsoft.com/office/drawing/2017/decorative" val="1"/>
              </a:ext>
            </a:extLst>
          </p:cNvPr>
          <p:cNvSpPr/>
          <p:nvPr/>
        </p:nvSpPr>
        <p:spPr>
          <a:xfrm>
            <a:off x="457200" y="3483864"/>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19" name="Text 21">
            <a:extLst>
              <a:ext uri="{FF2B5EF4-FFF2-40B4-BE49-F238E27FC236}">
                <a16:creationId xmlns:a16="http://schemas.microsoft.com/office/drawing/2014/main" id="{216510EF-B241-AB50-5999-7627FA900A51}"/>
              </a:ext>
            </a:extLst>
          </p:cNvPr>
          <p:cNvSpPr/>
          <p:nvPr/>
        </p:nvSpPr>
        <p:spPr>
          <a:xfrm>
            <a:off x="457200" y="3483864"/>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FIN</a:t>
            </a:r>
            <a:endParaRPr lang="en-US" sz="1400"/>
          </a:p>
        </p:txBody>
      </p:sp>
      <p:sp>
        <p:nvSpPr>
          <p:cNvPr id="20" name="Text 22">
            <a:extLst>
              <a:ext uri="{FF2B5EF4-FFF2-40B4-BE49-F238E27FC236}">
                <a16:creationId xmlns:a16="http://schemas.microsoft.com/office/drawing/2014/main" id="{1DD82C43-C75C-488B-D9C7-FB277142F4CE}"/>
              </a:ext>
            </a:extLst>
          </p:cNvPr>
          <p:cNvSpPr/>
          <p:nvPr/>
        </p:nvSpPr>
        <p:spPr>
          <a:xfrm>
            <a:off x="1463040" y="3483864"/>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Token / PTU burn, runaway agents, cost uncorrelated with value.</a:t>
            </a:r>
            <a:endParaRPr lang="en-US" sz="1400"/>
          </a:p>
        </p:txBody>
      </p:sp>
      <p:sp>
        <p:nvSpPr>
          <p:cNvPr id="21" name="Shape 23">
            <a:extLst>
              <a:ext uri="{FF2B5EF4-FFF2-40B4-BE49-F238E27FC236}">
                <a16:creationId xmlns:a16="http://schemas.microsoft.com/office/drawing/2014/main" id="{9B33F20F-9E8D-B6B4-B8D8-53F28D98C376}"/>
              </a:ext>
              <a:ext uri="{C183D7F6-B498-43B3-948B-1728B52AA6E4}">
                <adec:decorative xmlns:adec="http://schemas.microsoft.com/office/drawing/2017/decorative" val="1"/>
              </a:ext>
            </a:extLst>
          </p:cNvPr>
          <p:cNvSpPr/>
          <p:nvPr/>
        </p:nvSpPr>
        <p:spPr>
          <a:xfrm>
            <a:off x="457200" y="4050792"/>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22" name="Shape 24">
            <a:extLst>
              <a:ext uri="{FF2B5EF4-FFF2-40B4-BE49-F238E27FC236}">
                <a16:creationId xmlns:a16="http://schemas.microsoft.com/office/drawing/2014/main" id="{005394CE-F63C-AE13-22A9-A3318D3DA19F}"/>
              </a:ext>
              <a:ext uri="{C183D7F6-B498-43B3-948B-1728B52AA6E4}">
                <adec:decorative xmlns:adec="http://schemas.microsoft.com/office/drawing/2017/decorative" val="1"/>
              </a:ext>
            </a:extLst>
          </p:cNvPr>
          <p:cNvSpPr/>
          <p:nvPr/>
        </p:nvSpPr>
        <p:spPr>
          <a:xfrm>
            <a:off x="457200" y="4050792"/>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23" name="Text 25">
            <a:extLst>
              <a:ext uri="{FF2B5EF4-FFF2-40B4-BE49-F238E27FC236}">
                <a16:creationId xmlns:a16="http://schemas.microsoft.com/office/drawing/2014/main" id="{BA58B77E-CFA2-1B85-D9E0-2A4F5DB3CFAB}"/>
              </a:ext>
            </a:extLst>
          </p:cNvPr>
          <p:cNvSpPr/>
          <p:nvPr/>
        </p:nvSpPr>
        <p:spPr>
          <a:xfrm>
            <a:off x="457200" y="4050792"/>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MLO</a:t>
            </a:r>
            <a:endParaRPr lang="en-US" sz="1400"/>
          </a:p>
        </p:txBody>
      </p:sp>
      <p:sp>
        <p:nvSpPr>
          <p:cNvPr id="24" name="Text 26">
            <a:extLst>
              <a:ext uri="{FF2B5EF4-FFF2-40B4-BE49-F238E27FC236}">
                <a16:creationId xmlns:a16="http://schemas.microsoft.com/office/drawing/2014/main" id="{08A9F5D4-18C9-6A0F-681E-1BC45B6FEFDC}"/>
              </a:ext>
            </a:extLst>
          </p:cNvPr>
          <p:cNvSpPr/>
          <p:nvPr/>
        </p:nvSpPr>
        <p:spPr>
          <a:xfrm>
            <a:off x="1463040" y="4050792"/>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Silent drift, unreproducible results, long MTTR, bad-model blast radius.</a:t>
            </a:r>
            <a:endParaRPr lang="en-US" sz="1400"/>
          </a:p>
        </p:txBody>
      </p:sp>
      <p:sp>
        <p:nvSpPr>
          <p:cNvPr id="25" name="Shape 27">
            <a:extLst>
              <a:ext uri="{FF2B5EF4-FFF2-40B4-BE49-F238E27FC236}">
                <a16:creationId xmlns:a16="http://schemas.microsoft.com/office/drawing/2014/main" id="{29AC2CF5-114A-2B20-7A09-C19EA4FEFAD2}"/>
              </a:ext>
              <a:ext uri="{C183D7F6-B498-43B3-948B-1728B52AA6E4}">
                <adec:decorative xmlns:adec="http://schemas.microsoft.com/office/drawing/2017/decorative" val="1"/>
              </a:ext>
            </a:extLst>
          </p:cNvPr>
          <p:cNvSpPr/>
          <p:nvPr/>
        </p:nvSpPr>
        <p:spPr>
          <a:xfrm>
            <a:off x="457200" y="4617720"/>
            <a:ext cx="11247120" cy="493776"/>
          </a:xfrm>
          <a:prstGeom prst="rect">
            <a:avLst/>
          </a:prstGeom>
          <a:solidFill>
            <a:srgbClr val="F5F7FB"/>
          </a:solidFill>
          <a:ln w="6350">
            <a:solidFill>
              <a:srgbClr val="D5DBE7"/>
            </a:solidFill>
            <a:prstDash val="solid"/>
          </a:ln>
        </p:spPr>
        <p:txBody>
          <a:bodyPr/>
          <a:lstStyle/>
          <a:p>
            <a:endParaRPr lang="en-AE" sz="1400"/>
          </a:p>
        </p:txBody>
      </p:sp>
      <p:sp>
        <p:nvSpPr>
          <p:cNvPr id="50" name="Shape 28">
            <a:extLst>
              <a:ext uri="{FF2B5EF4-FFF2-40B4-BE49-F238E27FC236}">
                <a16:creationId xmlns:a16="http://schemas.microsoft.com/office/drawing/2014/main" id="{380753E3-2131-DAE4-43FC-36E48A7CF2EC}"/>
              </a:ext>
              <a:ext uri="{C183D7F6-B498-43B3-948B-1728B52AA6E4}">
                <adec:decorative xmlns:adec="http://schemas.microsoft.com/office/drawing/2017/decorative" val="1"/>
              </a:ext>
            </a:extLst>
          </p:cNvPr>
          <p:cNvSpPr/>
          <p:nvPr/>
        </p:nvSpPr>
        <p:spPr>
          <a:xfrm>
            <a:off x="457200" y="4617720"/>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51" name="Text 29">
            <a:extLst>
              <a:ext uri="{FF2B5EF4-FFF2-40B4-BE49-F238E27FC236}">
                <a16:creationId xmlns:a16="http://schemas.microsoft.com/office/drawing/2014/main" id="{B3BF3428-86E1-CF64-A92F-6325304D4F48}"/>
              </a:ext>
            </a:extLst>
          </p:cNvPr>
          <p:cNvSpPr/>
          <p:nvPr/>
        </p:nvSpPr>
        <p:spPr>
          <a:xfrm>
            <a:off x="457200" y="4617720"/>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DATA</a:t>
            </a:r>
            <a:endParaRPr lang="en-US" sz="1400"/>
          </a:p>
        </p:txBody>
      </p:sp>
      <p:sp>
        <p:nvSpPr>
          <p:cNvPr id="52" name="Text 30">
            <a:extLst>
              <a:ext uri="{FF2B5EF4-FFF2-40B4-BE49-F238E27FC236}">
                <a16:creationId xmlns:a16="http://schemas.microsoft.com/office/drawing/2014/main" id="{035AC6FE-AADF-FFE6-9429-72BACD3E9F2B}"/>
              </a:ext>
            </a:extLst>
          </p:cNvPr>
          <p:cNvSpPr/>
          <p:nvPr/>
        </p:nvSpPr>
        <p:spPr>
          <a:xfrm>
            <a:off x="1463040" y="4617720"/>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IP risk, residency breach, right-to-be-forgotten gaps, RAG leakage.</a:t>
            </a:r>
            <a:endParaRPr lang="en-US" sz="1400"/>
          </a:p>
        </p:txBody>
      </p:sp>
      <p:sp>
        <p:nvSpPr>
          <p:cNvPr id="53" name="Shape 31">
            <a:extLst>
              <a:ext uri="{FF2B5EF4-FFF2-40B4-BE49-F238E27FC236}">
                <a16:creationId xmlns:a16="http://schemas.microsoft.com/office/drawing/2014/main" id="{B50BE8B4-BBB5-199A-F397-2F88D13BC21C}"/>
              </a:ext>
              <a:ext uri="{C183D7F6-B498-43B3-948B-1728B52AA6E4}">
                <adec:decorative xmlns:adec="http://schemas.microsoft.com/office/drawing/2017/decorative" val="1"/>
              </a:ext>
            </a:extLst>
          </p:cNvPr>
          <p:cNvSpPr/>
          <p:nvPr/>
        </p:nvSpPr>
        <p:spPr>
          <a:xfrm>
            <a:off x="457200" y="5184648"/>
            <a:ext cx="11247120" cy="493776"/>
          </a:xfrm>
          <a:prstGeom prst="rect">
            <a:avLst/>
          </a:prstGeom>
          <a:solidFill>
            <a:srgbClr val="FFFFFF"/>
          </a:solidFill>
          <a:ln w="6350">
            <a:solidFill>
              <a:srgbClr val="D5DBE7"/>
            </a:solidFill>
            <a:prstDash val="solid"/>
          </a:ln>
        </p:spPr>
        <p:txBody>
          <a:bodyPr/>
          <a:lstStyle/>
          <a:p>
            <a:endParaRPr lang="en-AE" sz="1400"/>
          </a:p>
        </p:txBody>
      </p:sp>
      <p:sp>
        <p:nvSpPr>
          <p:cNvPr id="54" name="Shape 32">
            <a:extLst>
              <a:ext uri="{FF2B5EF4-FFF2-40B4-BE49-F238E27FC236}">
                <a16:creationId xmlns:a16="http://schemas.microsoft.com/office/drawing/2014/main" id="{618F2225-4846-FC34-93D3-122A106BD82C}"/>
              </a:ext>
              <a:ext uri="{C183D7F6-B498-43B3-948B-1728B52AA6E4}">
                <adec:decorative xmlns:adec="http://schemas.microsoft.com/office/drawing/2017/decorative" val="1"/>
              </a:ext>
            </a:extLst>
          </p:cNvPr>
          <p:cNvSpPr/>
          <p:nvPr/>
        </p:nvSpPr>
        <p:spPr>
          <a:xfrm>
            <a:off x="457200" y="5184648"/>
            <a:ext cx="822960" cy="493776"/>
          </a:xfrm>
          <a:prstGeom prst="rect">
            <a:avLst/>
          </a:prstGeom>
          <a:solidFill>
            <a:srgbClr val="1E2761"/>
          </a:solidFill>
          <a:ln w="12700">
            <a:solidFill>
              <a:srgbClr val="1E2761"/>
            </a:solidFill>
            <a:prstDash val="solid"/>
          </a:ln>
        </p:spPr>
        <p:txBody>
          <a:bodyPr/>
          <a:lstStyle/>
          <a:p>
            <a:endParaRPr lang="en-AE" sz="1400"/>
          </a:p>
        </p:txBody>
      </p:sp>
      <p:sp>
        <p:nvSpPr>
          <p:cNvPr id="55" name="Text 33">
            <a:extLst>
              <a:ext uri="{FF2B5EF4-FFF2-40B4-BE49-F238E27FC236}">
                <a16:creationId xmlns:a16="http://schemas.microsoft.com/office/drawing/2014/main" id="{969DDB5E-A724-A8FB-41CE-28C48E708A5A}"/>
              </a:ext>
            </a:extLst>
          </p:cNvPr>
          <p:cNvSpPr/>
          <p:nvPr/>
        </p:nvSpPr>
        <p:spPr>
          <a:xfrm>
            <a:off x="457200" y="5184648"/>
            <a:ext cx="822960" cy="493776"/>
          </a:xfrm>
          <a:prstGeom prst="rect">
            <a:avLst/>
          </a:prstGeom>
          <a:noFill/>
          <a:ln/>
        </p:spPr>
        <p:txBody>
          <a:bodyPr wrap="square" rtlCol="0" anchor="ctr"/>
          <a:lstStyle/>
          <a:p>
            <a:pPr marL="0" indent="0" algn="ctr">
              <a:buNone/>
            </a:pPr>
            <a:r>
              <a:rPr lang="en-US" sz="1400" b="1">
                <a:solidFill>
                  <a:srgbClr val="FFFFFF"/>
                </a:solidFill>
                <a:ea typeface="Calibri" pitchFamily="34" charset="-122"/>
                <a:cs typeface="Calibri" pitchFamily="34" charset="-120"/>
              </a:rPr>
              <a:t>CoE</a:t>
            </a:r>
            <a:endParaRPr lang="en-US" sz="1400"/>
          </a:p>
        </p:txBody>
      </p:sp>
      <p:sp>
        <p:nvSpPr>
          <p:cNvPr id="56" name="Text 34">
            <a:extLst>
              <a:ext uri="{FF2B5EF4-FFF2-40B4-BE49-F238E27FC236}">
                <a16:creationId xmlns:a16="http://schemas.microsoft.com/office/drawing/2014/main" id="{1C6D27F7-EF4A-1D0D-54A1-71C6518AD7C0}"/>
              </a:ext>
            </a:extLst>
          </p:cNvPr>
          <p:cNvSpPr/>
          <p:nvPr/>
        </p:nvSpPr>
        <p:spPr>
          <a:xfrm>
            <a:off x="1463040" y="5184648"/>
            <a:ext cx="10149840" cy="493776"/>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Shadow AI, repeated mistakes, fragmented patterns, capability gaps.</a:t>
            </a:r>
            <a:endParaRPr lang="en-US" sz="1400"/>
          </a:p>
        </p:txBody>
      </p:sp>
    </p:spTree>
    <p:extLst>
      <p:ext uri="{BB962C8B-B14F-4D97-AF65-F5344CB8AC3E}">
        <p14:creationId xmlns:p14="http://schemas.microsoft.com/office/powerpoint/2010/main" val="85562760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CAA9D-0397-1D63-C181-6615C0948E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815505-DFD0-6538-05CD-582103A17E56}"/>
              </a:ext>
            </a:extLst>
          </p:cNvPr>
          <p:cNvSpPr>
            <a:spLocks noGrp="1"/>
          </p:cNvSpPr>
          <p:nvPr>
            <p:ph type="title"/>
          </p:nvPr>
        </p:nvSpPr>
        <p:spPr>
          <a:xfrm>
            <a:off x="575481" y="599437"/>
            <a:ext cx="11018520" cy="553998"/>
          </a:xfrm>
        </p:spPr>
        <p:txBody>
          <a:bodyPr/>
          <a:lstStyle/>
          <a:p>
            <a:r>
              <a:rPr lang="en-GB"/>
              <a:t>From row-level answers to a </a:t>
            </a:r>
            <a:r>
              <a:rPr lang="en-GB" err="1"/>
              <a:t>CoE</a:t>
            </a:r>
            <a:r>
              <a:rPr lang="en-GB"/>
              <a:t> Maturity Review</a:t>
            </a:r>
            <a:endParaRPr lang="en-AE"/>
          </a:p>
        </p:txBody>
      </p:sp>
      <p:sp>
        <p:nvSpPr>
          <p:cNvPr id="3" name="Footer Placeholder 2">
            <a:extLst>
              <a:ext uri="{FF2B5EF4-FFF2-40B4-BE49-F238E27FC236}">
                <a16:creationId xmlns:a16="http://schemas.microsoft.com/office/drawing/2014/main" id="{269E14CD-642F-212C-B67F-A627F0734C2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8A1433FB-C739-C9DC-BEC0-C11771B6A22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Shape 7">
            <a:extLst>
              <a:ext uri="{FF2B5EF4-FFF2-40B4-BE49-F238E27FC236}">
                <a16:creationId xmlns:a16="http://schemas.microsoft.com/office/drawing/2014/main" id="{00816534-8D08-18B2-42AB-BF9003BC455D}"/>
              </a:ext>
              <a:ext uri="{C183D7F6-B498-43B3-948B-1728B52AA6E4}">
                <adec:decorative xmlns:adec="http://schemas.microsoft.com/office/drawing/2017/decorative" val="1"/>
              </a:ext>
            </a:extLst>
          </p:cNvPr>
          <p:cNvSpPr/>
          <p:nvPr/>
        </p:nvSpPr>
        <p:spPr>
          <a:xfrm>
            <a:off x="457200" y="1920240"/>
            <a:ext cx="2697480" cy="347472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6" name="Shape 8">
            <a:extLst>
              <a:ext uri="{FF2B5EF4-FFF2-40B4-BE49-F238E27FC236}">
                <a16:creationId xmlns:a16="http://schemas.microsoft.com/office/drawing/2014/main" id="{2CCE8813-A704-07F5-B8AA-AA70006D5F14}"/>
              </a:ext>
              <a:ext uri="{C183D7F6-B498-43B3-948B-1728B52AA6E4}">
                <adec:decorative xmlns:adec="http://schemas.microsoft.com/office/drawing/2017/decorative" val="1"/>
              </a:ext>
            </a:extLst>
          </p:cNvPr>
          <p:cNvSpPr/>
          <p:nvPr/>
        </p:nvSpPr>
        <p:spPr>
          <a:xfrm>
            <a:off x="457200" y="1920240"/>
            <a:ext cx="2697480" cy="365760"/>
          </a:xfrm>
          <a:prstGeom prst="rect">
            <a:avLst/>
          </a:prstGeom>
          <a:solidFill>
            <a:srgbClr val="1E2761"/>
          </a:solidFill>
          <a:ln w="12700">
            <a:solidFill>
              <a:srgbClr val="1E2761"/>
            </a:solidFill>
            <a:prstDash val="solid"/>
          </a:ln>
        </p:spPr>
        <p:txBody>
          <a:bodyPr/>
          <a:lstStyle/>
          <a:p>
            <a:endParaRPr lang="en-AE" sz="1400">
              <a:solidFill>
                <a:schemeClr val="bg1"/>
              </a:solidFill>
            </a:endParaRPr>
          </a:p>
        </p:txBody>
      </p:sp>
      <p:sp>
        <p:nvSpPr>
          <p:cNvPr id="7" name="Text 9">
            <a:extLst>
              <a:ext uri="{FF2B5EF4-FFF2-40B4-BE49-F238E27FC236}">
                <a16:creationId xmlns:a16="http://schemas.microsoft.com/office/drawing/2014/main" id="{0E2EB3EC-5A0D-4774-3067-A6F5C704CA7D}"/>
              </a:ext>
            </a:extLst>
          </p:cNvPr>
          <p:cNvSpPr/>
          <p:nvPr/>
        </p:nvSpPr>
        <p:spPr>
          <a:xfrm>
            <a:off x="640080" y="1947672"/>
            <a:ext cx="2377440" cy="320040"/>
          </a:xfrm>
          <a:prstGeom prst="rect">
            <a:avLst/>
          </a:prstGeom>
          <a:noFill/>
          <a:ln/>
        </p:spPr>
        <p:txBody>
          <a:bodyPr wrap="square" rtlCol="0" anchor="ctr"/>
          <a:lstStyle/>
          <a:p>
            <a:pPr marL="0" indent="0">
              <a:buNone/>
            </a:pPr>
            <a:r>
              <a:rPr lang="en-US" sz="1400" b="1">
                <a:solidFill>
                  <a:schemeClr val="bg1"/>
                </a:solidFill>
                <a:ea typeface="Georgia" pitchFamily="34" charset="-122"/>
                <a:cs typeface="Georgia" pitchFamily="34" charset="-120"/>
              </a:rPr>
              <a:t>01</a:t>
            </a:r>
            <a:endParaRPr lang="en-US" sz="1400">
              <a:solidFill>
                <a:schemeClr val="bg1"/>
              </a:solidFill>
            </a:endParaRPr>
          </a:p>
        </p:txBody>
      </p:sp>
      <p:sp>
        <p:nvSpPr>
          <p:cNvPr id="8" name="Text 10">
            <a:extLst>
              <a:ext uri="{FF2B5EF4-FFF2-40B4-BE49-F238E27FC236}">
                <a16:creationId xmlns:a16="http://schemas.microsoft.com/office/drawing/2014/main" id="{96EE584C-A4E0-B13D-F0D9-FC4319BFF269}"/>
              </a:ext>
            </a:extLst>
          </p:cNvPr>
          <p:cNvSpPr/>
          <p:nvPr/>
        </p:nvSpPr>
        <p:spPr>
          <a:xfrm>
            <a:off x="685800" y="2468880"/>
            <a:ext cx="2377440" cy="54864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Answer</a:t>
            </a:r>
            <a:endParaRPr lang="en-US" sz="1400"/>
          </a:p>
        </p:txBody>
      </p:sp>
      <p:sp>
        <p:nvSpPr>
          <p:cNvPr id="9" name="Text 11">
            <a:extLst>
              <a:ext uri="{FF2B5EF4-FFF2-40B4-BE49-F238E27FC236}">
                <a16:creationId xmlns:a16="http://schemas.microsoft.com/office/drawing/2014/main" id="{7293AB4B-3334-8282-E161-A405A23D95E2}"/>
              </a:ext>
            </a:extLst>
          </p:cNvPr>
          <p:cNvSpPr/>
          <p:nvPr/>
        </p:nvSpPr>
        <p:spPr>
          <a:xfrm>
            <a:off x="685800" y="3017520"/>
            <a:ext cx="2377440" cy="22860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For each row, set status: Y (1.0), Partial (0.5), N (0.0), N/A (excluded).</a:t>
            </a:r>
            <a:endParaRPr lang="en-US" sz="1400"/>
          </a:p>
        </p:txBody>
      </p:sp>
      <p:sp>
        <p:nvSpPr>
          <p:cNvPr id="10" name="Shape 12">
            <a:extLst>
              <a:ext uri="{FF2B5EF4-FFF2-40B4-BE49-F238E27FC236}">
                <a16:creationId xmlns:a16="http://schemas.microsoft.com/office/drawing/2014/main" id="{ECCC4D15-9904-EC74-0BDB-1534C85CEA6D}"/>
              </a:ext>
              <a:ext uri="{C183D7F6-B498-43B3-948B-1728B52AA6E4}">
                <adec:decorative xmlns:adec="http://schemas.microsoft.com/office/drawing/2017/decorative" val="1"/>
              </a:ext>
            </a:extLst>
          </p:cNvPr>
          <p:cNvSpPr/>
          <p:nvPr/>
        </p:nvSpPr>
        <p:spPr>
          <a:xfrm>
            <a:off x="3337560" y="1920240"/>
            <a:ext cx="2697480" cy="347472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11" name="Shape 13">
            <a:extLst>
              <a:ext uri="{FF2B5EF4-FFF2-40B4-BE49-F238E27FC236}">
                <a16:creationId xmlns:a16="http://schemas.microsoft.com/office/drawing/2014/main" id="{84D39559-1845-67AA-66D6-27E13243DCDE}"/>
              </a:ext>
              <a:ext uri="{C183D7F6-B498-43B3-948B-1728B52AA6E4}">
                <adec:decorative xmlns:adec="http://schemas.microsoft.com/office/drawing/2017/decorative" val="1"/>
              </a:ext>
            </a:extLst>
          </p:cNvPr>
          <p:cNvSpPr/>
          <p:nvPr/>
        </p:nvSpPr>
        <p:spPr>
          <a:xfrm>
            <a:off x="3337560" y="1920240"/>
            <a:ext cx="2697480" cy="365760"/>
          </a:xfrm>
          <a:prstGeom prst="rect">
            <a:avLst/>
          </a:prstGeom>
          <a:solidFill>
            <a:srgbClr val="1E2761"/>
          </a:solidFill>
          <a:ln w="12700">
            <a:solidFill>
              <a:srgbClr val="1E2761"/>
            </a:solidFill>
            <a:prstDash val="solid"/>
          </a:ln>
        </p:spPr>
        <p:txBody>
          <a:bodyPr/>
          <a:lstStyle/>
          <a:p>
            <a:endParaRPr lang="en-AE" sz="1400">
              <a:solidFill>
                <a:schemeClr val="bg1"/>
              </a:solidFill>
            </a:endParaRPr>
          </a:p>
        </p:txBody>
      </p:sp>
      <p:sp>
        <p:nvSpPr>
          <p:cNvPr id="12" name="Text 14">
            <a:extLst>
              <a:ext uri="{FF2B5EF4-FFF2-40B4-BE49-F238E27FC236}">
                <a16:creationId xmlns:a16="http://schemas.microsoft.com/office/drawing/2014/main" id="{F674D9CA-79BD-EDDB-DA88-6F93646415E2}"/>
              </a:ext>
            </a:extLst>
          </p:cNvPr>
          <p:cNvSpPr/>
          <p:nvPr/>
        </p:nvSpPr>
        <p:spPr>
          <a:xfrm>
            <a:off x="3520440" y="1947672"/>
            <a:ext cx="2377440" cy="320040"/>
          </a:xfrm>
          <a:prstGeom prst="rect">
            <a:avLst/>
          </a:prstGeom>
          <a:noFill/>
          <a:ln/>
        </p:spPr>
        <p:txBody>
          <a:bodyPr wrap="square" rtlCol="0" anchor="ctr"/>
          <a:lstStyle/>
          <a:p>
            <a:pPr marL="0" indent="0">
              <a:buNone/>
            </a:pPr>
            <a:r>
              <a:rPr lang="en-US" sz="1400" b="1">
                <a:solidFill>
                  <a:schemeClr val="bg1"/>
                </a:solidFill>
                <a:ea typeface="Georgia" pitchFamily="34" charset="-122"/>
                <a:cs typeface="Georgia" pitchFamily="34" charset="-120"/>
              </a:rPr>
              <a:t>02</a:t>
            </a:r>
            <a:endParaRPr lang="en-US" sz="1400">
              <a:solidFill>
                <a:schemeClr val="bg1"/>
              </a:solidFill>
            </a:endParaRPr>
          </a:p>
        </p:txBody>
      </p:sp>
      <p:sp>
        <p:nvSpPr>
          <p:cNvPr id="13" name="Text 15">
            <a:extLst>
              <a:ext uri="{FF2B5EF4-FFF2-40B4-BE49-F238E27FC236}">
                <a16:creationId xmlns:a16="http://schemas.microsoft.com/office/drawing/2014/main" id="{EE6D475C-BB20-37C6-3EA0-76241CC029D1}"/>
              </a:ext>
            </a:extLst>
          </p:cNvPr>
          <p:cNvSpPr/>
          <p:nvPr/>
        </p:nvSpPr>
        <p:spPr>
          <a:xfrm>
            <a:off x="3566160" y="2468880"/>
            <a:ext cx="2377440" cy="54864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Assign</a:t>
            </a:r>
            <a:endParaRPr lang="en-US" sz="1400"/>
          </a:p>
        </p:txBody>
      </p:sp>
      <p:sp>
        <p:nvSpPr>
          <p:cNvPr id="14" name="Text 16">
            <a:extLst>
              <a:ext uri="{FF2B5EF4-FFF2-40B4-BE49-F238E27FC236}">
                <a16:creationId xmlns:a16="http://schemas.microsoft.com/office/drawing/2014/main" id="{7A645965-ABDE-172A-275B-D357AA4110DD}"/>
              </a:ext>
            </a:extLst>
          </p:cNvPr>
          <p:cNvSpPr/>
          <p:nvPr/>
        </p:nvSpPr>
        <p:spPr>
          <a:xfrm>
            <a:off x="3566160" y="3017520"/>
            <a:ext cx="2377440" cy="22860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Owner and due date per row. Notes capture evidence for audit.</a:t>
            </a:r>
            <a:endParaRPr lang="en-US" sz="1400"/>
          </a:p>
        </p:txBody>
      </p:sp>
      <p:sp>
        <p:nvSpPr>
          <p:cNvPr id="15" name="Shape 17">
            <a:extLst>
              <a:ext uri="{FF2B5EF4-FFF2-40B4-BE49-F238E27FC236}">
                <a16:creationId xmlns:a16="http://schemas.microsoft.com/office/drawing/2014/main" id="{9EF64B45-30EE-C109-D17B-8B3BA4AB4E21}"/>
              </a:ext>
              <a:ext uri="{C183D7F6-B498-43B3-948B-1728B52AA6E4}">
                <adec:decorative xmlns:adec="http://schemas.microsoft.com/office/drawing/2017/decorative" val="1"/>
              </a:ext>
            </a:extLst>
          </p:cNvPr>
          <p:cNvSpPr/>
          <p:nvPr/>
        </p:nvSpPr>
        <p:spPr>
          <a:xfrm>
            <a:off x="6217920" y="1920240"/>
            <a:ext cx="2697480" cy="347472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16" name="Shape 18">
            <a:extLst>
              <a:ext uri="{FF2B5EF4-FFF2-40B4-BE49-F238E27FC236}">
                <a16:creationId xmlns:a16="http://schemas.microsoft.com/office/drawing/2014/main" id="{4B62E933-F7AD-5DAD-E067-EE2E541DC842}"/>
              </a:ext>
              <a:ext uri="{C183D7F6-B498-43B3-948B-1728B52AA6E4}">
                <adec:decorative xmlns:adec="http://schemas.microsoft.com/office/drawing/2017/decorative" val="1"/>
              </a:ext>
            </a:extLst>
          </p:cNvPr>
          <p:cNvSpPr/>
          <p:nvPr/>
        </p:nvSpPr>
        <p:spPr>
          <a:xfrm>
            <a:off x="6217920" y="1920240"/>
            <a:ext cx="2697480" cy="365760"/>
          </a:xfrm>
          <a:prstGeom prst="rect">
            <a:avLst/>
          </a:prstGeom>
          <a:solidFill>
            <a:srgbClr val="1E2761"/>
          </a:solidFill>
          <a:ln w="12700">
            <a:solidFill>
              <a:srgbClr val="1E2761"/>
            </a:solidFill>
            <a:prstDash val="solid"/>
          </a:ln>
        </p:spPr>
        <p:txBody>
          <a:bodyPr/>
          <a:lstStyle/>
          <a:p>
            <a:endParaRPr lang="en-AE" sz="1400">
              <a:solidFill>
                <a:schemeClr val="bg1"/>
              </a:solidFill>
            </a:endParaRPr>
          </a:p>
        </p:txBody>
      </p:sp>
      <p:sp>
        <p:nvSpPr>
          <p:cNvPr id="17" name="Text 19">
            <a:extLst>
              <a:ext uri="{FF2B5EF4-FFF2-40B4-BE49-F238E27FC236}">
                <a16:creationId xmlns:a16="http://schemas.microsoft.com/office/drawing/2014/main" id="{208E28AC-061D-8191-E9DA-2E90863DEBDE}"/>
              </a:ext>
            </a:extLst>
          </p:cNvPr>
          <p:cNvSpPr/>
          <p:nvPr/>
        </p:nvSpPr>
        <p:spPr>
          <a:xfrm>
            <a:off x="6400800" y="1947672"/>
            <a:ext cx="2377440" cy="320040"/>
          </a:xfrm>
          <a:prstGeom prst="rect">
            <a:avLst/>
          </a:prstGeom>
          <a:noFill/>
          <a:ln/>
        </p:spPr>
        <p:txBody>
          <a:bodyPr wrap="square" rtlCol="0" anchor="ctr"/>
          <a:lstStyle/>
          <a:p>
            <a:pPr marL="0" indent="0">
              <a:buNone/>
            </a:pPr>
            <a:r>
              <a:rPr lang="en-US" sz="1400" b="1">
                <a:solidFill>
                  <a:schemeClr val="bg1"/>
                </a:solidFill>
                <a:ea typeface="Georgia" pitchFamily="34" charset="-122"/>
                <a:cs typeface="Georgia" pitchFamily="34" charset="-120"/>
              </a:rPr>
              <a:t>03</a:t>
            </a:r>
            <a:endParaRPr lang="en-US" sz="1400">
              <a:solidFill>
                <a:schemeClr val="bg1"/>
              </a:solidFill>
            </a:endParaRPr>
          </a:p>
        </p:txBody>
      </p:sp>
      <p:sp>
        <p:nvSpPr>
          <p:cNvPr id="18" name="Text 20">
            <a:extLst>
              <a:ext uri="{FF2B5EF4-FFF2-40B4-BE49-F238E27FC236}">
                <a16:creationId xmlns:a16="http://schemas.microsoft.com/office/drawing/2014/main" id="{DBC98F60-263E-5B69-6F99-E2D0976E1E57}"/>
              </a:ext>
            </a:extLst>
          </p:cNvPr>
          <p:cNvSpPr/>
          <p:nvPr/>
        </p:nvSpPr>
        <p:spPr>
          <a:xfrm>
            <a:off x="6446520" y="2468880"/>
            <a:ext cx="2377440" cy="54864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Roll up</a:t>
            </a:r>
            <a:endParaRPr lang="en-US" sz="1400"/>
          </a:p>
        </p:txBody>
      </p:sp>
      <p:sp>
        <p:nvSpPr>
          <p:cNvPr id="19" name="Text 21">
            <a:extLst>
              <a:ext uri="{FF2B5EF4-FFF2-40B4-BE49-F238E27FC236}">
                <a16:creationId xmlns:a16="http://schemas.microsoft.com/office/drawing/2014/main" id="{CE2307FA-4FC7-A303-D515-49608CFDBEE7}"/>
              </a:ext>
            </a:extLst>
          </p:cNvPr>
          <p:cNvSpPr/>
          <p:nvPr/>
        </p:nvSpPr>
        <p:spPr>
          <a:xfrm>
            <a:off x="6446520" y="3017520"/>
            <a:ext cx="2377440" cy="22860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Each phase tab auto-calculates completion; Dashboard aggregates all phases.</a:t>
            </a:r>
            <a:endParaRPr lang="en-US" sz="1400"/>
          </a:p>
        </p:txBody>
      </p:sp>
      <p:sp>
        <p:nvSpPr>
          <p:cNvPr id="20" name="Shape 22">
            <a:extLst>
              <a:ext uri="{FF2B5EF4-FFF2-40B4-BE49-F238E27FC236}">
                <a16:creationId xmlns:a16="http://schemas.microsoft.com/office/drawing/2014/main" id="{56F0B200-1171-0C3B-CDBF-E65DEE16EB71}"/>
              </a:ext>
              <a:ext uri="{C183D7F6-B498-43B3-948B-1728B52AA6E4}">
                <adec:decorative xmlns:adec="http://schemas.microsoft.com/office/drawing/2017/decorative" val="1"/>
              </a:ext>
            </a:extLst>
          </p:cNvPr>
          <p:cNvSpPr/>
          <p:nvPr/>
        </p:nvSpPr>
        <p:spPr>
          <a:xfrm>
            <a:off x="9098280" y="1920240"/>
            <a:ext cx="2697480" cy="3474720"/>
          </a:xfrm>
          <a:prstGeom prst="roundRect">
            <a:avLst>
              <a:gd name="adj" fmla="val 3390"/>
            </a:avLst>
          </a:prstGeom>
          <a:solidFill>
            <a:srgbClr val="FFFFFF"/>
          </a:solidFill>
          <a:ln w="12700">
            <a:solidFill>
              <a:srgbClr val="D5DBE7"/>
            </a:solidFill>
            <a:prstDash val="solid"/>
          </a:ln>
        </p:spPr>
        <p:txBody>
          <a:bodyPr/>
          <a:lstStyle/>
          <a:p>
            <a:endParaRPr lang="en-AE" sz="1400"/>
          </a:p>
        </p:txBody>
      </p:sp>
      <p:sp>
        <p:nvSpPr>
          <p:cNvPr id="21" name="Shape 23">
            <a:extLst>
              <a:ext uri="{FF2B5EF4-FFF2-40B4-BE49-F238E27FC236}">
                <a16:creationId xmlns:a16="http://schemas.microsoft.com/office/drawing/2014/main" id="{D5F84440-C04D-B9EF-0C14-30DF1B14C523}"/>
              </a:ext>
              <a:ext uri="{C183D7F6-B498-43B3-948B-1728B52AA6E4}">
                <adec:decorative xmlns:adec="http://schemas.microsoft.com/office/drawing/2017/decorative" val="1"/>
              </a:ext>
            </a:extLst>
          </p:cNvPr>
          <p:cNvSpPr/>
          <p:nvPr/>
        </p:nvSpPr>
        <p:spPr>
          <a:xfrm>
            <a:off x="9098280" y="1920240"/>
            <a:ext cx="2697480" cy="365760"/>
          </a:xfrm>
          <a:prstGeom prst="rect">
            <a:avLst/>
          </a:prstGeom>
          <a:solidFill>
            <a:srgbClr val="1E2761"/>
          </a:solidFill>
          <a:ln w="12700">
            <a:solidFill>
              <a:srgbClr val="1E2761"/>
            </a:solidFill>
            <a:prstDash val="solid"/>
          </a:ln>
        </p:spPr>
        <p:txBody>
          <a:bodyPr/>
          <a:lstStyle/>
          <a:p>
            <a:endParaRPr lang="en-AE" sz="1400">
              <a:solidFill>
                <a:schemeClr val="bg1"/>
              </a:solidFill>
            </a:endParaRPr>
          </a:p>
        </p:txBody>
      </p:sp>
      <p:sp>
        <p:nvSpPr>
          <p:cNvPr id="22" name="Text 24">
            <a:extLst>
              <a:ext uri="{FF2B5EF4-FFF2-40B4-BE49-F238E27FC236}">
                <a16:creationId xmlns:a16="http://schemas.microsoft.com/office/drawing/2014/main" id="{9D58EBB2-69A3-C9BB-B55B-777122DDE458}"/>
              </a:ext>
            </a:extLst>
          </p:cNvPr>
          <p:cNvSpPr/>
          <p:nvPr/>
        </p:nvSpPr>
        <p:spPr>
          <a:xfrm>
            <a:off x="9281160" y="1947672"/>
            <a:ext cx="2377440" cy="320040"/>
          </a:xfrm>
          <a:prstGeom prst="rect">
            <a:avLst/>
          </a:prstGeom>
          <a:noFill/>
          <a:ln/>
        </p:spPr>
        <p:txBody>
          <a:bodyPr wrap="square" rtlCol="0" anchor="ctr"/>
          <a:lstStyle/>
          <a:p>
            <a:pPr marL="0" indent="0">
              <a:buNone/>
            </a:pPr>
            <a:r>
              <a:rPr lang="en-US" sz="1400" b="1">
                <a:solidFill>
                  <a:schemeClr val="bg1"/>
                </a:solidFill>
                <a:ea typeface="Georgia" pitchFamily="34" charset="-122"/>
                <a:cs typeface="Georgia" pitchFamily="34" charset="-120"/>
              </a:rPr>
              <a:t>04</a:t>
            </a:r>
            <a:endParaRPr lang="en-US" sz="1400">
              <a:solidFill>
                <a:schemeClr val="bg1"/>
              </a:solidFill>
            </a:endParaRPr>
          </a:p>
        </p:txBody>
      </p:sp>
      <p:sp>
        <p:nvSpPr>
          <p:cNvPr id="23" name="Text 25">
            <a:extLst>
              <a:ext uri="{FF2B5EF4-FFF2-40B4-BE49-F238E27FC236}">
                <a16:creationId xmlns:a16="http://schemas.microsoft.com/office/drawing/2014/main" id="{13CCD8AA-63ED-1AAB-DF4F-A6842CBCAB8B}"/>
              </a:ext>
            </a:extLst>
          </p:cNvPr>
          <p:cNvSpPr/>
          <p:nvPr/>
        </p:nvSpPr>
        <p:spPr>
          <a:xfrm>
            <a:off x="9326880" y="2468880"/>
            <a:ext cx="2377440" cy="54864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Maturity</a:t>
            </a:r>
            <a:endParaRPr lang="en-US" sz="1400"/>
          </a:p>
        </p:txBody>
      </p:sp>
      <p:sp>
        <p:nvSpPr>
          <p:cNvPr id="24" name="Text 26">
            <a:extLst>
              <a:ext uri="{FF2B5EF4-FFF2-40B4-BE49-F238E27FC236}">
                <a16:creationId xmlns:a16="http://schemas.microsoft.com/office/drawing/2014/main" id="{56ABA0F2-4944-0FFA-2A02-9A315A8FCA79}"/>
              </a:ext>
            </a:extLst>
          </p:cNvPr>
          <p:cNvSpPr/>
          <p:nvPr/>
        </p:nvSpPr>
        <p:spPr>
          <a:xfrm>
            <a:off x="9326880" y="3017520"/>
            <a:ext cx="2377440" cy="228600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Initial (&lt;40%)  Developing (40-59%)  Defined (60-74%)  Managed (75-89%)  Optimizing (&gt;=90%).</a:t>
            </a:r>
            <a:endParaRPr lang="en-US" sz="1400"/>
          </a:p>
        </p:txBody>
      </p:sp>
      <p:sp>
        <p:nvSpPr>
          <p:cNvPr id="25" name="Text 27">
            <a:extLst>
              <a:ext uri="{FF2B5EF4-FFF2-40B4-BE49-F238E27FC236}">
                <a16:creationId xmlns:a16="http://schemas.microsoft.com/office/drawing/2014/main" id="{86067715-6DE1-83D5-8792-250C507AEB70}"/>
              </a:ext>
            </a:extLst>
          </p:cNvPr>
          <p:cNvSpPr/>
          <p:nvPr/>
        </p:nvSpPr>
        <p:spPr>
          <a:xfrm>
            <a:off x="457200" y="5623560"/>
            <a:ext cx="11247120" cy="365760"/>
          </a:xfrm>
          <a:prstGeom prst="rect">
            <a:avLst/>
          </a:prstGeom>
          <a:noFill/>
          <a:ln/>
        </p:spPr>
        <p:txBody>
          <a:bodyPr wrap="square" rtlCol="0" anchor="ctr"/>
          <a:lstStyle/>
          <a:p>
            <a:pPr marL="0" indent="0" algn="ctr">
              <a:buNone/>
            </a:pPr>
            <a:r>
              <a:rPr lang="en-US" sz="1400" b="1" i="1">
                <a:solidFill>
                  <a:schemeClr val="accent2"/>
                </a:solidFill>
                <a:ea typeface="Calibri" pitchFamily="34" charset="-122"/>
                <a:cs typeface="Calibri" pitchFamily="34" charset="-120"/>
              </a:rPr>
              <a:t>The companion Excel workbook implements this end-to-end.</a:t>
            </a:r>
            <a:endParaRPr lang="en-US" sz="1400">
              <a:solidFill>
                <a:schemeClr val="accent2"/>
              </a:solidFill>
            </a:endParaRPr>
          </a:p>
        </p:txBody>
      </p:sp>
    </p:spTree>
    <p:extLst>
      <p:ext uri="{BB962C8B-B14F-4D97-AF65-F5344CB8AC3E}">
        <p14:creationId xmlns:p14="http://schemas.microsoft.com/office/powerpoint/2010/main" val="330664968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F5CF-C92F-660A-695A-D2889C93B9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C50F66C-CB10-A9B5-2FD9-36C24ED77A26}"/>
              </a:ext>
            </a:extLst>
          </p:cNvPr>
          <p:cNvSpPr>
            <a:spLocks noGrp="1"/>
          </p:cNvSpPr>
          <p:nvPr>
            <p:ph type="title"/>
          </p:nvPr>
        </p:nvSpPr>
        <p:spPr>
          <a:xfrm>
            <a:off x="575481" y="599437"/>
            <a:ext cx="11018520" cy="553998"/>
          </a:xfrm>
        </p:spPr>
        <p:txBody>
          <a:bodyPr/>
          <a:lstStyle/>
          <a:p>
            <a:r>
              <a:rPr lang="en-GB"/>
              <a:t>Using the checklist in your workshop</a:t>
            </a:r>
            <a:endParaRPr lang="en-AE"/>
          </a:p>
        </p:txBody>
      </p:sp>
      <p:sp>
        <p:nvSpPr>
          <p:cNvPr id="3" name="Footer Placeholder 2">
            <a:extLst>
              <a:ext uri="{FF2B5EF4-FFF2-40B4-BE49-F238E27FC236}">
                <a16:creationId xmlns:a16="http://schemas.microsoft.com/office/drawing/2014/main" id="{9164868C-8AFC-C943-3112-78D29C43CF0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49F7E5EF-222C-2AF9-866D-09CC7EE1D054}"/>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6" name="Shape 7">
            <a:extLst>
              <a:ext uri="{FF2B5EF4-FFF2-40B4-BE49-F238E27FC236}">
                <a16:creationId xmlns:a16="http://schemas.microsoft.com/office/drawing/2014/main" id="{357B02BE-2373-0A4F-4350-B89151338427}"/>
              </a:ext>
              <a:ext uri="{C183D7F6-B498-43B3-948B-1728B52AA6E4}">
                <adec:decorative xmlns:adec="http://schemas.microsoft.com/office/drawing/2017/decorative" val="1"/>
              </a:ext>
            </a:extLst>
          </p:cNvPr>
          <p:cNvSpPr/>
          <p:nvPr/>
        </p:nvSpPr>
        <p:spPr>
          <a:xfrm>
            <a:off x="457200" y="2011680"/>
            <a:ext cx="3657600" cy="1828800"/>
          </a:xfrm>
          <a:prstGeom prst="roundRect">
            <a:avLst>
              <a:gd name="adj" fmla="val 4000"/>
            </a:avLst>
          </a:prstGeom>
          <a:solidFill>
            <a:srgbClr val="FFFFFF"/>
          </a:solidFill>
          <a:ln w="12700">
            <a:solidFill>
              <a:srgbClr val="D5DBE7"/>
            </a:solidFill>
            <a:prstDash val="solid"/>
          </a:ln>
        </p:spPr>
        <p:txBody>
          <a:bodyPr/>
          <a:lstStyle/>
          <a:p>
            <a:endParaRPr lang="en-AE" sz="1400"/>
          </a:p>
        </p:txBody>
      </p:sp>
      <p:sp>
        <p:nvSpPr>
          <p:cNvPr id="27" name="Shape 8">
            <a:extLst>
              <a:ext uri="{FF2B5EF4-FFF2-40B4-BE49-F238E27FC236}">
                <a16:creationId xmlns:a16="http://schemas.microsoft.com/office/drawing/2014/main" id="{6F45AB14-A4CD-F77C-1BDD-B040A0854517}"/>
              </a:ext>
              <a:ext uri="{C183D7F6-B498-43B3-948B-1728B52AA6E4}">
                <adec:decorative xmlns:adec="http://schemas.microsoft.com/office/drawing/2017/decorative" val="1"/>
              </a:ext>
            </a:extLst>
          </p:cNvPr>
          <p:cNvSpPr/>
          <p:nvPr/>
        </p:nvSpPr>
        <p:spPr>
          <a:xfrm>
            <a:off x="457200" y="2011680"/>
            <a:ext cx="109728" cy="1828800"/>
          </a:xfrm>
          <a:prstGeom prst="rect">
            <a:avLst/>
          </a:prstGeom>
          <a:solidFill>
            <a:schemeClr val="accent2"/>
          </a:solidFill>
          <a:ln w="12700">
            <a:solidFill>
              <a:schemeClr val="accent2"/>
            </a:solidFill>
            <a:prstDash val="solid"/>
          </a:ln>
        </p:spPr>
        <p:txBody>
          <a:bodyPr/>
          <a:lstStyle/>
          <a:p>
            <a:endParaRPr lang="en-AE" sz="1400"/>
          </a:p>
        </p:txBody>
      </p:sp>
      <p:sp>
        <p:nvSpPr>
          <p:cNvPr id="28" name="Text 9">
            <a:extLst>
              <a:ext uri="{FF2B5EF4-FFF2-40B4-BE49-F238E27FC236}">
                <a16:creationId xmlns:a16="http://schemas.microsoft.com/office/drawing/2014/main" id="{62181FCD-5EBB-B2C9-D758-641AE7969D57}"/>
              </a:ext>
            </a:extLst>
          </p:cNvPr>
          <p:cNvSpPr/>
          <p:nvPr/>
        </p:nvSpPr>
        <p:spPr>
          <a:xfrm>
            <a:off x="731520" y="2148840"/>
            <a:ext cx="329184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Split by phase</a:t>
            </a:r>
            <a:endParaRPr lang="en-US" sz="1400"/>
          </a:p>
        </p:txBody>
      </p:sp>
      <p:sp>
        <p:nvSpPr>
          <p:cNvPr id="29" name="Text 10">
            <a:extLst>
              <a:ext uri="{FF2B5EF4-FFF2-40B4-BE49-F238E27FC236}">
                <a16:creationId xmlns:a16="http://schemas.microsoft.com/office/drawing/2014/main" id="{610F04CD-4404-DBFC-0F25-DD32A391E8D0}"/>
              </a:ext>
            </a:extLst>
          </p:cNvPr>
          <p:cNvSpPr/>
          <p:nvPr/>
        </p:nvSpPr>
        <p:spPr>
          <a:xfrm>
            <a:off x="731520" y="2651760"/>
            <a:ext cx="3291840" cy="10972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Assign each phase to a breakout group aligned to their RACI.</a:t>
            </a:r>
            <a:endParaRPr lang="en-US" sz="1400"/>
          </a:p>
        </p:txBody>
      </p:sp>
      <p:sp>
        <p:nvSpPr>
          <p:cNvPr id="30" name="Shape 11">
            <a:extLst>
              <a:ext uri="{FF2B5EF4-FFF2-40B4-BE49-F238E27FC236}">
                <a16:creationId xmlns:a16="http://schemas.microsoft.com/office/drawing/2014/main" id="{91C8590B-F5AF-A2BE-4FC6-072F98392FFB}"/>
              </a:ext>
              <a:ext uri="{C183D7F6-B498-43B3-948B-1728B52AA6E4}">
                <adec:decorative xmlns:adec="http://schemas.microsoft.com/office/drawing/2017/decorative" val="1"/>
              </a:ext>
            </a:extLst>
          </p:cNvPr>
          <p:cNvSpPr/>
          <p:nvPr/>
        </p:nvSpPr>
        <p:spPr>
          <a:xfrm>
            <a:off x="4297680" y="2011680"/>
            <a:ext cx="3657600" cy="1828800"/>
          </a:xfrm>
          <a:prstGeom prst="roundRect">
            <a:avLst>
              <a:gd name="adj" fmla="val 4000"/>
            </a:avLst>
          </a:prstGeom>
          <a:solidFill>
            <a:srgbClr val="FFFFFF"/>
          </a:solidFill>
          <a:ln w="12700">
            <a:solidFill>
              <a:srgbClr val="D5DBE7"/>
            </a:solidFill>
            <a:prstDash val="solid"/>
          </a:ln>
        </p:spPr>
        <p:txBody>
          <a:bodyPr/>
          <a:lstStyle/>
          <a:p>
            <a:endParaRPr lang="en-AE" sz="1400"/>
          </a:p>
        </p:txBody>
      </p:sp>
      <p:sp>
        <p:nvSpPr>
          <p:cNvPr id="31" name="Shape 12">
            <a:extLst>
              <a:ext uri="{FF2B5EF4-FFF2-40B4-BE49-F238E27FC236}">
                <a16:creationId xmlns:a16="http://schemas.microsoft.com/office/drawing/2014/main" id="{C88EC7F4-063D-694A-F71B-7A40EE744470}"/>
              </a:ext>
              <a:ext uri="{C183D7F6-B498-43B3-948B-1728B52AA6E4}">
                <adec:decorative xmlns:adec="http://schemas.microsoft.com/office/drawing/2017/decorative" val="1"/>
              </a:ext>
            </a:extLst>
          </p:cNvPr>
          <p:cNvSpPr/>
          <p:nvPr/>
        </p:nvSpPr>
        <p:spPr>
          <a:xfrm>
            <a:off x="4297680" y="2011680"/>
            <a:ext cx="109728" cy="1828800"/>
          </a:xfrm>
          <a:prstGeom prst="rect">
            <a:avLst/>
          </a:prstGeom>
          <a:solidFill>
            <a:schemeClr val="accent2"/>
          </a:solidFill>
          <a:ln w="12700">
            <a:solidFill>
              <a:schemeClr val="accent2"/>
            </a:solidFill>
            <a:prstDash val="solid"/>
          </a:ln>
        </p:spPr>
        <p:txBody>
          <a:bodyPr/>
          <a:lstStyle/>
          <a:p>
            <a:endParaRPr lang="en-AE" sz="1400"/>
          </a:p>
        </p:txBody>
      </p:sp>
      <p:sp>
        <p:nvSpPr>
          <p:cNvPr id="32" name="Text 13">
            <a:extLst>
              <a:ext uri="{FF2B5EF4-FFF2-40B4-BE49-F238E27FC236}">
                <a16:creationId xmlns:a16="http://schemas.microsoft.com/office/drawing/2014/main" id="{494386D9-B7A0-5C6F-2313-434ECE09E9A0}"/>
              </a:ext>
            </a:extLst>
          </p:cNvPr>
          <p:cNvSpPr/>
          <p:nvPr/>
        </p:nvSpPr>
        <p:spPr>
          <a:xfrm>
            <a:off x="4572000" y="2148840"/>
            <a:ext cx="329184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Score &amp; evidence</a:t>
            </a:r>
            <a:endParaRPr lang="en-US" sz="1400"/>
          </a:p>
        </p:txBody>
      </p:sp>
      <p:sp>
        <p:nvSpPr>
          <p:cNvPr id="33" name="Text 14">
            <a:extLst>
              <a:ext uri="{FF2B5EF4-FFF2-40B4-BE49-F238E27FC236}">
                <a16:creationId xmlns:a16="http://schemas.microsoft.com/office/drawing/2014/main" id="{32F1F14A-D188-88D5-EC79-EEC80EEA6EE6}"/>
              </a:ext>
            </a:extLst>
          </p:cNvPr>
          <p:cNvSpPr/>
          <p:nvPr/>
        </p:nvSpPr>
        <p:spPr>
          <a:xfrm>
            <a:off x="4572000" y="2651760"/>
            <a:ext cx="3291840" cy="10972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Answer Y / Partial / N / N/A with a one-line evidence note.</a:t>
            </a:r>
            <a:endParaRPr lang="en-US" sz="1400"/>
          </a:p>
        </p:txBody>
      </p:sp>
      <p:sp>
        <p:nvSpPr>
          <p:cNvPr id="34" name="Shape 15">
            <a:extLst>
              <a:ext uri="{FF2B5EF4-FFF2-40B4-BE49-F238E27FC236}">
                <a16:creationId xmlns:a16="http://schemas.microsoft.com/office/drawing/2014/main" id="{D7F0FF7B-82F3-2F88-5501-1C6033B490EC}"/>
              </a:ext>
              <a:ext uri="{C183D7F6-B498-43B3-948B-1728B52AA6E4}">
                <adec:decorative xmlns:adec="http://schemas.microsoft.com/office/drawing/2017/decorative" val="1"/>
              </a:ext>
            </a:extLst>
          </p:cNvPr>
          <p:cNvSpPr/>
          <p:nvPr/>
        </p:nvSpPr>
        <p:spPr>
          <a:xfrm>
            <a:off x="8138160" y="2011680"/>
            <a:ext cx="3657600" cy="1828800"/>
          </a:xfrm>
          <a:prstGeom prst="roundRect">
            <a:avLst>
              <a:gd name="adj" fmla="val 4000"/>
            </a:avLst>
          </a:prstGeom>
          <a:solidFill>
            <a:srgbClr val="FFFFFF"/>
          </a:solidFill>
          <a:ln w="12700">
            <a:solidFill>
              <a:srgbClr val="D5DBE7"/>
            </a:solidFill>
            <a:prstDash val="solid"/>
          </a:ln>
        </p:spPr>
        <p:txBody>
          <a:bodyPr/>
          <a:lstStyle/>
          <a:p>
            <a:endParaRPr lang="en-AE" sz="1400"/>
          </a:p>
        </p:txBody>
      </p:sp>
      <p:sp>
        <p:nvSpPr>
          <p:cNvPr id="35" name="Shape 16">
            <a:extLst>
              <a:ext uri="{FF2B5EF4-FFF2-40B4-BE49-F238E27FC236}">
                <a16:creationId xmlns:a16="http://schemas.microsoft.com/office/drawing/2014/main" id="{5A51082B-D7DA-697E-A72E-92AB62A12222}"/>
              </a:ext>
              <a:ext uri="{C183D7F6-B498-43B3-948B-1728B52AA6E4}">
                <adec:decorative xmlns:adec="http://schemas.microsoft.com/office/drawing/2017/decorative" val="1"/>
              </a:ext>
            </a:extLst>
          </p:cNvPr>
          <p:cNvSpPr/>
          <p:nvPr/>
        </p:nvSpPr>
        <p:spPr>
          <a:xfrm>
            <a:off x="8138160" y="2011680"/>
            <a:ext cx="109728" cy="1828800"/>
          </a:xfrm>
          <a:prstGeom prst="rect">
            <a:avLst/>
          </a:prstGeom>
          <a:solidFill>
            <a:schemeClr val="accent2"/>
          </a:solidFill>
          <a:ln w="12700">
            <a:solidFill>
              <a:schemeClr val="accent2"/>
            </a:solidFill>
            <a:prstDash val="solid"/>
          </a:ln>
        </p:spPr>
        <p:txBody>
          <a:bodyPr/>
          <a:lstStyle/>
          <a:p>
            <a:endParaRPr lang="en-AE" sz="1400"/>
          </a:p>
        </p:txBody>
      </p:sp>
      <p:sp>
        <p:nvSpPr>
          <p:cNvPr id="36" name="Text 17">
            <a:extLst>
              <a:ext uri="{FF2B5EF4-FFF2-40B4-BE49-F238E27FC236}">
                <a16:creationId xmlns:a16="http://schemas.microsoft.com/office/drawing/2014/main" id="{AAB510E4-9931-4AA3-9A5F-3B666EB2F60A}"/>
              </a:ext>
            </a:extLst>
          </p:cNvPr>
          <p:cNvSpPr/>
          <p:nvPr/>
        </p:nvSpPr>
        <p:spPr>
          <a:xfrm>
            <a:off x="8412480" y="2148840"/>
            <a:ext cx="329184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Debrief</a:t>
            </a:r>
            <a:endParaRPr lang="en-US" sz="1400"/>
          </a:p>
        </p:txBody>
      </p:sp>
      <p:sp>
        <p:nvSpPr>
          <p:cNvPr id="37" name="Text 18">
            <a:extLst>
              <a:ext uri="{FF2B5EF4-FFF2-40B4-BE49-F238E27FC236}">
                <a16:creationId xmlns:a16="http://schemas.microsoft.com/office/drawing/2014/main" id="{6CC942F6-9D90-C3B2-B1EB-06DD07449BD8}"/>
              </a:ext>
            </a:extLst>
          </p:cNvPr>
          <p:cNvSpPr/>
          <p:nvPr/>
        </p:nvSpPr>
        <p:spPr>
          <a:xfrm>
            <a:off x="8412480" y="2651760"/>
            <a:ext cx="3291840" cy="10972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Project the Dashboard; discuss the lowest-scoring pillars first.</a:t>
            </a:r>
            <a:endParaRPr lang="en-US" sz="1400"/>
          </a:p>
        </p:txBody>
      </p:sp>
      <p:sp>
        <p:nvSpPr>
          <p:cNvPr id="38" name="Shape 19">
            <a:extLst>
              <a:ext uri="{FF2B5EF4-FFF2-40B4-BE49-F238E27FC236}">
                <a16:creationId xmlns:a16="http://schemas.microsoft.com/office/drawing/2014/main" id="{DE2C524E-1FDA-8597-3762-2DC41C94623B}"/>
              </a:ext>
              <a:ext uri="{C183D7F6-B498-43B3-948B-1728B52AA6E4}">
                <adec:decorative xmlns:adec="http://schemas.microsoft.com/office/drawing/2017/decorative" val="1"/>
              </a:ext>
            </a:extLst>
          </p:cNvPr>
          <p:cNvSpPr/>
          <p:nvPr/>
        </p:nvSpPr>
        <p:spPr>
          <a:xfrm>
            <a:off x="457200" y="4023360"/>
            <a:ext cx="3657600" cy="1828800"/>
          </a:xfrm>
          <a:prstGeom prst="roundRect">
            <a:avLst>
              <a:gd name="adj" fmla="val 4000"/>
            </a:avLst>
          </a:prstGeom>
          <a:solidFill>
            <a:srgbClr val="FFFFFF"/>
          </a:solidFill>
          <a:ln w="12700">
            <a:solidFill>
              <a:srgbClr val="D5DBE7"/>
            </a:solidFill>
            <a:prstDash val="solid"/>
          </a:ln>
        </p:spPr>
        <p:txBody>
          <a:bodyPr/>
          <a:lstStyle/>
          <a:p>
            <a:endParaRPr lang="en-AE" sz="1400"/>
          </a:p>
        </p:txBody>
      </p:sp>
      <p:sp>
        <p:nvSpPr>
          <p:cNvPr id="39" name="Shape 20">
            <a:extLst>
              <a:ext uri="{FF2B5EF4-FFF2-40B4-BE49-F238E27FC236}">
                <a16:creationId xmlns:a16="http://schemas.microsoft.com/office/drawing/2014/main" id="{AF0DE98E-3C31-EBD4-3072-F4D6AFCC36F6}"/>
              </a:ext>
              <a:ext uri="{C183D7F6-B498-43B3-948B-1728B52AA6E4}">
                <adec:decorative xmlns:adec="http://schemas.microsoft.com/office/drawing/2017/decorative" val="1"/>
              </a:ext>
            </a:extLst>
          </p:cNvPr>
          <p:cNvSpPr/>
          <p:nvPr/>
        </p:nvSpPr>
        <p:spPr>
          <a:xfrm>
            <a:off x="457200" y="4023360"/>
            <a:ext cx="109728" cy="1828800"/>
          </a:xfrm>
          <a:prstGeom prst="rect">
            <a:avLst/>
          </a:prstGeom>
          <a:solidFill>
            <a:schemeClr val="accent2"/>
          </a:solidFill>
          <a:ln w="12700">
            <a:solidFill>
              <a:schemeClr val="accent2"/>
            </a:solidFill>
            <a:prstDash val="solid"/>
          </a:ln>
        </p:spPr>
        <p:txBody>
          <a:bodyPr/>
          <a:lstStyle/>
          <a:p>
            <a:endParaRPr lang="en-AE" sz="1400"/>
          </a:p>
        </p:txBody>
      </p:sp>
      <p:sp>
        <p:nvSpPr>
          <p:cNvPr id="40" name="Text 21">
            <a:extLst>
              <a:ext uri="{FF2B5EF4-FFF2-40B4-BE49-F238E27FC236}">
                <a16:creationId xmlns:a16="http://schemas.microsoft.com/office/drawing/2014/main" id="{52090DE7-081C-AF9F-8C92-E418CB553255}"/>
              </a:ext>
            </a:extLst>
          </p:cNvPr>
          <p:cNvSpPr/>
          <p:nvPr/>
        </p:nvSpPr>
        <p:spPr>
          <a:xfrm>
            <a:off x="731520" y="4160520"/>
            <a:ext cx="329184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Commit</a:t>
            </a:r>
            <a:endParaRPr lang="en-US" sz="1400"/>
          </a:p>
        </p:txBody>
      </p:sp>
      <p:sp>
        <p:nvSpPr>
          <p:cNvPr id="41" name="Text 22">
            <a:extLst>
              <a:ext uri="{FF2B5EF4-FFF2-40B4-BE49-F238E27FC236}">
                <a16:creationId xmlns:a16="http://schemas.microsoft.com/office/drawing/2014/main" id="{287B5447-ED1D-1A27-D7C4-FFCFD9A79B8E}"/>
              </a:ext>
            </a:extLst>
          </p:cNvPr>
          <p:cNvSpPr/>
          <p:nvPr/>
        </p:nvSpPr>
        <p:spPr>
          <a:xfrm>
            <a:off x="731520" y="4663440"/>
            <a:ext cx="3291840" cy="10972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Owner + due date on every N and Partial. CoE tracks to closure.</a:t>
            </a:r>
            <a:endParaRPr lang="en-US" sz="1400"/>
          </a:p>
        </p:txBody>
      </p:sp>
      <p:sp>
        <p:nvSpPr>
          <p:cNvPr id="42" name="Shape 23">
            <a:extLst>
              <a:ext uri="{FF2B5EF4-FFF2-40B4-BE49-F238E27FC236}">
                <a16:creationId xmlns:a16="http://schemas.microsoft.com/office/drawing/2014/main" id="{D402FE48-3049-4281-A36A-C7381668D8FB}"/>
              </a:ext>
              <a:ext uri="{C183D7F6-B498-43B3-948B-1728B52AA6E4}">
                <adec:decorative xmlns:adec="http://schemas.microsoft.com/office/drawing/2017/decorative" val="1"/>
              </a:ext>
            </a:extLst>
          </p:cNvPr>
          <p:cNvSpPr/>
          <p:nvPr/>
        </p:nvSpPr>
        <p:spPr>
          <a:xfrm>
            <a:off x="4297680" y="4023360"/>
            <a:ext cx="3657600" cy="1828800"/>
          </a:xfrm>
          <a:prstGeom prst="roundRect">
            <a:avLst>
              <a:gd name="adj" fmla="val 4000"/>
            </a:avLst>
          </a:prstGeom>
          <a:solidFill>
            <a:srgbClr val="FFFFFF"/>
          </a:solidFill>
          <a:ln w="12700">
            <a:solidFill>
              <a:srgbClr val="D5DBE7"/>
            </a:solidFill>
            <a:prstDash val="solid"/>
          </a:ln>
        </p:spPr>
        <p:txBody>
          <a:bodyPr/>
          <a:lstStyle/>
          <a:p>
            <a:endParaRPr lang="en-AE" sz="1400"/>
          </a:p>
        </p:txBody>
      </p:sp>
      <p:sp>
        <p:nvSpPr>
          <p:cNvPr id="43" name="Shape 24">
            <a:extLst>
              <a:ext uri="{FF2B5EF4-FFF2-40B4-BE49-F238E27FC236}">
                <a16:creationId xmlns:a16="http://schemas.microsoft.com/office/drawing/2014/main" id="{9839E128-D81B-134C-7D74-ECDB73161E6E}"/>
              </a:ext>
              <a:ext uri="{C183D7F6-B498-43B3-948B-1728B52AA6E4}">
                <adec:decorative xmlns:adec="http://schemas.microsoft.com/office/drawing/2017/decorative" val="1"/>
              </a:ext>
            </a:extLst>
          </p:cNvPr>
          <p:cNvSpPr/>
          <p:nvPr/>
        </p:nvSpPr>
        <p:spPr>
          <a:xfrm>
            <a:off x="4297680" y="4023360"/>
            <a:ext cx="109728" cy="1828800"/>
          </a:xfrm>
          <a:prstGeom prst="rect">
            <a:avLst/>
          </a:prstGeom>
          <a:solidFill>
            <a:schemeClr val="accent2"/>
          </a:solidFill>
          <a:ln w="12700">
            <a:solidFill>
              <a:schemeClr val="accent2"/>
            </a:solidFill>
            <a:prstDash val="solid"/>
          </a:ln>
        </p:spPr>
        <p:txBody>
          <a:bodyPr/>
          <a:lstStyle/>
          <a:p>
            <a:endParaRPr lang="en-AE" sz="1400"/>
          </a:p>
        </p:txBody>
      </p:sp>
      <p:sp>
        <p:nvSpPr>
          <p:cNvPr id="44" name="Text 25">
            <a:extLst>
              <a:ext uri="{FF2B5EF4-FFF2-40B4-BE49-F238E27FC236}">
                <a16:creationId xmlns:a16="http://schemas.microsoft.com/office/drawing/2014/main" id="{31E16A95-9738-9838-CF5F-D5885E463EC3}"/>
              </a:ext>
            </a:extLst>
          </p:cNvPr>
          <p:cNvSpPr/>
          <p:nvPr/>
        </p:nvSpPr>
        <p:spPr>
          <a:xfrm>
            <a:off x="4572000" y="4160520"/>
            <a:ext cx="329184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Tailor</a:t>
            </a:r>
            <a:endParaRPr lang="en-US" sz="1400"/>
          </a:p>
        </p:txBody>
      </p:sp>
      <p:sp>
        <p:nvSpPr>
          <p:cNvPr id="45" name="Text 26">
            <a:extLst>
              <a:ext uri="{FF2B5EF4-FFF2-40B4-BE49-F238E27FC236}">
                <a16:creationId xmlns:a16="http://schemas.microsoft.com/office/drawing/2014/main" id="{3820028C-F1CB-C65A-A309-FF5E109C07ED}"/>
              </a:ext>
            </a:extLst>
          </p:cNvPr>
          <p:cNvSpPr/>
          <p:nvPr/>
        </p:nvSpPr>
        <p:spPr>
          <a:xfrm>
            <a:off x="4572000" y="4663440"/>
            <a:ext cx="3291840" cy="10972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Drop rows that do not apply (e.g. training rows for pure RAG).</a:t>
            </a:r>
            <a:endParaRPr lang="en-US" sz="1400"/>
          </a:p>
        </p:txBody>
      </p:sp>
      <p:sp>
        <p:nvSpPr>
          <p:cNvPr id="46" name="Shape 27">
            <a:extLst>
              <a:ext uri="{FF2B5EF4-FFF2-40B4-BE49-F238E27FC236}">
                <a16:creationId xmlns:a16="http://schemas.microsoft.com/office/drawing/2014/main" id="{D58A6A99-5622-7686-C1E2-438FED47D095}"/>
              </a:ext>
              <a:ext uri="{C183D7F6-B498-43B3-948B-1728B52AA6E4}">
                <adec:decorative xmlns:adec="http://schemas.microsoft.com/office/drawing/2017/decorative" val="1"/>
              </a:ext>
            </a:extLst>
          </p:cNvPr>
          <p:cNvSpPr/>
          <p:nvPr/>
        </p:nvSpPr>
        <p:spPr>
          <a:xfrm>
            <a:off x="8138160" y="4023360"/>
            <a:ext cx="3657600" cy="1828800"/>
          </a:xfrm>
          <a:prstGeom prst="roundRect">
            <a:avLst>
              <a:gd name="adj" fmla="val 4000"/>
            </a:avLst>
          </a:prstGeom>
          <a:solidFill>
            <a:srgbClr val="FFFFFF"/>
          </a:solidFill>
          <a:ln w="12700">
            <a:solidFill>
              <a:srgbClr val="D5DBE7"/>
            </a:solidFill>
            <a:prstDash val="solid"/>
          </a:ln>
        </p:spPr>
        <p:txBody>
          <a:bodyPr/>
          <a:lstStyle/>
          <a:p>
            <a:endParaRPr lang="en-AE" sz="1400"/>
          </a:p>
        </p:txBody>
      </p:sp>
      <p:sp>
        <p:nvSpPr>
          <p:cNvPr id="47" name="Shape 28">
            <a:extLst>
              <a:ext uri="{FF2B5EF4-FFF2-40B4-BE49-F238E27FC236}">
                <a16:creationId xmlns:a16="http://schemas.microsoft.com/office/drawing/2014/main" id="{7BC6E675-EF2E-DE9F-F4FE-E7309F9F6633}"/>
              </a:ext>
              <a:ext uri="{C183D7F6-B498-43B3-948B-1728B52AA6E4}">
                <adec:decorative xmlns:adec="http://schemas.microsoft.com/office/drawing/2017/decorative" val="1"/>
              </a:ext>
            </a:extLst>
          </p:cNvPr>
          <p:cNvSpPr/>
          <p:nvPr/>
        </p:nvSpPr>
        <p:spPr>
          <a:xfrm>
            <a:off x="8138160" y="4023360"/>
            <a:ext cx="109728" cy="1828800"/>
          </a:xfrm>
          <a:prstGeom prst="rect">
            <a:avLst/>
          </a:prstGeom>
          <a:solidFill>
            <a:schemeClr val="accent2"/>
          </a:solidFill>
          <a:ln w="12700">
            <a:solidFill>
              <a:schemeClr val="accent2"/>
            </a:solidFill>
            <a:prstDash val="solid"/>
          </a:ln>
        </p:spPr>
        <p:txBody>
          <a:bodyPr/>
          <a:lstStyle/>
          <a:p>
            <a:endParaRPr lang="en-AE" sz="1400"/>
          </a:p>
        </p:txBody>
      </p:sp>
      <p:sp>
        <p:nvSpPr>
          <p:cNvPr id="48" name="Text 29">
            <a:extLst>
              <a:ext uri="{FF2B5EF4-FFF2-40B4-BE49-F238E27FC236}">
                <a16:creationId xmlns:a16="http://schemas.microsoft.com/office/drawing/2014/main" id="{252623E1-645E-42E6-A49A-959FA4F52BF5}"/>
              </a:ext>
            </a:extLst>
          </p:cNvPr>
          <p:cNvSpPr/>
          <p:nvPr/>
        </p:nvSpPr>
        <p:spPr>
          <a:xfrm>
            <a:off x="8412480" y="4160520"/>
            <a:ext cx="3291840" cy="457200"/>
          </a:xfrm>
          <a:prstGeom prst="rect">
            <a:avLst/>
          </a:prstGeom>
          <a:noFill/>
          <a:ln/>
        </p:spPr>
        <p:txBody>
          <a:bodyPr wrap="square" rtlCol="0" anchor="ctr"/>
          <a:lstStyle/>
          <a:p>
            <a:pPr marL="0" indent="0">
              <a:buNone/>
            </a:pPr>
            <a:r>
              <a:rPr lang="en-US" sz="1400" b="1">
                <a:solidFill>
                  <a:srgbClr val="1E2761"/>
                </a:solidFill>
                <a:ea typeface="Georgia" pitchFamily="34" charset="-122"/>
                <a:cs typeface="Georgia" pitchFamily="34" charset="-120"/>
              </a:rPr>
              <a:t>Repeat</a:t>
            </a:r>
            <a:endParaRPr lang="en-US" sz="1400"/>
          </a:p>
        </p:txBody>
      </p:sp>
      <p:sp>
        <p:nvSpPr>
          <p:cNvPr id="49" name="Text 30">
            <a:extLst>
              <a:ext uri="{FF2B5EF4-FFF2-40B4-BE49-F238E27FC236}">
                <a16:creationId xmlns:a16="http://schemas.microsoft.com/office/drawing/2014/main" id="{91257A56-0448-7CA0-1B0D-B1341A37FFC4}"/>
              </a:ext>
            </a:extLst>
          </p:cNvPr>
          <p:cNvSpPr/>
          <p:nvPr/>
        </p:nvSpPr>
        <p:spPr>
          <a:xfrm>
            <a:off x="8412480" y="4663440"/>
            <a:ext cx="3291840" cy="1097280"/>
          </a:xfrm>
          <a:prstGeom prst="rect">
            <a:avLst/>
          </a:prstGeom>
          <a:noFill/>
          <a:ln/>
        </p:spPr>
        <p:txBody>
          <a:bodyPr wrap="square" rtlCol="0" anchor="ctr"/>
          <a:lstStyle/>
          <a:p>
            <a:pPr marL="0" indent="0">
              <a:buNone/>
            </a:pPr>
            <a:r>
              <a:rPr lang="en-US" sz="1400">
                <a:solidFill>
                  <a:srgbClr val="1A1A1A"/>
                </a:solidFill>
                <a:ea typeface="Calibri" pitchFamily="34" charset="-122"/>
                <a:cs typeface="Calibri" pitchFamily="34" charset="-120"/>
              </a:rPr>
              <a:t>Re-run quarterly; trend maturity by pillar on the CoE dashboard.</a:t>
            </a:r>
            <a:endParaRPr lang="en-US" sz="1400"/>
          </a:p>
        </p:txBody>
      </p:sp>
    </p:spTree>
    <p:extLst>
      <p:ext uri="{BB962C8B-B14F-4D97-AF65-F5344CB8AC3E}">
        <p14:creationId xmlns:p14="http://schemas.microsoft.com/office/powerpoint/2010/main" val="287027824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nvPr>
        </p:nvSpPr>
        <p:spPr>
          <a:xfrm>
            <a:off x="584200" y="3318975"/>
            <a:ext cx="7298437" cy="2031325"/>
          </a:xfrm>
        </p:spPr>
        <p:txBody>
          <a:bodyPr/>
          <a:lstStyle/>
          <a:p>
            <a:r>
              <a:rPr lang="en-US"/>
              <a:t>Q &amp; A</a:t>
            </a:r>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p:txBody>
          <a:bodyPr>
            <a:normAutofit fontScale="55000" lnSpcReduction="20000"/>
          </a:bodyPr>
          <a:lstStyle/>
          <a:p>
            <a:r>
              <a:rPr lang="en-US"/>
              <a:t>Thank you for your time — questions, feedback, and next steps welcome.</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dadf7f33-1b3b-444f-82e3-91528bb138ab"/>
  <p:tag name="MIO_GUID" val="77499e9a-31aa-40e0-aa71-ba32caef6098"/>
  <p:tag name="MIO_LASTDOWNLOADED" val="30.03.2020 15:44:51"/>
  <p:tag name="MIO_LASTEDITORNAME" val="Devid Treuling"/>
  <p:tag name="MIO_OBJECTNAME" val="Title"/>
  <p:tag name="MIO_UPDATE" val="True"/>
  <p:tag name="MIO_VERSION" val="30.03.2020 15:44:05"/>
</p:tagLst>
</file>

<file path=ppt/tags/tag3.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16198fbd-a8ef-4b10-90b5-600ff933c912"/>
  <p:tag name="MIO_GUID" val="55a10cb0-526b-427f-b329-564b9d813585"/>
  <p:tag name="MIO_LASTDOWNLOADED" val="30.03.2020 15:44:51"/>
  <p:tag name="MIO_LASTEDITORNAME" val="Devid Treuling"/>
  <p:tag name="MIO_OBJECTNAME" val="Disclaimer"/>
  <p:tag name="MIO_UPDATE" val="True"/>
  <p:tag name="MIO_VERSION" val="30.03.2020 15:44:05"/>
</p:tagLst>
</file>

<file path=ppt/tags/tag4.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dadf7f33-1b3b-444f-82e3-91528bb138ab"/>
  <p:tag name="MIO_GUID" val="77499e9a-31aa-40e0-aa71-ba32caef6098"/>
  <p:tag name="MIO_LASTDOWNLOADED" val="30.03.2020 15:44:51"/>
  <p:tag name="MIO_LASTEDITORNAME" val="Devid Treuling"/>
  <p:tag name="MIO_OBJECTNAME" val="Title"/>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item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5.xml><?xml version="1.0" encoding="utf-8"?>
<?mso-contentType ?>
<FormTemplates xmlns="http://schemas.microsoft.com/sharepoint/v3/contenttype/forms">
  <Display>DocumentLibraryForm</Display>
  <Edit>DocumentLibraryForm</Edit>
  <New>DocumentLibraryForm</New>
</FormTemplates>
</file>

<file path=customXml/item1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8.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35.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4A3F169F-E27D-4A25-888C-4C5D83BAC082}">
  <ds:schemaRefs>
    <ds:schemaRef ds:uri="Strauss.PersonalizationDefinition"/>
  </ds:schemaRefs>
</ds:datastoreItem>
</file>

<file path=customXml/itemProps2.xml><?xml version="1.0" encoding="utf-8"?>
<ds:datastoreItem xmlns:ds="http://schemas.openxmlformats.org/officeDocument/2006/customXml" ds:itemID="{B09E3EAE-66CA-4A91-A5FE-A34A70B099ED}">
  <ds:schemaRefs>
    <ds:schemaRef ds:uri="Strauss.PersonalizationDefinition"/>
  </ds:schemaRefs>
</ds:datastoreItem>
</file>

<file path=customXml/itemProps3.xml><?xml version="1.0" encoding="utf-8"?>
<ds:datastoreItem xmlns:ds="http://schemas.openxmlformats.org/officeDocument/2006/customXml" ds:itemID="{BC268A45-186B-46A3-937F-0E016CEA70C1}">
  <ds:schemaRefs>
    <ds:schemaRef ds:uri="Strauss.PersonalizationDefinition"/>
  </ds:schemaRefs>
</ds:datastoreItem>
</file>

<file path=customXml/itemProps4.xml><?xml version="1.0" encoding="utf-8"?>
<ds:datastoreItem xmlns:ds="http://schemas.openxmlformats.org/officeDocument/2006/customXml" ds:itemID="{DF333A1B-0A9C-4DA8-ADAB-4378B69FDC48}">
  <ds:schemaRefs>
    <ds:schemaRef ds:uri="Strauss.PersonalizationDefinition"/>
  </ds:schemaRefs>
</ds:datastoreItem>
</file>

<file path=customXml/itemProps5.xml><?xml version="1.0" encoding="utf-8"?>
<ds:datastoreItem xmlns:ds="http://schemas.openxmlformats.org/officeDocument/2006/customXml" ds:itemID="{734F6CED-B619-41E0-BEDE-58B64D5F5EB2}">
  <ds:schemaRefs>
    <ds:schemaRef ds:uri="Strauss.PersonalizationDefinition"/>
  </ds:schemaRefs>
</ds:datastoreItem>
</file>

<file path=customXml/itemProps6.xml><?xml version="1.0" encoding="utf-8"?>
<ds:datastoreItem xmlns:ds="http://schemas.openxmlformats.org/officeDocument/2006/customXml" ds:itemID="{D7FDC28F-4CBD-40ED-9D33-0A1360D5DEC4}">
  <ds:schemaRefs>
    <ds:schemaRef ds:uri="Strauss.PersonalizationDefinition"/>
  </ds:schemaRefs>
</ds:datastoreItem>
</file>

<file path=customXml/itemProps7.xml><?xml version="1.0" encoding="utf-8"?>
<ds:datastoreItem xmlns:ds="http://schemas.openxmlformats.org/officeDocument/2006/customXml" ds:itemID="{C1060A51-5976-4775-97EE-ABE1B1E4972A}">
  <ds:schemaRefs>
    <ds:schemaRef ds:uri="Strauss.PersonalizationDefinition"/>
  </ds:schemaRefs>
</ds:datastoreItem>
</file>

<file path=customXml/itemProps8.xml><?xml version="1.0" encoding="utf-8"?>
<ds:datastoreItem xmlns:ds="http://schemas.openxmlformats.org/officeDocument/2006/customXml" ds:itemID="{628127A0-F2C3-45C3-BB9F-5B29A6B848BE}">
  <ds:schemaRefs>
    <ds:schemaRef ds:uri="Strauss.PersonalizationDefinition"/>
  </ds:schemaRefs>
</ds:datastoreItem>
</file>

<file path=customXml/itemProps9.xml><?xml version="1.0" encoding="utf-8"?>
<ds:datastoreItem xmlns:ds="http://schemas.openxmlformats.org/officeDocument/2006/customXml" ds:itemID="{541D4602-AC17-4CBD-B95E-D5B3D757BC54}">
  <ds:schemaRefs>
    <ds:schemaRef ds:uri="Strauss.PersonalizationDefinition"/>
  </ds:schemaRefs>
</ds:datastoreItem>
</file>

<file path=customXml/itemProps10.xml><?xml version="1.0" encoding="utf-8"?>
<ds:datastoreItem xmlns:ds="http://schemas.openxmlformats.org/officeDocument/2006/customXml" ds:itemID="{EDFBA6C8-3A38-44F0-B645-B6B0034983DA}">
  <ds:schemaRefs>
    <ds:schemaRef ds:uri="Strauss.PersonalizationDefinition"/>
  </ds:schemaRefs>
</ds:datastoreItem>
</file>

<file path=customXml/itemProps11.xml><?xml version="1.0" encoding="utf-8"?>
<ds:datastoreItem xmlns:ds="http://schemas.openxmlformats.org/officeDocument/2006/customXml" ds:itemID="{103AB8E4-C30A-4895-9606-8D77F2E70F19}">
  <ds:schemaRefs>
    <ds:schemaRef ds:uri="Strauss.PersonalizationDefinition"/>
  </ds:schemaRefs>
</ds:datastoreItem>
</file>

<file path=customXml/itemProps12.xml><?xml version="1.0" encoding="utf-8"?>
<ds:datastoreItem xmlns:ds="http://schemas.openxmlformats.org/officeDocument/2006/customXml" ds:itemID="{EF4AA5EB-A638-4D3A-B852-E71E18ED4953}">
  <ds:schemaRefs>
    <ds:schemaRef ds:uri="Strauss.PersonalizationDefinition"/>
  </ds:schemaRefs>
</ds:datastoreItem>
</file>

<file path=customXml/itemProps13.xml><?xml version="1.0" encoding="utf-8"?>
<ds:datastoreItem xmlns:ds="http://schemas.openxmlformats.org/officeDocument/2006/customXml" ds:itemID="{13A5538B-5199-4900-941A-B01E377F2065}">
  <ds:schemaRefs>
    <ds:schemaRef ds:uri="Strauss.PersonalizationDefinition"/>
  </ds:schemaRefs>
</ds:datastoreItem>
</file>

<file path=customXml/itemProps14.xml><?xml version="1.0" encoding="utf-8"?>
<ds:datastoreItem xmlns:ds="http://schemas.openxmlformats.org/officeDocument/2006/customXml" ds:itemID="{82C716E8-B770-4139-99B0-F35B9C64B90F}">
  <ds:schemaRefs>
    <ds:schemaRef ds:uri="Strauss.PersonalizationDefinition"/>
  </ds:schemaRefs>
</ds:datastoreItem>
</file>

<file path=customXml/itemProps15.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6.xml><?xml version="1.0" encoding="utf-8"?>
<ds:datastoreItem xmlns:ds="http://schemas.openxmlformats.org/officeDocument/2006/customXml" ds:itemID="{08068EAD-DA6C-4DC8-843E-9CB0982D15F3}">
  <ds:schemaRefs>
    <ds:schemaRef ds:uri="Strauss.PersonalizationDefinition"/>
  </ds:schemaRefs>
</ds:datastoreItem>
</file>

<file path=customXml/itemProps17.xml><?xml version="1.0" encoding="utf-8"?>
<ds:datastoreItem xmlns:ds="http://schemas.openxmlformats.org/officeDocument/2006/customXml" ds:itemID="{2BCFCE7B-4A43-491B-887D-365E2A1C50B2}">
  <ds:schemaRefs>
    <ds:schemaRef ds:uri="Strauss.PersonalizationDefinition"/>
  </ds:schemaRefs>
</ds:datastoreItem>
</file>

<file path=customXml/itemProps18.xml><?xml version="1.0" encoding="utf-8"?>
<ds:datastoreItem xmlns:ds="http://schemas.openxmlformats.org/officeDocument/2006/customXml" ds:itemID="{890CFA04-E307-409C-8DF0-785CF4241D84}"/>
</file>

<file path=customXml/itemProps19.xml><?xml version="1.0" encoding="utf-8"?>
<ds:datastoreItem xmlns:ds="http://schemas.openxmlformats.org/officeDocument/2006/customXml" ds:itemID="{406127A5-B8F7-4F8A-95A9-8E20F72EA129}">
  <ds:schemaRefs>
    <ds:schemaRef ds:uri="Strauss.PersonalizationDefinition"/>
  </ds:schemaRefs>
</ds:datastoreItem>
</file>

<file path=customXml/itemProps20.xml><?xml version="1.0" encoding="utf-8"?>
<ds:datastoreItem xmlns:ds="http://schemas.openxmlformats.org/officeDocument/2006/customXml" ds:itemID="{6F485757-9F3C-4A1E-9E86-E1C1551910BA}">
  <ds:schemaRefs>
    <ds:schemaRef ds:uri="Strauss.PersonalizationDefinition"/>
  </ds:schemaRefs>
</ds:datastoreItem>
</file>

<file path=customXml/itemProps21.xml><?xml version="1.0" encoding="utf-8"?>
<ds:datastoreItem xmlns:ds="http://schemas.openxmlformats.org/officeDocument/2006/customXml" ds:itemID="{712108F3-86F2-4B95-AF2D-FE4E45965FCC}">
  <ds:schemaRefs>
    <ds:schemaRef ds:uri="Strauss.PersonalizationDefinition"/>
  </ds:schemaRefs>
</ds:datastoreItem>
</file>

<file path=customXml/itemProps22.xml><?xml version="1.0" encoding="utf-8"?>
<ds:datastoreItem xmlns:ds="http://schemas.openxmlformats.org/officeDocument/2006/customXml" ds:itemID="{4EA01338-72BB-48B6-B6A4-05B31FE21105}">
  <ds:schemaRefs>
    <ds:schemaRef ds:uri="Strauss.PersonalizationDefinition"/>
  </ds:schemaRefs>
</ds:datastoreItem>
</file>

<file path=customXml/itemProps23.xml><?xml version="1.0" encoding="utf-8"?>
<ds:datastoreItem xmlns:ds="http://schemas.openxmlformats.org/officeDocument/2006/customXml" ds:itemID="{DE0DC7DC-A960-4E6E-BF1B-D3D906B081A2}">
  <ds:schemaRefs>
    <ds:schemaRef ds:uri="Strauss.PersonalizationDefinition"/>
  </ds:schemaRefs>
</ds:datastoreItem>
</file>

<file path=customXml/itemProps24.xml><?xml version="1.0" encoding="utf-8"?>
<ds:datastoreItem xmlns:ds="http://schemas.openxmlformats.org/officeDocument/2006/customXml" ds:itemID="{11767EAE-0FC6-472D-9D35-EB3533243F22}">
  <ds:schemaRefs>
    <ds:schemaRef ds:uri="Strauss.PersonalizationDefinition"/>
  </ds:schemaRefs>
</ds:datastoreItem>
</file>

<file path=customXml/itemProps25.xml><?xml version="1.0" encoding="utf-8"?>
<ds:datastoreItem xmlns:ds="http://schemas.openxmlformats.org/officeDocument/2006/customXml" ds:itemID="{FC25CD5D-A9DA-407F-9106-47BDA14BCED9}">
  <ds:schemaRefs>
    <ds:schemaRef ds:uri="Strauss.PersonalizationDefinition"/>
  </ds:schemaRefs>
</ds:datastoreItem>
</file>

<file path=customXml/itemProps26.xml><?xml version="1.0" encoding="utf-8"?>
<ds:datastoreItem xmlns:ds="http://schemas.openxmlformats.org/officeDocument/2006/customXml" ds:itemID="{6552B3D2-5F72-49FB-8B35-AFE12BF36804}">
  <ds:schemaRefs>
    <ds:schemaRef ds:uri="Strauss.PersonalizationDefinition"/>
  </ds:schemaRefs>
</ds:datastoreItem>
</file>

<file path=customXml/itemProps27.xml><?xml version="1.0" encoding="utf-8"?>
<ds:datastoreItem xmlns:ds="http://schemas.openxmlformats.org/officeDocument/2006/customXml" ds:itemID="{A09B3D8F-A36C-4B6D-871D-C53F61DFD219}">
  <ds:schemaRefs>
    <ds:schemaRef ds:uri="Strauss.PersonalizationDefinition"/>
  </ds:schemaRefs>
</ds:datastoreItem>
</file>

<file path=customXml/itemProps28.xml><?xml version="1.0" encoding="utf-8"?>
<ds:datastoreItem xmlns:ds="http://schemas.openxmlformats.org/officeDocument/2006/customXml" ds:itemID="{ECCE7DC3-F525-4E76-8812-56FCA2D21E50}">
  <ds:schemaRefs>
    <ds:schemaRef ds:uri="Strauss.PersonalizationDefinition"/>
  </ds:schemaRefs>
</ds:datastoreItem>
</file>

<file path=customXml/itemProps29.xml><?xml version="1.0" encoding="utf-8"?>
<ds:datastoreItem xmlns:ds="http://schemas.openxmlformats.org/officeDocument/2006/customXml" ds:itemID="{4C485A9E-99A8-4277-BE90-E837A967DB2E}">
  <ds:schemaRefs>
    <ds:schemaRef ds:uri="Strauss.PersonalizationDefinition"/>
  </ds:schemaRefs>
</ds:datastoreItem>
</file>

<file path=customXml/itemProps30.xml><?xml version="1.0" encoding="utf-8"?>
<ds:datastoreItem xmlns:ds="http://schemas.openxmlformats.org/officeDocument/2006/customXml" ds:itemID="{32920470-F086-4197-B6FE-12027DE25DCC}">
  <ds:schemaRefs>
    <ds:schemaRef ds:uri="Strauss.PersonalizationDefinition"/>
  </ds:schemaRefs>
</ds:datastoreItem>
</file>

<file path=customXml/itemProps31.xml><?xml version="1.0" encoding="utf-8"?>
<ds:datastoreItem xmlns:ds="http://schemas.openxmlformats.org/officeDocument/2006/customXml" ds:itemID="{7BE5F28F-50CA-40F1-A02E-E794FE33362D}">
  <ds:schemaRefs>
    <ds:schemaRef ds:uri="Strauss.PersonalizationDefinition"/>
  </ds:schemaRefs>
</ds:datastoreItem>
</file>

<file path=customXml/itemProps32.xml><?xml version="1.0" encoding="utf-8"?>
<ds:datastoreItem xmlns:ds="http://schemas.openxmlformats.org/officeDocument/2006/customXml" ds:itemID="{B228D3F7-8445-4CE7-92DC-AC7FE2D5A2AF}">
  <ds:schemaRefs>
    <ds:schemaRef ds:uri="Strauss.PersonalizationDefinition"/>
  </ds:schemaRefs>
</ds:datastoreItem>
</file>

<file path=customXml/itemProps33.xml><?xml version="1.0" encoding="utf-8"?>
<ds:datastoreItem xmlns:ds="http://schemas.openxmlformats.org/officeDocument/2006/customXml" ds:itemID="{F56EB5D8-3CD5-48EE-9536-13CF2B9AC25D}">
  <ds:schemaRefs>
    <ds:schemaRef ds:uri="Strauss.PersonalizationDefinition"/>
  </ds:schemaRefs>
</ds:datastoreItem>
</file>

<file path=customXml/itemProps34.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5.xml><?xml version="1.0" encoding="utf-8"?>
<ds:datastoreItem xmlns:ds="http://schemas.openxmlformats.org/officeDocument/2006/customXml" ds:itemID="{D55AC15F-0A03-4D96-AA43-65FC3DCE2717}">
  <ds:schemaRefs>
    <ds:schemaRef ds:uri="Strauss.PersonalizationDefinition"/>
  </ds:schemaRefs>
</ds:datastoreItem>
</file>

<file path=customXml/itemProps36.xml><?xml version="1.0" encoding="utf-8"?>
<ds:datastoreItem xmlns:ds="http://schemas.openxmlformats.org/officeDocument/2006/customXml" ds:itemID="{68BE9F8F-073F-46B7-B2D0-86DC8E2E9DCE}">
  <ds:schemaRefs>
    <ds:schemaRef ds:uri="Strauss.PersonalizationDefinition"/>
  </ds:schemaRefs>
</ds:datastoreItem>
</file>

<file path=customXml/itemProps37.xml><?xml version="1.0" encoding="utf-8"?>
<ds:datastoreItem xmlns:ds="http://schemas.openxmlformats.org/officeDocument/2006/customXml" ds:itemID="{E7EBEF02-C69B-46E0-B38A-E51611CE5254}">
  <ds:schemaRefs>
    <ds:schemaRef ds:uri="Strauss.PersonalizationDefinition"/>
  </ds:schemaRefs>
</ds:datastoreItem>
</file>

<file path=customXml/itemProps38.xml><?xml version="1.0" encoding="utf-8"?>
<ds:datastoreItem xmlns:ds="http://schemas.openxmlformats.org/officeDocument/2006/customXml" ds:itemID="{5C919DC8-E31E-42F0-9621-B916C2E029BA}">
  <ds:schemaRefs>
    <ds:schemaRef ds:uri="Strauss.PersonalizationDefinition"/>
  </ds:schemaRefs>
</ds:datastoreItem>
</file>

<file path=customXml/itemProps39.xml><?xml version="1.0" encoding="utf-8"?>
<ds:datastoreItem xmlns:ds="http://schemas.openxmlformats.org/officeDocument/2006/customXml" ds:itemID="{FBC13881-F2DC-4AA3-88C8-97C40CA1EBC7}">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28</TotalTime>
  <Words>6524</Words>
  <Application>Microsoft Office PowerPoint</Application>
  <PresentationFormat>Widescreen</PresentationFormat>
  <Paragraphs>756</Paragraphs>
  <Slides>39</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Arial</vt:lpstr>
      <vt:lpstr>Calibri</vt:lpstr>
      <vt:lpstr>Georgia</vt:lpstr>
      <vt:lpstr>Segoe UI</vt:lpstr>
      <vt:lpstr>Segoe UI Semibold</vt:lpstr>
      <vt:lpstr>Wingdings</vt:lpstr>
      <vt:lpstr>White Template</vt:lpstr>
      <vt:lpstr>Module 4 –AI Checklist</vt:lpstr>
      <vt:lpstr>Conditions and terms of use</vt:lpstr>
      <vt:lpstr>Table of Contents </vt:lpstr>
      <vt:lpstr>How AI Checklist aligns with the rest of the modules</vt:lpstr>
      <vt:lpstr>Why AI Governance </vt:lpstr>
      <vt:lpstr>Roles and Responsibilities (RACI)  </vt:lpstr>
      <vt:lpstr>Architecture and Design Decisions  </vt:lpstr>
      <vt:lpstr>Responsible AI   </vt:lpstr>
      <vt:lpstr>Security and Access Control    </vt:lpstr>
      <vt:lpstr>Compliance and Regulatory     </vt:lpstr>
      <vt:lpstr>Governance and FinOps for AI      </vt:lpstr>
      <vt:lpstr>Model Lifecycle Governance     </vt:lpstr>
      <vt:lpstr>Data Governance for AI     </vt:lpstr>
      <vt:lpstr>Agentic Ops     </vt:lpstr>
      <vt:lpstr>Platform View (PaaS vs SaaS)     </vt:lpstr>
      <vt:lpstr>Centre of Excellence (CoE) Pillars     </vt:lpstr>
      <vt:lpstr>Top Risks by Governance Pillar     </vt:lpstr>
      <vt:lpstr>Who owns what, across the lifecycle     </vt:lpstr>
      <vt:lpstr>Table of Contents </vt:lpstr>
      <vt:lpstr>From Principles to Practice</vt:lpstr>
      <vt:lpstr>How this module aligns with the rest of the topics discussed</vt:lpstr>
      <vt:lpstr>Ten phases, one coherent playbook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Every phase touches multiple pillars</vt:lpstr>
      <vt:lpstr>Who owns what, across the lifecycle     </vt:lpstr>
      <vt:lpstr>Top Risks by Governance Pillar</vt:lpstr>
      <vt:lpstr>From row-level answers to a CoE Maturity Review</vt:lpstr>
      <vt:lpstr>Using the checklist in your workshop</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7</cp:revision>
  <dcterms:created xsi:type="dcterms:W3CDTF">2019-02-08T20:09:46Z</dcterms:created>
  <dcterms:modified xsi:type="dcterms:W3CDTF">2026-06-19T05:18:37Z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