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4"/>
    <p:sldMasterId id="2147484100" r:id="rId45"/>
    <p:sldMasterId id="2147484132" r:id="rId46"/>
  </p:sldMasterIdLst>
  <p:notesMasterIdLst>
    <p:notesMasterId r:id="rId59"/>
  </p:notesMasterIdLst>
  <p:sldIdLst>
    <p:sldId id="256" r:id="rId47"/>
    <p:sldId id="257" r:id="rId48"/>
    <p:sldId id="2147469891" r:id="rId49"/>
    <p:sldId id="259" r:id="rId50"/>
    <p:sldId id="2147483640" r:id="rId51"/>
    <p:sldId id="262" r:id="rId52"/>
    <p:sldId id="2147483636" r:id="rId53"/>
    <p:sldId id="263" r:id="rId54"/>
    <p:sldId id="2147483637" r:id="rId55"/>
    <p:sldId id="2147483638" r:id="rId56"/>
    <p:sldId id="2147483639" r:id="rId57"/>
    <p:sldId id="2147483631" r:id="rId58"/>
  </p:sldIdLst>
  <p:sldSz cx="12192000" cy="6858000"/>
  <p:notesSz cx="6858000" cy="9144000"/>
  <p:custDataLst>
    <p:tags r:id="rId6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 id="{DA2A6E70-A1C8-B815-B98D-0253A4F2A9D8}" name="Ethan Jones" initials="EJ" userId="S::jonesethan@microsoft.com::e6ff1493-1813-43d3-b3de-17ffaf0b961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9E41E8-5F69-428E-8EDD-89CD3A3B5629}" v="5" dt="2026-05-27T13:15:58.128"/>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6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34" Type="http://schemas.openxmlformats.org/officeDocument/2006/relationships/customXml" Target="../customXml/item34.xml"/><Relationship Id="rId42" Type="http://schemas.openxmlformats.org/officeDocument/2006/relationships/customXml" Target="../customXml/item42.xml"/><Relationship Id="rId47" Type="http://schemas.openxmlformats.org/officeDocument/2006/relationships/slide" Target="slides/slide1.xml"/><Relationship Id="rId50" Type="http://schemas.openxmlformats.org/officeDocument/2006/relationships/slide" Target="slides/slide4.xml"/><Relationship Id="rId55" Type="http://schemas.openxmlformats.org/officeDocument/2006/relationships/slide" Target="slides/slide9.xml"/><Relationship Id="rId63" Type="http://schemas.openxmlformats.org/officeDocument/2006/relationships/viewProps" Target="viewProps.xml"/><Relationship Id="rId68" Type="http://schemas.microsoft.com/office/2018/10/relationships/authors" Target="author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customXml" Target="../customXml/item40.xml"/><Relationship Id="rId45" Type="http://schemas.openxmlformats.org/officeDocument/2006/relationships/slideMaster" Target="slideMasters/slideMaster2.xml"/><Relationship Id="rId53" Type="http://schemas.openxmlformats.org/officeDocument/2006/relationships/slide" Target="slides/slide7.xml"/><Relationship Id="rId58" Type="http://schemas.openxmlformats.org/officeDocument/2006/relationships/slide" Target="slides/slide12.xml"/><Relationship Id="rId66" Type="http://schemas.microsoft.com/office/2016/11/relationships/changesInfo" Target="changesInfos/changesInfo1.xml"/><Relationship Id="rId5" Type="http://schemas.openxmlformats.org/officeDocument/2006/relationships/customXml" Target="../customXml/item5.xml"/><Relationship Id="rId61" Type="http://schemas.openxmlformats.org/officeDocument/2006/relationships/commentAuthors" Target="commentAuthors.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slide" Target="slides/slide2.xml"/><Relationship Id="rId56" Type="http://schemas.openxmlformats.org/officeDocument/2006/relationships/slide" Target="slides/slide10.xml"/><Relationship Id="rId64" Type="http://schemas.openxmlformats.org/officeDocument/2006/relationships/theme" Target="theme/theme1.xml"/><Relationship Id="rId8" Type="http://schemas.openxmlformats.org/officeDocument/2006/relationships/customXml" Target="../customXml/item8.xml"/><Relationship Id="rId51" Type="http://schemas.openxmlformats.org/officeDocument/2006/relationships/slide" Target="slides/slide5.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Master" Target="slideMasters/slideMaster3.xml"/><Relationship Id="rId59" Type="http://schemas.openxmlformats.org/officeDocument/2006/relationships/notesMaster" Target="notesMasters/notesMaster1.xml"/><Relationship Id="rId67" Type="http://schemas.microsoft.com/office/2015/10/relationships/revisionInfo" Target="revisionInfo.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8.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3.xml"/><Relationship Id="rId57" Type="http://schemas.openxmlformats.org/officeDocument/2006/relationships/slide" Target="slides/slide11.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Master" Target="slideMasters/slideMaster1.xml"/><Relationship Id="rId52" Type="http://schemas.openxmlformats.org/officeDocument/2006/relationships/slide" Target="slides/slide6.xml"/><Relationship Id="rId60" Type="http://schemas.openxmlformats.org/officeDocument/2006/relationships/tags" Target="tags/tag1.xml"/><Relationship Id="rId65"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riti Mehta" userId="0c901562-3821-4879-abc2-7521cf2ab412" providerId="ADAL" clId="{144A11F9-5BB9-40A3-A970-33EF68ACAA95}"/>
    <pc:docChg chg="addSld delSld modSld sldOrd">
      <pc:chgData name="Akriti Mehta" userId="0c901562-3821-4879-abc2-7521cf2ab412" providerId="ADAL" clId="{144A11F9-5BB9-40A3-A970-33EF68ACAA95}" dt="2026-05-27T15:43:34.430" v="6" actId="2696"/>
      <pc:docMkLst>
        <pc:docMk/>
      </pc:docMkLst>
      <pc:sldChg chg="addSp delSp add del ord setBg">
        <pc:chgData name="Akriti Mehta" userId="0c901562-3821-4879-abc2-7521cf2ab412" providerId="ADAL" clId="{144A11F9-5BB9-40A3-A970-33EF68ACAA95}" dt="2026-05-27T13:15:56.018" v="4"/>
        <pc:sldMkLst>
          <pc:docMk/>
          <pc:sldMk cId="779444482" sldId="262"/>
        </pc:sldMkLst>
        <pc:spChg chg="add del">
          <ac:chgData name="Akriti Mehta" userId="0c901562-3821-4879-abc2-7521cf2ab412" providerId="ADAL" clId="{144A11F9-5BB9-40A3-A970-33EF68ACAA95}" dt="2026-05-27T13:15:01.292" v="3"/>
          <ac:spMkLst>
            <pc:docMk/>
            <pc:sldMk cId="779444482" sldId="262"/>
            <ac:spMk id="38" creationId="{3D3CE829-5CAB-0AB7-1DA2-397A3183AE73}"/>
          </ac:spMkLst>
        </pc:spChg>
        <pc:spChg chg="add del">
          <ac:chgData name="Akriti Mehta" userId="0c901562-3821-4879-abc2-7521cf2ab412" providerId="ADAL" clId="{144A11F9-5BB9-40A3-A970-33EF68ACAA95}" dt="2026-05-27T13:15:01.292" v="3"/>
          <ac:spMkLst>
            <pc:docMk/>
            <pc:sldMk cId="779444482" sldId="262"/>
            <ac:spMk id="40" creationId="{2613AEB5-480D-4A82-3B44-8CE639229771}"/>
          </ac:spMkLst>
        </pc:spChg>
        <pc:spChg chg="add del">
          <ac:chgData name="Akriti Mehta" userId="0c901562-3821-4879-abc2-7521cf2ab412" providerId="ADAL" clId="{144A11F9-5BB9-40A3-A970-33EF68ACAA95}" dt="2026-05-27T13:15:01.292" v="3"/>
          <ac:spMkLst>
            <pc:docMk/>
            <pc:sldMk cId="779444482" sldId="262"/>
            <ac:spMk id="42" creationId="{AF11AD25-1358-47B8-6983-8391BD002537}"/>
          </ac:spMkLst>
        </pc:spChg>
        <pc:spChg chg="add del">
          <ac:chgData name="Akriti Mehta" userId="0c901562-3821-4879-abc2-7521cf2ab412" providerId="ADAL" clId="{144A11F9-5BB9-40A3-A970-33EF68ACAA95}" dt="2026-05-27T13:15:01.292" v="3"/>
          <ac:spMkLst>
            <pc:docMk/>
            <pc:sldMk cId="779444482" sldId="262"/>
            <ac:spMk id="44" creationId="{5CD0FE28-2D03-DE98-1B55-98AC0C3DC06A}"/>
          </ac:spMkLst>
        </pc:spChg>
        <pc:spChg chg="add del">
          <ac:chgData name="Akriti Mehta" userId="0c901562-3821-4879-abc2-7521cf2ab412" providerId="ADAL" clId="{144A11F9-5BB9-40A3-A970-33EF68ACAA95}" dt="2026-05-27T13:15:01.292" v="3"/>
          <ac:spMkLst>
            <pc:docMk/>
            <pc:sldMk cId="779444482" sldId="262"/>
            <ac:spMk id="46" creationId="{7AA5BE4F-530C-7B80-9803-AE61ACD482AF}"/>
          </ac:spMkLst>
        </pc:spChg>
        <pc:spChg chg="add del">
          <ac:chgData name="Akriti Mehta" userId="0c901562-3821-4879-abc2-7521cf2ab412" providerId="ADAL" clId="{144A11F9-5BB9-40A3-A970-33EF68ACAA95}" dt="2026-05-27T13:15:01.292" v="3"/>
          <ac:spMkLst>
            <pc:docMk/>
            <pc:sldMk cId="779444482" sldId="262"/>
            <ac:spMk id="48" creationId="{9687E633-E31A-53A2-2EC4-1B29BA86E496}"/>
          </ac:spMkLst>
        </pc:spChg>
      </pc:sldChg>
      <pc:sldChg chg="addSp delSp add del setBg">
        <pc:chgData name="Akriti Mehta" userId="0c901562-3821-4879-abc2-7521cf2ab412" providerId="ADAL" clId="{144A11F9-5BB9-40A3-A970-33EF68ACAA95}" dt="2026-05-27T13:15:01.292" v="3"/>
        <pc:sldMkLst>
          <pc:docMk/>
          <pc:sldMk cId="2249329582" sldId="263"/>
        </pc:sldMkLst>
        <pc:spChg chg="add del">
          <ac:chgData name="Akriti Mehta" userId="0c901562-3821-4879-abc2-7521cf2ab412" providerId="ADAL" clId="{144A11F9-5BB9-40A3-A970-33EF68ACAA95}" dt="2026-05-27T13:15:01.292" v="3"/>
          <ac:spMkLst>
            <pc:docMk/>
            <pc:sldMk cId="2249329582" sldId="263"/>
            <ac:spMk id="8" creationId="{44439E4A-5B8E-237C-7CCA-2EC92B0CD61F}"/>
          </ac:spMkLst>
        </pc:spChg>
        <pc:spChg chg="add del">
          <ac:chgData name="Akriti Mehta" userId="0c901562-3821-4879-abc2-7521cf2ab412" providerId="ADAL" clId="{144A11F9-5BB9-40A3-A970-33EF68ACAA95}" dt="2026-05-27T13:15:01.292" v="3"/>
          <ac:spMkLst>
            <pc:docMk/>
            <pc:sldMk cId="2249329582" sldId="263"/>
            <ac:spMk id="10" creationId="{20049ED2-C56F-2582-0687-DF94C568D0EE}"/>
          </ac:spMkLst>
        </pc:spChg>
        <pc:spChg chg="add del">
          <ac:chgData name="Akriti Mehta" userId="0c901562-3821-4879-abc2-7521cf2ab412" providerId="ADAL" clId="{144A11F9-5BB9-40A3-A970-33EF68ACAA95}" dt="2026-05-27T13:15:01.292" v="3"/>
          <ac:spMkLst>
            <pc:docMk/>
            <pc:sldMk cId="2249329582" sldId="263"/>
            <ac:spMk id="12" creationId="{B1427EB7-709F-C8E9-0787-38DB95FE62D4}"/>
          </ac:spMkLst>
        </pc:spChg>
        <pc:spChg chg="add del">
          <ac:chgData name="Akriti Mehta" userId="0c901562-3821-4879-abc2-7521cf2ab412" providerId="ADAL" clId="{144A11F9-5BB9-40A3-A970-33EF68ACAA95}" dt="2026-05-27T13:15:01.292" v="3"/>
          <ac:spMkLst>
            <pc:docMk/>
            <pc:sldMk cId="2249329582" sldId="263"/>
            <ac:spMk id="14" creationId="{260050E8-1081-FA91-94E4-167EB9FE9160}"/>
          </ac:spMkLst>
        </pc:spChg>
        <pc:spChg chg="add del">
          <ac:chgData name="Akriti Mehta" userId="0c901562-3821-4879-abc2-7521cf2ab412" providerId="ADAL" clId="{144A11F9-5BB9-40A3-A970-33EF68ACAA95}" dt="2026-05-27T13:15:01.292" v="3"/>
          <ac:spMkLst>
            <pc:docMk/>
            <pc:sldMk cId="2249329582" sldId="263"/>
            <ac:spMk id="16" creationId="{C944015A-CB80-7218-45ED-D9E702341924}"/>
          </ac:spMkLst>
        </pc:spChg>
        <pc:spChg chg="add del">
          <ac:chgData name="Akriti Mehta" userId="0c901562-3821-4879-abc2-7521cf2ab412" providerId="ADAL" clId="{144A11F9-5BB9-40A3-A970-33EF68ACAA95}" dt="2026-05-27T13:15:01.292" v="3"/>
          <ac:spMkLst>
            <pc:docMk/>
            <pc:sldMk cId="2249329582" sldId="263"/>
            <ac:spMk id="18" creationId="{344325D2-DF40-0CE1-1FB9-9CCD2AE1A88A}"/>
          </ac:spMkLst>
        </pc:spChg>
      </pc:sldChg>
      <pc:sldChg chg="delSp">
        <pc:chgData name="Akriti Mehta" userId="0c901562-3821-4879-abc2-7521cf2ab412" providerId="ADAL" clId="{144A11F9-5BB9-40A3-A970-33EF68ACAA95}" dt="2026-05-27T13:13:02.091" v="0" actId="478"/>
        <pc:sldMkLst>
          <pc:docMk/>
          <pc:sldMk cId="3382956385" sldId="2147469891"/>
        </pc:sldMkLst>
        <pc:grpChg chg="del">
          <ac:chgData name="Akriti Mehta" userId="0c901562-3821-4879-abc2-7521cf2ab412" providerId="ADAL" clId="{144A11F9-5BB9-40A3-A970-33EF68ACAA95}" dt="2026-05-27T13:13:02.091" v="0" actId="478"/>
          <ac:grpSpMkLst>
            <pc:docMk/>
            <pc:sldMk cId="3382956385" sldId="2147469891"/>
            <ac:grpSpMk id="137" creationId="{FD451CEF-F41A-4F9B-8917-F09131BC2D25}"/>
          </ac:grpSpMkLst>
        </pc:grpChg>
        <pc:grpChg chg="del">
          <ac:chgData name="Akriti Mehta" userId="0c901562-3821-4879-abc2-7521cf2ab412" providerId="ADAL" clId="{144A11F9-5BB9-40A3-A970-33EF68ACAA95}" dt="2026-05-27T13:13:02.091" v="0" actId="478"/>
          <ac:grpSpMkLst>
            <pc:docMk/>
            <pc:sldMk cId="3382956385" sldId="2147469891"/>
            <ac:grpSpMk id="162" creationId="{694C3DC3-1C65-49D0-9C84-E2A0951EDFD9}"/>
          </ac:grpSpMkLst>
        </pc:grpChg>
        <pc:grpChg chg="del">
          <ac:chgData name="Akriti Mehta" userId="0c901562-3821-4879-abc2-7521cf2ab412" providerId="ADAL" clId="{144A11F9-5BB9-40A3-A970-33EF68ACAA95}" dt="2026-05-27T13:13:02.091" v="0" actId="478"/>
          <ac:grpSpMkLst>
            <pc:docMk/>
            <pc:sldMk cId="3382956385" sldId="2147469891"/>
            <ac:grpSpMk id="179" creationId="{5DD77671-6B58-4A7A-B1A8-50608DBE5A97}"/>
          </ac:grpSpMkLst>
        </pc:grpChg>
        <pc:cxnChg chg="del">
          <ac:chgData name="Akriti Mehta" userId="0c901562-3821-4879-abc2-7521cf2ab412" providerId="ADAL" clId="{144A11F9-5BB9-40A3-A970-33EF68ACAA95}" dt="2026-05-27T13:13:02.091" v="0" actId="478"/>
          <ac:cxnSpMkLst>
            <pc:docMk/>
            <pc:sldMk cId="3382956385" sldId="2147469891"/>
            <ac:cxnSpMk id="122" creationId="{9E81B769-866F-46F2-A155-83EED7C480D9}"/>
          </ac:cxnSpMkLst>
        </pc:cxnChg>
        <pc:cxnChg chg="del">
          <ac:chgData name="Akriti Mehta" userId="0c901562-3821-4879-abc2-7521cf2ab412" providerId="ADAL" clId="{144A11F9-5BB9-40A3-A970-33EF68ACAA95}" dt="2026-05-27T13:13:02.091" v="0" actId="478"/>
          <ac:cxnSpMkLst>
            <pc:docMk/>
            <pc:sldMk cId="3382956385" sldId="2147469891"/>
            <ac:cxnSpMk id="151" creationId="{CAEE90B4-8034-4523-9126-9FBA4E3DD8CE}"/>
          </ac:cxnSpMkLst>
        </pc:cxnChg>
        <pc:cxnChg chg="del">
          <ac:chgData name="Akriti Mehta" userId="0c901562-3821-4879-abc2-7521cf2ab412" providerId="ADAL" clId="{144A11F9-5BB9-40A3-A970-33EF68ACAA95}" dt="2026-05-27T13:13:02.091" v="0" actId="478"/>
          <ac:cxnSpMkLst>
            <pc:docMk/>
            <pc:sldMk cId="3382956385" sldId="2147469891"/>
            <ac:cxnSpMk id="172" creationId="{1486705D-0AB2-4E11-B0C4-43077B6D6E6C}"/>
          </ac:cxnSpMkLst>
        </pc:cxnChg>
      </pc:sldChg>
      <pc:sldChg chg="del">
        <pc:chgData name="Akriti Mehta" userId="0c901562-3821-4879-abc2-7521cf2ab412" providerId="ADAL" clId="{144A11F9-5BB9-40A3-A970-33EF68ACAA95}" dt="2026-05-27T15:43:34.430" v="6" actId="2696"/>
        <pc:sldMkLst>
          <pc:docMk/>
          <pc:sldMk cId="63250955" sldId="2147483632"/>
        </pc:sldMkLst>
      </pc:sldChg>
      <pc:sldChg chg="addSp delSp add del setBg">
        <pc:chgData name="Akriti Mehta" userId="0c901562-3821-4879-abc2-7521cf2ab412" providerId="ADAL" clId="{144A11F9-5BB9-40A3-A970-33EF68ACAA95}" dt="2026-05-27T13:15:01.292" v="3"/>
        <pc:sldMkLst>
          <pc:docMk/>
          <pc:sldMk cId="3751545728" sldId="2147483634"/>
        </pc:sldMkLst>
        <pc:spChg chg="add del">
          <ac:chgData name="Akriti Mehta" userId="0c901562-3821-4879-abc2-7521cf2ab412" providerId="ADAL" clId="{144A11F9-5BB9-40A3-A970-33EF68ACAA95}" dt="2026-05-27T13:15:01.292" v="3"/>
          <ac:spMkLst>
            <pc:docMk/>
            <pc:sldMk cId="3751545728" sldId="2147483634"/>
            <ac:spMk id="10" creationId="{66E48AFA-8884-4F68-A44F-D2C1E8609C5A}"/>
          </ac:spMkLst>
        </pc:spChg>
        <pc:spChg chg="add del">
          <ac:chgData name="Akriti Mehta" userId="0c901562-3821-4879-abc2-7521cf2ab412" providerId="ADAL" clId="{144A11F9-5BB9-40A3-A970-33EF68ACAA95}" dt="2026-05-27T13:15:01.292" v="3"/>
          <ac:spMkLst>
            <pc:docMk/>
            <pc:sldMk cId="3751545728" sldId="2147483634"/>
            <ac:spMk id="12" creationId="{969D19A6-08CB-498C-93EC-3FFB021FC68A}"/>
          </ac:spMkLst>
        </pc:spChg>
      </pc:sldChg>
      <pc:sldChg chg="modSp add del setBg">
        <pc:chgData name="Akriti Mehta" userId="0c901562-3821-4879-abc2-7521cf2ab412" providerId="ADAL" clId="{144A11F9-5BB9-40A3-A970-33EF68ACAA95}" dt="2026-05-27T13:15:01.292" v="3"/>
        <pc:sldMkLst>
          <pc:docMk/>
          <pc:sldMk cId="2394784693" sldId="2147483635"/>
        </pc:sldMkLst>
        <pc:spChg chg="mod">
          <ac:chgData name="Akriti Mehta" userId="0c901562-3821-4879-abc2-7521cf2ab412" providerId="ADAL" clId="{144A11F9-5BB9-40A3-A970-33EF68ACAA95}" dt="2026-05-27T13:15:01.124" v="2"/>
          <ac:spMkLst>
            <pc:docMk/>
            <pc:sldMk cId="2394784693" sldId="2147483635"/>
            <ac:spMk id="3" creationId="{C237FD73-F178-C63B-DB7B-064AC7C96C1C}"/>
          </ac:spMkLst>
        </pc:spChg>
      </pc:sldChg>
      <pc:sldChg chg="addSp delSp add del setBg">
        <pc:chgData name="Akriti Mehta" userId="0c901562-3821-4879-abc2-7521cf2ab412" providerId="ADAL" clId="{144A11F9-5BB9-40A3-A970-33EF68ACAA95}" dt="2026-05-27T13:15:01.292" v="3"/>
        <pc:sldMkLst>
          <pc:docMk/>
          <pc:sldMk cId="709106430" sldId="2147483636"/>
        </pc:sldMkLst>
        <pc:spChg chg="add del">
          <ac:chgData name="Akriti Mehta" userId="0c901562-3821-4879-abc2-7521cf2ab412" providerId="ADAL" clId="{144A11F9-5BB9-40A3-A970-33EF68ACAA95}" dt="2026-05-27T13:15:01.292" v="3"/>
          <ac:spMkLst>
            <pc:docMk/>
            <pc:sldMk cId="709106430" sldId="2147483636"/>
            <ac:spMk id="23" creationId="{935E1FE2-9668-841D-0D2A-0CE031C1069E}"/>
          </ac:spMkLst>
        </pc:spChg>
        <pc:spChg chg="add del">
          <ac:chgData name="Akriti Mehta" userId="0c901562-3821-4879-abc2-7521cf2ab412" providerId="ADAL" clId="{144A11F9-5BB9-40A3-A970-33EF68ACAA95}" dt="2026-05-27T13:15:01.292" v="3"/>
          <ac:spMkLst>
            <pc:docMk/>
            <pc:sldMk cId="709106430" sldId="2147483636"/>
            <ac:spMk id="25" creationId="{E59DEE98-4021-D0F6-E7DC-B94B4FEB7825}"/>
          </ac:spMkLst>
        </pc:spChg>
        <pc:spChg chg="add del">
          <ac:chgData name="Akriti Mehta" userId="0c901562-3821-4879-abc2-7521cf2ab412" providerId="ADAL" clId="{144A11F9-5BB9-40A3-A970-33EF68ACAA95}" dt="2026-05-27T13:15:01.292" v="3"/>
          <ac:spMkLst>
            <pc:docMk/>
            <pc:sldMk cId="709106430" sldId="2147483636"/>
            <ac:spMk id="27" creationId="{4FCCA52D-F5F2-B3D8-BEEB-09B4108CE466}"/>
          </ac:spMkLst>
        </pc:spChg>
        <pc:spChg chg="add del">
          <ac:chgData name="Akriti Mehta" userId="0c901562-3821-4879-abc2-7521cf2ab412" providerId="ADAL" clId="{144A11F9-5BB9-40A3-A970-33EF68ACAA95}" dt="2026-05-27T13:15:01.292" v="3"/>
          <ac:spMkLst>
            <pc:docMk/>
            <pc:sldMk cId="709106430" sldId="2147483636"/>
            <ac:spMk id="29" creationId="{A989A451-E349-E13F-3DBB-D035DC8CE13F}"/>
          </ac:spMkLst>
        </pc:spChg>
        <pc:spChg chg="add del">
          <ac:chgData name="Akriti Mehta" userId="0c901562-3821-4879-abc2-7521cf2ab412" providerId="ADAL" clId="{144A11F9-5BB9-40A3-A970-33EF68ACAA95}" dt="2026-05-27T13:15:01.292" v="3"/>
          <ac:spMkLst>
            <pc:docMk/>
            <pc:sldMk cId="709106430" sldId="2147483636"/>
            <ac:spMk id="31" creationId="{F6264D77-E77F-E12C-6AEB-5D033ED29F30}"/>
          </ac:spMkLst>
        </pc:spChg>
        <pc:spChg chg="add del">
          <ac:chgData name="Akriti Mehta" userId="0c901562-3821-4879-abc2-7521cf2ab412" providerId="ADAL" clId="{144A11F9-5BB9-40A3-A970-33EF68ACAA95}" dt="2026-05-27T13:15:01.292" v="3"/>
          <ac:spMkLst>
            <pc:docMk/>
            <pc:sldMk cId="709106430" sldId="2147483636"/>
            <ac:spMk id="33" creationId="{F798C9CC-3373-40DB-274C-1935A20C90F4}"/>
          </ac:spMkLst>
        </pc:spChg>
      </pc:sldChg>
      <pc:sldChg chg="addSp delSp add del setBg">
        <pc:chgData name="Akriti Mehta" userId="0c901562-3821-4879-abc2-7521cf2ab412" providerId="ADAL" clId="{144A11F9-5BB9-40A3-A970-33EF68ACAA95}" dt="2026-05-27T13:15:01.292" v="3"/>
        <pc:sldMkLst>
          <pc:docMk/>
          <pc:sldMk cId="2574032507" sldId="2147483637"/>
        </pc:sldMkLst>
        <pc:spChg chg="add del">
          <ac:chgData name="Akriti Mehta" userId="0c901562-3821-4879-abc2-7521cf2ab412" providerId="ADAL" clId="{144A11F9-5BB9-40A3-A970-33EF68ACAA95}" dt="2026-05-27T13:15:01.292" v="3"/>
          <ac:spMkLst>
            <pc:docMk/>
            <pc:sldMk cId="2574032507" sldId="2147483637"/>
            <ac:spMk id="35" creationId="{127500AD-F55A-1810-CA2F-9A00777DC418}"/>
          </ac:spMkLst>
        </pc:spChg>
        <pc:spChg chg="add del">
          <ac:chgData name="Akriti Mehta" userId="0c901562-3821-4879-abc2-7521cf2ab412" providerId="ADAL" clId="{144A11F9-5BB9-40A3-A970-33EF68ACAA95}" dt="2026-05-27T13:15:01.292" v="3"/>
          <ac:spMkLst>
            <pc:docMk/>
            <pc:sldMk cId="2574032507" sldId="2147483637"/>
            <ac:spMk id="36" creationId="{F03570D5-B524-D8E8-F3CB-2843B8742146}"/>
          </ac:spMkLst>
        </pc:spChg>
        <pc:spChg chg="add del">
          <ac:chgData name="Akriti Mehta" userId="0c901562-3821-4879-abc2-7521cf2ab412" providerId="ADAL" clId="{144A11F9-5BB9-40A3-A970-33EF68ACAA95}" dt="2026-05-27T13:15:01.292" v="3"/>
          <ac:spMkLst>
            <pc:docMk/>
            <pc:sldMk cId="2574032507" sldId="2147483637"/>
            <ac:spMk id="37" creationId="{11E5DDC9-C80E-D72F-B461-AC280A7FB0CE}"/>
          </ac:spMkLst>
        </pc:spChg>
        <pc:spChg chg="add del">
          <ac:chgData name="Akriti Mehta" userId="0c901562-3821-4879-abc2-7521cf2ab412" providerId="ADAL" clId="{144A11F9-5BB9-40A3-A970-33EF68ACAA95}" dt="2026-05-27T13:15:01.292" v="3"/>
          <ac:spMkLst>
            <pc:docMk/>
            <pc:sldMk cId="2574032507" sldId="2147483637"/>
            <ac:spMk id="38" creationId="{7669939A-8E5F-B2F7-6C37-1D9B9B10C5E8}"/>
          </ac:spMkLst>
        </pc:spChg>
        <pc:spChg chg="add del">
          <ac:chgData name="Akriti Mehta" userId="0c901562-3821-4879-abc2-7521cf2ab412" providerId="ADAL" clId="{144A11F9-5BB9-40A3-A970-33EF68ACAA95}" dt="2026-05-27T13:15:01.292" v="3"/>
          <ac:spMkLst>
            <pc:docMk/>
            <pc:sldMk cId="2574032507" sldId="2147483637"/>
            <ac:spMk id="39" creationId="{3B3236BB-2F33-DB40-EC85-09DB29775016}"/>
          </ac:spMkLst>
        </pc:spChg>
        <pc:spChg chg="add del">
          <ac:chgData name="Akriti Mehta" userId="0c901562-3821-4879-abc2-7521cf2ab412" providerId="ADAL" clId="{144A11F9-5BB9-40A3-A970-33EF68ACAA95}" dt="2026-05-27T13:15:01.292" v="3"/>
          <ac:spMkLst>
            <pc:docMk/>
            <pc:sldMk cId="2574032507" sldId="2147483637"/>
            <ac:spMk id="40" creationId="{A66656AB-038C-6B1E-6F0A-EF8C00ACCD8C}"/>
          </ac:spMkLst>
        </pc:spChg>
        <pc:spChg chg="add del">
          <ac:chgData name="Akriti Mehta" userId="0c901562-3821-4879-abc2-7521cf2ab412" providerId="ADAL" clId="{144A11F9-5BB9-40A3-A970-33EF68ACAA95}" dt="2026-05-27T13:15:01.292" v="3"/>
          <ac:spMkLst>
            <pc:docMk/>
            <pc:sldMk cId="2574032507" sldId="2147483637"/>
            <ac:spMk id="41" creationId="{DB2D26AF-0E3B-2A74-F4DF-CDED70A477EC}"/>
          </ac:spMkLst>
        </pc:spChg>
      </pc:sldChg>
      <pc:sldChg chg="addSp delSp add del setBg">
        <pc:chgData name="Akriti Mehta" userId="0c901562-3821-4879-abc2-7521cf2ab412" providerId="ADAL" clId="{144A11F9-5BB9-40A3-A970-33EF68ACAA95}" dt="2026-05-27T13:15:01.292" v="3"/>
        <pc:sldMkLst>
          <pc:docMk/>
          <pc:sldMk cId="1702877271" sldId="2147483638"/>
        </pc:sldMkLst>
        <pc:spChg chg="add del">
          <ac:chgData name="Akriti Mehta" userId="0c901562-3821-4879-abc2-7521cf2ab412" providerId="ADAL" clId="{144A11F9-5BB9-40A3-A970-33EF68ACAA95}" dt="2026-05-27T13:15:01.292" v="3"/>
          <ac:spMkLst>
            <pc:docMk/>
            <pc:sldMk cId="1702877271" sldId="2147483638"/>
            <ac:spMk id="8" creationId="{43709330-B423-BBE2-F176-A5E0821290F4}"/>
          </ac:spMkLst>
        </pc:spChg>
        <pc:spChg chg="add del">
          <ac:chgData name="Akriti Mehta" userId="0c901562-3821-4879-abc2-7521cf2ab412" providerId="ADAL" clId="{144A11F9-5BB9-40A3-A970-33EF68ACAA95}" dt="2026-05-27T13:15:01.292" v="3"/>
          <ac:spMkLst>
            <pc:docMk/>
            <pc:sldMk cId="1702877271" sldId="2147483638"/>
            <ac:spMk id="10" creationId="{4F6CEB8D-48C6-1FC1-D4F8-0C28729FC5C7}"/>
          </ac:spMkLst>
        </pc:spChg>
        <pc:spChg chg="add del">
          <ac:chgData name="Akriti Mehta" userId="0c901562-3821-4879-abc2-7521cf2ab412" providerId="ADAL" clId="{144A11F9-5BB9-40A3-A970-33EF68ACAA95}" dt="2026-05-27T13:15:01.292" v="3"/>
          <ac:spMkLst>
            <pc:docMk/>
            <pc:sldMk cId="1702877271" sldId="2147483638"/>
            <ac:spMk id="12" creationId="{E37DDB99-4226-43AE-ADE9-AC59D2AC5F7B}"/>
          </ac:spMkLst>
        </pc:spChg>
        <pc:spChg chg="add del">
          <ac:chgData name="Akriti Mehta" userId="0c901562-3821-4879-abc2-7521cf2ab412" providerId="ADAL" clId="{144A11F9-5BB9-40A3-A970-33EF68ACAA95}" dt="2026-05-27T13:15:01.292" v="3"/>
          <ac:spMkLst>
            <pc:docMk/>
            <pc:sldMk cId="1702877271" sldId="2147483638"/>
            <ac:spMk id="14" creationId="{560AED33-298F-D694-90C8-A721BBA5E474}"/>
          </ac:spMkLst>
        </pc:spChg>
        <pc:spChg chg="add del">
          <ac:chgData name="Akriti Mehta" userId="0c901562-3821-4879-abc2-7521cf2ab412" providerId="ADAL" clId="{144A11F9-5BB9-40A3-A970-33EF68ACAA95}" dt="2026-05-27T13:15:01.292" v="3"/>
          <ac:spMkLst>
            <pc:docMk/>
            <pc:sldMk cId="1702877271" sldId="2147483638"/>
            <ac:spMk id="16" creationId="{0EEAC7C5-98DB-DC60-240B-A5CC73F38C57}"/>
          </ac:spMkLst>
        </pc:spChg>
        <pc:spChg chg="add del">
          <ac:chgData name="Akriti Mehta" userId="0c901562-3821-4879-abc2-7521cf2ab412" providerId="ADAL" clId="{144A11F9-5BB9-40A3-A970-33EF68ACAA95}" dt="2026-05-27T13:15:01.292" v="3"/>
          <ac:spMkLst>
            <pc:docMk/>
            <pc:sldMk cId="1702877271" sldId="2147483638"/>
            <ac:spMk id="18" creationId="{3EF8E526-DBDB-21FE-4050-6DE60C42C970}"/>
          </ac:spMkLst>
        </pc:spChg>
      </pc:sldChg>
      <pc:sldChg chg="addSp delSp modSp add del setBg">
        <pc:chgData name="Akriti Mehta" userId="0c901562-3821-4879-abc2-7521cf2ab412" providerId="ADAL" clId="{144A11F9-5BB9-40A3-A970-33EF68ACAA95}" dt="2026-05-27T13:15:01.292" v="3"/>
        <pc:sldMkLst>
          <pc:docMk/>
          <pc:sldMk cId="1645111144" sldId="2147483639"/>
        </pc:sldMkLst>
        <pc:spChg chg="mod">
          <ac:chgData name="Akriti Mehta" userId="0c901562-3821-4879-abc2-7521cf2ab412" providerId="ADAL" clId="{144A11F9-5BB9-40A3-A970-33EF68ACAA95}" dt="2026-05-27T13:15:01.124" v="2"/>
          <ac:spMkLst>
            <pc:docMk/>
            <pc:sldMk cId="1645111144" sldId="2147483639"/>
            <ac:spMk id="2" creationId="{A5CF25F7-7D03-250E-3DD5-1727D007328C}"/>
          </ac:spMkLst>
        </pc:spChg>
        <pc:spChg chg="add del">
          <ac:chgData name="Akriti Mehta" userId="0c901562-3821-4879-abc2-7521cf2ab412" providerId="ADAL" clId="{144A11F9-5BB9-40A3-A970-33EF68ACAA95}" dt="2026-05-27T13:15:01.292" v="3"/>
          <ac:spMkLst>
            <pc:docMk/>
            <pc:sldMk cId="1645111144" sldId="2147483639"/>
            <ac:spMk id="8" creationId="{E7CAA0F9-ADF6-51A5-6BE7-67E60ADD095C}"/>
          </ac:spMkLst>
        </pc:spChg>
        <pc:spChg chg="add del">
          <ac:chgData name="Akriti Mehta" userId="0c901562-3821-4879-abc2-7521cf2ab412" providerId="ADAL" clId="{144A11F9-5BB9-40A3-A970-33EF68ACAA95}" dt="2026-05-27T13:15:01.292" v="3"/>
          <ac:spMkLst>
            <pc:docMk/>
            <pc:sldMk cId="1645111144" sldId="2147483639"/>
            <ac:spMk id="10" creationId="{9490B645-A4B7-F30C-79A7-8E46D3D4769C}"/>
          </ac:spMkLst>
        </pc:spChg>
        <pc:spChg chg="add del">
          <ac:chgData name="Akriti Mehta" userId="0c901562-3821-4879-abc2-7521cf2ab412" providerId="ADAL" clId="{144A11F9-5BB9-40A3-A970-33EF68ACAA95}" dt="2026-05-27T13:15:01.292" v="3"/>
          <ac:spMkLst>
            <pc:docMk/>
            <pc:sldMk cId="1645111144" sldId="2147483639"/>
            <ac:spMk id="12" creationId="{69851F63-BA5C-54B8-14FE-C907E1ADD087}"/>
          </ac:spMkLst>
        </pc:spChg>
        <pc:spChg chg="add del">
          <ac:chgData name="Akriti Mehta" userId="0c901562-3821-4879-abc2-7521cf2ab412" providerId="ADAL" clId="{144A11F9-5BB9-40A3-A970-33EF68ACAA95}" dt="2026-05-27T13:15:01.292" v="3"/>
          <ac:spMkLst>
            <pc:docMk/>
            <pc:sldMk cId="1645111144" sldId="2147483639"/>
            <ac:spMk id="14" creationId="{9CE6FA07-1C95-D336-4F85-F1F0699E02DF}"/>
          </ac:spMkLst>
        </pc:spChg>
        <pc:spChg chg="add del">
          <ac:chgData name="Akriti Mehta" userId="0c901562-3821-4879-abc2-7521cf2ab412" providerId="ADAL" clId="{144A11F9-5BB9-40A3-A970-33EF68ACAA95}" dt="2026-05-27T13:15:01.292" v="3"/>
          <ac:spMkLst>
            <pc:docMk/>
            <pc:sldMk cId="1645111144" sldId="2147483639"/>
            <ac:spMk id="16" creationId="{FC5E56C5-F16B-D2F8-83E3-3FFF50CCA1EC}"/>
          </ac:spMkLst>
        </pc:spChg>
        <pc:spChg chg="add del">
          <ac:chgData name="Akriti Mehta" userId="0c901562-3821-4879-abc2-7521cf2ab412" providerId="ADAL" clId="{144A11F9-5BB9-40A3-A970-33EF68ACAA95}" dt="2026-05-27T13:15:01.292" v="3"/>
          <ac:spMkLst>
            <pc:docMk/>
            <pc:sldMk cId="1645111144" sldId="2147483639"/>
            <ac:spMk id="18" creationId="{1B475F6A-5E3F-DB42-9D9F-312D1A77C6CF}"/>
          </ac:spMkLst>
        </pc:spChg>
      </pc:sldChg>
      <pc:sldChg chg="add">
        <pc:chgData name="Akriti Mehta" userId="0c901562-3821-4879-abc2-7521cf2ab412" providerId="ADAL" clId="{144A11F9-5BB9-40A3-A970-33EF68ACAA95}" dt="2026-05-27T13:15:58.118" v="5"/>
        <pc:sldMkLst>
          <pc:docMk/>
          <pc:sldMk cId="2735409384" sldId="214748364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earn.microsoft.com/en-us/azure/cloud-adoption-framework/scenarios/ai/govern"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6/18/2026</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49426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314F7-963C-C46A-65DA-5E4D5EE95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70C1E-A4A2-55E9-18A4-41039812EDE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71256E0-9419-5746-6F20-3D766DA5C024}"/>
              </a:ext>
            </a:extLst>
          </p:cNvPr>
          <p:cNvSpPr>
            <a:spLocks noGrp="1"/>
          </p:cNvSpPr>
          <p:nvPr>
            <p:ph type="body" sz="quarter" idx="3"/>
          </p:nvPr>
        </p:nvSpPr>
        <p:spPr/>
        <p:txBody>
          <a:bodyPr/>
          <a:lstStyle/>
          <a:p>
            <a:r>
              <a:t>These questions surface how Responsible AI shows up in practice today — not just whether a framework exists, but how it’s actually used in decision-making workflows and agent development processes.</a:t>
            </a:r>
          </a:p>
        </p:txBody>
      </p:sp>
      <p:sp>
        <p:nvSpPr>
          <p:cNvPr id="4" name="Slide Number Placeholder 3">
            <a:extLst>
              <a:ext uri="{FF2B5EF4-FFF2-40B4-BE49-F238E27FC236}">
                <a16:creationId xmlns:a16="http://schemas.microsoft.com/office/drawing/2014/main" id="{F3EEC883-CFB1-816F-4476-C683E8E53D8F}"/>
              </a:ext>
            </a:extLst>
          </p:cNvPr>
          <p:cNvSpPr>
            <a:spLocks noGrp="1"/>
          </p:cNvSpPr>
          <p:nvPr>
            <p:ph type="sldNum" sz="quarter" idx="5"/>
          </p:nvPr>
        </p:nvSpPr>
        <p:spPr/>
      </p:sp>
    </p:spTree>
    <p:extLst>
      <p:ext uri="{BB962C8B-B14F-4D97-AF65-F5344CB8AC3E}">
        <p14:creationId xmlns:p14="http://schemas.microsoft.com/office/powerpoint/2010/main" val="471551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22582-B2AB-4CA0-A2FB-6C8CFAC13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FB046C-CBAC-4A4E-9823-0A523A8EAE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DDAAB5-9A61-410D-B4CB-594136008220}"/>
              </a:ext>
            </a:extLst>
          </p:cNvPr>
          <p:cNvSpPr>
            <a:spLocks noGrp="1"/>
          </p:cNvSpPr>
          <p:nvPr>
            <p:ph type="body" idx="1"/>
          </p:nvPr>
        </p:nvSpPr>
        <p:spPr/>
        <p:txBody>
          <a:bodyPr/>
          <a:lstStyle/>
          <a:p>
            <a:r>
              <a:rPr lang="en-US"/>
              <a:t>Governance must move beyond documentation into real enforcement. The Cloud Adoption Framework emphasizes three key mechanisms: automated policy enforcement using platform tools, manual oversight for complex high-risk scenarios, and workload-specific controls tailored to different AI deployment patterns. The goal is consistent, scalable governance that doesn't slow down innovation.</a:t>
            </a:r>
          </a:p>
        </p:txBody>
      </p:sp>
      <p:sp>
        <p:nvSpPr>
          <p:cNvPr id="4" name="Slide Number Placeholder 3">
            <a:extLst>
              <a:ext uri="{FF2B5EF4-FFF2-40B4-BE49-F238E27FC236}">
                <a16:creationId xmlns:a16="http://schemas.microsoft.com/office/drawing/2014/main" id="{7E5B0930-27B2-461E-9944-A5463ACB63DC}"/>
              </a:ext>
            </a:extLst>
          </p:cNvPr>
          <p:cNvSpPr>
            <a:spLocks noGrp="1"/>
          </p:cNvSpPr>
          <p:nvPr>
            <p:ph type="sldNum" sz="quarter" idx="5"/>
          </p:nvPr>
        </p:nvSpPr>
        <p:spPr/>
        <p:txBody>
          <a:bodyPr/>
          <a:lstStyle/>
          <a:p>
            <a:fld id="{EEC584F3-51FE-4E64-B870-AA5E24A72376}" type="slidenum">
              <a:rPr lang="en-US" smtClean="0"/>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C7844-65A1-55B2-BB73-F5AC7DB14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2C6152-0A32-E6E3-9F4D-0579CA366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B8E6AC-D07A-C8AF-D3E9-F208CEFE26E8}"/>
              </a:ext>
            </a:extLst>
          </p:cNvPr>
          <p:cNvSpPr>
            <a:spLocks noGrp="1"/>
          </p:cNvSpPr>
          <p:nvPr>
            <p:ph type="body" idx="1"/>
          </p:nvPr>
        </p:nvSpPr>
        <p:spPr/>
        <p:txBody>
          <a:bodyPr/>
          <a:lstStyle/>
          <a:p>
            <a:r>
              <a:rPr lang="en-GB">
                <a:hlinkClick r:id="rId3"/>
              </a:rPr>
              <a:t>Govern AI - Cloud Adoption Framework | Microsoft Learn</a:t>
            </a:r>
            <a:endParaRPr lang="en-GB"/>
          </a:p>
        </p:txBody>
      </p:sp>
      <p:sp>
        <p:nvSpPr>
          <p:cNvPr id="4" name="Slide Number Placeholder 3">
            <a:extLst>
              <a:ext uri="{FF2B5EF4-FFF2-40B4-BE49-F238E27FC236}">
                <a16:creationId xmlns:a16="http://schemas.microsoft.com/office/drawing/2014/main" id="{EDC9FA8E-534B-F8BD-28D6-BC8CA65039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13EC99-38F3-4534-B576-918706C4D1F3}"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70542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0C9DD-82E1-4026-8453-BE0C97A34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6AA50-E92A-4D3B-9870-D17C03B7E6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07EB5AE-681E-414E-B8D9-7E82AE99F665}"/>
              </a:ext>
            </a:extLst>
          </p:cNvPr>
          <p:cNvSpPr>
            <a:spLocks noGrp="1"/>
          </p:cNvSpPr>
          <p:nvPr>
            <p:ph type="body" idx="1"/>
          </p:nvPr>
        </p:nvSpPr>
        <p:spPr/>
        <p:txBody>
          <a:bodyPr/>
          <a:lstStyle/>
          <a:p>
            <a:r>
              <a:rPr lang="en-US"/>
              <a:t>Governance isn't a checkbox exercise — it's continuous. You need regular risk evaluations for both high-risk and low-risk AI workloads, quantitative metrics like accuracy and error rates, qualitative signals from user feedback and ethical reviews, and standardized reporting. The goal is to detect emerging risks early and adapt your governance policies proactively.</a:t>
            </a:r>
          </a:p>
        </p:txBody>
      </p:sp>
      <p:sp>
        <p:nvSpPr>
          <p:cNvPr id="4" name="Slide Number Placeholder 3">
            <a:extLst>
              <a:ext uri="{FF2B5EF4-FFF2-40B4-BE49-F238E27FC236}">
                <a16:creationId xmlns:a16="http://schemas.microsoft.com/office/drawing/2014/main" id="{5DCE6096-51B6-4868-A65A-F7E784CEEFA6}"/>
              </a:ext>
            </a:extLst>
          </p:cNvPr>
          <p:cNvSpPr>
            <a:spLocks noGrp="1"/>
          </p:cNvSpPr>
          <p:nvPr>
            <p:ph type="sldNum" sz="quarter" idx="5"/>
          </p:nvPr>
        </p:nvSpPr>
        <p:spPr/>
        <p:txBody>
          <a:bodyPr/>
          <a:lstStyle/>
          <a:p>
            <a:fld id="{EEC584F3-51FE-4E64-B870-AA5E24A72376}" type="slidenum">
              <a:rPr lang="en-US" smtClean="0"/>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601A0-E455-46EF-894A-431A2494C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2DEB1-4E12-4E87-A18E-86982F2C6A7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10581F0-D701-444E-8FBF-E3F34C7CB7F7}"/>
              </a:ext>
            </a:extLst>
          </p:cNvPr>
          <p:cNvSpPr>
            <a:spLocks noGrp="1"/>
          </p:cNvSpPr>
          <p:nvPr>
            <p:ph type="body" idx="1"/>
          </p:nvPr>
        </p:nvSpPr>
        <p:spPr/>
        <p:txBody>
          <a:bodyPr/>
          <a:lstStyle/>
          <a:p>
            <a:r>
              <a:rPr lang="en-US"/>
              <a:t>The CAF operating model defines how organizations embed Responsible AI and risk management into daily operations. It covers five key areas: strategy and policy definition, portfolio and risk assessment, governance structure and roles, operational processes, and continuous improvement. This is your blueprint for scaling AI governance across the enterprise.</a:t>
            </a:r>
          </a:p>
        </p:txBody>
      </p:sp>
      <p:sp>
        <p:nvSpPr>
          <p:cNvPr id="4" name="Slide Number Placeholder 3">
            <a:extLst>
              <a:ext uri="{FF2B5EF4-FFF2-40B4-BE49-F238E27FC236}">
                <a16:creationId xmlns:a16="http://schemas.microsoft.com/office/drawing/2014/main" id="{7523D29E-0658-434C-BA68-816FB9BAA884}"/>
              </a:ext>
            </a:extLst>
          </p:cNvPr>
          <p:cNvSpPr>
            <a:spLocks noGrp="1"/>
          </p:cNvSpPr>
          <p:nvPr>
            <p:ph type="sldNum" sz="quarter" idx="5"/>
          </p:nvPr>
        </p:nvSpPr>
        <p:spPr/>
        <p:txBody>
          <a:bodyPr/>
          <a:lstStyle/>
          <a:p>
            <a:fld id="{EEC584F3-51FE-4E64-B870-AA5E24A72376}" type="slidenum">
              <a:rPr lang="en-US" smtClean="0"/>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464C9-D7F3-4B50-ACD3-AB9011ECE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5F84B-8FB9-4419-844D-62F64F6C62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07980F0-063E-4DC7-84CB-9BED3C4823D5}"/>
              </a:ext>
            </a:extLst>
          </p:cNvPr>
          <p:cNvSpPr>
            <a:spLocks noGrp="1"/>
          </p:cNvSpPr>
          <p:nvPr>
            <p:ph type="body" idx="1"/>
          </p:nvPr>
        </p:nvSpPr>
        <p:spPr/>
        <p:txBody>
          <a:bodyPr/>
          <a:lstStyle/>
          <a:p>
            <a:r>
              <a:rPr lang="en-US"/>
              <a:t>Clear roles and responsibilities are the backbone of effective governance. Executive leadership sets the vision and risk appetite. Legal and compliance teams interpret regulations and define risk frameworks. Engineering teams build governance into systems by design. And dedicated AI governance teams coordinate across all functions. Everyone has a role to play.</a:t>
            </a:r>
          </a:p>
        </p:txBody>
      </p:sp>
      <p:sp>
        <p:nvSpPr>
          <p:cNvPr id="4" name="Slide Number Placeholder 3">
            <a:extLst>
              <a:ext uri="{FF2B5EF4-FFF2-40B4-BE49-F238E27FC236}">
                <a16:creationId xmlns:a16="http://schemas.microsoft.com/office/drawing/2014/main" id="{29C38494-2FA1-44A5-B66E-E78A3B5C8552}"/>
              </a:ext>
            </a:extLst>
          </p:cNvPr>
          <p:cNvSpPr>
            <a:spLocks noGrp="1"/>
          </p:cNvSpPr>
          <p:nvPr>
            <p:ph type="sldNum" sz="quarter" idx="5"/>
          </p:nvPr>
        </p:nvSpPr>
        <p:spPr/>
        <p:txBody>
          <a:bodyPr/>
          <a:lstStyle/>
          <a:p>
            <a:fld id="{EEC584F3-51FE-4E64-B870-AA5E24A72376}" type="slidenum">
              <a:rPr lang="en-US" smtClean="0"/>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A648F-FFAC-4E12-A13B-6AADEF189C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D9D4C-CF82-4BC4-86C7-137855A10A0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6C9EE5B-282B-4345-9E60-6F9B551E61E4}"/>
              </a:ext>
            </a:extLst>
          </p:cNvPr>
          <p:cNvSpPr>
            <a:spLocks noGrp="1"/>
          </p:cNvSpPr>
          <p:nvPr>
            <p:ph type="body" idx="1"/>
          </p:nvPr>
        </p:nvSpPr>
        <p:spPr/>
        <p:txBody>
          <a:bodyPr/>
          <a:lstStyle/>
          <a:p>
            <a:r>
              <a:rPr lang="en-US"/>
              <a:t>This slide maps the Cloud Adoption Framework phases to Microsoft's Responsible AI Standard. From strategy through management, each phase aligns with principles like fairness, reliability, privacy, inclusiveness, transparency, and accountability. This alignment ensures your governance approach is both practical and principled.</a:t>
            </a:r>
          </a:p>
        </p:txBody>
      </p:sp>
      <p:sp>
        <p:nvSpPr>
          <p:cNvPr id="4" name="Slide Number Placeholder 3">
            <a:extLst>
              <a:ext uri="{FF2B5EF4-FFF2-40B4-BE49-F238E27FC236}">
                <a16:creationId xmlns:a16="http://schemas.microsoft.com/office/drawing/2014/main" id="{30DA5CC0-D86B-48D5-B855-F2BFBFBB2C01}"/>
              </a:ext>
            </a:extLst>
          </p:cNvPr>
          <p:cNvSpPr>
            <a:spLocks noGrp="1"/>
          </p:cNvSpPr>
          <p:nvPr>
            <p:ph type="sldNum" sz="quarter" idx="5"/>
          </p:nvPr>
        </p:nvSpPr>
        <p:spPr/>
        <p:txBody>
          <a:bodyPr/>
          <a:lstStyle/>
          <a:p>
            <a:fld id="{EEC584F3-51FE-4E64-B870-AA5E24A72376}" type="slidenum">
              <a:rPr lang="en-US" smtClean="0"/>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0" y="-689429"/>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101924073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3" name="MS logo white - EMF" descr="Microsoft logo white text version">
            <a:extLst>
              <a:ext uri="{FF2B5EF4-FFF2-40B4-BE49-F238E27FC236}">
                <a16:creationId xmlns:a16="http://schemas.microsoft.com/office/drawing/2014/main" id="{57D239CF-0FC0-DA57-7309-C78F609ADBDF}"/>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6" name="Straight Connector 5">
            <a:extLst>
              <a:ext uri="{FF2B5EF4-FFF2-40B4-BE49-F238E27FC236}">
                <a16:creationId xmlns:a16="http://schemas.microsoft.com/office/drawing/2014/main" id="{FD01B033-769C-68DE-8D3E-27FE3C6914A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7755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
        <p:nvSpPr>
          <p:cNvPr id="3" name="Footer Placeholder 4">
            <a:extLst>
              <a:ext uri="{FF2B5EF4-FFF2-40B4-BE49-F238E27FC236}">
                <a16:creationId xmlns:a16="http://schemas.microsoft.com/office/drawing/2014/main" id="{334FD8BF-B494-032B-F6CD-0593844EB58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736C660E-B10D-E01E-32C6-2044D500553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Rectangle 4">
            <a:extLst>
              <a:ext uri="{FF2B5EF4-FFF2-40B4-BE49-F238E27FC236}">
                <a16:creationId xmlns:a16="http://schemas.microsoft.com/office/drawing/2014/main" id="{2E394715-986D-D668-EA4F-3A9A49EB4898}"/>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Text Placeholder 5">
            <a:extLst>
              <a:ext uri="{FF2B5EF4-FFF2-40B4-BE49-F238E27FC236}">
                <a16:creationId xmlns:a16="http://schemas.microsoft.com/office/drawing/2014/main" id="{A0A36A45-878E-A130-32D8-50467E4BF46E}"/>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1127070193"/>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00444127"/>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Rectangle 2">
            <a:extLst>
              <a:ext uri="{FF2B5EF4-FFF2-40B4-BE49-F238E27FC236}">
                <a16:creationId xmlns:a16="http://schemas.microsoft.com/office/drawing/2014/main" id="{B54F6763-6AC0-1DA6-1360-1C00202183D0}"/>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Rectangle 7">
            <a:extLst>
              <a:ext uri="{FF2B5EF4-FFF2-40B4-BE49-F238E27FC236}">
                <a16:creationId xmlns:a16="http://schemas.microsoft.com/office/drawing/2014/main" id="{642E3F12-56AE-7F42-FB6B-08C8BCE1125C}"/>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62548312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Rectangle 4">
            <a:extLst>
              <a:ext uri="{FF2B5EF4-FFF2-40B4-BE49-F238E27FC236}">
                <a16:creationId xmlns:a16="http://schemas.microsoft.com/office/drawing/2014/main" id="{F7A67744-3A81-A196-C793-7AE47DC61CBF}"/>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28315729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23245786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3C4A7113-1C85-4A35-B434-022FA5B6BA39}"/>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5FB01DBE-96D0-E685-11FC-257412DD4794}"/>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69005272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C130585-D54D-146D-BF08-6BFDED17823D}"/>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3E8F1F66-3401-42D8-4EA7-93016BF04FDB}"/>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484708467"/>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AFDE0EE-2116-208F-62CB-54A9034B8825}"/>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D22BF405-1FBE-1A50-B071-649A2F53198E}"/>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515622222"/>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Rectangle 2">
            <a:extLst>
              <a:ext uri="{FF2B5EF4-FFF2-40B4-BE49-F238E27FC236}">
                <a16:creationId xmlns:a16="http://schemas.microsoft.com/office/drawing/2014/main" id="{036383BE-CEF0-AE60-39EF-893B2F5AD4E9}"/>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F1D9F03C-20F5-D5CD-6BC9-893C4CAA81F2}"/>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669972509"/>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r>
              <a:rPr lang="en-US"/>
              <a:t>Click icon to add media</a:t>
            </a:r>
          </a:p>
        </p:txBody>
      </p:sp>
    </p:spTree>
    <p:extLst>
      <p:ext uri="{BB962C8B-B14F-4D97-AF65-F5344CB8AC3E}">
        <p14:creationId xmlns:p14="http://schemas.microsoft.com/office/powerpoint/2010/main" val="188187182"/>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53762935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Title 1">
            <a:extLst>
              <a:ext uri="{FF2B5EF4-FFF2-40B4-BE49-F238E27FC236}">
                <a16:creationId xmlns:a16="http://schemas.microsoft.com/office/drawing/2014/main" id="{93103B53-A33A-4C22-EB04-8A59B43A6F57}"/>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4" name="Title 1">
            <a:extLst>
              <a:ext uri="{FF2B5EF4-FFF2-40B4-BE49-F238E27FC236}">
                <a16:creationId xmlns:a16="http://schemas.microsoft.com/office/drawing/2014/main" id="{BD94F24E-850F-4606-EBE4-1C792FDC7296}"/>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 name="Title 1">
            <a:extLst>
              <a:ext uri="{FF2B5EF4-FFF2-40B4-BE49-F238E27FC236}">
                <a16:creationId xmlns:a16="http://schemas.microsoft.com/office/drawing/2014/main" id="{8A720D4C-C93E-2243-CD86-4749B26754BF}"/>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6" name="Title 1">
            <a:extLst>
              <a:ext uri="{FF2B5EF4-FFF2-40B4-BE49-F238E27FC236}">
                <a16:creationId xmlns:a16="http://schemas.microsoft.com/office/drawing/2014/main" id="{EC6BA77D-DE5B-5A8F-08AC-C36720B853F2}"/>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Tree>
    <p:extLst>
      <p:ext uri="{BB962C8B-B14F-4D97-AF65-F5344CB8AC3E}">
        <p14:creationId xmlns:p14="http://schemas.microsoft.com/office/powerpoint/2010/main" val="196498359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2" name="Rectangle 1">
            <a:extLst>
              <a:ext uri="{FF2B5EF4-FFF2-40B4-BE49-F238E27FC236}">
                <a16:creationId xmlns:a16="http://schemas.microsoft.com/office/drawing/2014/main" id="{9BFE431A-6F63-61D1-5528-CC8B3D1C1287}"/>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 name="Rectangle 3">
            <a:extLst>
              <a:ext uri="{FF2B5EF4-FFF2-40B4-BE49-F238E27FC236}">
                <a16:creationId xmlns:a16="http://schemas.microsoft.com/office/drawing/2014/main" id="{1F0BB7E2-D63A-6124-F98E-11354981C92A}"/>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CF4831CE-A045-C1F7-3391-315EA9878B29}"/>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 name="Text Placeholder 4">
            <a:extLst>
              <a:ext uri="{FF2B5EF4-FFF2-40B4-BE49-F238E27FC236}">
                <a16:creationId xmlns:a16="http://schemas.microsoft.com/office/drawing/2014/main" id="{D2E456AC-17EB-0AF8-20F4-AB9CC430F695}"/>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7" name="Text Placeholder 4">
            <a:extLst>
              <a:ext uri="{FF2B5EF4-FFF2-40B4-BE49-F238E27FC236}">
                <a16:creationId xmlns:a16="http://schemas.microsoft.com/office/drawing/2014/main" id="{2E4377E8-5BFD-B0E9-B4ED-4FD6B58CE21A}"/>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8" name="Text Placeholder 4">
            <a:extLst>
              <a:ext uri="{FF2B5EF4-FFF2-40B4-BE49-F238E27FC236}">
                <a16:creationId xmlns:a16="http://schemas.microsoft.com/office/drawing/2014/main" id="{9B017822-0BF5-6D15-F0C4-DF7158A69AB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9" name="Footer Placeholder 4">
            <a:extLst>
              <a:ext uri="{FF2B5EF4-FFF2-40B4-BE49-F238E27FC236}">
                <a16:creationId xmlns:a16="http://schemas.microsoft.com/office/drawing/2014/main" id="{369BB4E9-953D-13C9-5C4F-A7CBF551E29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7FD7A82D-6421-49CF-F825-7CE531C634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1" name="Rectangle 10">
            <a:extLst>
              <a:ext uri="{FF2B5EF4-FFF2-40B4-BE49-F238E27FC236}">
                <a16:creationId xmlns:a16="http://schemas.microsoft.com/office/drawing/2014/main" id="{64E8B8E6-D90D-1BF2-48AA-91286BE2B4E0}"/>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46339188"/>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edit Master title style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 name="Straight Connector 1">
            <a:extLst>
              <a:ext uri="{FF2B5EF4-FFF2-40B4-BE49-F238E27FC236}">
                <a16:creationId xmlns:a16="http://schemas.microsoft.com/office/drawing/2014/main" id="{2D48B2AA-6947-C03E-ADC6-C678C17A578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312641"/>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69FC74D6-AD99-AABF-12F6-7642D40770D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cxnSp>
        <p:nvCxnSpPr>
          <p:cNvPr id="4" name="Straight Connector 3">
            <a:extLst>
              <a:ext uri="{FF2B5EF4-FFF2-40B4-BE49-F238E27FC236}">
                <a16:creationId xmlns:a16="http://schemas.microsoft.com/office/drawing/2014/main" id="{A3D4C85A-3A2E-8E91-967B-CE12E2C7DD90}"/>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D75A541-BC17-6A99-361D-DA6B775B8C6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754010326"/>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7EC8E6EE-2B6E-6C6F-D2A7-4AFE1960FD0F}"/>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cxnSp>
        <p:nvCxnSpPr>
          <p:cNvPr id="4" name="Straight Connector 3">
            <a:extLst>
              <a:ext uri="{FF2B5EF4-FFF2-40B4-BE49-F238E27FC236}">
                <a16:creationId xmlns:a16="http://schemas.microsoft.com/office/drawing/2014/main" id="{1B344902-03DA-C26A-4C75-FC87375732BB}"/>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0E627296-68AC-1F15-B54F-8B15B646CBCE}"/>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2790641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4404E176-9D63-2251-DB1F-98BAD1464F54}"/>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cxnSp>
        <p:nvCxnSpPr>
          <p:cNvPr id="4" name="Straight Connector 3">
            <a:extLst>
              <a:ext uri="{FF2B5EF4-FFF2-40B4-BE49-F238E27FC236}">
                <a16:creationId xmlns:a16="http://schemas.microsoft.com/office/drawing/2014/main" id="{BD4FD3D3-B8EA-F298-F342-54EF0CB4FCD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8828C46C-E045-CD92-B361-46CB62E1A6AB}"/>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03037936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83F9385D-20D7-65E5-C1AD-69DD54593489}"/>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cxnSp>
        <p:nvCxnSpPr>
          <p:cNvPr id="4" name="Straight Connector 3">
            <a:extLst>
              <a:ext uri="{FF2B5EF4-FFF2-40B4-BE49-F238E27FC236}">
                <a16:creationId xmlns:a16="http://schemas.microsoft.com/office/drawing/2014/main" id="{C77E3538-D23A-519D-8669-DD15F202912C}"/>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5165596-F21C-DE10-0A8C-34E4275ED734}"/>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99045159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7C4FBADD-F067-B3AF-C12C-91F41517AA8C}"/>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cxnSp>
        <p:nvCxnSpPr>
          <p:cNvPr id="4" name="Straight Connector 3">
            <a:extLst>
              <a:ext uri="{FF2B5EF4-FFF2-40B4-BE49-F238E27FC236}">
                <a16:creationId xmlns:a16="http://schemas.microsoft.com/office/drawing/2014/main" id="{8A09DC6A-3ABD-FA76-F91A-542191F8119A}"/>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42A1CAF-487A-64E9-5E94-09FE71944536}"/>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9636951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B88F2084-DA25-8C9A-182C-8DE4B84EFDAC}"/>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cxnSp>
        <p:nvCxnSpPr>
          <p:cNvPr id="4" name="Straight Connector 3">
            <a:extLst>
              <a:ext uri="{FF2B5EF4-FFF2-40B4-BE49-F238E27FC236}">
                <a16:creationId xmlns:a16="http://schemas.microsoft.com/office/drawing/2014/main" id="{7090D05A-BF94-633F-516E-FE9B230DE505}"/>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3728C721-2C10-2D48-704A-93E4498C9F8D}"/>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27031434"/>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923980955"/>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035631961"/>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787324561"/>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85066412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F5A77CDA-1A1F-95F2-63BD-FE156E5B2C52}"/>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3" name="TextBox 2">
            <a:extLst>
              <a:ext uri="{FF2B5EF4-FFF2-40B4-BE49-F238E27FC236}">
                <a16:creationId xmlns:a16="http://schemas.microsoft.com/office/drawing/2014/main" id="{E4AEBDCD-9C2D-EEFB-B8AA-57C8FA5AA39D}"/>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29" name="TextBox 28">
            <a:extLst>
              <a:ext uri="{FF2B5EF4-FFF2-40B4-BE49-F238E27FC236}">
                <a16:creationId xmlns:a16="http://schemas.microsoft.com/office/drawing/2014/main" id="{8E680C46-DD6E-2772-6C7F-9ABBF1084DAA}"/>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34" name="TextBox 33">
            <a:extLst>
              <a:ext uri="{FF2B5EF4-FFF2-40B4-BE49-F238E27FC236}">
                <a16:creationId xmlns:a16="http://schemas.microsoft.com/office/drawing/2014/main" id="{87E4FFEA-0F83-8586-B517-90DD00832CF5}"/>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43" name="TextBox 42">
            <a:extLst>
              <a:ext uri="{FF2B5EF4-FFF2-40B4-BE49-F238E27FC236}">
                <a16:creationId xmlns:a16="http://schemas.microsoft.com/office/drawing/2014/main" id="{D6B50B51-CE3D-38FF-5636-E5C9FAE6FE4B}"/>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44" name="TextBox 43">
            <a:extLst>
              <a:ext uri="{FF2B5EF4-FFF2-40B4-BE49-F238E27FC236}">
                <a16:creationId xmlns:a16="http://schemas.microsoft.com/office/drawing/2014/main" id="{59C8C57C-AFC7-D01F-613B-F5B14F66475E}"/>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45" name="TextBox 44">
            <a:extLst>
              <a:ext uri="{FF2B5EF4-FFF2-40B4-BE49-F238E27FC236}">
                <a16:creationId xmlns:a16="http://schemas.microsoft.com/office/drawing/2014/main" id="{51F73151-2D25-CF71-828F-A7F78A77D489}"/>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46" name="TextBox 45">
            <a:extLst>
              <a:ext uri="{FF2B5EF4-FFF2-40B4-BE49-F238E27FC236}">
                <a16:creationId xmlns:a16="http://schemas.microsoft.com/office/drawing/2014/main" id="{B057F83D-1835-ACBE-2D5E-AAC0F15D0324}"/>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47" name="TextBox 46">
            <a:extLst>
              <a:ext uri="{FF2B5EF4-FFF2-40B4-BE49-F238E27FC236}">
                <a16:creationId xmlns:a16="http://schemas.microsoft.com/office/drawing/2014/main" id="{785AE538-2609-09D4-98DB-1BAD837D08EA}"/>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48" name="TextBox 47">
            <a:extLst>
              <a:ext uri="{FF2B5EF4-FFF2-40B4-BE49-F238E27FC236}">
                <a16:creationId xmlns:a16="http://schemas.microsoft.com/office/drawing/2014/main" id="{72E46CC4-F931-28FB-2628-6BEAF5FB14B7}"/>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51" name="TextBox 50">
            <a:extLst>
              <a:ext uri="{FF2B5EF4-FFF2-40B4-BE49-F238E27FC236}">
                <a16:creationId xmlns:a16="http://schemas.microsoft.com/office/drawing/2014/main" id="{4BC71DE5-819B-C005-63EE-60F2C8976600}"/>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52" name="TextBox 51">
            <a:extLst>
              <a:ext uri="{FF2B5EF4-FFF2-40B4-BE49-F238E27FC236}">
                <a16:creationId xmlns:a16="http://schemas.microsoft.com/office/drawing/2014/main" id="{6769B0D6-C235-3FFB-68F0-6C71DA3D27CC}"/>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cxnSp>
        <p:nvCxnSpPr>
          <p:cNvPr id="53" name="Straight Connector 52">
            <a:extLst>
              <a:ext uri="{FF2B5EF4-FFF2-40B4-BE49-F238E27FC236}">
                <a16:creationId xmlns:a16="http://schemas.microsoft.com/office/drawing/2014/main" id="{A0839622-0C49-0673-D387-176594B9294D}"/>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A703FB1-8CFD-22C4-3581-510F481C59F7}"/>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9AA6C92-B973-A246-543A-DA7024338990}"/>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C97EF50-98A4-7394-1AC3-7948542D2EBB}"/>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71CDBF7-B0E8-41F0-507D-D72662E19767}"/>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CE30668-CFEF-9BBA-BC0A-FED30EDA9F0E}"/>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6A8C712-24B5-D582-C6C6-66364E9C5B32}"/>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CFE365B-681D-FE30-2F1F-2D64E860BE65}"/>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2C09DC0-2C01-2506-33E7-D6EB4BA639AA}"/>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3A60E9F-F527-1461-EC01-88A6BE8FE8ED}"/>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A46AAA8-9E2C-3124-9D83-CD6EA8DDDE71}"/>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845619A-43F0-3C64-9695-D41987557628}"/>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4698782"/>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42277A82-6FEA-C4D0-9E28-E117F876AC8F}"/>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3" name="TextBox 2">
            <a:extLst>
              <a:ext uri="{FF2B5EF4-FFF2-40B4-BE49-F238E27FC236}">
                <a16:creationId xmlns:a16="http://schemas.microsoft.com/office/drawing/2014/main" id="{D99FD728-6CFC-EE92-32C5-2D9201701C8C}"/>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29" name="TextBox 28">
            <a:extLst>
              <a:ext uri="{FF2B5EF4-FFF2-40B4-BE49-F238E27FC236}">
                <a16:creationId xmlns:a16="http://schemas.microsoft.com/office/drawing/2014/main" id="{FE6FFCF3-633F-F32F-0BF7-C3C64915C318}"/>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34" name="TextBox 33">
            <a:extLst>
              <a:ext uri="{FF2B5EF4-FFF2-40B4-BE49-F238E27FC236}">
                <a16:creationId xmlns:a16="http://schemas.microsoft.com/office/drawing/2014/main" id="{766B6CE9-2C91-181B-38A8-1C94653313F0}"/>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43" name="TextBox 42">
            <a:extLst>
              <a:ext uri="{FF2B5EF4-FFF2-40B4-BE49-F238E27FC236}">
                <a16:creationId xmlns:a16="http://schemas.microsoft.com/office/drawing/2014/main" id="{8E7DAB6E-62FB-0C9A-E741-A25349B1BEB7}"/>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44" name="TextBox 43">
            <a:extLst>
              <a:ext uri="{FF2B5EF4-FFF2-40B4-BE49-F238E27FC236}">
                <a16:creationId xmlns:a16="http://schemas.microsoft.com/office/drawing/2014/main" id="{22AE26C2-E654-E876-95A7-663B3B09DA26}"/>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45" name="TextBox 44">
            <a:extLst>
              <a:ext uri="{FF2B5EF4-FFF2-40B4-BE49-F238E27FC236}">
                <a16:creationId xmlns:a16="http://schemas.microsoft.com/office/drawing/2014/main" id="{2EEC6608-B71C-2E42-E89F-164F6C023AC3}"/>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46" name="TextBox 45">
            <a:extLst>
              <a:ext uri="{FF2B5EF4-FFF2-40B4-BE49-F238E27FC236}">
                <a16:creationId xmlns:a16="http://schemas.microsoft.com/office/drawing/2014/main" id="{7A5D5811-4EFB-D4C8-CE6E-157CD675DACF}"/>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47" name="TextBox 46">
            <a:extLst>
              <a:ext uri="{FF2B5EF4-FFF2-40B4-BE49-F238E27FC236}">
                <a16:creationId xmlns:a16="http://schemas.microsoft.com/office/drawing/2014/main" id="{EC19532D-5FE2-50E3-31D0-8A57E75DEF39}"/>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48" name="TextBox 47">
            <a:extLst>
              <a:ext uri="{FF2B5EF4-FFF2-40B4-BE49-F238E27FC236}">
                <a16:creationId xmlns:a16="http://schemas.microsoft.com/office/drawing/2014/main" id="{9A5101B0-44D5-D6DD-F397-8F26B636C93D}"/>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51" name="TextBox 50">
            <a:extLst>
              <a:ext uri="{FF2B5EF4-FFF2-40B4-BE49-F238E27FC236}">
                <a16:creationId xmlns:a16="http://schemas.microsoft.com/office/drawing/2014/main" id="{F2555AB8-660D-AE17-8A2B-13A2FD81029B}"/>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52" name="TextBox 51">
            <a:extLst>
              <a:ext uri="{FF2B5EF4-FFF2-40B4-BE49-F238E27FC236}">
                <a16:creationId xmlns:a16="http://schemas.microsoft.com/office/drawing/2014/main" id="{C42AF09C-3D4B-E1FD-67F4-9B3D8E347B5F}"/>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cxnSp>
        <p:nvCxnSpPr>
          <p:cNvPr id="53" name="Straight Connector 52">
            <a:extLst>
              <a:ext uri="{FF2B5EF4-FFF2-40B4-BE49-F238E27FC236}">
                <a16:creationId xmlns:a16="http://schemas.microsoft.com/office/drawing/2014/main" id="{B6518AC3-FDF8-7193-71F4-4CEA2D1FF8E2}"/>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1D1E547-A1FD-0CE9-946A-DA586A41FF23}"/>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0AF7CAD-00EF-C6D2-2C76-D401FECAE2B3}"/>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6DFEA73-5C98-E619-D86F-DB87FD9681A5}"/>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7D2B67F-A598-E9EC-357A-305B647D1A4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FD18EAC-59B1-4201-E61F-EBD6E293ED68}"/>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5653100-8859-6236-D5E2-2790E2DFED08}"/>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0213B19-9E32-AAEC-62F0-698C8CCC8732}"/>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0AEF15B-8B21-9388-6B3F-24C67DAFED3B}"/>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F9E7A05-57AC-B24F-F842-ADF7B020BCAF}"/>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D9FB6FD-7F69-6C1E-3256-9B35EE805B2A}"/>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5D14B98-A28C-3966-4B22-65EFE888C04C}"/>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821494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A3A020A6-9A60-94E8-6B70-3C502ECAD284}"/>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3" name="TextBox 2">
            <a:extLst>
              <a:ext uri="{FF2B5EF4-FFF2-40B4-BE49-F238E27FC236}">
                <a16:creationId xmlns:a16="http://schemas.microsoft.com/office/drawing/2014/main" id="{3733710C-677D-D1C1-B77D-657B4AF266C9}"/>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29" name="TextBox 28">
            <a:extLst>
              <a:ext uri="{FF2B5EF4-FFF2-40B4-BE49-F238E27FC236}">
                <a16:creationId xmlns:a16="http://schemas.microsoft.com/office/drawing/2014/main" id="{E69F4CA9-D0F4-5886-9D88-DF8DCBFC4CD0}"/>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34" name="TextBox 33">
            <a:extLst>
              <a:ext uri="{FF2B5EF4-FFF2-40B4-BE49-F238E27FC236}">
                <a16:creationId xmlns:a16="http://schemas.microsoft.com/office/drawing/2014/main" id="{D5CC0856-4400-3A44-F7D8-9E23ED5B660E}"/>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43" name="TextBox 42">
            <a:extLst>
              <a:ext uri="{FF2B5EF4-FFF2-40B4-BE49-F238E27FC236}">
                <a16:creationId xmlns:a16="http://schemas.microsoft.com/office/drawing/2014/main" id="{BF703BD7-0931-54E3-335D-29A8CB10AD89}"/>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44" name="TextBox 43">
            <a:extLst>
              <a:ext uri="{FF2B5EF4-FFF2-40B4-BE49-F238E27FC236}">
                <a16:creationId xmlns:a16="http://schemas.microsoft.com/office/drawing/2014/main" id="{C92BD23E-F50A-5B5C-BD4C-66E574BD5ACC}"/>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45" name="TextBox 44">
            <a:extLst>
              <a:ext uri="{FF2B5EF4-FFF2-40B4-BE49-F238E27FC236}">
                <a16:creationId xmlns:a16="http://schemas.microsoft.com/office/drawing/2014/main" id="{7F8313C6-D1ED-0623-C13D-04764C405EAC}"/>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46" name="TextBox 45">
            <a:extLst>
              <a:ext uri="{FF2B5EF4-FFF2-40B4-BE49-F238E27FC236}">
                <a16:creationId xmlns:a16="http://schemas.microsoft.com/office/drawing/2014/main" id="{4880B96F-148F-E451-F0D5-2828ACDE3559}"/>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47" name="TextBox 46">
            <a:extLst>
              <a:ext uri="{FF2B5EF4-FFF2-40B4-BE49-F238E27FC236}">
                <a16:creationId xmlns:a16="http://schemas.microsoft.com/office/drawing/2014/main" id="{9321ED2F-0280-5E22-D33D-F6D95B66D796}"/>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48" name="TextBox 47">
            <a:extLst>
              <a:ext uri="{FF2B5EF4-FFF2-40B4-BE49-F238E27FC236}">
                <a16:creationId xmlns:a16="http://schemas.microsoft.com/office/drawing/2014/main" id="{A45573A2-63AB-2289-2308-C12FB78CC434}"/>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51" name="TextBox 50">
            <a:extLst>
              <a:ext uri="{FF2B5EF4-FFF2-40B4-BE49-F238E27FC236}">
                <a16:creationId xmlns:a16="http://schemas.microsoft.com/office/drawing/2014/main" id="{991CC61F-FDA6-AADF-A920-17605163EC82}"/>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52" name="TextBox 51">
            <a:extLst>
              <a:ext uri="{FF2B5EF4-FFF2-40B4-BE49-F238E27FC236}">
                <a16:creationId xmlns:a16="http://schemas.microsoft.com/office/drawing/2014/main" id="{11FE0D84-9F9D-0282-46B1-4A2033E1F7A1}"/>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cxnSp>
        <p:nvCxnSpPr>
          <p:cNvPr id="53" name="Straight Connector 52">
            <a:extLst>
              <a:ext uri="{FF2B5EF4-FFF2-40B4-BE49-F238E27FC236}">
                <a16:creationId xmlns:a16="http://schemas.microsoft.com/office/drawing/2014/main" id="{FA30DF63-9B0D-2594-E696-0F5C23B981FE}"/>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A45DE55-CB97-0CDE-175E-A1583439764C}"/>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7FB3EB0-CC7C-E6CE-1810-82B69695C918}"/>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2410162-624B-1877-1CC8-79829002D0A7}"/>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EA485B8-B735-FF81-2039-4646DA9EC228}"/>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203A4ED-EF6D-A767-5678-BAC0E9B5313E}"/>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370C370-17A3-8143-8D98-A0BD97122808}"/>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E35533C-A56E-15BC-13BA-D548AB87BB29}"/>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5F20445-6AD2-C26B-3D01-92A2C20EE412}"/>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1483D1A-AE55-396E-4DA1-73EBD3FB92B8}"/>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3057AA8-DDAD-0138-2F24-3A2FBF2472CD}"/>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9E2FDA8-DCE2-EACE-BEEC-8C93F9B60C55}"/>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3987163"/>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402477768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2" name="MS logo white - EMF" descr="Microsoft logo white text version">
            <a:extLst>
              <a:ext uri="{FF2B5EF4-FFF2-40B4-BE49-F238E27FC236}">
                <a16:creationId xmlns:a16="http://schemas.microsoft.com/office/drawing/2014/main" id="{AD47F79A-06C6-8146-2726-E337C57DFA6F}"/>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3" name="Straight Connector 2">
            <a:extLst>
              <a:ext uri="{FF2B5EF4-FFF2-40B4-BE49-F238E27FC236}">
                <a16:creationId xmlns:a16="http://schemas.microsoft.com/office/drawing/2014/main" id="{0A0A8ADA-90CC-2EF5-AE44-69BC64BA09FF}"/>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8450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0" y="-689429"/>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701206562"/>
      </p:ext>
    </p:extLst>
  </p:cSld>
  <p:clrMapOvr>
    <a:masterClrMapping/>
  </p:clrMapOvr>
  <p:transition>
    <p:fade/>
  </p:transition>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FABF-D25F-2CD0-F0BA-64896CCFC18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823ABFC-212A-9DF4-AFAC-47AC94EB07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ABA7E48-6158-CFA2-19C6-0E8C0063CAB1}"/>
              </a:ext>
            </a:extLst>
          </p:cNvPr>
          <p:cNvSpPr>
            <a:spLocks noGrp="1"/>
          </p:cNvSpPr>
          <p:nvPr>
            <p:ph type="dt" sz="half" idx="10"/>
          </p:nvPr>
        </p:nvSpPr>
        <p:spPr/>
        <p:txBody>
          <a:bodyPr/>
          <a:lstStyle/>
          <a:p>
            <a:fld id="{C19E1C8A-4B80-440E-954D-1BBED5A9AAF1}" type="datetimeFigureOut">
              <a:rPr lang="en-GB" smtClean="0"/>
              <a:t>18/06/2026</a:t>
            </a:fld>
            <a:endParaRPr lang="en-GB"/>
          </a:p>
        </p:txBody>
      </p:sp>
      <p:sp>
        <p:nvSpPr>
          <p:cNvPr id="5" name="Footer Placeholder 4">
            <a:extLst>
              <a:ext uri="{FF2B5EF4-FFF2-40B4-BE49-F238E27FC236}">
                <a16:creationId xmlns:a16="http://schemas.microsoft.com/office/drawing/2014/main" id="{F8BB93D5-C458-9CC6-72DF-20F68DFE69A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E64298-FB12-B847-B21C-A78D58C79D5A}"/>
              </a:ext>
            </a:extLst>
          </p:cNvPr>
          <p:cNvSpPr>
            <a:spLocks noGrp="1"/>
          </p:cNvSpPr>
          <p:nvPr>
            <p:ph type="sldNum" sz="quarter" idx="12"/>
          </p:nvPr>
        </p:nvSpPr>
        <p:spPr/>
        <p:txBody>
          <a:bodyPr/>
          <a:lstStyle/>
          <a:p>
            <a:fld id="{2A4877AF-57D8-4250-BD76-21C376E7EA1A}" type="slidenum">
              <a:rPr lang="en-GB" smtClean="0"/>
              <a:t>‹#›</a:t>
            </a:fld>
            <a:endParaRPr lang="en-GB"/>
          </a:p>
        </p:txBody>
      </p:sp>
    </p:spTree>
    <p:extLst>
      <p:ext uri="{BB962C8B-B14F-4D97-AF65-F5344CB8AC3E}">
        <p14:creationId xmlns:p14="http://schemas.microsoft.com/office/powerpoint/2010/main" val="19395717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3" name="MS logo white - EMF" descr="Microsoft logo white text version">
            <a:extLst>
              <a:ext uri="{FF2B5EF4-FFF2-40B4-BE49-F238E27FC236}">
                <a16:creationId xmlns:a16="http://schemas.microsoft.com/office/drawing/2014/main" id="{756F3268-D9C2-26AA-E372-6D3615ACF2F1}"/>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6" name="Straight Connector 5">
            <a:extLst>
              <a:ext uri="{FF2B5EF4-FFF2-40B4-BE49-F238E27FC236}">
                <a16:creationId xmlns:a16="http://schemas.microsoft.com/office/drawing/2014/main" id="{2B9F499C-C8C9-89B3-E576-C790AC68B913}"/>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87963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1963357217"/>
      </p:ext>
    </p:extLst>
  </p:cSld>
  <p:clrMapOvr>
    <a:masterClrMapping/>
  </p:clrMapOvr>
  <p:transition>
    <p:fade/>
  </p:transition>
  <p:hf hd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519038517"/>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Rectangle 2">
            <a:extLst>
              <a:ext uri="{FF2B5EF4-FFF2-40B4-BE49-F238E27FC236}">
                <a16:creationId xmlns:a16="http://schemas.microsoft.com/office/drawing/2014/main" id="{B6DB6C57-3951-6006-519D-4615F6898754}"/>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Rectangle 7">
            <a:extLst>
              <a:ext uri="{FF2B5EF4-FFF2-40B4-BE49-F238E27FC236}">
                <a16:creationId xmlns:a16="http://schemas.microsoft.com/office/drawing/2014/main" id="{891B525B-89EA-B373-ECC8-6581C820A14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383802497"/>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Rectangle 4">
            <a:extLst>
              <a:ext uri="{FF2B5EF4-FFF2-40B4-BE49-F238E27FC236}">
                <a16:creationId xmlns:a16="http://schemas.microsoft.com/office/drawing/2014/main" id="{505C1F9C-EA6B-0516-A59C-EEAD91DB727F}"/>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136137223"/>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82685789"/>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BB45644B-7519-025A-EA25-1E735AD16218}"/>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DBD08C04-D9E4-3431-3EE6-88E1E7DC1432}"/>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838807973"/>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D3AF0C5-128A-D8D2-10FE-D34EF3815AE9}"/>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694A7857-C08F-E8FE-F2F9-253ACC13995A}"/>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563447190"/>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7AA14FFF-7DEA-4B50-5F1C-156F46296DD9}"/>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54D39290-8489-ACD7-6388-6779B6CE0A22}"/>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834917608"/>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Rectangle 2">
            <a:extLst>
              <a:ext uri="{FF2B5EF4-FFF2-40B4-BE49-F238E27FC236}">
                <a16:creationId xmlns:a16="http://schemas.microsoft.com/office/drawing/2014/main" id="{40C312EF-C4DB-3DDF-D2EA-D34BFAA122C7}"/>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02399519-6CF5-542D-EC43-39FB96B0E3E7}"/>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687186590"/>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r>
              <a:rPr lang="en-US"/>
              <a:t>Click icon to add media</a:t>
            </a:r>
          </a:p>
        </p:txBody>
      </p:sp>
    </p:spTree>
    <p:extLst>
      <p:ext uri="{BB962C8B-B14F-4D97-AF65-F5344CB8AC3E}">
        <p14:creationId xmlns:p14="http://schemas.microsoft.com/office/powerpoint/2010/main" val="2225274513"/>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497136910"/>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Title 1">
            <a:extLst>
              <a:ext uri="{FF2B5EF4-FFF2-40B4-BE49-F238E27FC236}">
                <a16:creationId xmlns:a16="http://schemas.microsoft.com/office/drawing/2014/main" id="{1D9C04A6-E993-5211-2533-601A281EE02E}"/>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4" name="Title 1">
            <a:extLst>
              <a:ext uri="{FF2B5EF4-FFF2-40B4-BE49-F238E27FC236}">
                <a16:creationId xmlns:a16="http://schemas.microsoft.com/office/drawing/2014/main" id="{336CD3A4-FED2-D403-B65F-B2D92E676324}"/>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 name="Title 1">
            <a:extLst>
              <a:ext uri="{FF2B5EF4-FFF2-40B4-BE49-F238E27FC236}">
                <a16:creationId xmlns:a16="http://schemas.microsoft.com/office/drawing/2014/main" id="{12B32456-DB82-55AB-700F-6A2C84C4A5EE}"/>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6" name="Title 1">
            <a:extLst>
              <a:ext uri="{FF2B5EF4-FFF2-40B4-BE49-F238E27FC236}">
                <a16:creationId xmlns:a16="http://schemas.microsoft.com/office/drawing/2014/main" id="{CF5FC2D3-1A8D-3942-5723-A6D7439E1B32}"/>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Tree>
    <p:extLst>
      <p:ext uri="{BB962C8B-B14F-4D97-AF65-F5344CB8AC3E}">
        <p14:creationId xmlns:p14="http://schemas.microsoft.com/office/powerpoint/2010/main" val="2406032928"/>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093459470"/>
      </p:ext>
    </p:extLst>
  </p:cSld>
  <p:clrMapOvr>
    <a:masterClrMapping/>
  </p:clrMapOvr>
  <p:transition>
    <p:fade/>
  </p:transition>
  <p:hf hdr="0" dt="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edit Master title style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 name="Straight Connector 1">
            <a:extLst>
              <a:ext uri="{FF2B5EF4-FFF2-40B4-BE49-F238E27FC236}">
                <a16:creationId xmlns:a16="http://schemas.microsoft.com/office/drawing/2014/main" id="{6BA0E33D-37F8-4AE3-99A1-FD4770D69CED}"/>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0305821"/>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3B352466-73AE-2F17-6811-285EC097EE5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cxnSp>
        <p:nvCxnSpPr>
          <p:cNvPr id="4" name="Straight Connector 3">
            <a:extLst>
              <a:ext uri="{FF2B5EF4-FFF2-40B4-BE49-F238E27FC236}">
                <a16:creationId xmlns:a16="http://schemas.microsoft.com/office/drawing/2014/main" id="{4303211B-F044-6B41-91DD-973CBAB66128}"/>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D21EA47-7383-A5AE-F7E2-144D92B236D1}"/>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115051769"/>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9FB0A9EA-399B-A60A-EF32-091C33971B8F}"/>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cxnSp>
        <p:nvCxnSpPr>
          <p:cNvPr id="4" name="Straight Connector 3">
            <a:extLst>
              <a:ext uri="{FF2B5EF4-FFF2-40B4-BE49-F238E27FC236}">
                <a16:creationId xmlns:a16="http://schemas.microsoft.com/office/drawing/2014/main" id="{FC4F2E8A-9667-9DDE-288A-4AC733332DD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50021B30-2A90-F856-B1BD-6A692DE44C5E}"/>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456403923"/>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63E0E838-ED95-446E-6CCB-9AE765F47A3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cxnSp>
        <p:nvCxnSpPr>
          <p:cNvPr id="4" name="Straight Connector 3">
            <a:extLst>
              <a:ext uri="{FF2B5EF4-FFF2-40B4-BE49-F238E27FC236}">
                <a16:creationId xmlns:a16="http://schemas.microsoft.com/office/drawing/2014/main" id="{6AFDC62D-4B4D-701E-E3BD-854924BE099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781C1D1-D00A-C074-F63A-2F5829F45870}"/>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910389172"/>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2E23A4AA-F28B-26BD-57B0-D8FE06D7F7C9}"/>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cxnSp>
        <p:nvCxnSpPr>
          <p:cNvPr id="4" name="Straight Connector 3">
            <a:extLst>
              <a:ext uri="{FF2B5EF4-FFF2-40B4-BE49-F238E27FC236}">
                <a16:creationId xmlns:a16="http://schemas.microsoft.com/office/drawing/2014/main" id="{7AA8CF0A-431A-4CDA-954F-5FD34FCA30D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6BF29891-85E9-044C-249E-1DC506F25E0D}"/>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4152308"/>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23F6F8EF-12A1-147F-C671-621F5F962D15}"/>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cxnSp>
        <p:nvCxnSpPr>
          <p:cNvPr id="4" name="Straight Connector 3">
            <a:extLst>
              <a:ext uri="{FF2B5EF4-FFF2-40B4-BE49-F238E27FC236}">
                <a16:creationId xmlns:a16="http://schemas.microsoft.com/office/drawing/2014/main" id="{41D2742D-678D-A24A-F321-B95FF34DE0A8}"/>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069EAD12-DD32-29FF-3973-2E7CEB5BC091}"/>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27832731"/>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DF686E0C-AF28-1E28-195D-FC9EB761737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cxnSp>
        <p:nvCxnSpPr>
          <p:cNvPr id="4" name="Straight Connector 3">
            <a:extLst>
              <a:ext uri="{FF2B5EF4-FFF2-40B4-BE49-F238E27FC236}">
                <a16:creationId xmlns:a16="http://schemas.microsoft.com/office/drawing/2014/main" id="{78CED571-7426-C0C1-4C2E-A6F51C76897A}"/>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362312A6-BFFD-00AE-2397-A723AE1FFE18}"/>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364712685"/>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51300289"/>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263180347"/>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666097444"/>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235287613"/>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87A5FA9C-CA11-551D-8C9C-DD42DEAD3B86}"/>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3" name="TextBox 2">
            <a:extLst>
              <a:ext uri="{FF2B5EF4-FFF2-40B4-BE49-F238E27FC236}">
                <a16:creationId xmlns:a16="http://schemas.microsoft.com/office/drawing/2014/main" id="{C0E1BA35-48A2-0F7C-054E-5452105B0EB9}"/>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29" name="TextBox 28">
            <a:extLst>
              <a:ext uri="{FF2B5EF4-FFF2-40B4-BE49-F238E27FC236}">
                <a16:creationId xmlns:a16="http://schemas.microsoft.com/office/drawing/2014/main" id="{2AB55633-061B-6ED4-E4C8-92DF8B75F0C5}"/>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34" name="TextBox 33">
            <a:extLst>
              <a:ext uri="{FF2B5EF4-FFF2-40B4-BE49-F238E27FC236}">
                <a16:creationId xmlns:a16="http://schemas.microsoft.com/office/drawing/2014/main" id="{B8F4E9EB-CF14-1FDF-2D81-E931ED260593}"/>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43" name="TextBox 42">
            <a:extLst>
              <a:ext uri="{FF2B5EF4-FFF2-40B4-BE49-F238E27FC236}">
                <a16:creationId xmlns:a16="http://schemas.microsoft.com/office/drawing/2014/main" id="{081F9009-6FAF-3DAB-98EF-B57786592C4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44" name="TextBox 43">
            <a:extLst>
              <a:ext uri="{FF2B5EF4-FFF2-40B4-BE49-F238E27FC236}">
                <a16:creationId xmlns:a16="http://schemas.microsoft.com/office/drawing/2014/main" id="{B2FBEE97-E16D-914E-6F43-9E74D0DDBC1D}"/>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45" name="TextBox 44">
            <a:extLst>
              <a:ext uri="{FF2B5EF4-FFF2-40B4-BE49-F238E27FC236}">
                <a16:creationId xmlns:a16="http://schemas.microsoft.com/office/drawing/2014/main" id="{3747CC41-4584-0D75-5370-46328CEF879E}"/>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46" name="TextBox 45">
            <a:extLst>
              <a:ext uri="{FF2B5EF4-FFF2-40B4-BE49-F238E27FC236}">
                <a16:creationId xmlns:a16="http://schemas.microsoft.com/office/drawing/2014/main" id="{01220BB4-34E9-83D8-9F57-72691342526E}"/>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47" name="TextBox 46">
            <a:extLst>
              <a:ext uri="{FF2B5EF4-FFF2-40B4-BE49-F238E27FC236}">
                <a16:creationId xmlns:a16="http://schemas.microsoft.com/office/drawing/2014/main" id="{2BBDB343-5265-A98E-6C91-799B40B1095E}"/>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48" name="TextBox 47">
            <a:extLst>
              <a:ext uri="{FF2B5EF4-FFF2-40B4-BE49-F238E27FC236}">
                <a16:creationId xmlns:a16="http://schemas.microsoft.com/office/drawing/2014/main" id="{670518D9-F896-A739-4FD1-DACC805C1E9A}"/>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51" name="TextBox 50">
            <a:extLst>
              <a:ext uri="{FF2B5EF4-FFF2-40B4-BE49-F238E27FC236}">
                <a16:creationId xmlns:a16="http://schemas.microsoft.com/office/drawing/2014/main" id="{9DF72811-596D-0595-BFA2-D34E7BA21F13}"/>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52" name="TextBox 51">
            <a:extLst>
              <a:ext uri="{FF2B5EF4-FFF2-40B4-BE49-F238E27FC236}">
                <a16:creationId xmlns:a16="http://schemas.microsoft.com/office/drawing/2014/main" id="{F334222D-93E3-7D4A-74F3-05E336AF3245}"/>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cxnSp>
        <p:nvCxnSpPr>
          <p:cNvPr id="53" name="Straight Connector 52">
            <a:extLst>
              <a:ext uri="{FF2B5EF4-FFF2-40B4-BE49-F238E27FC236}">
                <a16:creationId xmlns:a16="http://schemas.microsoft.com/office/drawing/2014/main" id="{A85486A9-A12E-4801-010F-689CFBED9FA2}"/>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7F102C0-99F7-2579-DF13-7A4299A93F6E}"/>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62B166E-CCC5-6C4F-6E0C-4786141DA215}"/>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8E27825-5F41-6D72-151A-E11AF0855FB8}"/>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999A4B8-B5CE-8165-9230-5F3DE29E78B4}"/>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5FDAD5B-2E16-F667-1C37-59847BE0B945}"/>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E651BFE-3DF6-5B9D-A894-11822AE75809}"/>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BCAAA12-0E59-6462-3F70-AF5A2AF954B9}"/>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DD414F4-69A1-D15D-0CC6-FDCB808E6095}"/>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4C055B6-5EE1-E356-AA4A-ADD025B8FF65}"/>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010138-D5AA-8E7C-0815-0FDB5CC45160}"/>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F3BCE7-7FC5-B6F7-DFE4-AD7A6E5FBC8C}"/>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239088"/>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B87BC26A-7C34-479F-4114-F89986902D12}"/>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3" name="TextBox 2">
            <a:extLst>
              <a:ext uri="{FF2B5EF4-FFF2-40B4-BE49-F238E27FC236}">
                <a16:creationId xmlns:a16="http://schemas.microsoft.com/office/drawing/2014/main" id="{BA01427F-2F61-5826-91B0-44BABCAE5955}"/>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29" name="TextBox 28">
            <a:extLst>
              <a:ext uri="{FF2B5EF4-FFF2-40B4-BE49-F238E27FC236}">
                <a16:creationId xmlns:a16="http://schemas.microsoft.com/office/drawing/2014/main" id="{5604DF28-D28C-65C0-0D6B-6BD9504F140F}"/>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34" name="TextBox 33">
            <a:extLst>
              <a:ext uri="{FF2B5EF4-FFF2-40B4-BE49-F238E27FC236}">
                <a16:creationId xmlns:a16="http://schemas.microsoft.com/office/drawing/2014/main" id="{4AD149BF-D2BB-2FE9-6DBF-10274DBE9A83}"/>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43" name="TextBox 42">
            <a:extLst>
              <a:ext uri="{FF2B5EF4-FFF2-40B4-BE49-F238E27FC236}">
                <a16:creationId xmlns:a16="http://schemas.microsoft.com/office/drawing/2014/main" id="{1E67488E-FF77-7347-1144-18A60A70E0C9}"/>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44" name="TextBox 43">
            <a:extLst>
              <a:ext uri="{FF2B5EF4-FFF2-40B4-BE49-F238E27FC236}">
                <a16:creationId xmlns:a16="http://schemas.microsoft.com/office/drawing/2014/main" id="{E15DD351-C693-656E-9C55-38963131B77B}"/>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45" name="TextBox 44">
            <a:extLst>
              <a:ext uri="{FF2B5EF4-FFF2-40B4-BE49-F238E27FC236}">
                <a16:creationId xmlns:a16="http://schemas.microsoft.com/office/drawing/2014/main" id="{6AE9FCD4-68EF-2B5C-9993-662174E9B3AF}"/>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46" name="TextBox 45">
            <a:extLst>
              <a:ext uri="{FF2B5EF4-FFF2-40B4-BE49-F238E27FC236}">
                <a16:creationId xmlns:a16="http://schemas.microsoft.com/office/drawing/2014/main" id="{AEDD0D06-0822-D6CF-F7F2-ECA1DD42F5C5}"/>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47" name="TextBox 46">
            <a:extLst>
              <a:ext uri="{FF2B5EF4-FFF2-40B4-BE49-F238E27FC236}">
                <a16:creationId xmlns:a16="http://schemas.microsoft.com/office/drawing/2014/main" id="{50B3CA65-D609-AB6A-CE08-FCAE009CFCE8}"/>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48" name="TextBox 47">
            <a:extLst>
              <a:ext uri="{FF2B5EF4-FFF2-40B4-BE49-F238E27FC236}">
                <a16:creationId xmlns:a16="http://schemas.microsoft.com/office/drawing/2014/main" id="{EB7E8541-E2FD-C3EE-A627-86DB1BF9869B}"/>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51" name="TextBox 50">
            <a:extLst>
              <a:ext uri="{FF2B5EF4-FFF2-40B4-BE49-F238E27FC236}">
                <a16:creationId xmlns:a16="http://schemas.microsoft.com/office/drawing/2014/main" id="{97FBB600-B90E-6173-DA8D-0C4B5493FC54}"/>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52" name="TextBox 51">
            <a:extLst>
              <a:ext uri="{FF2B5EF4-FFF2-40B4-BE49-F238E27FC236}">
                <a16:creationId xmlns:a16="http://schemas.microsoft.com/office/drawing/2014/main" id="{764C5A39-08BF-32ED-B393-B3E32D187B7D}"/>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cxnSp>
        <p:nvCxnSpPr>
          <p:cNvPr id="53" name="Straight Connector 52">
            <a:extLst>
              <a:ext uri="{FF2B5EF4-FFF2-40B4-BE49-F238E27FC236}">
                <a16:creationId xmlns:a16="http://schemas.microsoft.com/office/drawing/2014/main" id="{B12653D6-9611-CF69-EC1F-2CEF44520628}"/>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1E32C65-63F6-AC0C-F5B4-2CD6C3FD75F1}"/>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333DEDF-AD3C-645B-6D8A-C9FE79A2CDB9}"/>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69D5B02-8BF0-9F54-1DD2-843947A045E0}"/>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624141D-1EC2-F6A2-4F49-507B9FCB3648}"/>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8BEA3A-4F0C-8D90-FDAB-EC1C1B5CC584}"/>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78EA5E3-7BAD-462B-AB87-36C08BA1E31C}"/>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11E5A75-82F4-A2A3-D83A-48C0D1716CBF}"/>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0436ABB-81F1-8EC2-6BC6-BFB945FD337C}"/>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CFF5157-84C5-A522-CD55-4FD17E2875BA}"/>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0F39BD8-2655-4968-D193-B00BEA995011}"/>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252866B-3666-8656-D203-E6AA0E0D93E7}"/>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5105275"/>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0A3F8966-57C4-8D69-C2EE-33B49713DBB9}"/>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3" name="TextBox 2">
            <a:extLst>
              <a:ext uri="{FF2B5EF4-FFF2-40B4-BE49-F238E27FC236}">
                <a16:creationId xmlns:a16="http://schemas.microsoft.com/office/drawing/2014/main" id="{AEAD8DFB-08AB-1CA1-08FC-39EC59F5EBFE}"/>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29" name="TextBox 28">
            <a:extLst>
              <a:ext uri="{FF2B5EF4-FFF2-40B4-BE49-F238E27FC236}">
                <a16:creationId xmlns:a16="http://schemas.microsoft.com/office/drawing/2014/main" id="{671E9712-E3C1-A63F-8C08-29D6ED708785}"/>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34" name="TextBox 33">
            <a:extLst>
              <a:ext uri="{FF2B5EF4-FFF2-40B4-BE49-F238E27FC236}">
                <a16:creationId xmlns:a16="http://schemas.microsoft.com/office/drawing/2014/main" id="{6F6F8AB6-38BF-D978-847B-D749F8DB2D79}"/>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43" name="TextBox 42">
            <a:extLst>
              <a:ext uri="{FF2B5EF4-FFF2-40B4-BE49-F238E27FC236}">
                <a16:creationId xmlns:a16="http://schemas.microsoft.com/office/drawing/2014/main" id="{7B3FCA31-9DBC-535A-F646-502AD3C4D1D9}"/>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44" name="TextBox 43">
            <a:extLst>
              <a:ext uri="{FF2B5EF4-FFF2-40B4-BE49-F238E27FC236}">
                <a16:creationId xmlns:a16="http://schemas.microsoft.com/office/drawing/2014/main" id="{30AEFC43-70D4-4B2E-D1FE-2EAA1FFDC2B0}"/>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45" name="TextBox 44">
            <a:extLst>
              <a:ext uri="{FF2B5EF4-FFF2-40B4-BE49-F238E27FC236}">
                <a16:creationId xmlns:a16="http://schemas.microsoft.com/office/drawing/2014/main" id="{657D4A5C-0906-5390-F0F2-FBDAEF89021E}"/>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46" name="TextBox 45">
            <a:extLst>
              <a:ext uri="{FF2B5EF4-FFF2-40B4-BE49-F238E27FC236}">
                <a16:creationId xmlns:a16="http://schemas.microsoft.com/office/drawing/2014/main" id="{E025B546-6089-6239-8F8C-2460DC28233A}"/>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47" name="TextBox 46">
            <a:extLst>
              <a:ext uri="{FF2B5EF4-FFF2-40B4-BE49-F238E27FC236}">
                <a16:creationId xmlns:a16="http://schemas.microsoft.com/office/drawing/2014/main" id="{EA0FEA50-3041-99F7-8E63-BEF554768F0F}"/>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48" name="TextBox 47">
            <a:extLst>
              <a:ext uri="{FF2B5EF4-FFF2-40B4-BE49-F238E27FC236}">
                <a16:creationId xmlns:a16="http://schemas.microsoft.com/office/drawing/2014/main" id="{D4B7E630-810D-96ED-55A6-FE05046C1F8E}"/>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51" name="TextBox 50">
            <a:extLst>
              <a:ext uri="{FF2B5EF4-FFF2-40B4-BE49-F238E27FC236}">
                <a16:creationId xmlns:a16="http://schemas.microsoft.com/office/drawing/2014/main" id="{649E71A2-2E20-8403-B55C-AB232C8E2DB6}"/>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52" name="TextBox 51">
            <a:extLst>
              <a:ext uri="{FF2B5EF4-FFF2-40B4-BE49-F238E27FC236}">
                <a16:creationId xmlns:a16="http://schemas.microsoft.com/office/drawing/2014/main" id="{20A9CECE-ADB9-A3E2-3752-8BEEE480CCCB}"/>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cxnSp>
        <p:nvCxnSpPr>
          <p:cNvPr id="53" name="Straight Connector 52">
            <a:extLst>
              <a:ext uri="{FF2B5EF4-FFF2-40B4-BE49-F238E27FC236}">
                <a16:creationId xmlns:a16="http://schemas.microsoft.com/office/drawing/2014/main" id="{B5095EB6-A636-9B82-2D9B-92E94DCFB107}"/>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BD8B419-8700-09BC-6C95-2084A6309A87}"/>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A89DC29-66A1-1813-CAF6-46E5228296C4}"/>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AC8A285-4F95-F90F-4937-830BB68E94ED}"/>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B542510-3C26-9C80-F5F6-92EA7A954851}"/>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E779AC0-FBDA-CE35-A626-3927B3A1EDF0}"/>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771C710-41E0-6882-FDB3-69102CE05C69}"/>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A81D277-20A5-A253-4DCA-54209067BD36}"/>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D0185C3-29D3-2059-2E6D-0B07CE0B2014}"/>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2989C6A-A88E-2EA6-98F8-304FF070BB0A}"/>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DADFD3E-B19C-9A2C-EFF6-34CAA61FD4DB}"/>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0CCE77A-6046-630C-03DF-2CA4427EDCEA}"/>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370172"/>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4278225201"/>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2" name="MS logo white - EMF" descr="Microsoft logo white text version">
            <a:extLst>
              <a:ext uri="{FF2B5EF4-FFF2-40B4-BE49-F238E27FC236}">
                <a16:creationId xmlns:a16="http://schemas.microsoft.com/office/drawing/2014/main" id="{72028822-A305-2632-7308-349518C64BF7}"/>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3" name="Straight Connector 2">
            <a:extLst>
              <a:ext uri="{FF2B5EF4-FFF2-40B4-BE49-F238E27FC236}">
                <a16:creationId xmlns:a16="http://schemas.microsoft.com/office/drawing/2014/main" id="{1B0072A0-F3A5-3ACF-F6E3-98DC215F173A}"/>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43764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33" Type="http://schemas.openxmlformats.org/officeDocument/2006/relationships/theme" Target="../theme/theme2.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slideLayout" Target="../slideLayouts/slideLayout60.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32" Type="http://schemas.openxmlformats.org/officeDocument/2006/relationships/slideLayout" Target="../slideLayouts/slideLayout63.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slideLayout" Target="../slideLayouts/slideLayout59.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31" Type="http://schemas.openxmlformats.org/officeDocument/2006/relationships/slideLayout" Target="../slideLayouts/slideLayout62.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 Id="rId30" Type="http://schemas.openxmlformats.org/officeDocument/2006/relationships/slideLayout" Target="../slideLayouts/slideLayout61.xml"/><Relationship Id="rId8" Type="http://schemas.openxmlformats.org/officeDocument/2006/relationships/slideLayout" Target="../slideLayouts/slideLayout3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slideLayout" Target="../slideLayouts/slideLayout76.xml"/><Relationship Id="rId18" Type="http://schemas.openxmlformats.org/officeDocument/2006/relationships/slideLayout" Target="../slideLayouts/slideLayout81.xml"/><Relationship Id="rId26" Type="http://schemas.openxmlformats.org/officeDocument/2006/relationships/slideLayout" Target="../slideLayouts/slideLayout89.xml"/><Relationship Id="rId3" Type="http://schemas.openxmlformats.org/officeDocument/2006/relationships/slideLayout" Target="../slideLayouts/slideLayout66.xml"/><Relationship Id="rId21" Type="http://schemas.openxmlformats.org/officeDocument/2006/relationships/slideLayout" Target="../slideLayouts/slideLayout84.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17" Type="http://schemas.openxmlformats.org/officeDocument/2006/relationships/slideLayout" Target="../slideLayouts/slideLayout80.xml"/><Relationship Id="rId25" Type="http://schemas.openxmlformats.org/officeDocument/2006/relationships/slideLayout" Target="../slideLayouts/slideLayout88.xml"/><Relationship Id="rId2" Type="http://schemas.openxmlformats.org/officeDocument/2006/relationships/slideLayout" Target="../slideLayouts/slideLayout65.xml"/><Relationship Id="rId16" Type="http://schemas.openxmlformats.org/officeDocument/2006/relationships/slideLayout" Target="../slideLayouts/slideLayout79.xml"/><Relationship Id="rId20" Type="http://schemas.openxmlformats.org/officeDocument/2006/relationships/slideLayout" Target="../slideLayouts/slideLayout83.xml"/><Relationship Id="rId29" Type="http://schemas.openxmlformats.org/officeDocument/2006/relationships/slideLayout" Target="../slideLayouts/slideLayout92.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24" Type="http://schemas.openxmlformats.org/officeDocument/2006/relationships/slideLayout" Target="../slideLayouts/slideLayout87.xml"/><Relationship Id="rId5" Type="http://schemas.openxmlformats.org/officeDocument/2006/relationships/slideLayout" Target="../slideLayouts/slideLayout68.xml"/><Relationship Id="rId15" Type="http://schemas.openxmlformats.org/officeDocument/2006/relationships/slideLayout" Target="../slideLayouts/slideLayout78.xml"/><Relationship Id="rId23" Type="http://schemas.openxmlformats.org/officeDocument/2006/relationships/slideLayout" Target="../slideLayouts/slideLayout86.xml"/><Relationship Id="rId28" Type="http://schemas.openxmlformats.org/officeDocument/2006/relationships/slideLayout" Target="../slideLayouts/slideLayout91.xml"/><Relationship Id="rId10" Type="http://schemas.openxmlformats.org/officeDocument/2006/relationships/slideLayout" Target="../slideLayouts/slideLayout73.xml"/><Relationship Id="rId19" Type="http://schemas.openxmlformats.org/officeDocument/2006/relationships/slideLayout" Target="../slideLayouts/slideLayout82.xml"/><Relationship Id="rId31" Type="http://schemas.openxmlformats.org/officeDocument/2006/relationships/theme" Target="../theme/theme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slideLayout" Target="../slideLayouts/slideLayout77.xml"/><Relationship Id="rId22" Type="http://schemas.openxmlformats.org/officeDocument/2006/relationships/slideLayout" Target="../slideLayouts/slideLayout85.xml"/><Relationship Id="rId27" Type="http://schemas.openxmlformats.org/officeDocument/2006/relationships/slideLayout" Target="../slideLayouts/slideLayout90.xml"/><Relationship Id="rId30" Type="http://schemas.openxmlformats.org/officeDocument/2006/relationships/slideLayout" Target="../slideLayouts/slideLayout9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099" r:id="rId3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Title Placeholder 1">
            <a:extLst>
              <a:ext uri="{FF2B5EF4-FFF2-40B4-BE49-F238E27FC236}">
                <a16:creationId xmlns:a16="http://schemas.microsoft.com/office/drawing/2014/main" id="{DA58ED04-A41D-F6D6-EF43-9324CB14A94A}"/>
              </a:ext>
            </a:extLst>
          </p:cNvPr>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34" name="Text Placeholder 3">
            <a:extLst>
              <a:ext uri="{FF2B5EF4-FFF2-40B4-BE49-F238E27FC236}">
                <a16:creationId xmlns:a16="http://schemas.microsoft.com/office/drawing/2014/main" id="{B9F0F4AE-E8FD-934C-8C14-9D675AD712A9}"/>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6" name="GRID" hidden="1">
            <a:extLst>
              <a:ext uri="{FF2B5EF4-FFF2-40B4-BE49-F238E27FC236}">
                <a16:creationId xmlns:a16="http://schemas.microsoft.com/office/drawing/2014/main" id="{D5D73230-EDAD-D53F-59F8-FD0D14164C09}"/>
              </a:ext>
            </a:extLst>
          </p:cNvPr>
          <p:cNvGrpSpPr/>
          <p:nvPr userDrawn="1"/>
        </p:nvGrpSpPr>
        <p:grpSpPr>
          <a:xfrm>
            <a:off x="0" y="0"/>
            <a:ext cx="12192000" cy="6858000"/>
            <a:chOff x="0" y="0"/>
            <a:chExt cx="12192000" cy="6858000"/>
          </a:xfrm>
        </p:grpSpPr>
        <p:cxnSp>
          <p:nvCxnSpPr>
            <p:cNvPr id="37" name="Straight Connector 36">
              <a:extLst>
                <a:ext uri="{FF2B5EF4-FFF2-40B4-BE49-F238E27FC236}">
                  <a16:creationId xmlns:a16="http://schemas.microsoft.com/office/drawing/2014/main" id="{96B0BD6C-F32A-52BD-3FEB-3D9A6DC243F8}"/>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7ACE2E7-E61E-40FD-BB53-1851CB0652B8}"/>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9E18E8B-CE9D-8949-70F4-3028D1AD94C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CA01B6A-4AC0-6A5D-B5C8-71BE559BA865}"/>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CD63A13-4951-FE84-6E44-EF6FA6582032}"/>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3270D57-D41C-0DBB-594A-ECB1884B21B4}"/>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FE9844D-4E86-846C-BE01-4AD94A28C744}"/>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D841936-9B7E-8170-72DB-89EFAE19D3A8}"/>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908B5CC-8DF8-7489-A2EA-72656395B4CD}"/>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896F75B-DA59-7463-0E62-201407450C49}"/>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A34CF89-46BA-99A0-38D1-2B52748F9C7E}"/>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CFB786B-A62E-2AC8-8353-F38BDF9BB013}"/>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9CFFADD-4B16-36EE-B634-DA4F349BF50E}"/>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9C125E2-ECF6-B730-B2AA-28C8B8DA1B78}"/>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438841B-EA6F-21C8-569C-BB809B5A4006}"/>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DD06D3F-1B28-31B4-0387-B2B473497750}"/>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CFF8194-2DA3-CC7B-E9C3-9FFDFDA8B0D4}"/>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FA55516-A0C6-1889-6A8B-73858BEBDE99}"/>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8F3940E-516F-A553-DB1C-5710578772DF}"/>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4F7F2FA-6044-B440-78F1-3220A0EC4FCC}"/>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FF80011-5C92-7CD9-952E-AE8DE09E1C3D}"/>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7A75AB4-C3DC-E3AC-AE35-B6B21E7BDF76}"/>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8EDF65A-E73F-B9F4-450E-CE4734F6FB02}"/>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6C3C96E-F77B-3315-D7FF-DA9B09EAF9EF}"/>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575FA65-25DE-8B58-C85B-F6180B657E78}"/>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176B1C9-F817-88AA-131D-226CDE75396B}"/>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95C5B56-09DE-80F4-9063-361FE984969D}"/>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EA8D092-A68E-966D-05AB-5C5F711644B1}"/>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7B50F7C-54D2-8CF5-C2CC-2C0CFF958754}"/>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63FCD2F-60E6-A3A7-B15B-137B18185BA6}"/>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C449D22-C2C2-04AF-D96C-01D22008D307}"/>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A0F9A2E-6243-A242-A849-63A73FA2CC7F}"/>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DE0FABE-742C-D8C3-6991-6E9B0E1D7F53}"/>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62C2A98-6AE3-1156-1450-8988EB9EE615}"/>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80" name=".64 square" hidden="1">
            <a:extLst>
              <a:ext uri="{FF2B5EF4-FFF2-40B4-BE49-F238E27FC236}">
                <a16:creationId xmlns:a16="http://schemas.microsoft.com/office/drawing/2014/main" id="{6382D235-4B2E-67AE-3912-5E0EB4DFE993}"/>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1" name=".32 square" hidden="1">
            <a:extLst>
              <a:ext uri="{FF2B5EF4-FFF2-40B4-BE49-F238E27FC236}">
                <a16:creationId xmlns:a16="http://schemas.microsoft.com/office/drawing/2014/main" id="{1991EC17-57D3-7338-9697-9B8D4DAAC163}"/>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961732303"/>
      </p:ext>
    </p:extLst>
  </p:cSld>
  <p:clrMap bg1="lt1" tx1="dk1" bg2="lt2" tx2="dk2" accent1="accent1" accent2="accent2" accent3="accent3" accent4="accent4" accent5="accent5" accent6="accent6" hlink="hlink" folHlink="folHlink"/>
  <p:sldLayoutIdLst>
    <p:sldLayoutId id="2147484101" r:id="rId1"/>
    <p:sldLayoutId id="2147484102" r:id="rId2"/>
    <p:sldLayoutId id="2147484103" r:id="rId3"/>
    <p:sldLayoutId id="2147484104" r:id="rId4"/>
    <p:sldLayoutId id="2147484105" r:id="rId5"/>
    <p:sldLayoutId id="2147484106" r:id="rId6"/>
    <p:sldLayoutId id="2147484107" r:id="rId7"/>
    <p:sldLayoutId id="2147484108" r:id="rId8"/>
    <p:sldLayoutId id="2147484109" r:id="rId9"/>
    <p:sldLayoutId id="2147484110" r:id="rId10"/>
    <p:sldLayoutId id="2147484111" r:id="rId11"/>
    <p:sldLayoutId id="2147484112" r:id="rId12"/>
    <p:sldLayoutId id="2147484113" r:id="rId13"/>
    <p:sldLayoutId id="2147484114" r:id="rId14"/>
    <p:sldLayoutId id="2147484115" r:id="rId15"/>
    <p:sldLayoutId id="2147484116" r:id="rId16"/>
    <p:sldLayoutId id="2147484117" r:id="rId17"/>
    <p:sldLayoutId id="2147484118" r:id="rId18"/>
    <p:sldLayoutId id="2147484119" r:id="rId19"/>
    <p:sldLayoutId id="2147484120" r:id="rId20"/>
    <p:sldLayoutId id="2147484121" r:id="rId21"/>
    <p:sldLayoutId id="2147484122" r:id="rId22"/>
    <p:sldLayoutId id="2147484123" r:id="rId23"/>
    <p:sldLayoutId id="2147484124" r:id="rId24"/>
    <p:sldLayoutId id="2147484125" r:id="rId25"/>
    <p:sldLayoutId id="2147484126" r:id="rId26"/>
    <p:sldLayoutId id="2147484127" r:id="rId27"/>
    <p:sldLayoutId id="2147484128" r:id="rId28"/>
    <p:sldLayoutId id="2147484129" r:id="rId29"/>
    <p:sldLayoutId id="2147484130" r:id="rId30"/>
    <p:sldLayoutId id="2147484131" r:id="rId31"/>
    <p:sldLayoutId id="2147484163" r:id="rId32"/>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8" name="GRID" hidden="1">
            <a:extLst>
              <a:ext uri="{FF2B5EF4-FFF2-40B4-BE49-F238E27FC236}">
                <a16:creationId xmlns:a16="http://schemas.microsoft.com/office/drawing/2014/main" id="{DC680CE1-0152-A9B3-81CD-D7469FA1F45A}"/>
              </a:ext>
            </a:extLst>
          </p:cNvPr>
          <p:cNvGrpSpPr/>
          <p:nvPr userDrawn="1"/>
        </p:nvGrpSpPr>
        <p:grpSpPr>
          <a:xfrm>
            <a:off x="0" y="0"/>
            <a:ext cx="12192000" cy="6858000"/>
            <a:chOff x="0" y="0"/>
            <a:chExt cx="12192000" cy="6858000"/>
          </a:xfrm>
        </p:grpSpPr>
        <p:cxnSp>
          <p:nvCxnSpPr>
            <p:cNvPr id="34" name="Straight Connector 33">
              <a:extLst>
                <a:ext uri="{FF2B5EF4-FFF2-40B4-BE49-F238E27FC236}">
                  <a16:creationId xmlns:a16="http://schemas.microsoft.com/office/drawing/2014/main" id="{EC200297-0A98-8AE6-0A6D-1E94168949AD}"/>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B67385F-35A7-D130-3418-F10389C4DA2C}"/>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67D3EBB-08E2-F629-C15C-01FFE854237A}"/>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0B0575A-A62C-DD17-309D-939A56D19DE3}"/>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3683606-CB61-C6BA-6231-0DDAC12DAA3F}"/>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6D7F8F7-78EA-CF8E-936E-24D3BE64C25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E92743C-307F-4DF1-E323-373054232889}"/>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EB12845-B0B6-7190-8BB0-C44E534A0A28}"/>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8CAD91D-3198-B853-C80C-06A279FD8380}"/>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891F7E7-7233-E9C2-DCAE-8BDAFD1EF1EC}"/>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C4A88CB-CBE2-BB9D-F215-64570BA1A652}"/>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F19CBE1-1EA4-F3E9-D97C-4AEF7FB670CF}"/>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2A85532-B597-C610-F029-1F7358412171}"/>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4B174D4-016F-F483-58FA-EF7C0C19EA1E}"/>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2B9D32E-5FAA-1D00-01D3-48532F725B73}"/>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C5C16BC-B2B8-8FDB-F751-289A977C6DD3}"/>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9E8EC1A-46FD-FA1D-BD66-CAF96087431B}"/>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1D50D9E-9095-1E3C-A327-8DB08232695D}"/>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32E05B0-B89C-7A35-7B9F-87436CAAECDD}"/>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168F935-7ACB-51CC-B910-483594E554A0}"/>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D414F4F-471B-FF12-D8F0-2FCDF7D92C61}"/>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F9E40C-6C1C-4347-7221-7FADE472373D}"/>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989C83A-C592-83A4-9EEC-A45519E2DD1C}"/>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4010B14-7365-C624-AD5D-7716A529DD51}"/>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0D09495-38C3-CD54-01F7-8CA84A2BADCC}"/>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DDC5C14-1638-B786-B582-AA49DF1E2EF7}"/>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BB542A2-9D2C-B85F-9EE0-D025871A1A79}"/>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3151646-8A9D-A7F8-0D55-BAD73A5CEA67}"/>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15D6A62-F74D-1AB4-0563-28AB9E4C41C0}"/>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1D2D649-FE0F-B760-4ABC-1267AF89D67E}"/>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E7004DF-B401-F6C7-29C3-72E415127EF1}"/>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5DE4F3B-28F2-9012-C048-527C3DDA0C22}"/>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71DC2F5-239C-94AE-5EA4-42459ABDE2CD}"/>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923C781-4CFD-7715-1126-27F71BFFC7F6}"/>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8" name=".64 square" hidden="1">
            <a:extLst>
              <a:ext uri="{FF2B5EF4-FFF2-40B4-BE49-F238E27FC236}">
                <a16:creationId xmlns:a16="http://schemas.microsoft.com/office/drawing/2014/main" id="{403C4AD3-10A9-A760-C8F5-BC5E03CF0436}"/>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9" name=".32 square" hidden="1">
            <a:extLst>
              <a:ext uri="{FF2B5EF4-FFF2-40B4-BE49-F238E27FC236}">
                <a16:creationId xmlns:a16="http://schemas.microsoft.com/office/drawing/2014/main" id="{7FD4C3F5-136F-FDBD-9FA6-2F1C679D8021}"/>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694084769"/>
      </p:ext>
    </p:extLst>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 id="2147484144" r:id="rId12"/>
    <p:sldLayoutId id="2147484145" r:id="rId13"/>
    <p:sldLayoutId id="2147484146" r:id="rId14"/>
    <p:sldLayoutId id="2147484147" r:id="rId15"/>
    <p:sldLayoutId id="2147484148" r:id="rId16"/>
    <p:sldLayoutId id="2147484149" r:id="rId17"/>
    <p:sldLayoutId id="2147484150" r:id="rId18"/>
    <p:sldLayoutId id="2147484151" r:id="rId19"/>
    <p:sldLayoutId id="2147484152" r:id="rId20"/>
    <p:sldLayoutId id="2147484153" r:id="rId21"/>
    <p:sldLayoutId id="2147484154" r:id="rId22"/>
    <p:sldLayoutId id="2147484155" r:id="rId23"/>
    <p:sldLayoutId id="2147484156" r:id="rId24"/>
    <p:sldLayoutId id="2147484157" r:id="rId25"/>
    <p:sldLayoutId id="2147484158" r:id="rId26"/>
    <p:sldLayoutId id="2147484159" r:id="rId27"/>
    <p:sldLayoutId id="2147484160" r:id="rId28"/>
    <p:sldLayoutId id="2147484161" r:id="rId29"/>
    <p:sldLayoutId id="2147484162"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6.xml"/><Relationship Id="rId1" Type="http://schemas.openxmlformats.org/officeDocument/2006/relationships/tags" Target="../tags/tag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3318975"/>
            <a:ext cx="7298437" cy="2031325"/>
          </a:xfrm>
        </p:spPr>
        <p:txBody>
          <a:bodyPr/>
          <a:lstStyle/>
          <a:p>
            <a:r>
              <a:rPr dirty="0"/>
              <a:t>Module 3 – Core Governance Pillars</a:t>
            </a:r>
          </a:p>
        </p:txBody>
      </p:sp>
      <p:sp>
        <p:nvSpPr>
          <p:cNvPr id="3" name="Text Placeholder 2"/>
          <p:cNvSpPr>
            <a:spLocks noGrp="1"/>
          </p:cNvSpPr>
          <p:nvPr>
            <p:ph type="body" sz="quarter" idx="12"/>
          </p:nvPr>
        </p:nvSpPr>
        <p:spPr/>
        <p:txBody>
          <a:bodyPr/>
          <a:lstStyle/>
          <a:p>
            <a:r>
              <a:rPr dirty="0"/>
              <a:t>Executive &amp; Business Perspective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7315200" cy="731520"/>
          </a:xfrm>
          <a:prstGeom prst="rect">
            <a:avLst/>
          </a:prstGeom>
          <a:noFill/>
        </p:spPr>
        <p:txBody>
          <a:bodyPr wrap="square" anchor="t"/>
          <a:lstStyle/>
          <a:p>
            <a:pPr algn="l">
              <a:defRPr sz="2800" b="1">
                <a:solidFill>
                  <a:srgbClr val="243A5E"/>
                </a:solidFill>
                <a:latin typeface="Segoe UI Semibold"/>
              </a:defRPr>
            </a:pPr>
            <a:r>
              <a:t>Conditions and terms of use</a:t>
            </a:r>
          </a:p>
        </p:txBody>
      </p:sp>
      <p:sp>
        <p:nvSpPr>
          <p:cNvPr id="3" name="Rectangle 2"/>
          <p:cNvSpPr/>
          <p:nvPr/>
        </p:nvSpPr>
        <p:spPr>
          <a:xfrm>
            <a:off x="640080" y="1645920"/>
            <a:ext cx="10881360" cy="4114800"/>
          </a:xfrm>
          <a:prstGeom prst="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2011680"/>
            <a:ext cx="9966960" cy="3474720"/>
          </a:xfrm>
          <a:prstGeom prst="rect">
            <a:avLst/>
          </a:prstGeom>
          <a:noFill/>
        </p:spPr>
        <p:txBody>
          <a:bodyPr wrap="square" anchor="t"/>
          <a:lstStyle/>
          <a:p>
            <a:pPr algn="l">
              <a:defRPr sz="1000" b="0">
                <a:solidFill>
                  <a:srgbClr val="000000"/>
                </a:solidFill>
                <a:latin typeface="Segoe UI"/>
              </a:defRPr>
            </a:pPr>
            <a:r>
              <a:t>© Microsoft Corporation. All rights reserved.</a:t>
            </a:r>
            <a:br/>
            <a:br/>
            <a: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p>
        </p:txBody>
      </p:sp>
      <p:sp>
        <p:nvSpPr>
          <p:cNvPr id="5" name="Rectangle 4"/>
          <p:cNvSpPr/>
          <p:nvPr/>
        </p:nvSpPr>
        <p:spPr>
          <a:xfrm>
            <a:off x="0" y="6537960"/>
            <a:ext cx="12191695" cy="32004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0" y="6172200"/>
            <a:ext cx="3931920" cy="320040"/>
          </a:xfrm>
          <a:prstGeom prst="rect">
            <a:avLst/>
          </a:prstGeom>
          <a:noFill/>
        </p:spPr>
        <p:txBody>
          <a:bodyPr wrap="square" anchor="t"/>
          <a:lstStyle/>
          <a:p>
            <a:pPr algn="ctr">
              <a:defRPr sz="800" b="0">
                <a:solidFill>
                  <a:srgbClr val="737373"/>
                </a:solidFill>
                <a:latin typeface="Segoe UI"/>
              </a:defRPr>
            </a:pPr>
            <a:r>
              <a:t>Microsoft Confidential</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a:xfrm>
            <a:off x="575481" y="599436"/>
            <a:ext cx="11018520" cy="1107996"/>
          </a:xfrm>
        </p:spPr>
        <p:txBody>
          <a:bodyPr lIns="0" tIns="0" rIns="0" bIns="0" anchor="t"/>
          <a:lstStyle/>
          <a:p>
            <a:r>
              <a:rPr lang="en-US"/>
              <a:t>Learning Units covered </a:t>
            </a:r>
            <a:br>
              <a:rPr lang="en-US"/>
            </a:br>
            <a:r>
              <a:rPr lang="en-US"/>
              <a:t>in this Module </a:t>
            </a:r>
          </a:p>
        </p:txBody>
      </p:sp>
      <p:sp>
        <p:nvSpPr>
          <p:cNvPr id="190" name="Footer Placeholder 2">
            <a:extLst>
              <a:ext uri="{FF2B5EF4-FFF2-40B4-BE49-F238E27FC236}">
                <a16:creationId xmlns:a16="http://schemas.microsoft.com/office/drawing/2014/main" id="{FA16A841-10E2-4DD9-93A5-F4C2212409C2}"/>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93" name="Slide Number Placeholder 5">
            <a:extLst>
              <a:ext uri="{FF2B5EF4-FFF2-40B4-BE49-F238E27FC236}">
                <a16:creationId xmlns:a16="http://schemas.microsoft.com/office/drawing/2014/main" id="{14DC8E91-F999-4A75-9988-4FCDE4D6B72A}"/>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graphicFrame>
        <p:nvGraphicFramePr>
          <p:cNvPr id="36" name="Table 3">
            <a:extLst>
              <a:ext uri="{FF2B5EF4-FFF2-40B4-BE49-F238E27FC236}">
                <a16:creationId xmlns:a16="http://schemas.microsoft.com/office/drawing/2014/main" id="{A876FFF7-C14C-4854-8E53-73DE49A05632}"/>
              </a:ext>
            </a:extLst>
          </p:cNvPr>
          <p:cNvGraphicFramePr>
            <a:graphicFrameLocks noGrp="1"/>
          </p:cNvGraphicFramePr>
          <p:nvPr>
            <p:extLst>
              <p:ext uri="{D42A27DB-BD31-4B8C-83A1-F6EECF244321}">
                <p14:modId xmlns:p14="http://schemas.microsoft.com/office/powerpoint/2010/main" val="4135142079"/>
              </p:ext>
            </p:extLst>
          </p:nvPr>
        </p:nvGraphicFramePr>
        <p:xfrm>
          <a:off x="575481" y="1815577"/>
          <a:ext cx="5669280" cy="1113365"/>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1113365">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Core Governance Pillars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bl>
          </a:graphicData>
        </a:graphic>
      </p:graphicFrame>
      <p:grpSp>
        <p:nvGrpSpPr>
          <p:cNvPr id="93" name="Group 92">
            <a:extLst>
              <a:ext uri="{FF2B5EF4-FFF2-40B4-BE49-F238E27FC236}">
                <a16:creationId xmlns:a16="http://schemas.microsoft.com/office/drawing/2014/main" id="{9B5E2C7F-E62D-4325-8450-D4AC5A496574}"/>
              </a:ext>
              <a:ext uri="{C183D7F6-B498-43B3-948B-1728B52AA6E4}">
                <adec:decorative xmlns:adec="http://schemas.microsoft.com/office/drawing/2017/decorative" val="1"/>
              </a:ext>
            </a:extLst>
          </p:cNvPr>
          <p:cNvGrpSpPr>
            <a:grpSpLocks noChangeAspect="1"/>
          </p:cNvGrpSpPr>
          <p:nvPr/>
        </p:nvGrpSpPr>
        <p:grpSpPr>
          <a:xfrm>
            <a:off x="722184" y="2156528"/>
            <a:ext cx="522238" cy="522238"/>
            <a:chOff x="10323474" y="1468393"/>
            <a:chExt cx="751672" cy="751672"/>
          </a:xfrm>
        </p:grpSpPr>
        <p:sp>
          <p:nvSpPr>
            <p:cNvPr id="94" name="Oval 93">
              <a:extLst>
                <a:ext uri="{FF2B5EF4-FFF2-40B4-BE49-F238E27FC236}">
                  <a16:creationId xmlns:a16="http://schemas.microsoft.com/office/drawing/2014/main" id="{CD7A53B6-5FA0-4045-B32D-9F871C13A845}"/>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95" name="Group 94">
              <a:extLst>
                <a:ext uri="{FF2B5EF4-FFF2-40B4-BE49-F238E27FC236}">
                  <a16:creationId xmlns:a16="http://schemas.microsoft.com/office/drawing/2014/main" id="{996FDD0C-0E82-43C1-AF37-8CBC9908F511}"/>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96" name="Freeform: Shape 95">
                <a:extLst>
                  <a:ext uri="{FF2B5EF4-FFF2-40B4-BE49-F238E27FC236}">
                    <a16:creationId xmlns:a16="http://schemas.microsoft.com/office/drawing/2014/main" id="{3EF68A69-94CB-46BB-B832-4D2445BD20F0}"/>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7" name="Freeform: Shape 96">
                <a:extLst>
                  <a:ext uri="{FF2B5EF4-FFF2-40B4-BE49-F238E27FC236}">
                    <a16:creationId xmlns:a16="http://schemas.microsoft.com/office/drawing/2014/main" id="{5ACF420C-5C81-4CB0-9111-5EC2706064FC}"/>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8" name="Freeform: Shape 97">
                <a:extLst>
                  <a:ext uri="{FF2B5EF4-FFF2-40B4-BE49-F238E27FC236}">
                    <a16:creationId xmlns:a16="http://schemas.microsoft.com/office/drawing/2014/main" id="{051660AA-1A9E-4409-B8B0-13D429038434}"/>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9" name="Freeform: Shape 98">
                <a:extLst>
                  <a:ext uri="{FF2B5EF4-FFF2-40B4-BE49-F238E27FC236}">
                    <a16:creationId xmlns:a16="http://schemas.microsoft.com/office/drawing/2014/main" id="{D2E5E104-7D04-45F4-AD25-14F79F34B069}"/>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0" name="Freeform: Shape 99">
                <a:extLst>
                  <a:ext uri="{FF2B5EF4-FFF2-40B4-BE49-F238E27FC236}">
                    <a16:creationId xmlns:a16="http://schemas.microsoft.com/office/drawing/2014/main" id="{390C9996-371C-4089-8E0C-998610C0855B}"/>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1" name="Freeform: Shape 100">
                <a:extLst>
                  <a:ext uri="{FF2B5EF4-FFF2-40B4-BE49-F238E27FC236}">
                    <a16:creationId xmlns:a16="http://schemas.microsoft.com/office/drawing/2014/main" id="{B3BD3271-6940-40A8-8C15-ECF0C9741C20}"/>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2" name="Freeform: Shape 101">
                <a:extLst>
                  <a:ext uri="{FF2B5EF4-FFF2-40B4-BE49-F238E27FC236}">
                    <a16:creationId xmlns:a16="http://schemas.microsoft.com/office/drawing/2014/main" id="{12115297-F3AD-439B-A475-DC9C83847498}"/>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3" name="Freeform: Shape 102">
                <a:extLst>
                  <a:ext uri="{FF2B5EF4-FFF2-40B4-BE49-F238E27FC236}">
                    <a16:creationId xmlns:a16="http://schemas.microsoft.com/office/drawing/2014/main" id="{519C57EB-1D63-4C00-B797-9CD2CD0D5C5D}"/>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4" name="Freeform: Shape 103">
                <a:extLst>
                  <a:ext uri="{FF2B5EF4-FFF2-40B4-BE49-F238E27FC236}">
                    <a16:creationId xmlns:a16="http://schemas.microsoft.com/office/drawing/2014/main" id="{1539BB89-3076-47E6-94E0-5C015277B54A}"/>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5" name="Freeform: Shape 104">
                <a:extLst>
                  <a:ext uri="{FF2B5EF4-FFF2-40B4-BE49-F238E27FC236}">
                    <a16:creationId xmlns:a16="http://schemas.microsoft.com/office/drawing/2014/main" id="{7BFED10F-4B5A-452A-94B6-C01A65F90A14}"/>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6" name="Freeform: Shape 105">
                <a:extLst>
                  <a:ext uri="{FF2B5EF4-FFF2-40B4-BE49-F238E27FC236}">
                    <a16:creationId xmlns:a16="http://schemas.microsoft.com/office/drawing/2014/main" id="{5301C80A-9F7B-46E1-AAB7-27CD0B700AFD}"/>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pic>
        <p:nvPicPr>
          <p:cNvPr id="191" name="Picture 190" descr="Two young employees sitting in a coffee table working on a laptop">
            <a:extLst>
              <a:ext uri="{FF2B5EF4-FFF2-40B4-BE49-F238E27FC236}">
                <a16:creationId xmlns:a16="http://schemas.microsoft.com/office/drawing/2014/main" id="{18EAC8C2-BE84-4584-AF9B-4C62BD7EF1DD}"/>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Tree>
    <p:custDataLst>
      <p:tags r:id="rId1"/>
    </p:custDataLst>
    <p:extLst>
      <p:ext uri="{BB962C8B-B14F-4D97-AF65-F5344CB8AC3E}">
        <p14:creationId xmlns:p14="http://schemas.microsoft.com/office/powerpoint/2010/main" val="3382956385"/>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a:ln>
                  <a:noFill/>
                </a:ln>
                <a:solidFill>
                  <a:srgbClr val="FFFFFF"/>
                </a:solidFill>
                <a:effectLst/>
                <a:uLnTx/>
                <a:uFillTx/>
                <a:latin typeface="Segoe UI Semibold"/>
                <a:ea typeface="+mn-ea"/>
                <a:cs typeface="+mn-cs"/>
              </a:rPr>
              <a:t>Learning 1</a:t>
            </a:r>
          </a:p>
        </p:txBody>
      </p:sp>
      <p:sp>
        <p:nvSpPr>
          <p:cNvPr id="3" name="TextBox 2"/>
          <p:cNvSpPr txBox="1"/>
          <p:nvPr/>
        </p:nvSpPr>
        <p:spPr>
          <a:xfrm>
            <a:off x="731520" y="4480560"/>
            <a:ext cx="9144000" cy="6400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800" b="0">
                <a:solidFill>
                  <a:srgbClr val="FFFFFF"/>
                </a:solidFill>
                <a:latin typeface="Segoe UI"/>
              </a:defRPr>
            </a:pPr>
            <a:r>
              <a:rPr kumimoji="0" lang="en-GB" sz="1800" b="0" i="0" u="none" strike="noStrike" kern="1200" cap="none" spc="0" normalizeH="0" baseline="0" noProof="0" dirty="0">
                <a:ln>
                  <a:noFill/>
                </a:ln>
                <a:solidFill>
                  <a:srgbClr val="FFFFFF"/>
                </a:solidFill>
                <a:effectLst/>
                <a:uLnTx/>
                <a:uFillTx/>
                <a:latin typeface="Segoe UI"/>
                <a:ea typeface="+mn-ea"/>
                <a:cs typeface="+mn-cs"/>
              </a:rPr>
              <a:t>AI Governance Pillars</a:t>
            </a:r>
            <a:endParaRPr kumimoji="0" sz="1800" b="0" i="0" u="none" strike="noStrike" kern="1200" cap="none" spc="0" normalizeH="0" baseline="0" noProof="0" dirty="0">
              <a:ln>
                <a:noFill/>
              </a:ln>
              <a:solidFill>
                <a:srgbClr val="FFFFFF"/>
              </a:solidFill>
              <a:effectLst/>
              <a:uLnTx/>
              <a:uFillTx/>
              <a:latin typeface="Segoe UI"/>
              <a:ea typeface="+mn-ea"/>
              <a:cs typeface="+mn-cs"/>
            </a:endParaRPr>
          </a:p>
        </p:txBody>
      </p:sp>
      <p:sp>
        <p:nvSpPr>
          <p:cNvPr id="4" name="Rectangle 3"/>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37405-41D0-097E-FD9B-0008CC0BB7B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13E1A48-BB74-1FBF-F96D-5B5959AEDBFA}"/>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17A848C5-A482-21B8-E046-330AD609667B}"/>
              </a:ext>
            </a:extLst>
          </p:cNvPr>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200" b="1">
                <a:solidFill>
                  <a:srgbClr val="FFFFFF"/>
                </a:solidFill>
                <a:latin typeface="Segoe UI Semibold"/>
              </a:defRPr>
            </a:pPr>
            <a:r>
              <a:rPr kumimoji="0" lang="en-GB" sz="2200" b="1" i="0" u="none" strike="noStrike" kern="1200" cap="none" spc="0" normalizeH="0" baseline="0" noProof="0" dirty="0">
                <a:ln>
                  <a:noFill/>
                </a:ln>
                <a:solidFill>
                  <a:srgbClr val="FFFFFF"/>
                </a:solidFill>
                <a:effectLst/>
                <a:uLnTx/>
                <a:uFillTx/>
                <a:latin typeface="Segoe UI Semibold"/>
                <a:ea typeface="+mn-ea"/>
                <a:cs typeface="+mn-cs"/>
              </a:rPr>
              <a:t>Govern AI - Cloud Adoption Framework</a:t>
            </a:r>
            <a:endParaRPr kumimoji="0" sz="22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4" name="Rectangle 3">
            <a:extLst>
              <a:ext uri="{FF2B5EF4-FFF2-40B4-BE49-F238E27FC236}">
                <a16:creationId xmlns:a16="http://schemas.microsoft.com/office/drawing/2014/main" id="{B8DE2894-581F-1DB6-59CF-06897CCB2DBA}"/>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BA62961B-D57B-39E2-9624-522E1F34A65E}"/>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34" name="TextBox 33">
            <a:extLst>
              <a:ext uri="{FF2B5EF4-FFF2-40B4-BE49-F238E27FC236}">
                <a16:creationId xmlns:a16="http://schemas.microsoft.com/office/drawing/2014/main" id="{E775D937-BA34-F37A-4BE5-6354371C9A40}"/>
              </a:ext>
            </a:extLst>
          </p:cNvPr>
          <p:cNvSpPr txBox="1"/>
          <p:nvPr/>
        </p:nvSpPr>
        <p:spPr>
          <a:xfrm>
            <a:off x="640080" y="1624691"/>
            <a:ext cx="10764741" cy="2970044"/>
          </a:xfrm>
          <a:prstGeom prst="rect">
            <a:avLst/>
          </a:prstGeom>
          <a:noFill/>
        </p:spPr>
        <p:txBody>
          <a:bodyPr wrap="square">
            <a:spAutoFit/>
          </a:bodyPr>
          <a:lstStyle/>
          <a:p>
            <a:pPr fontAlgn="t"/>
            <a:r>
              <a:rPr lang="en-GB" sz="1700" dirty="0"/>
              <a:t>The </a:t>
            </a:r>
            <a:r>
              <a:rPr lang="en-GB" sz="1700" b="1" dirty="0"/>
              <a:t>Govern AI</a:t>
            </a:r>
            <a:r>
              <a:rPr lang="en-GB" sz="1700" dirty="0"/>
              <a:t> methodology in the Cloud Adoption Framework helps organizations establish a </a:t>
            </a:r>
            <a:r>
              <a:rPr lang="en-GB" sz="1700" b="1" dirty="0"/>
              <a:t>structured, enterprise‑wide approach to governing AI</a:t>
            </a:r>
            <a:r>
              <a:rPr lang="en-GB" sz="1700" dirty="0"/>
              <a:t> and integrating AI risk management into broader </a:t>
            </a:r>
            <a:r>
              <a:rPr lang="en-GB" sz="1700" b="1" dirty="0"/>
              <a:t>security, privacy, and risk strategies</a:t>
            </a:r>
            <a:r>
              <a:rPr lang="en-GB" sz="1700" dirty="0"/>
              <a:t>.</a:t>
            </a:r>
          </a:p>
          <a:p>
            <a:pPr fontAlgn="t"/>
            <a:r>
              <a:rPr lang="en-GB" sz="1700" b="1" dirty="0"/>
              <a:t>Govern AI focuses on:</a:t>
            </a:r>
          </a:p>
          <a:p>
            <a:pPr marL="742950" lvl="1" indent="-285750" fontAlgn="t">
              <a:buFont typeface="Arial" panose="020B0604020202020204" pitchFamily="34" charset="0"/>
              <a:buChar char="•"/>
            </a:pPr>
            <a:r>
              <a:rPr lang="en-GB" sz="1700" dirty="0"/>
              <a:t>Embedding AI risk management into existing enterprise governance models</a:t>
            </a:r>
          </a:p>
          <a:p>
            <a:pPr marL="742950" lvl="1" indent="-285750" fontAlgn="t">
              <a:buFont typeface="Arial" panose="020B0604020202020204" pitchFamily="34" charset="0"/>
              <a:buChar char="•"/>
            </a:pPr>
            <a:r>
              <a:rPr lang="en-GB" sz="1700" dirty="0"/>
              <a:t>Aligning AI governance with </a:t>
            </a:r>
            <a:r>
              <a:rPr lang="en-GB" sz="1700" b="1" dirty="0"/>
              <a:t>organizational values, risk tolerance, and business objectives</a:t>
            </a:r>
          </a:p>
          <a:p>
            <a:pPr marL="742950" lvl="1" indent="-285750" fontAlgn="t">
              <a:buFont typeface="Arial" panose="020B0604020202020204" pitchFamily="34" charset="0"/>
              <a:buChar char="•"/>
            </a:pPr>
            <a:r>
              <a:rPr lang="en-GB" sz="1700" dirty="0"/>
              <a:t>Applying a </a:t>
            </a:r>
            <a:r>
              <a:rPr lang="en-GB" sz="1700" b="1" dirty="0"/>
              <a:t>consistent governance approach across all AI workloads</a:t>
            </a:r>
          </a:p>
          <a:p>
            <a:pPr marL="742950" lvl="1" indent="-285750" fontAlgn="t">
              <a:buFont typeface="Arial" panose="020B0604020202020204" pitchFamily="34" charset="0"/>
              <a:buChar char="•"/>
            </a:pPr>
            <a:r>
              <a:rPr lang="en-GB" sz="1700" dirty="0"/>
              <a:t>Building trust while reducing unintended consequences of AI adoption</a:t>
            </a:r>
          </a:p>
          <a:p>
            <a:pPr fontAlgn="t"/>
            <a:r>
              <a:rPr lang="en-GB" sz="1700" b="1" dirty="0"/>
              <a:t>Foundation:</a:t>
            </a:r>
            <a:br>
              <a:rPr lang="en-GB" sz="1700" dirty="0"/>
            </a:br>
            <a:r>
              <a:rPr lang="en-GB" sz="1700" dirty="0"/>
              <a:t>Govern AI aligns with the </a:t>
            </a:r>
            <a:r>
              <a:rPr lang="en-GB" sz="1700" b="1" dirty="0"/>
              <a:t>NIST AI Risk Management Framework (AI RMF)</a:t>
            </a:r>
            <a:r>
              <a:rPr lang="en-GB" sz="1700" dirty="0"/>
              <a:t> to provide a standardized, industry‑recognized approach to AI governance.</a:t>
            </a:r>
          </a:p>
        </p:txBody>
      </p:sp>
    </p:spTree>
    <p:extLst>
      <p:ext uri="{BB962C8B-B14F-4D97-AF65-F5344CB8AC3E}">
        <p14:creationId xmlns:p14="http://schemas.microsoft.com/office/powerpoint/2010/main" val="273540938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6BA09-5BC8-33DB-4637-6828C630F86D}"/>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5B06631F-56D9-F1B8-D13F-0DCE2E7DFBBB}"/>
              </a:ext>
              <a:ext uri="{C183D7F6-B498-43B3-948B-1728B52AA6E4}">
                <adec:decorative xmlns:adec="http://schemas.microsoft.com/office/drawing/2017/decorative" val="1"/>
              </a:ext>
            </a:extLst>
          </p:cNvPr>
          <p:cNvSpPr/>
          <p:nvPr/>
        </p:nvSpPr>
        <p:spPr bwMode="auto">
          <a:xfrm>
            <a:off x="-8147" y="10141"/>
            <a:ext cx="5596493" cy="6847859"/>
          </a:xfrm>
          <a:custGeom>
            <a:avLst/>
            <a:gdLst>
              <a:gd name="csX0" fmla="*/ 0 w 3375660"/>
              <a:gd name="csY0" fmla="*/ 0 h 5283201"/>
              <a:gd name="csX1" fmla="*/ 3212678 w 3375660"/>
              <a:gd name="csY1" fmla="*/ 0 h 5283201"/>
              <a:gd name="csX2" fmla="*/ 3375660 w 3375660"/>
              <a:gd name="csY2" fmla="*/ 162982 h 5283201"/>
              <a:gd name="csX3" fmla="*/ 3375660 w 3375660"/>
              <a:gd name="csY3" fmla="*/ 5283201 h 5283201"/>
              <a:gd name="csX4" fmla="*/ 0 w 3375660"/>
              <a:gd name="csY4" fmla="*/ 5283201 h 5283201"/>
            </a:gdLst>
            <a:ahLst/>
            <a:cxnLst>
              <a:cxn ang="0">
                <a:pos x="csX0" y="csY0"/>
              </a:cxn>
              <a:cxn ang="0">
                <a:pos x="csX1" y="csY1"/>
              </a:cxn>
              <a:cxn ang="0">
                <a:pos x="csX2" y="csY2"/>
              </a:cxn>
              <a:cxn ang="0">
                <a:pos x="csX3" y="csY3"/>
              </a:cxn>
              <a:cxn ang="0">
                <a:pos x="csX4" y="csY4"/>
              </a:cxn>
            </a:cxnLst>
            <a:rect l="l" t="t" r="r" b="b"/>
            <a:pathLst>
              <a:path w="3375660" h="5283201">
                <a:moveTo>
                  <a:pt x="0" y="0"/>
                </a:moveTo>
                <a:lnTo>
                  <a:pt x="3212678" y="0"/>
                </a:lnTo>
                <a:cubicBezTo>
                  <a:pt x="3302690" y="0"/>
                  <a:pt x="3375660" y="72970"/>
                  <a:pt x="3375660" y="162982"/>
                </a:cubicBezTo>
                <a:lnTo>
                  <a:pt x="3375660" y="5283201"/>
                </a:lnTo>
                <a:lnTo>
                  <a:pt x="0" y="5283201"/>
                </a:lnTo>
                <a:close/>
              </a:path>
            </a:pathLst>
          </a:cu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endParaRPr lang="en-US" sz="2000" err="1">
              <a:solidFill>
                <a:srgbClr val="FFFFFF"/>
              </a:solidFill>
              <a:latin typeface="+mj-lt"/>
              <a:ea typeface="+mj-ea"/>
              <a:cs typeface="+mj-cs"/>
            </a:endParaRPr>
          </a:p>
        </p:txBody>
      </p:sp>
      <p:sp>
        <p:nvSpPr>
          <p:cNvPr id="2" name="Title 1">
            <a:extLst>
              <a:ext uri="{FF2B5EF4-FFF2-40B4-BE49-F238E27FC236}">
                <a16:creationId xmlns:a16="http://schemas.microsoft.com/office/drawing/2014/main" id="{3AE38BC9-D14C-1867-0109-630C54DFE39E}"/>
              </a:ext>
            </a:extLst>
          </p:cNvPr>
          <p:cNvSpPr>
            <a:spLocks noGrp="1"/>
          </p:cNvSpPr>
          <p:nvPr>
            <p:ph type="title"/>
          </p:nvPr>
        </p:nvSpPr>
        <p:spPr>
          <a:xfrm>
            <a:off x="826396" y="586855"/>
            <a:ext cx="4230100" cy="3387497"/>
          </a:xfrm>
        </p:spPr>
        <p:txBody>
          <a:bodyPr anchor="b">
            <a:normAutofit/>
          </a:bodyPr>
          <a:lstStyle/>
          <a:p>
            <a:r>
              <a:rPr lang="en-GB">
                <a:solidFill>
                  <a:schemeClr val="bg1"/>
                </a:solidFill>
              </a:rPr>
              <a:t>Enforce and Operationalize AI Governance</a:t>
            </a:r>
          </a:p>
        </p:txBody>
      </p:sp>
      <p:sp>
        <p:nvSpPr>
          <p:cNvPr id="3" name="Content Placeholder 2">
            <a:extLst>
              <a:ext uri="{FF2B5EF4-FFF2-40B4-BE49-F238E27FC236}">
                <a16:creationId xmlns:a16="http://schemas.microsoft.com/office/drawing/2014/main" id="{39BE71B8-0A66-A2D5-528C-BF4CF6B5D90C}"/>
              </a:ext>
            </a:extLst>
          </p:cNvPr>
          <p:cNvSpPr>
            <a:spLocks noGrp="1"/>
          </p:cNvSpPr>
          <p:nvPr>
            <p:ph idx="1"/>
          </p:nvPr>
        </p:nvSpPr>
        <p:spPr>
          <a:xfrm>
            <a:off x="6503158" y="649480"/>
            <a:ext cx="4862447" cy="5546047"/>
          </a:xfrm>
        </p:spPr>
        <p:txBody>
          <a:bodyPr anchor="ctr">
            <a:normAutofit/>
          </a:bodyPr>
          <a:lstStyle/>
          <a:p>
            <a:pPr fontAlgn="t"/>
            <a:r>
              <a:rPr lang="en-GB" sz="1400" dirty="0"/>
              <a:t>CAF stresses that AI governance must move beyond documentation into </a:t>
            </a:r>
            <a:r>
              <a:rPr lang="en-GB" sz="1400" b="1" dirty="0"/>
              <a:t>enforcement and execution</a:t>
            </a:r>
            <a:r>
              <a:rPr lang="en-GB" sz="1400" dirty="0"/>
              <a:t>.</a:t>
            </a:r>
          </a:p>
          <a:p>
            <a:pPr fontAlgn="t"/>
            <a:r>
              <a:rPr lang="en-GB" sz="1400" b="1" dirty="0"/>
              <a:t>Governance enforcement mechanisms include:</a:t>
            </a:r>
            <a:endParaRPr lang="en-GB" sz="1400" dirty="0"/>
          </a:p>
          <a:p>
            <a:pPr lvl="1" fontAlgn="t"/>
            <a:r>
              <a:rPr lang="en-GB" sz="1400" b="1" dirty="0"/>
              <a:t>Automated policy enforcement</a:t>
            </a:r>
            <a:br>
              <a:rPr lang="en-GB" sz="1400" dirty="0"/>
            </a:br>
            <a:r>
              <a:rPr lang="en-GB" sz="1400" dirty="0"/>
              <a:t>Use platform tools to consistently enforce security, privacy, and compliance policies</a:t>
            </a:r>
          </a:p>
          <a:p>
            <a:pPr lvl="1" fontAlgn="t"/>
            <a:r>
              <a:rPr lang="en-GB" sz="1400" b="1" dirty="0"/>
              <a:t>Manual oversight where judgment is required</a:t>
            </a:r>
            <a:br>
              <a:rPr lang="en-GB" sz="1400" dirty="0"/>
            </a:br>
            <a:r>
              <a:rPr lang="en-GB" sz="1400" dirty="0"/>
              <a:t>Training, audits, and reviews for complex or high‑risk AI scenarios</a:t>
            </a:r>
          </a:p>
          <a:p>
            <a:pPr lvl="1" fontAlgn="t"/>
            <a:r>
              <a:rPr lang="en-GB" sz="1400" b="1" dirty="0"/>
              <a:t>Workload‑specific governance</a:t>
            </a:r>
            <a:br>
              <a:rPr lang="en-GB" sz="1400" dirty="0"/>
            </a:br>
            <a:r>
              <a:rPr lang="en-GB" sz="1400" dirty="0"/>
              <a:t>Apply tailored controls for different AI deployment patterns (PaaS, IaaS, model types)</a:t>
            </a:r>
          </a:p>
          <a:p>
            <a:pPr fontAlgn="t"/>
            <a:r>
              <a:rPr lang="en-GB" sz="1400" b="1" dirty="0"/>
              <a:t>Key principle:</a:t>
            </a:r>
            <a:br>
              <a:rPr lang="en-GB" sz="1400" dirty="0"/>
            </a:br>
            <a:r>
              <a:rPr lang="en-GB" sz="1400" dirty="0"/>
              <a:t>Governance must scale </a:t>
            </a:r>
            <a:r>
              <a:rPr lang="en-GB" sz="1400" b="1" dirty="0"/>
              <a:t>with AI adoption</a:t>
            </a:r>
            <a:r>
              <a:rPr lang="en-GB" sz="1400" dirty="0"/>
              <a:t>, not slow it down.</a:t>
            </a:r>
          </a:p>
        </p:txBody>
      </p:sp>
    </p:spTree>
    <p:extLst>
      <p:ext uri="{BB962C8B-B14F-4D97-AF65-F5344CB8AC3E}">
        <p14:creationId xmlns:p14="http://schemas.microsoft.com/office/powerpoint/2010/main" val="779444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12714-CC74-A204-17B4-9175887F92E1}"/>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16C92585-A625-EE99-838C-A1954A5B1F5D}"/>
              </a:ext>
              <a:ext uri="{C183D7F6-B498-43B3-948B-1728B52AA6E4}">
                <adec:decorative xmlns:adec="http://schemas.microsoft.com/office/drawing/2017/decorative" val="1"/>
              </a:ext>
            </a:extLst>
          </p:cNvPr>
          <p:cNvSpPr/>
          <p:nvPr/>
        </p:nvSpPr>
        <p:spPr bwMode="auto">
          <a:xfrm>
            <a:off x="-8147" y="10141"/>
            <a:ext cx="5596493" cy="6847859"/>
          </a:xfrm>
          <a:custGeom>
            <a:avLst/>
            <a:gdLst>
              <a:gd name="csX0" fmla="*/ 0 w 3375660"/>
              <a:gd name="csY0" fmla="*/ 0 h 5283201"/>
              <a:gd name="csX1" fmla="*/ 3212678 w 3375660"/>
              <a:gd name="csY1" fmla="*/ 0 h 5283201"/>
              <a:gd name="csX2" fmla="*/ 3375660 w 3375660"/>
              <a:gd name="csY2" fmla="*/ 162982 h 5283201"/>
              <a:gd name="csX3" fmla="*/ 3375660 w 3375660"/>
              <a:gd name="csY3" fmla="*/ 5283201 h 5283201"/>
              <a:gd name="csX4" fmla="*/ 0 w 3375660"/>
              <a:gd name="csY4" fmla="*/ 5283201 h 5283201"/>
            </a:gdLst>
            <a:ahLst/>
            <a:cxnLst>
              <a:cxn ang="0">
                <a:pos x="csX0" y="csY0"/>
              </a:cxn>
              <a:cxn ang="0">
                <a:pos x="csX1" y="csY1"/>
              </a:cxn>
              <a:cxn ang="0">
                <a:pos x="csX2" y="csY2"/>
              </a:cxn>
              <a:cxn ang="0">
                <a:pos x="csX3" y="csY3"/>
              </a:cxn>
              <a:cxn ang="0">
                <a:pos x="csX4" y="csY4"/>
              </a:cxn>
            </a:cxnLst>
            <a:rect l="l" t="t" r="r" b="b"/>
            <a:pathLst>
              <a:path w="3375660" h="5283201">
                <a:moveTo>
                  <a:pt x="0" y="0"/>
                </a:moveTo>
                <a:lnTo>
                  <a:pt x="3212678" y="0"/>
                </a:lnTo>
                <a:cubicBezTo>
                  <a:pt x="3302690" y="0"/>
                  <a:pt x="3375660" y="72970"/>
                  <a:pt x="3375660" y="162982"/>
                </a:cubicBezTo>
                <a:lnTo>
                  <a:pt x="3375660" y="5283201"/>
                </a:lnTo>
                <a:lnTo>
                  <a:pt x="0" y="5283201"/>
                </a:lnTo>
                <a:close/>
              </a:path>
            </a:pathLst>
          </a:cu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endParaRPr lang="en-US" sz="2000" err="1">
              <a:solidFill>
                <a:srgbClr val="FFFFFF"/>
              </a:solidFill>
              <a:latin typeface="+mj-lt"/>
              <a:ea typeface="+mj-ea"/>
              <a:cs typeface="+mj-cs"/>
            </a:endParaRPr>
          </a:p>
        </p:txBody>
      </p:sp>
      <p:sp>
        <p:nvSpPr>
          <p:cNvPr id="2" name="Title 1">
            <a:extLst>
              <a:ext uri="{FF2B5EF4-FFF2-40B4-BE49-F238E27FC236}">
                <a16:creationId xmlns:a16="http://schemas.microsoft.com/office/drawing/2014/main" id="{F479C58E-41BF-EED1-7368-B4069185FDA3}"/>
              </a:ext>
            </a:extLst>
          </p:cNvPr>
          <p:cNvSpPr>
            <a:spLocks noGrp="1"/>
          </p:cNvSpPr>
          <p:nvPr>
            <p:ph type="title"/>
          </p:nvPr>
        </p:nvSpPr>
        <p:spPr>
          <a:xfrm>
            <a:off x="826396" y="586855"/>
            <a:ext cx="4230100" cy="3387497"/>
          </a:xfrm>
        </p:spPr>
        <p:txBody>
          <a:bodyPr anchor="b">
            <a:normAutofit/>
          </a:bodyPr>
          <a:lstStyle/>
          <a:p>
            <a:r>
              <a:rPr lang="en-GB">
                <a:solidFill>
                  <a:schemeClr val="bg1"/>
                </a:solidFill>
              </a:rPr>
              <a:t>Assess and Define AI Governance Policies</a:t>
            </a:r>
          </a:p>
        </p:txBody>
      </p:sp>
      <p:sp>
        <p:nvSpPr>
          <p:cNvPr id="3" name="Content Placeholder 2">
            <a:extLst>
              <a:ext uri="{FF2B5EF4-FFF2-40B4-BE49-F238E27FC236}">
                <a16:creationId xmlns:a16="http://schemas.microsoft.com/office/drawing/2014/main" id="{6D33FE32-2D04-8480-42D5-A30D220D4928}"/>
              </a:ext>
            </a:extLst>
          </p:cNvPr>
          <p:cNvSpPr>
            <a:spLocks noGrp="1"/>
          </p:cNvSpPr>
          <p:nvPr>
            <p:ph idx="1"/>
          </p:nvPr>
        </p:nvSpPr>
        <p:spPr>
          <a:xfrm>
            <a:off x="6503158" y="649480"/>
            <a:ext cx="4862447" cy="5546047"/>
          </a:xfrm>
        </p:spPr>
        <p:txBody>
          <a:bodyPr anchor="ctr">
            <a:normAutofit/>
          </a:bodyPr>
          <a:lstStyle/>
          <a:p>
            <a:pPr fontAlgn="t"/>
            <a:r>
              <a:rPr lang="en-GB" sz="1400"/>
              <a:t>CAF emphasizes </a:t>
            </a:r>
            <a:r>
              <a:rPr lang="en-GB" sz="1400" b="1"/>
              <a:t>proactive AI risk assessment</a:t>
            </a:r>
            <a:r>
              <a:rPr lang="en-GB" sz="1400"/>
              <a:t> as the starting point for effective governance.</a:t>
            </a:r>
          </a:p>
          <a:p>
            <a:pPr fontAlgn="t"/>
            <a:r>
              <a:rPr lang="en-GB" sz="1400" b="1"/>
              <a:t>Key activities include:</a:t>
            </a:r>
            <a:endParaRPr lang="en-GB" sz="1400"/>
          </a:p>
          <a:p>
            <a:pPr lvl="1" fontAlgn="t"/>
            <a:r>
              <a:rPr lang="en-GB" sz="1400" b="1"/>
              <a:t>Understand AI workloads</a:t>
            </a:r>
            <a:br>
              <a:rPr lang="en-GB" sz="1400"/>
            </a:br>
            <a:r>
              <a:rPr lang="en-GB" sz="1400"/>
              <a:t>Clarify purpose, scope, data sources, assumptions, and limitations for each AI workload</a:t>
            </a:r>
          </a:p>
          <a:p>
            <a:pPr lvl="1" fontAlgn="t"/>
            <a:r>
              <a:rPr lang="en-GB" sz="1400" b="1"/>
              <a:t>Assess risks using Responsible AI principles</a:t>
            </a:r>
            <a:br>
              <a:rPr lang="en-GB" sz="1400"/>
            </a:br>
            <a:r>
              <a:rPr lang="en-GB" sz="1400"/>
              <a:t>Privacy &amp; Security, Reliability &amp; Safety, Fairness, Inclusiveness, Transparency, Accountability</a:t>
            </a:r>
          </a:p>
          <a:p>
            <a:pPr lvl="1" fontAlgn="t"/>
            <a:r>
              <a:rPr lang="en-GB" sz="1400" b="1"/>
              <a:t>Identify technical, ethical, and operational risks</a:t>
            </a:r>
            <a:br>
              <a:rPr lang="en-GB" sz="1400"/>
            </a:br>
            <a:r>
              <a:rPr lang="en-GB" sz="1400"/>
              <a:t>Including data misuse, bias, model manipulation, system failures, and misuse scenarios</a:t>
            </a:r>
          </a:p>
          <a:p>
            <a:pPr lvl="1" fontAlgn="t"/>
            <a:r>
              <a:rPr lang="en-GB" sz="1400" b="1"/>
              <a:t>Evaluate external dependencies</a:t>
            </a:r>
            <a:br>
              <a:rPr lang="en-GB" sz="1400"/>
            </a:br>
            <a:r>
              <a:rPr lang="en-GB" sz="1400"/>
              <a:t>Third‑party models, data sources, APIs, and software libraries</a:t>
            </a:r>
          </a:p>
          <a:p>
            <a:pPr fontAlgn="t"/>
            <a:r>
              <a:rPr lang="en-GB" sz="1400" b="1"/>
              <a:t>Outcome:</a:t>
            </a:r>
            <a:br>
              <a:rPr lang="en-GB" sz="1400"/>
            </a:br>
            <a:r>
              <a:rPr lang="en-GB" sz="1400"/>
              <a:t>Documented AI governance policies aligned to risk tolerance and organizational priorities.</a:t>
            </a:r>
          </a:p>
        </p:txBody>
      </p:sp>
    </p:spTree>
    <p:extLst>
      <p:ext uri="{BB962C8B-B14F-4D97-AF65-F5344CB8AC3E}">
        <p14:creationId xmlns:p14="http://schemas.microsoft.com/office/powerpoint/2010/main" val="709106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30DDD-EF2F-1D65-B74E-0A97880004E8}"/>
            </a:ext>
          </a:extLst>
        </p:cNvPr>
        <p:cNvGrpSpPr/>
        <p:nvPr/>
      </p:nvGrpSpPr>
      <p:grpSpPr>
        <a:xfrm>
          <a:off x="0" y="0"/>
          <a:ext cx="0" cy="0"/>
          <a:chOff x="0" y="0"/>
          <a:chExt cx="0" cy="0"/>
        </a:xfrm>
      </p:grpSpPr>
      <p:sp>
        <p:nvSpPr>
          <p:cNvPr id="5" name="Freeform: Shape 4">
            <a:extLst>
              <a:ext uri="{FF2B5EF4-FFF2-40B4-BE49-F238E27FC236}">
                <a16:creationId xmlns:a16="http://schemas.microsoft.com/office/drawing/2014/main" id="{EDC6C484-8352-458C-D4C9-23C4A8375BDF}"/>
              </a:ext>
              <a:ext uri="{C183D7F6-B498-43B3-948B-1728B52AA6E4}">
                <adec:decorative xmlns:adec="http://schemas.microsoft.com/office/drawing/2017/decorative" val="1"/>
              </a:ext>
            </a:extLst>
          </p:cNvPr>
          <p:cNvSpPr/>
          <p:nvPr/>
        </p:nvSpPr>
        <p:spPr bwMode="auto">
          <a:xfrm>
            <a:off x="-8147" y="10141"/>
            <a:ext cx="5596493" cy="6847859"/>
          </a:xfrm>
          <a:custGeom>
            <a:avLst/>
            <a:gdLst>
              <a:gd name="csX0" fmla="*/ 0 w 3375660"/>
              <a:gd name="csY0" fmla="*/ 0 h 5283201"/>
              <a:gd name="csX1" fmla="*/ 3212678 w 3375660"/>
              <a:gd name="csY1" fmla="*/ 0 h 5283201"/>
              <a:gd name="csX2" fmla="*/ 3375660 w 3375660"/>
              <a:gd name="csY2" fmla="*/ 162982 h 5283201"/>
              <a:gd name="csX3" fmla="*/ 3375660 w 3375660"/>
              <a:gd name="csY3" fmla="*/ 5283201 h 5283201"/>
              <a:gd name="csX4" fmla="*/ 0 w 3375660"/>
              <a:gd name="csY4" fmla="*/ 5283201 h 5283201"/>
            </a:gdLst>
            <a:ahLst/>
            <a:cxnLst>
              <a:cxn ang="0">
                <a:pos x="csX0" y="csY0"/>
              </a:cxn>
              <a:cxn ang="0">
                <a:pos x="csX1" y="csY1"/>
              </a:cxn>
              <a:cxn ang="0">
                <a:pos x="csX2" y="csY2"/>
              </a:cxn>
              <a:cxn ang="0">
                <a:pos x="csX3" y="csY3"/>
              </a:cxn>
              <a:cxn ang="0">
                <a:pos x="csX4" y="csY4"/>
              </a:cxn>
            </a:cxnLst>
            <a:rect l="l" t="t" r="r" b="b"/>
            <a:pathLst>
              <a:path w="3375660" h="5283201">
                <a:moveTo>
                  <a:pt x="0" y="0"/>
                </a:moveTo>
                <a:lnTo>
                  <a:pt x="3212678" y="0"/>
                </a:lnTo>
                <a:cubicBezTo>
                  <a:pt x="3302690" y="0"/>
                  <a:pt x="3375660" y="72970"/>
                  <a:pt x="3375660" y="162982"/>
                </a:cubicBezTo>
                <a:lnTo>
                  <a:pt x="3375660" y="5283201"/>
                </a:lnTo>
                <a:lnTo>
                  <a:pt x="0" y="5283201"/>
                </a:lnTo>
                <a:close/>
              </a:path>
            </a:pathLst>
          </a:cu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endParaRPr lang="en-US" sz="2000" err="1">
              <a:solidFill>
                <a:srgbClr val="FFFFFF"/>
              </a:solidFill>
              <a:latin typeface="+mj-lt"/>
              <a:ea typeface="+mj-ea"/>
              <a:cs typeface="+mj-cs"/>
            </a:endParaRPr>
          </a:p>
        </p:txBody>
      </p:sp>
      <p:sp>
        <p:nvSpPr>
          <p:cNvPr id="2" name="Title 1">
            <a:extLst>
              <a:ext uri="{FF2B5EF4-FFF2-40B4-BE49-F238E27FC236}">
                <a16:creationId xmlns:a16="http://schemas.microsoft.com/office/drawing/2014/main" id="{718ECE18-F9ED-A1DF-937C-6FAFE3D72F8E}"/>
              </a:ext>
            </a:extLst>
          </p:cNvPr>
          <p:cNvSpPr>
            <a:spLocks noGrp="1"/>
          </p:cNvSpPr>
          <p:nvPr>
            <p:ph type="title"/>
          </p:nvPr>
        </p:nvSpPr>
        <p:spPr>
          <a:xfrm>
            <a:off x="826396" y="586855"/>
            <a:ext cx="4230100" cy="3387497"/>
          </a:xfrm>
        </p:spPr>
        <p:txBody>
          <a:bodyPr anchor="b">
            <a:normAutofit/>
          </a:bodyPr>
          <a:lstStyle/>
          <a:p>
            <a:r>
              <a:rPr lang="en-GB">
                <a:solidFill>
                  <a:schemeClr val="bg1"/>
                </a:solidFill>
              </a:rPr>
              <a:t>Monitor AI Risks Continuously</a:t>
            </a:r>
          </a:p>
        </p:txBody>
      </p:sp>
      <p:sp>
        <p:nvSpPr>
          <p:cNvPr id="3" name="Content Placeholder 2">
            <a:extLst>
              <a:ext uri="{FF2B5EF4-FFF2-40B4-BE49-F238E27FC236}">
                <a16:creationId xmlns:a16="http://schemas.microsoft.com/office/drawing/2014/main" id="{28B46B35-BFF0-2F10-03A1-95F9F6D327A9}"/>
              </a:ext>
            </a:extLst>
          </p:cNvPr>
          <p:cNvSpPr>
            <a:spLocks noGrp="1"/>
          </p:cNvSpPr>
          <p:nvPr>
            <p:ph idx="1"/>
          </p:nvPr>
        </p:nvSpPr>
        <p:spPr>
          <a:xfrm>
            <a:off x="6503158" y="649480"/>
            <a:ext cx="4862447" cy="5546047"/>
          </a:xfrm>
        </p:spPr>
        <p:txBody>
          <a:bodyPr anchor="ctr">
            <a:normAutofit/>
          </a:bodyPr>
          <a:lstStyle/>
          <a:p>
            <a:pPr fontAlgn="t"/>
            <a:r>
              <a:rPr lang="en-GB" sz="1400"/>
              <a:t>CAF defines AI governance as an </a:t>
            </a:r>
            <a:r>
              <a:rPr lang="en-GB" sz="1400" b="1"/>
              <a:t>ongoing process</a:t>
            </a:r>
            <a:r>
              <a:rPr lang="en-GB" sz="1400"/>
              <a:t>, not a one‑time activity.</a:t>
            </a:r>
          </a:p>
          <a:p>
            <a:pPr fontAlgn="t"/>
            <a:r>
              <a:rPr lang="en-GB" sz="1400" b="1"/>
              <a:t>Continuous monitoring includes:</a:t>
            </a:r>
            <a:endParaRPr lang="en-GB" sz="1400"/>
          </a:p>
          <a:p>
            <a:pPr lvl="1" fontAlgn="t"/>
            <a:r>
              <a:rPr lang="en-GB" sz="1400"/>
              <a:t>Regular risk evaluations for high‑ and low‑risk AI workloads</a:t>
            </a:r>
          </a:p>
          <a:p>
            <a:pPr lvl="1" fontAlgn="t"/>
            <a:r>
              <a:rPr lang="en-GB" sz="1400"/>
              <a:t>Quantitative metrics (accuracy, error rates, performance)</a:t>
            </a:r>
          </a:p>
          <a:p>
            <a:pPr lvl="1" fontAlgn="t"/>
            <a:r>
              <a:rPr lang="en-GB" sz="1400"/>
              <a:t>Qualitative signals (user feedback, ethical concerns, trust indicators)</a:t>
            </a:r>
          </a:p>
          <a:p>
            <a:pPr lvl="1" fontAlgn="t"/>
            <a:r>
              <a:rPr lang="en-GB" sz="1400"/>
              <a:t>Standardized reporting and independent reviews</a:t>
            </a:r>
          </a:p>
          <a:p>
            <a:pPr fontAlgn="t"/>
            <a:r>
              <a:rPr lang="en-GB" sz="1400" b="1"/>
              <a:t>Goal:</a:t>
            </a:r>
            <a:br>
              <a:rPr lang="en-GB" sz="1400"/>
            </a:br>
            <a:r>
              <a:rPr lang="en-GB" sz="1400"/>
              <a:t>Detect emerging risks early, adapt governance policies, and maintain </a:t>
            </a:r>
            <a:r>
              <a:rPr lang="en-GB" sz="1400" b="1"/>
              <a:t>trustworthy AI at scale</a:t>
            </a:r>
            <a:r>
              <a:rPr lang="en-GB" sz="1400"/>
              <a:t>.</a:t>
            </a:r>
          </a:p>
        </p:txBody>
      </p:sp>
    </p:spTree>
    <p:extLst>
      <p:ext uri="{BB962C8B-B14F-4D97-AF65-F5344CB8AC3E}">
        <p14:creationId xmlns:p14="http://schemas.microsoft.com/office/powerpoint/2010/main" val="2249329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A41AE-8341-12E3-F12A-7772CB88253D}"/>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E50C95D2-FC37-B08C-A84A-51D7BD6D9843}"/>
              </a:ext>
              <a:ext uri="{C183D7F6-B498-43B3-948B-1728B52AA6E4}">
                <adec:decorative xmlns:adec="http://schemas.microsoft.com/office/drawing/2017/decorative" val="1"/>
              </a:ext>
            </a:extLst>
          </p:cNvPr>
          <p:cNvSpPr/>
          <p:nvPr/>
        </p:nvSpPr>
        <p:spPr bwMode="auto">
          <a:xfrm>
            <a:off x="-8147" y="10141"/>
            <a:ext cx="5121494" cy="6847859"/>
          </a:xfrm>
          <a:custGeom>
            <a:avLst/>
            <a:gdLst>
              <a:gd name="csX0" fmla="*/ 0 w 3375660"/>
              <a:gd name="csY0" fmla="*/ 0 h 5283201"/>
              <a:gd name="csX1" fmla="*/ 3212678 w 3375660"/>
              <a:gd name="csY1" fmla="*/ 0 h 5283201"/>
              <a:gd name="csX2" fmla="*/ 3375660 w 3375660"/>
              <a:gd name="csY2" fmla="*/ 162982 h 5283201"/>
              <a:gd name="csX3" fmla="*/ 3375660 w 3375660"/>
              <a:gd name="csY3" fmla="*/ 5283201 h 5283201"/>
              <a:gd name="csX4" fmla="*/ 0 w 3375660"/>
              <a:gd name="csY4" fmla="*/ 5283201 h 5283201"/>
            </a:gdLst>
            <a:ahLst/>
            <a:cxnLst>
              <a:cxn ang="0">
                <a:pos x="csX0" y="csY0"/>
              </a:cxn>
              <a:cxn ang="0">
                <a:pos x="csX1" y="csY1"/>
              </a:cxn>
              <a:cxn ang="0">
                <a:pos x="csX2" y="csY2"/>
              </a:cxn>
              <a:cxn ang="0">
                <a:pos x="csX3" y="csY3"/>
              </a:cxn>
              <a:cxn ang="0">
                <a:pos x="csX4" y="csY4"/>
              </a:cxn>
            </a:cxnLst>
            <a:rect l="l" t="t" r="r" b="b"/>
            <a:pathLst>
              <a:path w="3375660" h="5283201">
                <a:moveTo>
                  <a:pt x="0" y="0"/>
                </a:moveTo>
                <a:lnTo>
                  <a:pt x="3212678" y="0"/>
                </a:lnTo>
                <a:cubicBezTo>
                  <a:pt x="3302690" y="0"/>
                  <a:pt x="3375660" y="72970"/>
                  <a:pt x="3375660" y="162982"/>
                </a:cubicBezTo>
                <a:lnTo>
                  <a:pt x="3375660" y="5283201"/>
                </a:lnTo>
                <a:lnTo>
                  <a:pt x="0" y="5283201"/>
                </a:lnTo>
                <a:close/>
              </a:path>
            </a:pathLst>
          </a:cu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endParaRPr lang="en-US" sz="2000" err="1">
              <a:solidFill>
                <a:srgbClr val="FFFFFF"/>
              </a:solidFill>
              <a:latin typeface="+mj-lt"/>
              <a:ea typeface="+mj-ea"/>
              <a:cs typeface="+mj-cs"/>
            </a:endParaRPr>
          </a:p>
        </p:txBody>
      </p:sp>
      <p:sp>
        <p:nvSpPr>
          <p:cNvPr id="2" name="Title 1">
            <a:extLst>
              <a:ext uri="{FF2B5EF4-FFF2-40B4-BE49-F238E27FC236}">
                <a16:creationId xmlns:a16="http://schemas.microsoft.com/office/drawing/2014/main" id="{47B5E662-D8BB-6FB5-1F86-0F7D6C715845}"/>
              </a:ext>
            </a:extLst>
          </p:cNvPr>
          <p:cNvSpPr>
            <a:spLocks noGrp="1"/>
          </p:cNvSpPr>
          <p:nvPr>
            <p:ph type="title"/>
          </p:nvPr>
        </p:nvSpPr>
        <p:spPr>
          <a:xfrm>
            <a:off x="466721" y="586855"/>
            <a:ext cx="4037835" cy="3387497"/>
          </a:xfrm>
        </p:spPr>
        <p:txBody>
          <a:bodyPr anchor="b">
            <a:normAutofit/>
          </a:bodyPr>
          <a:lstStyle/>
          <a:p>
            <a:r>
              <a:rPr lang="en-GB">
                <a:solidFill>
                  <a:schemeClr val="bg1"/>
                </a:solidFill>
              </a:rPr>
              <a:t>CAF Govern AI – Operating Model</a:t>
            </a:r>
          </a:p>
        </p:txBody>
      </p:sp>
      <p:sp>
        <p:nvSpPr>
          <p:cNvPr id="3" name="Content Placeholder 2">
            <a:extLst>
              <a:ext uri="{FF2B5EF4-FFF2-40B4-BE49-F238E27FC236}">
                <a16:creationId xmlns:a16="http://schemas.microsoft.com/office/drawing/2014/main" id="{8EAF82AF-1E71-1F0D-47FF-A81175831A55}"/>
              </a:ext>
            </a:extLst>
          </p:cNvPr>
          <p:cNvSpPr>
            <a:spLocks noGrp="1"/>
          </p:cNvSpPr>
          <p:nvPr>
            <p:ph idx="1"/>
          </p:nvPr>
        </p:nvSpPr>
        <p:spPr>
          <a:xfrm>
            <a:off x="5373476" y="666114"/>
            <a:ext cx="6555347" cy="5546047"/>
          </a:xfrm>
        </p:spPr>
        <p:txBody>
          <a:bodyPr anchor="ctr">
            <a:noAutofit/>
          </a:bodyPr>
          <a:lstStyle/>
          <a:p>
            <a:pPr marL="0" indent="0" fontAlgn="t">
              <a:buNone/>
            </a:pPr>
            <a:r>
              <a:rPr lang="en-GB" sz="1200"/>
              <a:t>The </a:t>
            </a:r>
            <a:r>
              <a:rPr lang="en-GB" sz="1200" b="1"/>
              <a:t>Govern AI operating model</a:t>
            </a:r>
            <a:r>
              <a:rPr lang="en-GB" sz="1200"/>
              <a:t> defines how organizations </a:t>
            </a:r>
            <a:r>
              <a:rPr lang="en-GB" sz="1200" b="1"/>
              <a:t>embed Responsible AI and risk management into day‑to‑day operations</a:t>
            </a:r>
            <a:r>
              <a:rPr lang="en-GB" sz="1200"/>
              <a:t>, enabling AI innovation at scale while maintaining trust, compliance, and control.</a:t>
            </a:r>
          </a:p>
          <a:p>
            <a:pPr marL="0" indent="0" fontAlgn="t">
              <a:buNone/>
            </a:pPr>
            <a:r>
              <a:rPr lang="en-GB" sz="1200" b="1"/>
              <a:t>1. Strategy &amp; Policy</a:t>
            </a:r>
            <a:endParaRPr lang="en-GB" sz="1200"/>
          </a:p>
          <a:p>
            <a:pPr fontAlgn="t"/>
            <a:r>
              <a:rPr lang="en-GB" sz="1200"/>
              <a:t>Define AI principles aligned to business values and risk appetite</a:t>
            </a:r>
          </a:p>
          <a:p>
            <a:pPr fontAlgn="t"/>
            <a:r>
              <a:rPr lang="en-GB" sz="1200"/>
              <a:t>Establish AI policies covering ethics, security, privacy, and compliance</a:t>
            </a:r>
          </a:p>
          <a:p>
            <a:pPr fontAlgn="t"/>
            <a:r>
              <a:rPr lang="en-GB" sz="1200"/>
              <a:t>Align AI governance with enterprise risk and cloud governance frameworks</a:t>
            </a:r>
          </a:p>
          <a:p>
            <a:pPr marL="0" indent="0" fontAlgn="t">
              <a:buNone/>
            </a:pPr>
            <a:r>
              <a:rPr lang="en-GB" sz="1200" b="1"/>
              <a:t>2. Portfolio &amp; Risk Assessment</a:t>
            </a:r>
            <a:endParaRPr lang="en-GB" sz="1200"/>
          </a:p>
          <a:p>
            <a:pPr fontAlgn="t"/>
            <a:r>
              <a:rPr lang="en-GB" sz="1200"/>
              <a:t>Classify AI workloads by </a:t>
            </a:r>
            <a:r>
              <a:rPr lang="en-GB" sz="1200" b="1"/>
              <a:t>risk, impact, and regulatory exposure</a:t>
            </a:r>
            <a:endParaRPr lang="en-GB" sz="1200"/>
          </a:p>
          <a:p>
            <a:pPr fontAlgn="t"/>
            <a:r>
              <a:rPr lang="en-GB" sz="1200"/>
              <a:t>Apply Responsible AI assessments across the AI lifecycle</a:t>
            </a:r>
          </a:p>
          <a:p>
            <a:pPr fontAlgn="t"/>
            <a:r>
              <a:rPr lang="en-GB" sz="1200"/>
              <a:t>Identify technical, ethical, and operational risks early</a:t>
            </a:r>
          </a:p>
          <a:p>
            <a:pPr marL="0" indent="0" fontAlgn="t">
              <a:buNone/>
            </a:pPr>
            <a:r>
              <a:rPr lang="en-GB" sz="1200" b="1"/>
              <a:t>3. Guardrails &amp; Enforcement</a:t>
            </a:r>
            <a:endParaRPr lang="en-GB" sz="1200"/>
          </a:p>
          <a:p>
            <a:pPr fontAlgn="t"/>
            <a:r>
              <a:rPr lang="en-GB" sz="1200"/>
              <a:t>Implement platform and process‑based controls to enforce policies</a:t>
            </a:r>
          </a:p>
          <a:p>
            <a:pPr fontAlgn="t"/>
            <a:r>
              <a:rPr lang="en-GB" sz="1200"/>
              <a:t>Use automation where possible; human oversight where judgment is required</a:t>
            </a:r>
          </a:p>
          <a:p>
            <a:pPr fontAlgn="t"/>
            <a:r>
              <a:rPr lang="en-GB" sz="1200"/>
              <a:t>Apply differentiated governance based on workload criticality</a:t>
            </a:r>
          </a:p>
          <a:p>
            <a:pPr marL="0" indent="0" fontAlgn="t">
              <a:buNone/>
            </a:pPr>
            <a:r>
              <a:rPr lang="en-GB" sz="1200" b="1"/>
              <a:t>4. Continuous Monitoring &amp; Improvement</a:t>
            </a:r>
            <a:endParaRPr lang="en-GB" sz="1200"/>
          </a:p>
          <a:p>
            <a:pPr fontAlgn="t"/>
            <a:r>
              <a:rPr lang="en-GB" sz="1200"/>
              <a:t>Monitor AI systems for drift, performance, bias, and misuse</a:t>
            </a:r>
          </a:p>
          <a:p>
            <a:pPr fontAlgn="t"/>
            <a:r>
              <a:rPr lang="en-GB" sz="1200"/>
              <a:t>Capture operational, ethical, and trust signals</a:t>
            </a:r>
          </a:p>
          <a:p>
            <a:pPr fontAlgn="t"/>
            <a:r>
              <a:rPr lang="en-GB" sz="1200"/>
              <a:t>Update policies and controls as risks, regulations, and capabilities evolve</a:t>
            </a:r>
            <a:endParaRPr lang="en-GB" sz="1200" b="1"/>
          </a:p>
          <a:p>
            <a:pPr marL="0" indent="0" fontAlgn="t">
              <a:buNone/>
            </a:pPr>
            <a:r>
              <a:rPr lang="en-GB" sz="1200" b="1"/>
              <a:t>Outcome:</a:t>
            </a:r>
            <a:br>
              <a:rPr lang="en-GB" sz="1200"/>
            </a:br>
            <a:r>
              <a:rPr lang="en-GB" sz="1200"/>
              <a:t>A scalable, adaptive governance model that enables </a:t>
            </a:r>
            <a:r>
              <a:rPr lang="en-GB" sz="1200" b="1"/>
              <a:t>trusted AI adoption</a:t>
            </a:r>
            <a:r>
              <a:rPr lang="en-GB" sz="1200"/>
              <a:t>, reduces risk, and supports continuous innovation. A </a:t>
            </a:r>
            <a:r>
              <a:rPr lang="en-GB" sz="1200" b="1"/>
              <a:t>closed‑loop governance system</a:t>
            </a:r>
            <a:r>
              <a:rPr lang="en-GB" sz="1200"/>
              <a:t> that enables trusted AI at scale without slowing innovation.</a:t>
            </a:r>
          </a:p>
          <a:p>
            <a:pPr marL="0" indent="0" fontAlgn="t">
              <a:buNone/>
            </a:pPr>
            <a:endParaRPr lang="en-GB" sz="1200"/>
          </a:p>
        </p:txBody>
      </p:sp>
    </p:spTree>
    <p:extLst>
      <p:ext uri="{BB962C8B-B14F-4D97-AF65-F5344CB8AC3E}">
        <p14:creationId xmlns:p14="http://schemas.microsoft.com/office/powerpoint/2010/main" val="2574032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94F44-A42D-0B35-F198-0332624A07F1}"/>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A62AE777-C9A1-857A-F9DB-B8A2E955E22B}"/>
              </a:ext>
              <a:ext uri="{C183D7F6-B498-43B3-948B-1728B52AA6E4}">
                <adec:decorative xmlns:adec="http://schemas.microsoft.com/office/drawing/2017/decorative" val="1"/>
              </a:ext>
            </a:extLst>
          </p:cNvPr>
          <p:cNvSpPr/>
          <p:nvPr/>
        </p:nvSpPr>
        <p:spPr bwMode="auto">
          <a:xfrm>
            <a:off x="-8147" y="10141"/>
            <a:ext cx="5596493" cy="6847859"/>
          </a:xfrm>
          <a:custGeom>
            <a:avLst/>
            <a:gdLst>
              <a:gd name="csX0" fmla="*/ 0 w 3375660"/>
              <a:gd name="csY0" fmla="*/ 0 h 5283201"/>
              <a:gd name="csX1" fmla="*/ 3212678 w 3375660"/>
              <a:gd name="csY1" fmla="*/ 0 h 5283201"/>
              <a:gd name="csX2" fmla="*/ 3375660 w 3375660"/>
              <a:gd name="csY2" fmla="*/ 162982 h 5283201"/>
              <a:gd name="csX3" fmla="*/ 3375660 w 3375660"/>
              <a:gd name="csY3" fmla="*/ 5283201 h 5283201"/>
              <a:gd name="csX4" fmla="*/ 0 w 3375660"/>
              <a:gd name="csY4" fmla="*/ 5283201 h 5283201"/>
            </a:gdLst>
            <a:ahLst/>
            <a:cxnLst>
              <a:cxn ang="0">
                <a:pos x="csX0" y="csY0"/>
              </a:cxn>
              <a:cxn ang="0">
                <a:pos x="csX1" y="csY1"/>
              </a:cxn>
              <a:cxn ang="0">
                <a:pos x="csX2" y="csY2"/>
              </a:cxn>
              <a:cxn ang="0">
                <a:pos x="csX3" y="csY3"/>
              </a:cxn>
              <a:cxn ang="0">
                <a:pos x="csX4" y="csY4"/>
              </a:cxn>
            </a:cxnLst>
            <a:rect l="l" t="t" r="r" b="b"/>
            <a:pathLst>
              <a:path w="3375660" h="5283201">
                <a:moveTo>
                  <a:pt x="0" y="0"/>
                </a:moveTo>
                <a:lnTo>
                  <a:pt x="3212678" y="0"/>
                </a:lnTo>
                <a:cubicBezTo>
                  <a:pt x="3302690" y="0"/>
                  <a:pt x="3375660" y="72970"/>
                  <a:pt x="3375660" y="162982"/>
                </a:cubicBezTo>
                <a:lnTo>
                  <a:pt x="3375660" y="5283201"/>
                </a:lnTo>
                <a:lnTo>
                  <a:pt x="0" y="5283201"/>
                </a:lnTo>
                <a:close/>
              </a:path>
            </a:pathLst>
          </a:cu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endParaRPr lang="en-US" sz="2000" err="1">
              <a:solidFill>
                <a:srgbClr val="FFFFFF"/>
              </a:solidFill>
              <a:latin typeface="+mj-lt"/>
              <a:ea typeface="+mj-ea"/>
              <a:cs typeface="+mj-cs"/>
            </a:endParaRPr>
          </a:p>
        </p:txBody>
      </p:sp>
      <p:sp>
        <p:nvSpPr>
          <p:cNvPr id="2" name="Title 1">
            <a:extLst>
              <a:ext uri="{FF2B5EF4-FFF2-40B4-BE49-F238E27FC236}">
                <a16:creationId xmlns:a16="http://schemas.microsoft.com/office/drawing/2014/main" id="{DD2D68C5-8146-41E1-2C5B-5CA48AC8713E}"/>
              </a:ext>
            </a:extLst>
          </p:cNvPr>
          <p:cNvSpPr>
            <a:spLocks noGrp="1"/>
          </p:cNvSpPr>
          <p:nvPr>
            <p:ph type="title"/>
          </p:nvPr>
        </p:nvSpPr>
        <p:spPr>
          <a:xfrm>
            <a:off x="826396" y="586855"/>
            <a:ext cx="4230100" cy="3387497"/>
          </a:xfrm>
        </p:spPr>
        <p:txBody>
          <a:bodyPr anchor="b">
            <a:normAutofit/>
          </a:bodyPr>
          <a:lstStyle/>
          <a:p>
            <a:r>
              <a:rPr lang="it-IT">
                <a:solidFill>
                  <a:schemeClr val="bg1"/>
                </a:solidFill>
              </a:rPr>
              <a:t>CAF </a:t>
            </a:r>
            <a:r>
              <a:rPr lang="it-IT" err="1">
                <a:solidFill>
                  <a:schemeClr val="bg1"/>
                </a:solidFill>
              </a:rPr>
              <a:t>Govern</a:t>
            </a:r>
            <a:r>
              <a:rPr lang="it-IT">
                <a:solidFill>
                  <a:schemeClr val="bg1"/>
                </a:solidFill>
              </a:rPr>
              <a:t> AI – </a:t>
            </a:r>
            <a:r>
              <a:rPr lang="it-IT" err="1">
                <a:solidFill>
                  <a:schemeClr val="bg1"/>
                </a:solidFill>
              </a:rPr>
              <a:t>Roles</a:t>
            </a:r>
            <a:r>
              <a:rPr lang="it-IT">
                <a:solidFill>
                  <a:schemeClr val="bg1"/>
                </a:solidFill>
              </a:rPr>
              <a:t> &amp; </a:t>
            </a:r>
            <a:r>
              <a:rPr lang="it-IT" err="1">
                <a:solidFill>
                  <a:schemeClr val="bg1"/>
                </a:solidFill>
              </a:rPr>
              <a:t>Responsibilities</a:t>
            </a:r>
            <a:endParaRPr lang="en-GB">
              <a:solidFill>
                <a:schemeClr val="bg1"/>
              </a:solidFill>
            </a:endParaRPr>
          </a:p>
        </p:txBody>
      </p:sp>
      <p:sp>
        <p:nvSpPr>
          <p:cNvPr id="3" name="Content Placeholder 2">
            <a:extLst>
              <a:ext uri="{FF2B5EF4-FFF2-40B4-BE49-F238E27FC236}">
                <a16:creationId xmlns:a16="http://schemas.microsoft.com/office/drawing/2014/main" id="{C52BE95E-8682-34F0-CA32-D2F522784115}"/>
              </a:ext>
            </a:extLst>
          </p:cNvPr>
          <p:cNvSpPr>
            <a:spLocks noGrp="1"/>
          </p:cNvSpPr>
          <p:nvPr>
            <p:ph idx="1"/>
          </p:nvPr>
        </p:nvSpPr>
        <p:spPr>
          <a:xfrm>
            <a:off x="6142383" y="649480"/>
            <a:ext cx="5671929" cy="5546047"/>
          </a:xfrm>
        </p:spPr>
        <p:txBody>
          <a:bodyPr anchor="ctr">
            <a:noAutofit/>
          </a:bodyPr>
          <a:lstStyle/>
          <a:p>
            <a:pPr marL="0" indent="0" fontAlgn="t">
              <a:buNone/>
            </a:pPr>
            <a:r>
              <a:rPr lang="en-GB" sz="1400" b="1"/>
              <a:t>Who Owns What in AI Governance</a:t>
            </a:r>
          </a:p>
          <a:p>
            <a:pPr fontAlgn="t"/>
            <a:r>
              <a:rPr lang="en-GB" sz="1400" b="1"/>
              <a:t>Executive Leadership</a:t>
            </a:r>
            <a:endParaRPr lang="en-GB" sz="1400"/>
          </a:p>
          <a:p>
            <a:pPr lvl="1" fontAlgn="t"/>
            <a:r>
              <a:rPr lang="en-GB" sz="1400"/>
              <a:t>Set AI vision, principles, and risk appetite</a:t>
            </a:r>
          </a:p>
          <a:p>
            <a:pPr lvl="1" fontAlgn="t"/>
            <a:r>
              <a:rPr lang="en-GB" sz="1400"/>
              <a:t>Sponsor Responsible AI and governance programs</a:t>
            </a:r>
          </a:p>
          <a:p>
            <a:pPr lvl="1" fontAlgn="t"/>
            <a:r>
              <a:rPr lang="en-GB" sz="1400"/>
              <a:t>Ensure accountability at board and leadership level</a:t>
            </a:r>
          </a:p>
          <a:p>
            <a:pPr fontAlgn="t"/>
            <a:r>
              <a:rPr lang="en-GB" sz="1400" b="1"/>
              <a:t>Risk, Legal &amp; Compliance</a:t>
            </a:r>
            <a:endParaRPr lang="en-GB" sz="1400"/>
          </a:p>
          <a:p>
            <a:pPr lvl="1" fontAlgn="t"/>
            <a:r>
              <a:rPr lang="en-GB" sz="1400"/>
              <a:t>Interpret regulations (EU AI Act, sector rules)</a:t>
            </a:r>
          </a:p>
          <a:p>
            <a:pPr lvl="1" fontAlgn="t"/>
            <a:r>
              <a:rPr lang="en-GB" sz="1400"/>
              <a:t>Define AI risk frameworks and approval criteria</a:t>
            </a:r>
          </a:p>
          <a:p>
            <a:pPr lvl="1" fontAlgn="t"/>
            <a:r>
              <a:rPr lang="en-GB" sz="1400"/>
              <a:t>Oversee audits, reporting, and regulatory readiness</a:t>
            </a:r>
          </a:p>
          <a:p>
            <a:pPr fontAlgn="t"/>
            <a:r>
              <a:rPr lang="en-GB" sz="1400" b="1"/>
              <a:t>Engineering &amp; Technology Teams</a:t>
            </a:r>
            <a:endParaRPr lang="en-GB" sz="1400"/>
          </a:p>
          <a:p>
            <a:pPr lvl="1" fontAlgn="t"/>
            <a:r>
              <a:rPr lang="en-GB" sz="1400"/>
              <a:t>Design AI systems with governance and guardrails by design</a:t>
            </a:r>
          </a:p>
          <a:p>
            <a:pPr lvl="1" fontAlgn="t"/>
            <a:r>
              <a:rPr lang="en-GB" sz="1400"/>
              <a:t>Implement monitoring, controls, and technical safeguards</a:t>
            </a:r>
          </a:p>
          <a:p>
            <a:pPr lvl="1" fontAlgn="t"/>
            <a:r>
              <a:rPr lang="en-GB" sz="1400"/>
              <a:t>Address drift, bias, security, and performance issues</a:t>
            </a:r>
          </a:p>
          <a:p>
            <a:pPr fontAlgn="t"/>
            <a:r>
              <a:rPr lang="en-GB" sz="1400" b="1"/>
              <a:t>Business &amp; Product Owners</a:t>
            </a:r>
            <a:endParaRPr lang="en-GB" sz="1400"/>
          </a:p>
          <a:p>
            <a:pPr lvl="1" fontAlgn="t"/>
            <a:r>
              <a:rPr lang="en-GB" sz="1400"/>
              <a:t>Define intended use and value of AI systems</a:t>
            </a:r>
          </a:p>
          <a:p>
            <a:pPr lvl="1" fontAlgn="t"/>
            <a:r>
              <a:rPr lang="en-GB" sz="1400"/>
              <a:t>Own business outcomes and responsible use</a:t>
            </a:r>
          </a:p>
          <a:p>
            <a:pPr lvl="1" fontAlgn="t"/>
            <a:r>
              <a:rPr lang="en-GB" sz="1400"/>
              <a:t>Ensure AI aligns with customer and societal expectations</a:t>
            </a:r>
          </a:p>
          <a:p>
            <a:pPr lvl="1" fontAlgn="t"/>
            <a:r>
              <a:rPr lang="en-GB" sz="1400" b="1"/>
              <a:t>Operating Principle:</a:t>
            </a:r>
            <a:br>
              <a:rPr lang="en-GB" sz="1400"/>
            </a:br>
            <a:r>
              <a:rPr lang="en-GB" sz="1400"/>
              <a:t>AI governance is </a:t>
            </a:r>
            <a:r>
              <a:rPr lang="en-GB" sz="1400" b="1"/>
              <a:t>shared accountability</a:t>
            </a:r>
            <a:r>
              <a:rPr lang="en-GB" sz="1400"/>
              <a:t>, not owned by IT alone.</a:t>
            </a:r>
          </a:p>
        </p:txBody>
      </p:sp>
    </p:spTree>
    <p:extLst>
      <p:ext uri="{BB962C8B-B14F-4D97-AF65-F5344CB8AC3E}">
        <p14:creationId xmlns:p14="http://schemas.microsoft.com/office/powerpoint/2010/main" val="1702877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128AC-1960-344E-0CA5-221F6575577D}"/>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AF10F97D-2EBF-2247-65C8-C6F9DAF1E3DD}"/>
              </a:ext>
              <a:ext uri="{C183D7F6-B498-43B3-948B-1728B52AA6E4}">
                <adec:decorative xmlns:adec="http://schemas.microsoft.com/office/drawing/2017/decorative" val="1"/>
              </a:ext>
            </a:extLst>
          </p:cNvPr>
          <p:cNvSpPr/>
          <p:nvPr/>
        </p:nvSpPr>
        <p:spPr bwMode="auto">
          <a:xfrm>
            <a:off x="-8147" y="10141"/>
            <a:ext cx="5596493" cy="6847859"/>
          </a:xfrm>
          <a:custGeom>
            <a:avLst/>
            <a:gdLst>
              <a:gd name="csX0" fmla="*/ 0 w 3375660"/>
              <a:gd name="csY0" fmla="*/ 0 h 5283201"/>
              <a:gd name="csX1" fmla="*/ 3212678 w 3375660"/>
              <a:gd name="csY1" fmla="*/ 0 h 5283201"/>
              <a:gd name="csX2" fmla="*/ 3375660 w 3375660"/>
              <a:gd name="csY2" fmla="*/ 162982 h 5283201"/>
              <a:gd name="csX3" fmla="*/ 3375660 w 3375660"/>
              <a:gd name="csY3" fmla="*/ 5283201 h 5283201"/>
              <a:gd name="csX4" fmla="*/ 0 w 3375660"/>
              <a:gd name="csY4" fmla="*/ 5283201 h 5283201"/>
            </a:gdLst>
            <a:ahLst/>
            <a:cxnLst>
              <a:cxn ang="0">
                <a:pos x="csX0" y="csY0"/>
              </a:cxn>
              <a:cxn ang="0">
                <a:pos x="csX1" y="csY1"/>
              </a:cxn>
              <a:cxn ang="0">
                <a:pos x="csX2" y="csY2"/>
              </a:cxn>
              <a:cxn ang="0">
                <a:pos x="csX3" y="csY3"/>
              </a:cxn>
              <a:cxn ang="0">
                <a:pos x="csX4" y="csY4"/>
              </a:cxn>
            </a:cxnLst>
            <a:rect l="l" t="t" r="r" b="b"/>
            <a:pathLst>
              <a:path w="3375660" h="5283201">
                <a:moveTo>
                  <a:pt x="0" y="0"/>
                </a:moveTo>
                <a:lnTo>
                  <a:pt x="3212678" y="0"/>
                </a:lnTo>
                <a:cubicBezTo>
                  <a:pt x="3302690" y="0"/>
                  <a:pt x="3375660" y="72970"/>
                  <a:pt x="3375660" y="162982"/>
                </a:cubicBezTo>
                <a:lnTo>
                  <a:pt x="3375660" y="5283201"/>
                </a:lnTo>
                <a:lnTo>
                  <a:pt x="0" y="5283201"/>
                </a:lnTo>
                <a:close/>
              </a:path>
            </a:pathLst>
          </a:cu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endParaRPr lang="en-US" sz="2000" err="1">
              <a:solidFill>
                <a:srgbClr val="FFFFFF"/>
              </a:solidFill>
              <a:latin typeface="+mj-lt"/>
              <a:ea typeface="+mj-ea"/>
              <a:cs typeface="+mj-cs"/>
            </a:endParaRPr>
          </a:p>
        </p:txBody>
      </p:sp>
      <p:sp>
        <p:nvSpPr>
          <p:cNvPr id="2" name="Title 1">
            <a:extLst>
              <a:ext uri="{FF2B5EF4-FFF2-40B4-BE49-F238E27FC236}">
                <a16:creationId xmlns:a16="http://schemas.microsoft.com/office/drawing/2014/main" id="{A5CF25F7-7D03-250E-3DD5-1727D007328C}"/>
              </a:ext>
            </a:extLst>
          </p:cNvPr>
          <p:cNvSpPr>
            <a:spLocks noGrp="1"/>
          </p:cNvSpPr>
          <p:nvPr>
            <p:ph type="title"/>
          </p:nvPr>
        </p:nvSpPr>
        <p:spPr>
          <a:xfrm>
            <a:off x="826396" y="586855"/>
            <a:ext cx="4230100" cy="3387497"/>
          </a:xfrm>
        </p:spPr>
        <p:txBody>
          <a:bodyPr anchor="b">
            <a:normAutofit/>
          </a:bodyPr>
          <a:lstStyle/>
          <a:p>
            <a:r>
              <a:rPr lang="en-GB">
                <a:solidFill>
                  <a:schemeClr val="bg1"/>
                </a:solidFill>
              </a:rPr>
              <a:t>Alignment with Microsoft Responsible AI Standard + CAF Phases</a:t>
            </a:r>
            <a:br>
              <a:rPr lang="en-GB">
                <a:solidFill>
                  <a:schemeClr val="bg1"/>
                </a:solidFill>
              </a:rPr>
            </a:br>
            <a:endParaRPr lang="en-GB">
              <a:solidFill>
                <a:schemeClr val="bg1"/>
              </a:solidFill>
            </a:endParaRPr>
          </a:p>
        </p:txBody>
      </p:sp>
      <p:sp>
        <p:nvSpPr>
          <p:cNvPr id="3" name="Content Placeholder 2">
            <a:extLst>
              <a:ext uri="{FF2B5EF4-FFF2-40B4-BE49-F238E27FC236}">
                <a16:creationId xmlns:a16="http://schemas.microsoft.com/office/drawing/2014/main" id="{FC82C3E3-B0F1-C636-3B7A-4D5D5DB6868B}"/>
              </a:ext>
            </a:extLst>
          </p:cNvPr>
          <p:cNvSpPr>
            <a:spLocks noGrp="1"/>
          </p:cNvSpPr>
          <p:nvPr>
            <p:ph idx="1"/>
          </p:nvPr>
        </p:nvSpPr>
        <p:spPr>
          <a:xfrm>
            <a:off x="5926619" y="649480"/>
            <a:ext cx="5837587" cy="5546047"/>
          </a:xfrm>
        </p:spPr>
        <p:txBody>
          <a:bodyPr anchor="ctr">
            <a:noAutofit/>
          </a:bodyPr>
          <a:lstStyle/>
          <a:p>
            <a:pPr marL="0" indent="0" fontAlgn="t">
              <a:buNone/>
            </a:pPr>
            <a:r>
              <a:rPr lang="en-GB" sz="1400" b="1" dirty="0"/>
              <a:t>CAF Phases</a:t>
            </a:r>
            <a:endParaRPr lang="en-GB" sz="1400" dirty="0"/>
          </a:p>
          <a:p>
            <a:pPr lvl="1" fontAlgn="t"/>
            <a:r>
              <a:rPr lang="en-GB" sz="1400" b="1" dirty="0"/>
              <a:t>Strategy</a:t>
            </a:r>
            <a:r>
              <a:rPr lang="en-GB" sz="1400" dirty="0"/>
              <a:t> → Define AI principles and governance intent</a:t>
            </a:r>
          </a:p>
          <a:p>
            <a:pPr lvl="1" fontAlgn="t"/>
            <a:r>
              <a:rPr lang="en-GB" sz="1400" b="1" dirty="0"/>
              <a:t>Plan</a:t>
            </a:r>
            <a:r>
              <a:rPr lang="en-GB" sz="1400" dirty="0"/>
              <a:t> → Classify AI workloads and assess risk</a:t>
            </a:r>
          </a:p>
          <a:p>
            <a:pPr lvl="1" fontAlgn="t"/>
            <a:r>
              <a:rPr lang="en-GB" sz="1400" b="1" dirty="0"/>
              <a:t>Ready</a:t>
            </a:r>
            <a:r>
              <a:rPr lang="en-GB" sz="1400" dirty="0"/>
              <a:t> → Establish policies, guardrails, and operating model</a:t>
            </a:r>
          </a:p>
          <a:p>
            <a:pPr lvl="1" fontAlgn="t"/>
            <a:r>
              <a:rPr lang="en-GB" sz="1400" b="1" dirty="0"/>
              <a:t>Adopt</a:t>
            </a:r>
            <a:r>
              <a:rPr lang="en-GB" sz="1400" dirty="0"/>
              <a:t> → Deploy AI with governance controls</a:t>
            </a:r>
          </a:p>
          <a:p>
            <a:pPr lvl="1" fontAlgn="t"/>
            <a:r>
              <a:rPr lang="en-GB" sz="1400" b="1" dirty="0"/>
              <a:t>Govern</a:t>
            </a:r>
            <a:r>
              <a:rPr lang="en-GB" sz="1400" dirty="0"/>
              <a:t> → Monitor, enforce, and continuously improve</a:t>
            </a:r>
          </a:p>
          <a:p>
            <a:pPr lvl="1" fontAlgn="t"/>
            <a:r>
              <a:rPr lang="en-GB" sz="1400" b="1" dirty="0"/>
              <a:t>Manage</a:t>
            </a:r>
            <a:r>
              <a:rPr lang="en-GB" sz="1400" dirty="0"/>
              <a:t> → Operate AI safely at scale</a:t>
            </a:r>
          </a:p>
          <a:p>
            <a:pPr marL="0" indent="0" fontAlgn="t">
              <a:buNone/>
            </a:pPr>
            <a:r>
              <a:rPr lang="en-GB" sz="1400" b="1" dirty="0"/>
              <a:t>Microsoft Responsible AI Standard Alignment</a:t>
            </a:r>
            <a:endParaRPr lang="en-GB" sz="1400" dirty="0"/>
          </a:p>
          <a:p>
            <a:pPr lvl="1" fontAlgn="t"/>
            <a:r>
              <a:rPr lang="en-GB" sz="1400" dirty="0"/>
              <a:t>Fairness</a:t>
            </a:r>
          </a:p>
          <a:p>
            <a:pPr lvl="1" fontAlgn="t"/>
            <a:r>
              <a:rPr lang="en-GB" sz="1400" dirty="0"/>
              <a:t>Reliability &amp; Safety</a:t>
            </a:r>
          </a:p>
          <a:p>
            <a:pPr lvl="1" fontAlgn="t"/>
            <a:r>
              <a:rPr lang="en-GB" sz="1400" dirty="0"/>
              <a:t>Privacy &amp; Security</a:t>
            </a:r>
          </a:p>
          <a:p>
            <a:pPr lvl="1" fontAlgn="t"/>
            <a:r>
              <a:rPr lang="en-GB" sz="1400" dirty="0"/>
              <a:t>Inclusiveness</a:t>
            </a:r>
          </a:p>
          <a:p>
            <a:pPr lvl="1" fontAlgn="t"/>
            <a:r>
              <a:rPr lang="en-GB" sz="1400" dirty="0"/>
              <a:t>Transparency</a:t>
            </a:r>
          </a:p>
          <a:p>
            <a:pPr lvl="1" fontAlgn="t"/>
            <a:r>
              <a:rPr lang="en-GB" sz="1400" dirty="0"/>
              <a:t>Accountability</a:t>
            </a:r>
          </a:p>
          <a:p>
            <a:pPr marL="0" indent="0" fontAlgn="t">
              <a:buNone/>
            </a:pPr>
            <a:r>
              <a:rPr lang="en-GB" sz="1400" b="1" dirty="0"/>
              <a:t>How they work together:</a:t>
            </a:r>
            <a:endParaRPr lang="en-GB" sz="1400" dirty="0"/>
          </a:p>
          <a:p>
            <a:pPr lvl="1" fontAlgn="t"/>
            <a:r>
              <a:rPr lang="en-GB" sz="1400" dirty="0"/>
              <a:t>CAF provides the </a:t>
            </a:r>
            <a:r>
              <a:rPr lang="en-GB" sz="1400" b="1" dirty="0"/>
              <a:t>operating model</a:t>
            </a:r>
            <a:endParaRPr lang="en-GB" sz="1400" dirty="0"/>
          </a:p>
          <a:p>
            <a:pPr lvl="1" fontAlgn="t"/>
            <a:r>
              <a:rPr lang="en-GB" sz="1400" dirty="0"/>
              <a:t>Responsible AI Standard provides the </a:t>
            </a:r>
            <a:r>
              <a:rPr lang="en-GB" sz="1400" b="1" dirty="0"/>
              <a:t>principles</a:t>
            </a:r>
            <a:endParaRPr lang="en-GB" sz="1400" dirty="0"/>
          </a:p>
          <a:p>
            <a:pPr lvl="1" fontAlgn="t"/>
            <a:r>
              <a:rPr lang="en-GB" sz="1400" dirty="0"/>
              <a:t>Together they enable </a:t>
            </a:r>
            <a:r>
              <a:rPr lang="en-GB" sz="1400" b="1" dirty="0"/>
              <a:t>trusted, compliant, enterprise‑scale AI</a:t>
            </a:r>
            <a:endParaRPr lang="en-GB" sz="1400" dirty="0"/>
          </a:p>
        </p:txBody>
      </p:sp>
    </p:spTree>
    <p:extLst>
      <p:ext uri="{BB962C8B-B14F-4D97-AF65-F5344CB8AC3E}">
        <p14:creationId xmlns:p14="http://schemas.microsoft.com/office/powerpoint/2010/main" val="164511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2743200" y="2560320"/>
            <a:ext cx="6675120" cy="13716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4000" b="1">
                <a:solidFill>
                  <a:srgbClr val="FFFFFF"/>
                </a:solidFill>
                <a:latin typeface="Segoe UI Semibold"/>
              </a:defRPr>
            </a:pPr>
            <a:r>
              <a:rPr kumimoji="0" sz="4000" b="1" i="0" u="none" strike="noStrike" kern="1200" cap="none" spc="0" normalizeH="0" baseline="0" noProof="0">
                <a:ln>
                  <a:noFill/>
                </a:ln>
                <a:solidFill>
                  <a:srgbClr val="FFFFFF"/>
                </a:solidFill>
                <a:effectLst/>
                <a:uLnTx/>
                <a:uFillTx/>
                <a:latin typeface="Segoe UI Semibold"/>
                <a:ea typeface="+mn-ea"/>
                <a:cs typeface="+mn-cs"/>
              </a:rPr>
              <a:t>Questions?</a:t>
            </a:r>
          </a:p>
        </p:txBody>
      </p:sp>
      <p:sp>
        <p:nvSpPr>
          <p:cNvPr id="3" name="Rectangle 2"/>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66b2b442-327e-43dd-bd4d-df915862f5d3"/>
  <p:tag name="MIO_GUID" val="3f15d768-aaeb-472a-a613-08046adda187"/>
  <p:tag name="MIO_LASTDOWNLOADED" val="30.03.2020 15:44:51"/>
  <p:tag name="MIO_LASTEDITORNAME" val="Devid Treuling"/>
  <p:tag name="MIO_OBJECTNAME" val="Learning Units covered in this Module"/>
  <p:tag name="MIO_UPDATE" val="True"/>
  <p:tag name="MIO_VERSION" val="30.03.2020 15:44:05"/>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1_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3.xml><?xml version="1.0" encoding="utf-8"?>
<a:theme xmlns:a="http://schemas.openxmlformats.org/drawingml/2006/main" name="2_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item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8.xml><?xml version="1.0" encoding="utf-8"?>
<?mso-contentType ?>
<FormTemplates xmlns="http://schemas.microsoft.com/sharepoint/v3/contenttype/forms">
  <Display>DocumentLibraryForm</Display>
  <Edit>DocumentLibraryForm</Edit>
  <New>DocumentLibraryForm</New>
</FormTemplates>
</file>

<file path=customXml/item19.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6.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7.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a29421e1-74d8-4915-bb0d-c72892872ba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469151F-B4F3-4C21-84F8-69D9E2B09815}">
  <ds:schemaRefs>
    <ds:schemaRef ds:uri="Strauss.PersonalizationDefinition"/>
  </ds:schemaRefs>
</ds:datastoreItem>
</file>

<file path=customXml/itemProps2.xml><?xml version="1.0" encoding="utf-8"?>
<ds:datastoreItem xmlns:ds="http://schemas.openxmlformats.org/officeDocument/2006/customXml" ds:itemID="{32920470-F086-4197-B6FE-12027DE25DCC}">
  <ds:schemaRefs>
    <ds:schemaRef ds:uri="Strauss.PersonalizationDefinition"/>
  </ds:schemaRefs>
</ds:datastoreItem>
</file>

<file path=customXml/itemProps3.xml><?xml version="1.0" encoding="utf-8"?>
<ds:datastoreItem xmlns:ds="http://schemas.openxmlformats.org/officeDocument/2006/customXml" ds:itemID="{D7FDC28F-4CBD-40ED-9D33-0A1360D5DEC4}">
  <ds:schemaRefs>
    <ds:schemaRef ds:uri="Strauss.PersonalizationDefinition"/>
  </ds:schemaRefs>
</ds:datastoreItem>
</file>

<file path=customXml/itemProps4.xml><?xml version="1.0" encoding="utf-8"?>
<ds:datastoreItem xmlns:ds="http://schemas.openxmlformats.org/officeDocument/2006/customXml" ds:itemID="{BC268A45-186B-46A3-937F-0E016CEA70C1}">
  <ds:schemaRefs>
    <ds:schemaRef ds:uri="Strauss.PersonalizationDefinition"/>
  </ds:schemaRefs>
</ds:datastoreItem>
</file>

<file path=customXml/itemProps5.xml><?xml version="1.0" encoding="utf-8"?>
<ds:datastoreItem xmlns:ds="http://schemas.openxmlformats.org/officeDocument/2006/customXml" ds:itemID="{103AB8E4-C30A-4895-9606-8D77F2E70F19}">
  <ds:schemaRefs>
    <ds:schemaRef ds:uri="Strauss.PersonalizationDefinition"/>
  </ds:schemaRefs>
</ds:datastoreItem>
</file>

<file path=customXml/itemProps6.xml><?xml version="1.0" encoding="utf-8"?>
<ds:datastoreItem xmlns:ds="http://schemas.openxmlformats.org/officeDocument/2006/customXml" ds:itemID="{11767EAE-0FC6-472D-9D35-EB3533243F22}">
  <ds:schemaRefs>
    <ds:schemaRef ds:uri="Strauss.PersonalizationDefinition"/>
  </ds:schemaRefs>
</ds:datastoreItem>
</file>

<file path=customXml/itemProps7.xml><?xml version="1.0" encoding="utf-8"?>
<ds:datastoreItem xmlns:ds="http://schemas.openxmlformats.org/officeDocument/2006/customXml" ds:itemID="{C1060A51-5976-4775-97EE-ABE1B1E4972A}">
  <ds:schemaRefs>
    <ds:schemaRef ds:uri="Strauss.PersonalizationDefinition"/>
  </ds:schemaRefs>
</ds:datastoreItem>
</file>

<file path=customXml/itemProps8.xml><?xml version="1.0" encoding="utf-8"?>
<ds:datastoreItem xmlns:ds="http://schemas.openxmlformats.org/officeDocument/2006/customXml" ds:itemID="{406127A5-B8F7-4F8A-95A9-8E20F72EA129}">
  <ds:schemaRefs>
    <ds:schemaRef ds:uri="Strauss.PersonalizationDefinition"/>
  </ds:schemaRefs>
</ds:datastoreItem>
</file>

<file path=customXml/itemProps9.xml><?xml version="1.0" encoding="utf-8"?>
<ds:datastoreItem xmlns:ds="http://schemas.openxmlformats.org/officeDocument/2006/customXml" ds:itemID="{DE0DC7DC-A960-4E6E-BF1B-D3D906B081A2}">
  <ds:schemaRefs>
    <ds:schemaRef ds:uri="Strauss.PersonalizationDefinition"/>
  </ds:schemaRefs>
</ds:datastoreItem>
</file>

<file path=customXml/itemProps10.xml><?xml version="1.0" encoding="utf-8"?>
<ds:datastoreItem xmlns:ds="http://schemas.openxmlformats.org/officeDocument/2006/customXml" ds:itemID="{541D4602-AC17-4CBD-B95E-D5B3D757BC54}">
  <ds:schemaRefs>
    <ds:schemaRef ds:uri="Strauss.PersonalizationDefinition"/>
  </ds:schemaRefs>
</ds:datastoreItem>
</file>

<file path=customXml/itemProps11.xml><?xml version="1.0" encoding="utf-8"?>
<ds:datastoreItem xmlns:ds="http://schemas.openxmlformats.org/officeDocument/2006/customXml" ds:itemID="{A0EED17B-F609-411E-840C-8A361DF5E053}">
  <ds:schemaRefs>
    <ds:schemaRef ds:uri="Strauss.PersonalizationDefinition"/>
  </ds:schemaRefs>
</ds:datastoreItem>
</file>

<file path=customXml/itemProps12.xml><?xml version="1.0" encoding="utf-8"?>
<ds:datastoreItem xmlns:ds="http://schemas.openxmlformats.org/officeDocument/2006/customXml" ds:itemID="{7BE5F28F-50CA-40F1-A02E-E794FE33362D}">
  <ds:schemaRefs>
    <ds:schemaRef ds:uri="Strauss.PersonalizationDefinition"/>
  </ds:schemaRefs>
</ds:datastoreItem>
</file>

<file path=customXml/itemProps13.xml><?xml version="1.0" encoding="utf-8"?>
<ds:datastoreItem xmlns:ds="http://schemas.openxmlformats.org/officeDocument/2006/customXml" ds:itemID="{B09E3EAE-66CA-4A91-A5FE-A34A70B099ED}">
  <ds:schemaRefs>
    <ds:schemaRef ds:uri="Strauss.PersonalizationDefinition"/>
  </ds:schemaRefs>
</ds:datastoreItem>
</file>

<file path=customXml/itemProps14.xml><?xml version="1.0" encoding="utf-8"?>
<ds:datastoreItem xmlns:ds="http://schemas.openxmlformats.org/officeDocument/2006/customXml" ds:itemID="{2BCFCE7B-4A43-491B-887D-365E2A1C50B2}">
  <ds:schemaRefs>
    <ds:schemaRef ds:uri="Strauss.PersonalizationDefinition"/>
  </ds:schemaRefs>
</ds:datastoreItem>
</file>

<file path=customXml/itemProps15.xml><?xml version="1.0" encoding="utf-8"?>
<ds:datastoreItem xmlns:ds="http://schemas.openxmlformats.org/officeDocument/2006/customXml" ds:itemID="{ECCE7DC3-F525-4E76-8812-56FCA2D21E50}">
  <ds:schemaRefs>
    <ds:schemaRef ds:uri="Strauss.PersonalizationDefinition"/>
  </ds:schemaRefs>
</ds:datastoreItem>
</file>

<file path=customXml/itemProps16.xml><?xml version="1.0" encoding="utf-8"?>
<ds:datastoreItem xmlns:ds="http://schemas.openxmlformats.org/officeDocument/2006/customXml" ds:itemID="{D55AC15F-0A03-4D96-AA43-65FC3DCE2717}">
  <ds:schemaRefs>
    <ds:schemaRef ds:uri="Strauss.PersonalizationDefinition"/>
  </ds:schemaRefs>
</ds:datastoreItem>
</file>

<file path=customXml/itemProps17.xml><?xml version="1.0" encoding="utf-8"?>
<ds:datastoreItem xmlns:ds="http://schemas.openxmlformats.org/officeDocument/2006/customXml" ds:itemID="{A09B3D8F-A36C-4B6D-871D-C53F61DFD219}">
  <ds:schemaRefs>
    <ds:schemaRef ds:uri="Strauss.PersonalizationDefinition"/>
  </ds:schemaRefs>
</ds:datastoreItem>
</file>

<file path=customXml/itemProps18.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19.xml><?xml version="1.0" encoding="utf-8"?>
<ds:datastoreItem xmlns:ds="http://schemas.openxmlformats.org/officeDocument/2006/customXml" ds:itemID="{FC25CD5D-A9DA-407F-9106-47BDA14BCED9}">
  <ds:schemaRefs>
    <ds:schemaRef ds:uri="Strauss.PersonalizationDefinition"/>
  </ds:schemaRefs>
</ds:datastoreItem>
</file>

<file path=customXml/itemProps20.xml><?xml version="1.0" encoding="utf-8"?>
<ds:datastoreItem xmlns:ds="http://schemas.openxmlformats.org/officeDocument/2006/customXml" ds:itemID="{FBC13881-F2DC-4AA3-88C8-97C40CA1EBC7}">
  <ds:schemaRefs>
    <ds:schemaRef ds:uri="Strauss.PersonalizationDefinition"/>
  </ds:schemaRefs>
</ds:datastoreItem>
</file>

<file path=customXml/itemProps21.xml><?xml version="1.0" encoding="utf-8"?>
<ds:datastoreItem xmlns:ds="http://schemas.openxmlformats.org/officeDocument/2006/customXml" ds:itemID="{B228D3F7-8445-4CE7-92DC-AC7FE2D5A2AF}">
  <ds:schemaRefs>
    <ds:schemaRef ds:uri="Strauss.PersonalizationDefinition"/>
  </ds:schemaRefs>
</ds:datastoreItem>
</file>

<file path=customXml/itemProps22.xml><?xml version="1.0" encoding="utf-8"?>
<ds:datastoreItem xmlns:ds="http://schemas.openxmlformats.org/officeDocument/2006/customXml" ds:itemID="{6F485757-9F3C-4A1E-9E86-E1C1551910BA}">
  <ds:schemaRefs>
    <ds:schemaRef ds:uri="Strauss.PersonalizationDefinition"/>
  </ds:schemaRefs>
</ds:datastoreItem>
</file>

<file path=customXml/itemProps23.xml><?xml version="1.0" encoding="utf-8"?>
<ds:datastoreItem xmlns:ds="http://schemas.openxmlformats.org/officeDocument/2006/customXml" ds:itemID="{08068EAD-DA6C-4DC8-843E-9CB0982D15F3}">
  <ds:schemaRefs>
    <ds:schemaRef ds:uri="Strauss.PersonalizationDefinition"/>
  </ds:schemaRefs>
</ds:datastoreItem>
</file>

<file path=customXml/itemProps24.xml><?xml version="1.0" encoding="utf-8"?>
<ds:datastoreItem xmlns:ds="http://schemas.openxmlformats.org/officeDocument/2006/customXml" ds:itemID="{13A5538B-5199-4900-941A-B01E377F2065}">
  <ds:schemaRefs>
    <ds:schemaRef ds:uri="Strauss.PersonalizationDefinition"/>
  </ds:schemaRefs>
</ds:datastoreItem>
</file>

<file path=customXml/itemProps25.xml><?xml version="1.0" encoding="utf-8"?>
<ds:datastoreItem xmlns:ds="http://schemas.openxmlformats.org/officeDocument/2006/customXml" ds:itemID="{46522A59-B026-4350-BB1A-BEB05240770F}">
  <ds:schemaRefs>
    <ds:schemaRef ds:uri="Strauss.PersonalizationDefinition"/>
  </ds:schemaRefs>
</ds:datastoreItem>
</file>

<file path=customXml/itemProps26.xml><?xml version="1.0" encoding="utf-8"?>
<ds:datastoreItem xmlns:ds="http://schemas.openxmlformats.org/officeDocument/2006/customXml" ds:itemID="{6552B3D2-5F72-49FB-8B35-AFE12BF36804}">
  <ds:schemaRefs>
    <ds:schemaRef ds:uri="Strauss.PersonalizationDefinition"/>
  </ds:schemaRefs>
</ds:datastoreItem>
</file>

<file path=customXml/itemProps27.xml><?xml version="1.0" encoding="utf-8"?>
<ds:datastoreItem xmlns:ds="http://schemas.openxmlformats.org/officeDocument/2006/customXml" ds:itemID="{734F6CED-B619-41E0-BEDE-58B64D5F5EB2}">
  <ds:schemaRefs>
    <ds:schemaRef ds:uri="Strauss.PersonalizationDefinition"/>
  </ds:schemaRefs>
</ds:datastoreItem>
</file>

<file path=customXml/itemProps28.xml><?xml version="1.0" encoding="utf-8"?>
<ds:datastoreItem xmlns:ds="http://schemas.openxmlformats.org/officeDocument/2006/customXml" ds:itemID="{4C485A9E-99A8-4277-BE90-E837A967DB2E}">
  <ds:schemaRefs>
    <ds:schemaRef ds:uri="Strauss.PersonalizationDefinition"/>
  </ds:schemaRefs>
</ds:datastoreItem>
</file>

<file path=customXml/itemProps29.xml><?xml version="1.0" encoding="utf-8"?>
<ds:datastoreItem xmlns:ds="http://schemas.openxmlformats.org/officeDocument/2006/customXml" ds:itemID="{82C716E8-B770-4139-99B0-F35B9C64B90F}">
  <ds:schemaRefs>
    <ds:schemaRef ds:uri="Strauss.PersonalizationDefinition"/>
  </ds:schemaRefs>
</ds:datastoreItem>
</file>

<file path=customXml/itemProps30.xml><?xml version="1.0" encoding="utf-8"?>
<ds:datastoreItem xmlns:ds="http://schemas.openxmlformats.org/officeDocument/2006/customXml" ds:itemID="{5C919DC8-E31E-42F0-9621-B916C2E029BA}">
  <ds:schemaRefs>
    <ds:schemaRef ds:uri="Strauss.PersonalizationDefinition"/>
  </ds:schemaRefs>
</ds:datastoreItem>
</file>

<file path=customXml/itemProps31.xml><?xml version="1.0" encoding="utf-8"?>
<ds:datastoreItem xmlns:ds="http://schemas.openxmlformats.org/officeDocument/2006/customXml" ds:itemID="{DF333A1B-0A9C-4DA8-ADAB-4378B69FDC48}">
  <ds:schemaRefs>
    <ds:schemaRef ds:uri="Strauss.PersonalizationDefinition"/>
  </ds:schemaRefs>
</ds:datastoreItem>
</file>

<file path=customXml/itemProps32.xml><?xml version="1.0" encoding="utf-8"?>
<ds:datastoreItem xmlns:ds="http://schemas.openxmlformats.org/officeDocument/2006/customXml" ds:itemID="{628127A0-F2C3-45C3-BB9F-5B29A6B848BE}">
  <ds:schemaRefs>
    <ds:schemaRef ds:uri="Strauss.PersonalizationDefinition"/>
  </ds:schemaRefs>
</ds:datastoreItem>
</file>

<file path=customXml/itemProps33.xml><?xml version="1.0" encoding="utf-8"?>
<ds:datastoreItem xmlns:ds="http://schemas.openxmlformats.org/officeDocument/2006/customXml" ds:itemID="{F56EB5D8-3CD5-48EE-9536-13CF2B9AC25D}">
  <ds:schemaRefs>
    <ds:schemaRef ds:uri="Strauss.PersonalizationDefinition"/>
  </ds:schemaRefs>
</ds:datastoreItem>
</file>

<file path=customXml/itemProps34.xml><?xml version="1.0" encoding="utf-8"?>
<ds:datastoreItem xmlns:ds="http://schemas.openxmlformats.org/officeDocument/2006/customXml" ds:itemID="{EDFBA6C8-3A38-44F0-B645-B6B0034983DA}">
  <ds:schemaRefs>
    <ds:schemaRef ds:uri="Strauss.PersonalizationDefinition"/>
  </ds:schemaRefs>
</ds:datastoreItem>
</file>

<file path=customXml/itemProps35.xml><?xml version="1.0" encoding="utf-8"?>
<ds:datastoreItem xmlns:ds="http://schemas.openxmlformats.org/officeDocument/2006/customXml" ds:itemID="{4EA01338-72BB-48B6-B6A4-05B31FE21105}">
  <ds:schemaRefs>
    <ds:schemaRef ds:uri="Strauss.PersonalizationDefinition"/>
  </ds:schemaRefs>
</ds:datastoreItem>
</file>

<file path=customXml/itemProps36.xml><?xml version="1.0" encoding="utf-8"?>
<ds:datastoreItem xmlns:ds="http://schemas.openxmlformats.org/officeDocument/2006/customXml" ds:itemID="{A0530E18-3574-4681-A1A5-749E6F15A27B}"/>
</file>

<file path=customXml/itemProps37.xml><?xml version="1.0" encoding="utf-8"?>
<ds:datastoreItem xmlns:ds="http://schemas.openxmlformats.org/officeDocument/2006/customXml" ds:itemID="{4A3F169F-E27D-4A25-888C-4C5D83BAC082}">
  <ds:schemaRefs>
    <ds:schemaRef ds:uri="Strauss.PersonalizationDefinition"/>
  </ds:schemaRefs>
</ds:datastoreItem>
</file>

<file path=customXml/itemProps38.xml><?xml version="1.0" encoding="utf-8"?>
<ds:datastoreItem xmlns:ds="http://schemas.openxmlformats.org/officeDocument/2006/customXml" ds:itemID="{68BE9F8F-073F-46B7-B2D0-86DC8E2E9DCE}">
  <ds:schemaRefs>
    <ds:schemaRef ds:uri="Strauss.PersonalizationDefinition"/>
  </ds:schemaRefs>
</ds:datastoreItem>
</file>

<file path=customXml/itemProps39.xml><?xml version="1.0" encoding="utf-8"?>
<ds:datastoreItem xmlns:ds="http://schemas.openxmlformats.org/officeDocument/2006/customXml" ds:itemID="{E7EBEF02-C69B-46E0-B38A-E51611CE5254}">
  <ds:schemaRefs>
    <ds:schemaRef ds:uri="Strauss.PersonalizationDefinition"/>
  </ds:schemaRefs>
</ds:datastoreItem>
</file>

<file path=customXml/itemProps40.xml><?xml version="1.0" encoding="utf-8"?>
<ds:datastoreItem xmlns:ds="http://schemas.openxmlformats.org/officeDocument/2006/customXml" ds:itemID="{712108F3-86F2-4B95-AF2D-FE4E45965FCC}">
  <ds:schemaRefs>
    <ds:schemaRef ds:uri="Strauss.PersonalizationDefinition"/>
  </ds:schemaRefs>
</ds:datastoreItem>
</file>

<file path=customXml/itemProps41.xml><?xml version="1.0" encoding="utf-8"?>
<ds:datastoreItem xmlns:ds="http://schemas.openxmlformats.org/officeDocument/2006/customXml" ds:itemID="{EF4AA5EB-A638-4D3A-B852-E71E18ED4953}">
  <ds:schemaRefs>
    <ds:schemaRef ds:uri="Strauss.PersonalizationDefinition"/>
  </ds:schemaRefs>
</ds:datastoreItem>
</file>

<file path=customXml/itemProps42.xml><?xml version="1.0" encoding="utf-8"?>
<ds:datastoreItem xmlns:ds="http://schemas.openxmlformats.org/officeDocument/2006/customXml" ds:itemID="{D76C1D54-C31A-41C7-8796-37E3A885C9B9}">
  <ds:schemaRefs>
    <ds:schemaRef ds:uri="Strauss.PersonalizationDefinition"/>
  </ds:schemaRefs>
</ds:datastoreItem>
</file>

<file path=customXml/itemProps43.xml><?xml version="1.0" encoding="utf-8"?>
<ds:datastoreItem xmlns:ds="http://schemas.openxmlformats.org/officeDocument/2006/customXml" ds:itemID="{AC7687D8-5695-4F99-A8BA-1D247B418C22}">
  <ds:schemaRefs>
    <ds:schemaRef ds:uri="19614695-0c98-4ea4-9244-f5047452aafb"/>
    <ds:schemaRef ds:uri="fcb28fc0-2e3b-4764-9e63-46b62073c0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0</TotalTime>
  <Words>1390</Words>
  <Application>Microsoft Office PowerPoint</Application>
  <PresentationFormat>Widescreen</PresentationFormat>
  <Paragraphs>119</Paragraphs>
  <Slides>12</Slides>
  <Notes>8</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12</vt:i4>
      </vt:variant>
    </vt:vector>
  </HeadingPairs>
  <TitlesOfParts>
    <vt:vector size="21" baseType="lpstr">
      <vt:lpstr>Aptos</vt:lpstr>
      <vt:lpstr>Arial</vt:lpstr>
      <vt:lpstr>Calibri</vt:lpstr>
      <vt:lpstr>Segoe UI</vt:lpstr>
      <vt:lpstr>Segoe UI Semibold</vt:lpstr>
      <vt:lpstr>Wingdings</vt:lpstr>
      <vt:lpstr>White Template</vt:lpstr>
      <vt:lpstr>1_White Template</vt:lpstr>
      <vt:lpstr>2_White Template</vt:lpstr>
      <vt:lpstr>Module 3 – Core Governance Pillars</vt:lpstr>
      <vt:lpstr>PowerPoint Presentation</vt:lpstr>
      <vt:lpstr>Learning Units covered  in this Module </vt:lpstr>
      <vt:lpstr>PowerPoint Presentation</vt:lpstr>
      <vt:lpstr>PowerPoint Presentation</vt:lpstr>
      <vt:lpstr>Enforce and Operationalize AI Governance</vt:lpstr>
      <vt:lpstr>Assess and Define AI Governance Policies</vt:lpstr>
      <vt:lpstr>Monitor AI Risks Continuously</vt:lpstr>
      <vt:lpstr>CAF Govern AI – Operating Model</vt:lpstr>
      <vt:lpstr>CAF Govern AI – Roles &amp; Responsibilities</vt:lpstr>
      <vt:lpstr>Alignment with Microsoft Responsible AI Standard + CAF Phases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Mahi Sundararajan</cp:lastModifiedBy>
  <cp:revision>5</cp:revision>
  <dcterms:created xsi:type="dcterms:W3CDTF">2019-02-08T20:09:46Z</dcterms:created>
  <dcterms:modified xsi:type="dcterms:W3CDTF">2026-06-18T22:52:19Z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0x0101001BD4B4487B57D443AED9979943B92646</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ComplianceAssetId">
    <vt:lpwstr/>
  </property>
  <property fmtid="{D5CDD505-2E9C-101B-9397-08002B2CF9AE}" pid="21" name="Mail Sent">
    <vt:lpwstr>false</vt:lpwstr>
  </property>
  <property fmtid="{D5CDD505-2E9C-101B-9397-08002B2CF9AE}" pid="22" name="xd_Signature">
    <vt:lpwstr/>
  </property>
  <property fmtid="{D5CDD505-2E9C-101B-9397-08002B2CF9AE}" pid="23" name="State">
    <vt:lpwstr>Open</vt:lpwstr>
  </property>
  <property fmtid="{D5CDD505-2E9C-101B-9397-08002B2CF9AE}" pid="24" name="TriggerFlowInfo">
    <vt:lpwstr/>
  </property>
  <property fmtid="{D5CDD505-2E9C-101B-9397-08002B2CF9AE}" pid="25" name="Order">
    <vt:r8>10536200</vt:r8>
  </property>
  <property fmtid="{D5CDD505-2E9C-101B-9397-08002B2CF9AE}" pid="26" name="Lead Signoff">
    <vt:lpwstr>false</vt:lpwstr>
  </property>
  <property fmtid="{D5CDD505-2E9C-101B-9397-08002B2CF9AE}" pid="27" name="Title URL">
    <vt:lpwstr>, </vt:lpwstr>
  </property>
  <property fmtid="{D5CDD505-2E9C-101B-9397-08002B2CF9AE}" pid="28" name="xd_ProgID">
    <vt:lpwstr/>
  </property>
  <property fmtid="{D5CDD505-2E9C-101B-9397-08002B2CF9AE}" pid="29" name="TemplateUrl">
    <vt:lpwstr/>
  </property>
  <property fmtid="{D5CDD505-2E9C-101B-9397-08002B2CF9AE}" pid="30" name="_ExtendedDescription">
    <vt:lpwstr/>
  </property>
  <property fmtid="{D5CDD505-2E9C-101B-9397-08002B2CF9AE}" pid="31" name="_SourceUrl">
    <vt:lpwstr/>
  </property>
  <property fmtid="{D5CDD505-2E9C-101B-9397-08002B2CF9AE}" pid="32" name="_SharedFileIndex">
    <vt:lpwstr/>
  </property>
</Properties>
</file>